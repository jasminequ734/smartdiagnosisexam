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6cb3b06fefe461b" /><Relationship Type="http://schemas.openxmlformats.org/officeDocument/2006/relationships/extended-properties" Target="/docProps/app.xml" Id="R99a0bcc7d8644dba" /><Relationship Type="http://schemas.openxmlformats.org/officeDocument/2006/relationships/officeDocument" Target="/ppt/presentation.xml" Id="Rfe6f4f56e8c547bc" /></Relationships>
</file>

<file path=ppt/presentation.xml><?xml version="1.0" encoding="utf-8"?>
<p:presentation xmlns:p="http://schemas.openxmlformats.org/presentationml/2006/main">
  <p:sldMasterIdLst>
    <p:sldMasterId xmlns:r="http://schemas.openxmlformats.org/officeDocument/2006/relationships" id="2147483648" r:id="R79cea49e6134445b"/>
  </p:sldMasterIdLst>
  <p:notesMasterIdLst>
    <p:notesMasterId xmlns:r="http://schemas.openxmlformats.org/officeDocument/2006/relationships" r:id="R8e2eec769e4b4c62"/>
  </p:notesMasterIdLst>
  <p:sldIdLst>
    <p:sldId xmlns:r="http://schemas.openxmlformats.org/officeDocument/2006/relationships" id="256" r:id="R2aef421baa46450e"/>
    <p:sldId xmlns:r="http://schemas.openxmlformats.org/officeDocument/2006/relationships" id="257" r:id="R3203e49768394d00"/>
    <p:sldId xmlns:r="http://schemas.openxmlformats.org/officeDocument/2006/relationships" id="258" r:id="Re6b20255076c4d29"/>
    <p:sldId xmlns:r="http://schemas.openxmlformats.org/officeDocument/2006/relationships" id="259" r:id="R19997e9c936843e8"/>
    <p:sldId xmlns:r="http://schemas.openxmlformats.org/officeDocument/2006/relationships" id="260" r:id="R04e9104297b24637"/>
    <p:sldId xmlns:r="http://schemas.openxmlformats.org/officeDocument/2006/relationships" id="261" r:id="R7b7862e1e494431b"/>
    <p:sldId xmlns:r="http://schemas.openxmlformats.org/officeDocument/2006/relationships" id="262" r:id="R8a881f1c3f4d4c0a"/>
    <p:sldId xmlns:r="http://schemas.openxmlformats.org/officeDocument/2006/relationships" id="263" r:id="R54bb1c10e8ce4850"/>
    <p:sldId xmlns:r="http://schemas.openxmlformats.org/officeDocument/2006/relationships" id="264" r:id="R2a2fddf158c446b8"/>
    <p:sldId xmlns:r="http://schemas.openxmlformats.org/officeDocument/2006/relationships" id="265" r:id="Re43e6356036a4b7f"/>
    <p:sldId xmlns:r="http://schemas.openxmlformats.org/officeDocument/2006/relationships" id="266" r:id="R033d56413442487b"/>
    <p:sldId xmlns:r="http://schemas.openxmlformats.org/officeDocument/2006/relationships" id="267" r:id="R91ce282b62e94c4d"/>
    <p:sldId xmlns:r="http://schemas.openxmlformats.org/officeDocument/2006/relationships" id="268" r:id="R94e17234fb854a9b"/>
    <p:sldId xmlns:r="http://schemas.openxmlformats.org/officeDocument/2006/relationships" id="269" r:id="R9085690c4ba54cab"/>
    <p:sldId xmlns:r="http://schemas.openxmlformats.org/officeDocument/2006/relationships" id="270" r:id="R64c01b89d8aa42f4"/>
    <p:sldId xmlns:r="http://schemas.openxmlformats.org/officeDocument/2006/relationships" id="271" r:id="R1b01f193ffee4985"/>
    <p:sldId xmlns:r="http://schemas.openxmlformats.org/officeDocument/2006/relationships" id="272" r:id="R13d94592615644b9"/>
    <p:sldId xmlns:r="http://schemas.openxmlformats.org/officeDocument/2006/relationships" id="273" r:id="R69a382b3f333414f"/>
    <p:sldId xmlns:r="http://schemas.openxmlformats.org/officeDocument/2006/relationships" id="274" r:id="Rb0a270551d9943e4"/>
    <p:sldId xmlns:r="http://schemas.openxmlformats.org/officeDocument/2006/relationships" id="275" r:id="R1f6067732ff74203"/>
    <p:sldId xmlns:r="http://schemas.openxmlformats.org/officeDocument/2006/relationships" id="276" r:id="R5b15f2febe0a4729"/>
    <p:sldId xmlns:r="http://schemas.openxmlformats.org/officeDocument/2006/relationships" id="277" r:id="R0196971a9ba94507"/>
    <p:sldId xmlns:r="http://schemas.openxmlformats.org/officeDocument/2006/relationships" id="278" r:id="R75d1725581ac4fc3"/>
    <p:sldId xmlns:r="http://schemas.openxmlformats.org/officeDocument/2006/relationships" id="279" r:id="R6a03f62e75074757"/>
    <p:sldId xmlns:r="http://schemas.openxmlformats.org/officeDocument/2006/relationships" id="280" r:id="R7c967c939f1c4a11"/>
    <p:sldId xmlns:r="http://schemas.openxmlformats.org/officeDocument/2006/relationships" id="281" r:id="Ra28e46d74dd54aaf"/>
    <p:sldId xmlns:r="http://schemas.openxmlformats.org/officeDocument/2006/relationships" id="282" r:id="R34b95b7542a54ca3"/>
    <p:sldId xmlns:r="http://schemas.openxmlformats.org/officeDocument/2006/relationships" id="283" r:id="R1828c67663ee4a85"/>
    <p:sldId xmlns:r="http://schemas.openxmlformats.org/officeDocument/2006/relationships" id="284" r:id="R5a4f8d7f1be64a5e"/>
    <p:sldId xmlns:r="http://schemas.openxmlformats.org/officeDocument/2006/relationships" id="285" r:id="R7ccf3fa341ce454c"/>
    <p:sldId xmlns:r="http://schemas.openxmlformats.org/officeDocument/2006/relationships" id="286" r:id="R8c63015384924762"/>
    <p:sldId xmlns:r="http://schemas.openxmlformats.org/officeDocument/2006/relationships" id="287" r:id="Rb0a7d6c6c3f94dc3"/>
    <p:sldId xmlns:r="http://schemas.openxmlformats.org/officeDocument/2006/relationships" id="288" r:id="R9954b1908a7f45c3"/>
    <p:sldId xmlns:r="http://schemas.openxmlformats.org/officeDocument/2006/relationships" id="289" r:id="R1b9025a6f10c46c2"/>
    <p:sldId xmlns:r="http://schemas.openxmlformats.org/officeDocument/2006/relationships" id="290" r:id="R5481a10a79094337"/>
    <p:sldId xmlns:r="http://schemas.openxmlformats.org/officeDocument/2006/relationships" id="291" r:id="R92ab2748126944f7"/>
    <p:sldId xmlns:r="http://schemas.openxmlformats.org/officeDocument/2006/relationships" id="292" r:id="R995014559b634456"/>
    <p:sldId xmlns:r="http://schemas.openxmlformats.org/officeDocument/2006/relationships" id="293" r:id="R0a8e679b591d4472"/>
    <p:sldId xmlns:r="http://schemas.openxmlformats.org/officeDocument/2006/relationships" id="294" r:id="R701526c842de4ebe"/>
    <p:sldId xmlns:r="http://schemas.openxmlformats.org/officeDocument/2006/relationships" id="295" r:id="R48687d608fcf4cf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e35d3db371c402a" /><Relationship Type="http://schemas.openxmlformats.org/officeDocument/2006/relationships/slideMaster" Target="/ppt/slideMasters/slideMaster1.xml" Id="R79cea49e6134445b" /><Relationship Type="http://schemas.openxmlformats.org/officeDocument/2006/relationships/notesMaster" Target="/ppt/notesMasters/notesMaster1.xml" Id="R8e2eec769e4b4c62" /><Relationship Type="http://schemas.openxmlformats.org/officeDocument/2006/relationships/presProps" Target="/ppt/presProps.xml" Id="R62132bcce0eb455e" /><Relationship Type="http://schemas.openxmlformats.org/officeDocument/2006/relationships/tableStyles" Target="/ppt/tableStyles.xml" Id="R9ad4911f99a443f6" /><Relationship Type="http://schemas.openxmlformats.org/officeDocument/2006/relationships/slide" Target="/ppt/slides/slide1.xml" Id="R2aef421baa46450e" /><Relationship Type="http://schemas.openxmlformats.org/officeDocument/2006/relationships/slide" Target="/ppt/slides/slide2.xml" Id="R3203e49768394d00" /><Relationship Type="http://schemas.openxmlformats.org/officeDocument/2006/relationships/slide" Target="/ppt/slides/slide3.xml" Id="Re6b20255076c4d29" /><Relationship Type="http://schemas.openxmlformats.org/officeDocument/2006/relationships/slide" Target="/ppt/slides/slide4.xml" Id="R19997e9c936843e8" /><Relationship Type="http://schemas.openxmlformats.org/officeDocument/2006/relationships/slide" Target="/ppt/slides/slide5.xml" Id="R04e9104297b24637" /><Relationship Type="http://schemas.openxmlformats.org/officeDocument/2006/relationships/slide" Target="/ppt/slides/slide6.xml" Id="R7b7862e1e494431b" /><Relationship Type="http://schemas.openxmlformats.org/officeDocument/2006/relationships/slide" Target="/ppt/slides/slide7.xml" Id="R8a881f1c3f4d4c0a" /><Relationship Type="http://schemas.openxmlformats.org/officeDocument/2006/relationships/slide" Target="/ppt/slides/slide8.xml" Id="R54bb1c10e8ce4850" /><Relationship Type="http://schemas.openxmlformats.org/officeDocument/2006/relationships/slide" Target="/ppt/slides/slide9.xml" Id="R2a2fddf158c446b8" /><Relationship Type="http://schemas.openxmlformats.org/officeDocument/2006/relationships/slide" Target="/ppt/slides/slide10.xml" Id="Re43e6356036a4b7f" /><Relationship Type="http://schemas.openxmlformats.org/officeDocument/2006/relationships/slide" Target="/ppt/slides/slide11.xml" Id="R033d56413442487b" /><Relationship Type="http://schemas.openxmlformats.org/officeDocument/2006/relationships/slide" Target="/ppt/slides/slide12.xml" Id="R91ce282b62e94c4d" /><Relationship Type="http://schemas.openxmlformats.org/officeDocument/2006/relationships/slide" Target="/ppt/slides/slide13.xml" Id="R94e17234fb854a9b" /><Relationship Type="http://schemas.openxmlformats.org/officeDocument/2006/relationships/slide" Target="/ppt/slides/slide14.xml" Id="R9085690c4ba54cab" /><Relationship Type="http://schemas.openxmlformats.org/officeDocument/2006/relationships/slide" Target="/ppt/slides/slide15.xml" Id="R64c01b89d8aa42f4" /><Relationship Type="http://schemas.openxmlformats.org/officeDocument/2006/relationships/slide" Target="/ppt/slides/slide16.xml" Id="R1b01f193ffee4985" /><Relationship Type="http://schemas.openxmlformats.org/officeDocument/2006/relationships/slide" Target="/ppt/slides/slide17.xml" Id="R13d94592615644b9" /><Relationship Type="http://schemas.openxmlformats.org/officeDocument/2006/relationships/slide" Target="/ppt/slides/slide18.xml" Id="R69a382b3f333414f" /><Relationship Type="http://schemas.openxmlformats.org/officeDocument/2006/relationships/slide" Target="/ppt/slides/slide19.xml" Id="Rb0a270551d9943e4" /><Relationship Type="http://schemas.openxmlformats.org/officeDocument/2006/relationships/slide" Target="/ppt/slides/slide20.xml" Id="R1f6067732ff74203" /><Relationship Type="http://schemas.openxmlformats.org/officeDocument/2006/relationships/slide" Target="/ppt/slides/slide21.xml" Id="R5b15f2febe0a4729" /><Relationship Type="http://schemas.openxmlformats.org/officeDocument/2006/relationships/slide" Target="/ppt/slides/slide22.xml" Id="R0196971a9ba94507" /><Relationship Type="http://schemas.openxmlformats.org/officeDocument/2006/relationships/slide" Target="/ppt/slides/slide23.xml" Id="R75d1725581ac4fc3" /><Relationship Type="http://schemas.openxmlformats.org/officeDocument/2006/relationships/slide" Target="/ppt/slides/slide24.xml" Id="R6a03f62e75074757" /><Relationship Type="http://schemas.openxmlformats.org/officeDocument/2006/relationships/slide" Target="/ppt/slides/slide25.xml" Id="R7c967c939f1c4a11" /><Relationship Type="http://schemas.openxmlformats.org/officeDocument/2006/relationships/slide" Target="/ppt/slides/slide26.xml" Id="Ra28e46d74dd54aaf" /><Relationship Type="http://schemas.openxmlformats.org/officeDocument/2006/relationships/slide" Target="/ppt/slides/slide27.xml" Id="R34b95b7542a54ca3" /><Relationship Type="http://schemas.openxmlformats.org/officeDocument/2006/relationships/slide" Target="/ppt/slides/slide28.xml" Id="R1828c67663ee4a85" /><Relationship Type="http://schemas.openxmlformats.org/officeDocument/2006/relationships/slide" Target="/ppt/slides/slide29.xml" Id="R5a4f8d7f1be64a5e" /><Relationship Type="http://schemas.openxmlformats.org/officeDocument/2006/relationships/slide" Target="/ppt/slides/slide30.xml" Id="R7ccf3fa341ce454c" /><Relationship Type="http://schemas.openxmlformats.org/officeDocument/2006/relationships/slide" Target="/ppt/slides/slide31.xml" Id="R8c63015384924762" /><Relationship Type="http://schemas.openxmlformats.org/officeDocument/2006/relationships/slide" Target="/ppt/slides/slide32.xml" Id="Rb0a7d6c6c3f94dc3" /><Relationship Type="http://schemas.openxmlformats.org/officeDocument/2006/relationships/slide" Target="/ppt/slides/slide33.xml" Id="R9954b1908a7f45c3" /><Relationship Type="http://schemas.openxmlformats.org/officeDocument/2006/relationships/slide" Target="/ppt/slides/slide34.xml" Id="R1b9025a6f10c46c2" /><Relationship Type="http://schemas.openxmlformats.org/officeDocument/2006/relationships/slide" Target="/ppt/slides/slide35.xml" Id="R5481a10a79094337" /><Relationship Type="http://schemas.openxmlformats.org/officeDocument/2006/relationships/slide" Target="/ppt/slides/slide36.xml" Id="R92ab2748126944f7" /><Relationship Type="http://schemas.openxmlformats.org/officeDocument/2006/relationships/slide" Target="/ppt/slides/slide37.xml" Id="R995014559b634456" /><Relationship Type="http://schemas.openxmlformats.org/officeDocument/2006/relationships/slide" Target="/ppt/slides/slide38.xml" Id="R0a8e679b591d4472" /><Relationship Type="http://schemas.openxmlformats.org/officeDocument/2006/relationships/slide" Target="/ppt/slides/slide39.xml" Id="R701526c842de4ebe" /><Relationship Type="http://schemas.openxmlformats.org/officeDocument/2006/relationships/slide" Target="/ppt/slides/slide40.xml" Id="R48687d608fcf4cf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0f3ddb1db1f47e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677552329b74644" /><Relationship Type="http://schemas.openxmlformats.org/officeDocument/2006/relationships/notesMaster" Target="/ppt/notesMasters/notesMaster1.xml" Id="Rf4eec2b567444ea8" /></Relationships>
</file>

<file path=ppt/notesSlides/_rels/notesSlide2.xml.rels>&#65279;<?xml version="1.0" encoding="utf-8"?><Relationships xmlns="http://schemas.openxmlformats.org/package/2006/relationships"><Relationship Type="http://schemas.openxmlformats.org/officeDocument/2006/relationships/slide" Target="/ppt/slides/slide2.xml" Id="R289cd0a183044d85" /><Relationship Type="http://schemas.openxmlformats.org/officeDocument/2006/relationships/notesMaster" Target="/ppt/notesMasters/notesMaster1.xml" Id="Rc3c46c60adf84797" /></Relationships>
</file>

<file path=ppt/notesSlides/_rels/notesSlide3.xml.rels>&#65279;<?xml version="1.0" encoding="utf-8"?><Relationships xmlns="http://schemas.openxmlformats.org/package/2006/relationships"><Relationship Type="http://schemas.openxmlformats.org/officeDocument/2006/relationships/slide" Target="/ppt/slides/slide3.xml" Id="R6ae459534fb24db7" /><Relationship Type="http://schemas.openxmlformats.org/officeDocument/2006/relationships/notesMaster" Target="/ppt/notesMasters/notesMaster1.xml" Id="Rec84531eb5f44fb5" /></Relationships>
</file>

<file path=ppt/notesSlides/_rels/notesSlide4.xml.rels>&#65279;<?xml version="1.0" encoding="utf-8"?><Relationships xmlns="http://schemas.openxmlformats.org/package/2006/relationships"><Relationship Type="http://schemas.openxmlformats.org/officeDocument/2006/relationships/slide" Target="/ppt/slides/slide4.xml" Id="R5023bfd3589949cf" /><Relationship Type="http://schemas.openxmlformats.org/officeDocument/2006/relationships/notesMaster" Target="/ppt/notesMasters/notesMaster1.xml" Id="Rc9341aeb07534138" /></Relationships>
</file>

<file path=ppt/notesSlides/_rels/notesSlide5.xml.rels>&#65279;<?xml version="1.0" encoding="utf-8"?><Relationships xmlns="http://schemas.openxmlformats.org/package/2006/relationships"><Relationship Type="http://schemas.openxmlformats.org/officeDocument/2006/relationships/slide" Target="/ppt/slides/slide5.xml" Id="R9d0d8b2cbc1246f1" /><Relationship Type="http://schemas.openxmlformats.org/officeDocument/2006/relationships/notesMaster" Target="/ppt/notesMasters/notesMaster1.xml" Id="R6275042dcc734948" /></Relationships>
</file>

<file path=ppt/notesSlides/_rels/notesSlide6.xml.rels>&#65279;<?xml version="1.0" encoding="utf-8"?><Relationships xmlns="http://schemas.openxmlformats.org/package/2006/relationships"><Relationship Type="http://schemas.openxmlformats.org/officeDocument/2006/relationships/slide" Target="/ppt/slides/slide6.xml" Id="Rfb75fbcea4084c81" /><Relationship Type="http://schemas.openxmlformats.org/officeDocument/2006/relationships/notesMaster" Target="/ppt/notesMasters/notesMaster1.xml" Id="Rc7e38f696523494d" /></Relationships>
</file>

<file path=ppt/notesSlides/_rels/notesSlide7.xml.rels>&#65279;<?xml version="1.0" encoding="utf-8"?><Relationships xmlns="http://schemas.openxmlformats.org/package/2006/relationships"><Relationship Type="http://schemas.openxmlformats.org/officeDocument/2006/relationships/slide" Target="/ppt/slides/slide7.xml" Id="R5bc8535e24ad47a8" /><Relationship Type="http://schemas.openxmlformats.org/officeDocument/2006/relationships/notesMaster" Target="/ppt/notesMasters/notesMaster1.xml" Id="Rb1f495aecd5b4efc" /></Relationships>
</file>

<file path=ppt/notesSlides/_rels/notesSlide8.xml.rels>&#65279;<?xml version="1.0" encoding="utf-8"?><Relationships xmlns="http://schemas.openxmlformats.org/package/2006/relationships"><Relationship Type="http://schemas.openxmlformats.org/officeDocument/2006/relationships/slide" Target="/ppt/slides/slide8.xml" Id="R3bbd3d82de3c4270" /><Relationship Type="http://schemas.openxmlformats.org/officeDocument/2006/relationships/notesMaster" Target="/ppt/notesMasters/notesMaster1.xml" Id="R6e604d710b5a421d" /></Relationships>
</file>

<file path=ppt/notesSlides/_rels/notesSlide9.xml.rels>&#65279;<?xml version="1.0" encoding="utf-8"?><Relationships xmlns="http://schemas.openxmlformats.org/package/2006/relationships"><Relationship Type="http://schemas.openxmlformats.org/officeDocument/2006/relationships/slide" Target="/ppt/slides/slide9.xml" Id="Rae6f8f68bbc644ff" /><Relationship Type="http://schemas.openxmlformats.org/officeDocument/2006/relationships/notesMaster" Target="/ppt/notesMasters/notesMaster1.xml" Id="R0f5d15ff0b7d4da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78cb8a38e6e4117" /><Relationship Type="http://schemas.openxmlformats.org/officeDocument/2006/relationships/notesMaster" Target="/ppt/notesMasters/notesMaster1.xml" Id="Rdc31e3d2735a4a4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42a2170e8b74f13" /><Relationship Type="http://schemas.openxmlformats.org/officeDocument/2006/relationships/notesMaster" Target="/ppt/notesMasters/notesMaster1.xml" Id="R354617130039424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54cc83943f64cea" /><Relationship Type="http://schemas.openxmlformats.org/officeDocument/2006/relationships/notesMaster" Target="/ppt/notesMasters/notesMaster1.xml" Id="R33a4223c3cfd473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e3a72e84c794f88" /><Relationship Type="http://schemas.openxmlformats.org/officeDocument/2006/relationships/notesMaster" Target="/ppt/notesMasters/notesMaster1.xml" Id="R4a14f5d27bd4419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d3d57ed0e5f44d6" /><Relationship Type="http://schemas.openxmlformats.org/officeDocument/2006/relationships/notesMaster" Target="/ppt/notesMasters/notesMaster1.xml" Id="R952bfdf55fa543d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09c6b00360e4121" /><Relationship Type="http://schemas.openxmlformats.org/officeDocument/2006/relationships/notesMaster" Target="/ppt/notesMasters/notesMaster1.xml" Id="R806096f67287475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8677aebe2ae40cb" /><Relationship Type="http://schemas.openxmlformats.org/officeDocument/2006/relationships/notesMaster" Target="/ppt/notesMasters/notesMaster1.xml" Id="R79be6e2465b1484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5dacd1389144645" /><Relationship Type="http://schemas.openxmlformats.org/officeDocument/2006/relationships/notesMaster" Target="/ppt/notesMasters/notesMaster1.xml" Id="Rd3e90c640aaf4d0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395c4a64e0846f6" /><Relationship Type="http://schemas.openxmlformats.org/officeDocument/2006/relationships/notesMaster" Target="/ppt/notesMasters/notesMaster1.xml" Id="Rda90bb57b3ba430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afcfa12fe2f4f7e" /><Relationship Type="http://schemas.openxmlformats.org/officeDocument/2006/relationships/notesMaster" Target="/ppt/notesMasters/notesMaster1.xml" Id="Rf1fb1000c4114bc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3c2a879e387410a" /><Relationship Type="http://schemas.openxmlformats.org/officeDocument/2006/relationships/notesMaster" Target="/ppt/notesMasters/notesMaster1.xml" Id="R949670cb99214f0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fac6a1bc3fc4978" /><Relationship Type="http://schemas.openxmlformats.org/officeDocument/2006/relationships/notesMaster" Target="/ppt/notesMasters/notesMaster1.xml" Id="R1b05836c715841b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af79343c0184b46" /><Relationship Type="http://schemas.openxmlformats.org/officeDocument/2006/relationships/notesMaster" Target="/ppt/notesMasters/notesMaster1.xml" Id="Rfd9ab6d76a60490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8d913fc26f84dde" /><Relationship Type="http://schemas.openxmlformats.org/officeDocument/2006/relationships/notesMaster" Target="/ppt/notesMasters/notesMaster1.xml" Id="R6b4677a409d747f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6669849809f42fe" /><Relationship Type="http://schemas.openxmlformats.org/officeDocument/2006/relationships/notesMaster" Target="/ppt/notesMasters/notesMaster1.xml" Id="R66fde7b1d69c496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ddd0f4cb86f4ced" /><Relationship Type="http://schemas.openxmlformats.org/officeDocument/2006/relationships/notesMaster" Target="/ppt/notesMasters/notesMaster1.xml" Id="R689be9e8d0a147e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d9e4b4c9aa943c3" /><Relationship Type="http://schemas.openxmlformats.org/officeDocument/2006/relationships/notesMaster" Target="/ppt/notesMasters/notesMaster1.xml" Id="R8061f6b98af2411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a079d8651394090" /><Relationship Type="http://schemas.openxmlformats.org/officeDocument/2006/relationships/notesMaster" Target="/ppt/notesMasters/notesMaster1.xml" Id="R13b6bcceac89476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aaab5a573654ba7" /><Relationship Type="http://schemas.openxmlformats.org/officeDocument/2006/relationships/notesMaster" Target="/ppt/notesMasters/notesMaster1.xml" Id="Rcd04300bed0741e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24bbd2e306f472b" /><Relationship Type="http://schemas.openxmlformats.org/officeDocument/2006/relationships/notesMaster" Target="/ppt/notesMasters/notesMaster1.xml" Id="R4063b1db147946c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f379a7164d947c1" /><Relationship Type="http://schemas.openxmlformats.org/officeDocument/2006/relationships/notesMaster" Target="/ppt/notesMasters/notesMaster1.xml" Id="Re3e68c6ecfae499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be46fcb5a7844c8" /><Relationship Type="http://schemas.openxmlformats.org/officeDocument/2006/relationships/notesMaster" Target="/ppt/notesMasters/notesMaster1.xml" Id="R558dc21f6c6343e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65e9a872a664b8b" /><Relationship Type="http://schemas.openxmlformats.org/officeDocument/2006/relationships/notesMaster" Target="/ppt/notesMasters/notesMaster1.xml" Id="R64f1bb57851440b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366eab27b844b8c" /><Relationship Type="http://schemas.openxmlformats.org/officeDocument/2006/relationships/notesMaster" Target="/ppt/notesMasters/notesMaster1.xml" Id="R8f84855c70de400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f8a089229064831" /><Relationship Type="http://schemas.openxmlformats.org/officeDocument/2006/relationships/notesMaster" Target="/ppt/notesMasters/notesMaster1.xml" Id="Ra812cfdd3a204f8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ceeb5916d084809" /><Relationship Type="http://schemas.openxmlformats.org/officeDocument/2006/relationships/notesMaster" Target="/ppt/notesMasters/notesMaster1.xml" Id="R86b199c4dbd44dd5"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132563e0457546e4" /><Relationship Type="http://schemas.openxmlformats.org/officeDocument/2006/relationships/notesMaster" Target="/ppt/notesMasters/notesMaster1.xml" Id="Rc6a66d6abd2141f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ccf5b9a7ed0446f5" /><Relationship Type="http://schemas.openxmlformats.org/officeDocument/2006/relationships/notesMaster" Target="/ppt/notesMasters/notesMaster1.xml" Id="R3ce73e9cd52649f3"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abb332576f204a00" /><Relationship Type="http://schemas.openxmlformats.org/officeDocument/2006/relationships/notesMaster" Target="/ppt/notesMasters/notesMaster1.xml" Id="R0daaac0c245f453a"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d8ed2536de2f4f22" /><Relationship Type="http://schemas.openxmlformats.org/officeDocument/2006/relationships/notesMaster" Target="/ppt/notesMasters/notesMaster1.xml" Id="R8fee62977a024584"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de7defebeca4dc1" /><Relationship Type="http://schemas.openxmlformats.org/officeDocument/2006/relationships/notesMaster" Target="/ppt/notesMasters/notesMaster1.xml" Id="Raa92c9580b87440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监管依据：《安全生产法》要求未经培训合格不得上岗作业并如实记录培训情况；《生产经营单位安全培训规定》对初训与年度再培训学时设有下限并要求建立安全培训档案。依据检索范围为国家标准全文公开系统（GB / GBZ / GB/T 系列）、电力行业标准 DL/T 系列与应急管理部规章及安全生产法律法规数据库；引用以现行有效版本为准，条款号与数值需逐条核对。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数据来源：GBZ 2.1《工作场所有害因素职业接触限值》（硫化氢 10 ppm、一氧化碳 30 ppm）、GB 30871《危险化学品企业特殊作业安全规范》（可燃气 10 %LEL）、DL/T 639《六氟化硫电气设备运行、试验及检修人员安全防护细则》（SF6 1000 ppm）、GB/T 11022 与 DL/T 596《电力设备预防性试验规程》（SF6 微水 150 μL/L）。现行做法（纸质签到、Excel 台账、迎检临时补材料）来自本项目对企业与班组的调研访谈，详见 docs/技术报告-现状核对与完善建议.md。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四条压力线的数字均为需求方提供的经营与岗位口径（本项目需求调研），可与需求方逐条核对复算，不是行业抽样统计。公开行业报告数据尚未取得，本页待补年份与出处，建议来源：中电联《中国电力行业年度发展报告》、国家能源局全国电力工业统计数据、应急管理部有限空间作业事故通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成本口径：内部转岗培训 ≈ 2 万元 / 人、外部招聘 ≈ 8 万元 / 人、外委 ≈ 1.5 万元 / 月（≈18 万元 / 年），取自本项目需求测算参数，属客户侧人工成本口径的示范值，不是实测值。需求测算示例（新增 2 座 110kV 变电站 → 运维工作量 +30%、继保 L3 需求 12 人现有 8 人、高压试验需求 6 人现有 3 人）同样为本项目测算参数。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本页三个照片位与访谈登记要素均为占位，需团队在现场补拍补登；「已获取的调研结论」四条来自本项目对企业与班组的调研访谈（详见 docs/技术报告-现状核对与完善建议.md）。在照片与纪要补齐前，本页不宣称已完成影像取证。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场景一为已落地并已验收的场景（案例编号 RPT-20260919-0003）；场景二、三为同一套规则引擎与角色体系的迁移方向，尚未开展试点，已如实标注。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 条规则 / 5 个场景 / 3 个匹配分组 / 11 项规则测试场景均为系统实测统计，取自 db/init/008_rule_engine.sql、009_report_gas_rules.sql 与 docs/api-catalog.md。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案例数据来自系统内真实留存记录：检测点位 110kV 城北变电所电缆沟 A 段 #1 检查井；氧气实测 18.2 %VOL、阈值 19.5 %VOL；命中规则 REPORT_GAS_OVER_MARGIN_MID（优先级 140）与 RULE-KW-HEALTH（优先级 95）；严重度取最严重档「高」；置信度 0.8（来源 rule）；班组长 limin 确认结果 ACCEPTED。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组卷公式 effort = 缺口权重 × max(0.2, 1.6 − 历史正确率) 为本项目算法定义；缺口权重（继电保护 3.0 / 高压试验 2.0 / 故障录波 2.0 / 倒闸操作 1.0 / 安全规程 1.0）为演示数据参数。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工程规模取自代码与建库脚本实测统计：在线接口 75 个（docs/api-catalog.md）、数据库表 53 张 / 7 组、启用规则 18 条 / 5 场景、建库脚本 001~011 共 11 个、角色 4 类。</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截图为系统真实页面；截图中出现的「常州启明汽车部件有限公司」「江苏华锐机械制造有限公司」为演示用虚构企业名称，非真实客户。</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五层测试（建库 / 构建 / 引擎 / 鉴权 / 业务）的通过结论来自本项目自验记录：建库脚本对空库按序执行一次到位、docker logs 无 ERROR；后端 mvn -DskipTests package 通过、Swagger 可打开；11 项规则场景测试全部通过；非管理员调用 /api/v1/rules/** 返回 403 / code=40301；analyze → confirm 三张表可用同一 run_id 串起。</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纵向对比口径：标注「实测」的条目来自系统自验与引擎回归（如同一份报告连续执行 200 次，rule_refs 完全一致）；标注「算法口径 / 演示数据」的条目为算法定义与演示数据下的输出，尚未取得企业实测值。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横向对比只比较机制与能力边界（可复算、可离线、可解释、可审计、人工确认），不比较尚未取得的模型效果指标。</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「已具备的研发与落地基础」逐条可现场核验；右侧「团队与外部成果清单」为待填模板——团队获奖、软著、论文、企业合作与教师结题项目需要按指导老师的教科创结题材料如实填写，本页不代为编造。</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目标客户与起量方式来自本项目市场推演，属方案规划；「为什么买 / 部署方式 / 付费逻辑 / 起量方式」四栏均按可落地的口径填写，不含未经测算的收益承诺。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市场测算为按成本口径的示范测算：成本参数为需求测算参数（转岗 2 万元 / 人、招聘 8 万元 / 人、外委 1.5 万元 / 月），回收期 T = 系统年费 ÷ 年可量化节省 S，其中 S 需代入客户真实人数与工时成本后计算；标注「参数待客户代入」的项不直接给出金额。事故与漏检风险属机会成本，不计入回收期，单独提示。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三阶段演进的边界：阶段一（规则底座）为已完成主体，阶段二（模型增强与数据回流）与阶段三（行业训练 Agent）为规划，过程中的数据均为规划目标而非实测结果。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9ee541891d143d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9f38fe908494676" /><Relationship Type="http://schemas.openxmlformats.org/officeDocument/2006/relationships/slideLayout" Target="/ppt/slideLayouts/slideLayout1.xml" Id="Ra68dbfb9820f4ff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68dbfb9820f4ff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137c69c76064f00" /><Relationship Type="http://schemas.openxmlformats.org/officeDocument/2006/relationships/image" Target="/ppt/media/image.jpeg" Id="R3f46dba05b3340b8" /><Relationship Type="http://schemas.openxmlformats.org/officeDocument/2006/relationships/notesSlide" Target="/ppt/notesSlides/notesSlide1.xml" Id="R3b6b24e97cdf413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5a73afc62df47fd" /><Relationship Type="http://schemas.openxmlformats.org/officeDocument/2006/relationships/image" Target="/ppt/media/image2.jpeg" Id="R631583de02cb429f" /><Relationship Type="http://schemas.openxmlformats.org/officeDocument/2006/relationships/notesSlide" Target="/ppt/notesSlides/notesSlide2.xml" Id="Re626e30955fb411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559cdd2b9244437" /><Relationship Type="http://schemas.openxmlformats.org/officeDocument/2006/relationships/image" Target="/ppt/media/image3.jpeg" Id="R765d69679bd6444c" /><Relationship Type="http://schemas.openxmlformats.org/officeDocument/2006/relationships/notesSlide" Target="/ppt/notesSlides/notesSlide3.xml" Id="Rd8a333689fe948a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a053c6671f9477a" /><Relationship Type="http://schemas.openxmlformats.org/officeDocument/2006/relationships/image" Target="/ppt/media/image4.jpeg" Id="Rf086e986ace54d29" /><Relationship Type="http://schemas.openxmlformats.org/officeDocument/2006/relationships/notesSlide" Target="/ppt/notesSlides/notesSlide4.xml" Id="R2378062df2c04f9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65da031cbb34a6c" /><Relationship Type="http://schemas.openxmlformats.org/officeDocument/2006/relationships/image" Target="/ppt/media/image5.jpeg" Id="R96cf9bac2d424c96" /><Relationship Type="http://schemas.openxmlformats.org/officeDocument/2006/relationships/notesSlide" Target="/ppt/notesSlides/notesSlide5.xml" Id="R76e834f6c58b423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8770a734d73497f" /><Relationship Type="http://schemas.openxmlformats.org/officeDocument/2006/relationships/image" Target="/ppt/media/image6.jpeg" Id="Rcd980313192c4225" /><Relationship Type="http://schemas.openxmlformats.org/officeDocument/2006/relationships/notesSlide" Target="/ppt/notesSlides/notesSlide6.xml" Id="R045d6861e28c409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431284bda6d4eeb" /><Relationship Type="http://schemas.openxmlformats.org/officeDocument/2006/relationships/image" Target="/ppt/media/image7.jpeg" Id="R5ec3eed64281405d" /><Relationship Type="http://schemas.openxmlformats.org/officeDocument/2006/relationships/notesSlide" Target="/ppt/notesSlides/notesSlide7.xml" Id="R839739c72a6344c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fbff98741104942" /><Relationship Type="http://schemas.openxmlformats.org/officeDocument/2006/relationships/image" Target="/ppt/media/image8.jpeg" Id="Re4e387eb2c3e49ef" /><Relationship Type="http://schemas.openxmlformats.org/officeDocument/2006/relationships/notesSlide" Target="/ppt/notesSlides/notesSlide8.xml" Id="R442a21d5f27f46a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3c7426e39314fdb" /><Relationship Type="http://schemas.openxmlformats.org/officeDocument/2006/relationships/image" Target="/ppt/media/image9.jpeg" Id="R3a0fb8e82e314b89" /><Relationship Type="http://schemas.openxmlformats.org/officeDocument/2006/relationships/notesSlide" Target="/ppt/notesSlides/notesSlide9.xml" Id="R9a49a1c26a404c4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110c5ab7cb84419" /><Relationship Type="http://schemas.openxmlformats.org/officeDocument/2006/relationships/image" Target="/ppt/media/image10.jpeg" Id="R3e3b2b80a79b45c3" /><Relationship Type="http://schemas.openxmlformats.org/officeDocument/2006/relationships/notesSlide" Target="/ppt/notesSlides/notesSlide10.xml" Id="R56e88300cc79414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e20d20c3f964a87" /><Relationship Type="http://schemas.openxmlformats.org/officeDocument/2006/relationships/image" Target="/ppt/media/image11.jpeg" Id="R61d0865683084dfa" /><Relationship Type="http://schemas.openxmlformats.org/officeDocument/2006/relationships/notesSlide" Target="/ppt/notesSlides/notesSlide11.xml" Id="Ra5f641437388422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15b1696f5d8446d" /><Relationship Type="http://schemas.openxmlformats.org/officeDocument/2006/relationships/image" Target="/ppt/media/image12.jpeg" Id="Rbd2b56e0da8845ad" /><Relationship Type="http://schemas.openxmlformats.org/officeDocument/2006/relationships/notesSlide" Target="/ppt/notesSlides/notesSlide12.xml" Id="R82a8b01189e640e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3b38201290a4424" /><Relationship Type="http://schemas.openxmlformats.org/officeDocument/2006/relationships/image" Target="/ppt/media/image13.jpeg" Id="R9cab6da4195b4ec4" /><Relationship Type="http://schemas.openxmlformats.org/officeDocument/2006/relationships/notesSlide" Target="/ppt/notesSlides/notesSlide13.xml" Id="Rf981f91ef97d41a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9527e76d6bc4906" /><Relationship Type="http://schemas.openxmlformats.org/officeDocument/2006/relationships/image" Target="/ppt/media/image14.jpeg" Id="R81ff92f9ff374f02" /><Relationship Type="http://schemas.openxmlformats.org/officeDocument/2006/relationships/notesSlide" Target="/ppt/notesSlides/notesSlide14.xml" Id="R8851295c8e4a431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6afc2000b814516" /><Relationship Type="http://schemas.openxmlformats.org/officeDocument/2006/relationships/image" Target="/ppt/media/image15.jpeg" Id="Rc773dc4a2ead48ce" /><Relationship Type="http://schemas.openxmlformats.org/officeDocument/2006/relationships/notesSlide" Target="/ppt/notesSlides/notesSlide15.xml" Id="R99689d6173f34ff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10537363f754074" /><Relationship Type="http://schemas.openxmlformats.org/officeDocument/2006/relationships/image" Target="/ppt/media/image16.jpeg" Id="R58efdc6b91f14aa3" /><Relationship Type="http://schemas.openxmlformats.org/officeDocument/2006/relationships/notesSlide" Target="/ppt/notesSlides/notesSlide16.xml" Id="Rb438eec63d4348b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1689a8d63dd4974" /><Relationship Type="http://schemas.openxmlformats.org/officeDocument/2006/relationships/image" Target="/ppt/media/image17.jpeg" Id="Rbefa1534d7884e77" /><Relationship Type="http://schemas.openxmlformats.org/officeDocument/2006/relationships/notesSlide" Target="/ppt/notesSlides/notesSlide17.xml" Id="R96f16219272a4e7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22412df7e814960" /><Relationship Type="http://schemas.openxmlformats.org/officeDocument/2006/relationships/image" Target="/ppt/media/image18.jpeg" Id="R91e47b9c4fee4620" /><Relationship Type="http://schemas.openxmlformats.org/officeDocument/2006/relationships/notesSlide" Target="/ppt/notesSlides/notesSlide18.xml" Id="R6f9456591420465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5164f65196c4196" /><Relationship Type="http://schemas.openxmlformats.org/officeDocument/2006/relationships/image" Target="/ppt/media/image19.jpeg" Id="R05f1f5f553e04686" /><Relationship Type="http://schemas.openxmlformats.org/officeDocument/2006/relationships/notesSlide" Target="/ppt/notesSlides/notesSlide19.xml" Id="R92854872d9f140e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a51b0d72c914939" /><Relationship Type="http://schemas.openxmlformats.org/officeDocument/2006/relationships/image" Target="/ppt/media/image20.jpeg" Id="R193fc74f95b04d19" /><Relationship Type="http://schemas.openxmlformats.org/officeDocument/2006/relationships/notesSlide" Target="/ppt/notesSlides/notesSlide20.xml" Id="Rb85a78182c2e45a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b0ee4ed50a541e1" /><Relationship Type="http://schemas.openxmlformats.org/officeDocument/2006/relationships/image" Target="/ppt/media/image21.jpeg" Id="Rc0209f785a7f4d89" /><Relationship Type="http://schemas.openxmlformats.org/officeDocument/2006/relationships/notesSlide" Target="/ppt/notesSlides/notesSlide21.xml" Id="R52941368170747a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842eabf539e46c8" /><Relationship Type="http://schemas.openxmlformats.org/officeDocument/2006/relationships/image" Target="/ppt/media/image22.jpeg" Id="R90226e29f6ff4c60" /><Relationship Type="http://schemas.openxmlformats.org/officeDocument/2006/relationships/notesSlide" Target="/ppt/notesSlides/notesSlide22.xml" Id="R7d91c4d4052d429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4930775edd245ef" /><Relationship Type="http://schemas.openxmlformats.org/officeDocument/2006/relationships/image" Target="/ppt/media/image23.jpeg" Id="R4db3987c84404874" /><Relationship Type="http://schemas.openxmlformats.org/officeDocument/2006/relationships/notesSlide" Target="/ppt/notesSlides/notesSlide23.xml" Id="Rb8d97eedaa29459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54bad7519e44405f" /><Relationship Type="http://schemas.openxmlformats.org/officeDocument/2006/relationships/image" Target="/ppt/media/image24.jpeg" Id="R1306836948ed4c15" /><Relationship Type="http://schemas.openxmlformats.org/officeDocument/2006/relationships/image" Target="/ppt/media/image.png" Id="R64195d351ec64c3e" /><Relationship Type="http://schemas.openxmlformats.org/officeDocument/2006/relationships/image" Target="/ppt/media/image2.png" Id="Ra8813e453c5b41e8" /><Relationship Type="http://schemas.openxmlformats.org/officeDocument/2006/relationships/notesSlide" Target="/ppt/notesSlides/notesSlide24.xml" Id="R8c48681cf378406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73ebe5250eb4f23" /><Relationship Type="http://schemas.openxmlformats.org/officeDocument/2006/relationships/image" Target="/ppt/media/image25.jpeg" Id="Rf3594a5f402147bc" /><Relationship Type="http://schemas.openxmlformats.org/officeDocument/2006/relationships/image" Target="/ppt/media/image3.png" Id="Rd2c619f4996d44a0" /><Relationship Type="http://schemas.openxmlformats.org/officeDocument/2006/relationships/image" Target="/ppt/media/image4.png" Id="Rc967cd4009f64493" /><Relationship Type="http://schemas.openxmlformats.org/officeDocument/2006/relationships/notesSlide" Target="/ppt/notesSlides/notesSlide25.xml" Id="Ra8b66385d8934b2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379db0e7edd54728" /><Relationship Type="http://schemas.openxmlformats.org/officeDocument/2006/relationships/image" Target="/ppt/media/image26.jpeg" Id="R08f2974e783344cd" /><Relationship Type="http://schemas.openxmlformats.org/officeDocument/2006/relationships/image" Target="/ppt/media/image5.png" Id="R0d4bede8dd524298" /><Relationship Type="http://schemas.openxmlformats.org/officeDocument/2006/relationships/notesSlide" Target="/ppt/notesSlides/notesSlide26.xml" Id="Rf826821e6c2246d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b1de7a591e0d4804" /><Relationship Type="http://schemas.openxmlformats.org/officeDocument/2006/relationships/image" Target="/ppt/media/image27.jpeg" Id="R510bf145b1aa4f01" /><Relationship Type="http://schemas.openxmlformats.org/officeDocument/2006/relationships/image" Target="/ppt/media/image6.png" Id="R3eb967113a394e1b" /><Relationship Type="http://schemas.openxmlformats.org/officeDocument/2006/relationships/image" Target="/ppt/media/image7.png" Id="Rbefc6cb27db844f3" /><Relationship Type="http://schemas.openxmlformats.org/officeDocument/2006/relationships/notesSlide" Target="/ppt/notesSlides/notesSlide27.xml" Id="Ra1bc256373ca483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746911cc72034c41" /><Relationship Type="http://schemas.openxmlformats.org/officeDocument/2006/relationships/image" Target="/ppt/media/image28.jpeg" Id="Re2b27150c1114199" /><Relationship Type="http://schemas.openxmlformats.org/officeDocument/2006/relationships/image" Target="/ppt/media/image8.png" Id="R5c9d4e2123664759" /><Relationship Type="http://schemas.openxmlformats.org/officeDocument/2006/relationships/notesSlide" Target="/ppt/notesSlides/notesSlide28.xml" Id="R4bb75f43807741c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ef9837435012442c" /><Relationship Type="http://schemas.openxmlformats.org/officeDocument/2006/relationships/image" Target="/ppt/media/image29.jpeg" Id="R796ab9ddf75d4738" /><Relationship Type="http://schemas.openxmlformats.org/officeDocument/2006/relationships/notesSlide" Target="/ppt/notesSlides/notesSlide29.xml" Id="R52c9f793761e4f9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3069c3979f634dbc" /><Relationship Type="http://schemas.openxmlformats.org/officeDocument/2006/relationships/image" Target="/ppt/media/image30.jpeg" Id="R1bf9700d01494b05" /><Relationship Type="http://schemas.openxmlformats.org/officeDocument/2006/relationships/notesSlide" Target="/ppt/notesSlides/notesSlide30.xml" Id="Ra92ab95f59c043b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8e05824550a14932" /><Relationship Type="http://schemas.openxmlformats.org/officeDocument/2006/relationships/image" Target="/ppt/media/image31.jpeg" Id="R8dab38a10a0f4fb2" /><Relationship Type="http://schemas.openxmlformats.org/officeDocument/2006/relationships/notesSlide" Target="/ppt/notesSlides/notesSlide31.xml" Id="R061abe6211d64c3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168bd58b8e81492c" /><Relationship Type="http://schemas.openxmlformats.org/officeDocument/2006/relationships/image" Target="/ppt/media/image32.jpeg" Id="R30958803d00a44ad" /><Relationship Type="http://schemas.openxmlformats.org/officeDocument/2006/relationships/notesSlide" Target="/ppt/notesSlides/notesSlide32.xml" Id="Rf6b4057c167541aa"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33e7c106c657426e" /><Relationship Type="http://schemas.openxmlformats.org/officeDocument/2006/relationships/image" Target="/ppt/media/image33.jpeg" Id="R9f2d5bc9cd5947bd" /><Relationship Type="http://schemas.openxmlformats.org/officeDocument/2006/relationships/notesSlide" Target="/ppt/notesSlides/notesSlide33.xml" Id="R83ab93227128443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1f818364d9ac420a" /><Relationship Type="http://schemas.openxmlformats.org/officeDocument/2006/relationships/image" Target="/ppt/media/image34.jpeg" Id="R2f0dd0a6ef8a4f76" /><Relationship Type="http://schemas.openxmlformats.org/officeDocument/2006/relationships/notesSlide" Target="/ppt/notesSlides/notesSlide34.xml" Id="R097995cf1ad14ce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1e0a82f8efa342eb" /><Relationship Type="http://schemas.openxmlformats.org/officeDocument/2006/relationships/image" Target="/ppt/media/image35.jpeg" Id="R9e6f25a97afe4576" /><Relationship Type="http://schemas.openxmlformats.org/officeDocument/2006/relationships/notesSlide" Target="/ppt/notesSlides/notesSlide35.xml" Id="Rc9d5833f80634c3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5387236d5288459b" /><Relationship Type="http://schemas.openxmlformats.org/officeDocument/2006/relationships/image" Target="/ppt/media/image36.jpeg" Id="R8509c32d51a0486d" /><Relationship Type="http://schemas.openxmlformats.org/officeDocument/2006/relationships/notesSlide" Target="/ppt/notesSlides/notesSlide36.xml" Id="Ra219d9fe81cf4830"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6f482d41c15341ba" /><Relationship Type="http://schemas.openxmlformats.org/officeDocument/2006/relationships/image" Target="/ppt/media/image37.jpeg" Id="R7afd852fdd854fd2" /><Relationship Type="http://schemas.openxmlformats.org/officeDocument/2006/relationships/notesSlide" Target="/ppt/notesSlides/notesSlide37.xml" Id="R7cc7958fce1b4e8c"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6a8c7a401edd4b45" /><Relationship Type="http://schemas.openxmlformats.org/officeDocument/2006/relationships/image" Target="/ppt/media/image38.jpeg" Id="R48870e15eac54913" /><Relationship Type="http://schemas.openxmlformats.org/officeDocument/2006/relationships/notesSlide" Target="/ppt/notesSlides/notesSlide38.xml" Id="R74ee5372c6224f80"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e153c373a6724573" /><Relationship Type="http://schemas.openxmlformats.org/officeDocument/2006/relationships/image" Target="/ppt/media/image39.jpeg" Id="Re605c5011d344d09" /><Relationship Type="http://schemas.openxmlformats.org/officeDocument/2006/relationships/notesSlide" Target="/ppt/notesSlides/notesSlide39.xml" Id="R581103f118a84677"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6e6b77d941a24b33" /><Relationship Type="http://schemas.openxmlformats.org/officeDocument/2006/relationships/image" Target="/ppt/media/image40.jpeg" Id="Ra084a66370fb481c" /><Relationship Type="http://schemas.openxmlformats.org/officeDocument/2006/relationships/notesSlide" Target="/ppt/notesSlides/notesSlide40.xml" Id="R67604a3971f14ae3" /></Relationships>
</file>

<file path=ppt/slides/slide1.xml><?xml version="1.0" encoding="utf-8"?>
<p:sld xmlns:p="http://schemas.openxmlformats.org/presentationml/2006/main">
  <p:cSld>
    <p:bg>
      <p:bgPr>
        <a:gradFill xmlns:a="http://schemas.openxmlformats.org/drawingml/2006/main">
          <a:gsLst>
            <a:gs pos="0">
              <a:srgbClr val="0D4489"/>
            </a:gs>
            <a:gs pos="60000">
              <a:srgbClr val="0A2A66"/>
            </a:gs>
            <a:gs pos="100000">
              <a:srgbClr val="061C3F"/>
            </a:gs>
          </a:gsLst>
          <a:lin ang="7200000"/>
        </a:gradFill>
      </p:bgPr>
    </p:bg>
    <p:spTree>
      <p:nvGrpSpPr>
        <p:cNvPr id="1" name=""/>
        <p:cNvGrpSpPr/>
        <p:nvPr/>
      </p:nvGrpSpPr>
      <p:grpSpPr>
        <a:xfrm xmlns:a="http://schemas.openxmlformats.org/drawingml/2006/main"/>
      </p:grpSpPr>
      <p:pic>
        <p:nvPicPr>
          <p:cNvPr id="112" name=""/>
          <p:cNvPicPr>
            <a:picLocks xmlns:a="http://schemas.openxmlformats.org/drawingml/2006/main" noChangeAspect="1"/>
          </p:cNvPicPr>
          <p:nvPr/>
        </p:nvPicPr>
        <p:blipFill>
          <a:blip xmlns:r="http://schemas.openxmlformats.org/officeDocument/2006/relationships" xmlns:a="http://schemas.openxmlformats.org/drawingml/2006/main" r:embed="R3f46dba05b3340b8"/>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51AC514-0B39-467A-B3BE-C566D7D20C6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7CA3B39B-2262-490C-95C4-9348083C94D0}"/>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5D71B363-0C5E-4781-BA2D-CF4E55760D74}"/>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80A1E3D1-A055-4531-8499-0841CD412E1B}"/>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ABF57526-8453-4DEF-87A2-AE94BDD990C3}"/>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2C401F76-68E7-4574-894E-ACF84A2046BB}"/>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2013D401-696B-42D3-918D-6BDC551B8E5E}"/>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6D0EC21B-6731-4D98-AD57-381717692CEB}"/>
              </a:ext>
            </a:extLst>
          </p:cNvPr>
          <p:cNvSpPr>
            <a:spLocks xmlns:a="http://schemas.openxmlformats.org/drawingml/2006/main" noGrp="1"/>
          </p:cNvSpPr>
          <p:nvPr/>
        </p:nvSpPr>
        <p:spPr>
          <a:xfrm xmlns:a="http://schemas.openxmlformats.org/drawingml/2006/main">
            <a:off x="8382000" y="0"/>
            <a:ext cx="3810000" cy="4191000"/>
          </a:xfrm>
          <a:prstGeom xmlns:a="http://schemas.openxmlformats.org/drawingml/2006/main" prst="ellipse">
            <a:avLst/>
          </a:prstGeom>
          <a:gradFill xmlns:a="http://schemas.openxmlformats.org/drawingml/2006/main">
            <a:gsLst>
              <a:gs pos="0">
                <a:srgbClr val="3E8AD8">
                  <a:alpha val="45000"/>
                </a:srgbClr>
              </a:gs>
              <a:gs pos="45000">
                <a:srgbClr val="3E8AD8">
                  <a:alpha val="18000"/>
                </a:srgbClr>
              </a:gs>
              <a:gs pos="100000">
                <a:srgbClr val="3E8AD8">
                  <a:alpha val="0"/>
                </a:srgbClr>
              </a:gs>
            </a:gsLst>
            <a:path path="shape"/>
          </a:gradFill>
          <a:ln xmlns:a="http://schemas.openxmlformats.org/drawingml/2006/main">
            <a:noFill/>
          </a:ln>
        </p:spPr>
      </p:sp>
      <p:sp>
        <p:nvSpPr>
          <p:cNvPr id="10" name="">
            <a:extLst xmlns:a="http://schemas.openxmlformats.org/drawingml/2006/main">
              <a:ext uri="{FF2B5EF4-FFF2-40B4-BE49-F238E27FC236}">
                <a16:creationId xmlns:a16="http://schemas.microsoft.com/office/drawing/2014/main" id="{76742C70-56AF-4382-8C92-9B1DB916F1A8}"/>
              </a:ext>
            </a:extLst>
          </p:cNvPr>
          <p:cNvSpPr>
            <a:spLocks xmlns:a="http://schemas.openxmlformats.org/drawingml/2006/main" noGrp="1"/>
          </p:cNvSpPr>
          <p:nvPr/>
        </p:nvSpPr>
        <p:spPr>
          <a:xfrm xmlns:a="http://schemas.openxmlformats.org/drawingml/2006/main">
            <a:off x="9620250" y="3810000"/>
            <a:ext cx="2571750" cy="3048000"/>
          </a:xfrm>
          <a:prstGeom xmlns:a="http://schemas.openxmlformats.org/drawingml/2006/main" prst="ellipse">
            <a:avLst/>
          </a:prstGeom>
          <a:gradFill xmlns:a="http://schemas.openxmlformats.org/drawingml/2006/main">
            <a:gsLst>
              <a:gs pos="0">
                <a:srgbClr val="FFD24A">
                  <a:alpha val="12000"/>
                </a:srgbClr>
              </a:gs>
              <a:gs pos="45000">
                <a:srgbClr val="FFD24A">
                  <a:alpha val="5000"/>
                </a:srgbClr>
              </a:gs>
              <a:gs pos="100000">
                <a:srgbClr val="FFD24A">
                  <a:alpha val="0"/>
                </a:srgbClr>
              </a:gs>
            </a:gsLst>
            <a:path path="shape"/>
          </a:gra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8D7BC830-1E2F-49D6-8B81-6D554242CC25}"/>
              </a:ext>
            </a:extLst>
          </p:cNvPr>
          <p:cNvSpPr>
            <a:spLocks xmlns:a="http://schemas.openxmlformats.org/drawingml/2006/main" noGrp="1"/>
          </p:cNvSpPr>
          <p:nvPr/>
        </p:nvSpPr>
        <p:spPr>
          <a:xfrm xmlns:a="http://schemas.openxmlformats.org/drawingml/2006/main">
            <a:off x="10363200" y="876300"/>
            <a:ext cx="22860" cy="22860"/>
          </a:xfrm>
          <a:prstGeom xmlns:a="http://schemas.openxmlformats.org/drawingml/2006/main" prst="ellipse">
            <a:avLst/>
          </a:prstGeom>
          <a:solidFill xmlns:a="http://schemas.openxmlformats.org/drawingml/2006/main">
            <a:srgbClr val="9FE6FF">
              <a:alpha val="3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10606674-1EB1-4E5B-A3AD-8E352307A802}"/>
              </a:ext>
            </a:extLst>
          </p:cNvPr>
          <p:cNvSpPr>
            <a:spLocks xmlns:a="http://schemas.openxmlformats.org/drawingml/2006/main" noGrp="1"/>
          </p:cNvSpPr>
          <p:nvPr/>
        </p:nvSpPr>
        <p:spPr>
          <a:xfrm xmlns:a="http://schemas.openxmlformats.org/drawingml/2006/main">
            <a:off x="10363200" y="1028700"/>
            <a:ext cx="22860" cy="22860"/>
          </a:xfrm>
          <a:prstGeom xmlns:a="http://schemas.openxmlformats.org/drawingml/2006/main" prst="ellipse">
            <a:avLst/>
          </a:prstGeom>
          <a:solidFill xmlns:a="http://schemas.openxmlformats.org/drawingml/2006/main">
            <a:srgbClr val="9FE6FF">
              <a:alpha val="30000"/>
            </a:srgbClr>
          </a:soli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6A802BED-CD75-440E-B2CB-6907553307DE}"/>
              </a:ext>
            </a:extLst>
          </p:cNvPr>
          <p:cNvSpPr>
            <a:spLocks xmlns:a="http://schemas.openxmlformats.org/drawingml/2006/main" noGrp="1"/>
          </p:cNvSpPr>
          <p:nvPr/>
        </p:nvSpPr>
        <p:spPr>
          <a:xfrm xmlns:a="http://schemas.openxmlformats.org/drawingml/2006/main">
            <a:off x="10363200" y="1181100"/>
            <a:ext cx="22860" cy="22860"/>
          </a:xfrm>
          <a:prstGeom xmlns:a="http://schemas.openxmlformats.org/drawingml/2006/main" prst="ellipse">
            <a:avLst/>
          </a:prstGeom>
          <a:solidFill xmlns:a="http://schemas.openxmlformats.org/drawingml/2006/main">
            <a:srgbClr val="9FE6FF">
              <a:alpha val="30000"/>
            </a:srgbClr>
          </a:solidFill>
          <a:ln xmlns:a="http://schemas.openxmlformats.org/drawingml/2006/main">
            <a:noFill/>
          </a:ln>
        </p:spPr>
      </p:sp>
      <p:sp>
        <p:nvSpPr>
          <p:cNvPr id="14" name="">
            <a:extLst xmlns:a="http://schemas.openxmlformats.org/drawingml/2006/main">
              <a:ext uri="{FF2B5EF4-FFF2-40B4-BE49-F238E27FC236}">
                <a16:creationId xmlns:a16="http://schemas.microsoft.com/office/drawing/2014/main" id="{A8EAD891-A612-472D-91EB-363590D7D098}"/>
              </a:ext>
            </a:extLst>
          </p:cNvPr>
          <p:cNvSpPr>
            <a:spLocks xmlns:a="http://schemas.openxmlformats.org/drawingml/2006/main" noGrp="1"/>
          </p:cNvSpPr>
          <p:nvPr/>
        </p:nvSpPr>
        <p:spPr>
          <a:xfrm xmlns:a="http://schemas.openxmlformats.org/drawingml/2006/main">
            <a:off x="10515600" y="876300"/>
            <a:ext cx="22860" cy="22860"/>
          </a:xfrm>
          <a:prstGeom xmlns:a="http://schemas.openxmlformats.org/drawingml/2006/main" prst="ellipse">
            <a:avLst/>
          </a:prstGeom>
          <a:solidFill xmlns:a="http://schemas.openxmlformats.org/drawingml/2006/main">
            <a:srgbClr val="9FE6FF">
              <a:alpha val="30000"/>
            </a:srgbClr>
          </a:solidFill>
          <a:ln xmlns:a="http://schemas.openxmlformats.org/drawingml/2006/main">
            <a:noFill/>
          </a:ln>
        </p:spPr>
      </p:sp>
      <p:sp>
        <p:nvSpPr>
          <p:cNvPr id="15" name="">
            <a:extLst xmlns:a="http://schemas.openxmlformats.org/drawingml/2006/main">
              <a:ext uri="{FF2B5EF4-FFF2-40B4-BE49-F238E27FC236}">
                <a16:creationId xmlns:a16="http://schemas.microsoft.com/office/drawing/2014/main" id="{2DA0FC10-50B5-4644-A09B-35FBF05C4576}"/>
              </a:ext>
            </a:extLst>
          </p:cNvPr>
          <p:cNvSpPr>
            <a:spLocks xmlns:a="http://schemas.openxmlformats.org/drawingml/2006/main" noGrp="1"/>
          </p:cNvSpPr>
          <p:nvPr/>
        </p:nvSpPr>
        <p:spPr>
          <a:xfrm xmlns:a="http://schemas.openxmlformats.org/drawingml/2006/main">
            <a:off x="10515600" y="1028700"/>
            <a:ext cx="22860" cy="22860"/>
          </a:xfrm>
          <a:prstGeom xmlns:a="http://schemas.openxmlformats.org/drawingml/2006/main" prst="ellipse">
            <a:avLst/>
          </a:prstGeom>
          <a:solidFill xmlns:a="http://schemas.openxmlformats.org/drawingml/2006/main">
            <a:srgbClr val="9FE6FF">
              <a:alpha val="30000"/>
            </a:srgbClr>
          </a:solidFill>
          <a:ln xmlns:a="http://schemas.openxmlformats.org/drawingml/2006/main">
            <a:noFill/>
          </a:ln>
        </p:spPr>
      </p:sp>
      <p:sp>
        <p:nvSpPr>
          <p:cNvPr id="16" name="">
            <a:extLst xmlns:a="http://schemas.openxmlformats.org/drawingml/2006/main">
              <a:ext uri="{FF2B5EF4-FFF2-40B4-BE49-F238E27FC236}">
                <a16:creationId xmlns:a16="http://schemas.microsoft.com/office/drawing/2014/main" id="{ED719BE4-F971-4D9D-A08D-3576530B92B0}"/>
              </a:ext>
            </a:extLst>
          </p:cNvPr>
          <p:cNvSpPr>
            <a:spLocks xmlns:a="http://schemas.openxmlformats.org/drawingml/2006/main" noGrp="1"/>
          </p:cNvSpPr>
          <p:nvPr/>
        </p:nvSpPr>
        <p:spPr>
          <a:xfrm xmlns:a="http://schemas.openxmlformats.org/drawingml/2006/main">
            <a:off x="10515600" y="1181100"/>
            <a:ext cx="22860" cy="22860"/>
          </a:xfrm>
          <a:prstGeom xmlns:a="http://schemas.openxmlformats.org/drawingml/2006/main" prst="ellipse">
            <a:avLst/>
          </a:prstGeom>
          <a:solidFill xmlns:a="http://schemas.openxmlformats.org/drawingml/2006/main">
            <a:srgbClr val="9FE6FF">
              <a:alpha val="30000"/>
            </a:srgbClr>
          </a:soli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26A0D574-7A10-4B26-94A9-09A5A2A804EA}"/>
              </a:ext>
            </a:extLst>
          </p:cNvPr>
          <p:cNvSpPr>
            <a:spLocks xmlns:a="http://schemas.openxmlformats.org/drawingml/2006/main" noGrp="1"/>
          </p:cNvSpPr>
          <p:nvPr/>
        </p:nvSpPr>
        <p:spPr>
          <a:xfrm xmlns:a="http://schemas.openxmlformats.org/drawingml/2006/main">
            <a:off x="10668000" y="876300"/>
            <a:ext cx="22860" cy="22860"/>
          </a:xfrm>
          <a:prstGeom xmlns:a="http://schemas.openxmlformats.org/drawingml/2006/main" prst="ellipse">
            <a:avLst/>
          </a:prstGeom>
          <a:solidFill xmlns:a="http://schemas.openxmlformats.org/drawingml/2006/main">
            <a:srgbClr val="9FE6FF">
              <a:alpha val="30000"/>
            </a:srgbClr>
          </a:solidFill>
          <a:ln xmlns:a="http://schemas.openxmlformats.org/drawingml/2006/main">
            <a:noFill/>
          </a:ln>
        </p:spPr>
      </p:sp>
      <p:sp>
        <p:nvSpPr>
          <p:cNvPr id="18" name="">
            <a:extLst xmlns:a="http://schemas.openxmlformats.org/drawingml/2006/main">
              <a:ext uri="{FF2B5EF4-FFF2-40B4-BE49-F238E27FC236}">
                <a16:creationId xmlns:a16="http://schemas.microsoft.com/office/drawing/2014/main" id="{8A90F372-30E8-45A1-910A-3C480B517696}"/>
              </a:ext>
            </a:extLst>
          </p:cNvPr>
          <p:cNvSpPr>
            <a:spLocks xmlns:a="http://schemas.openxmlformats.org/drawingml/2006/main" noGrp="1"/>
          </p:cNvSpPr>
          <p:nvPr/>
        </p:nvSpPr>
        <p:spPr>
          <a:xfrm xmlns:a="http://schemas.openxmlformats.org/drawingml/2006/main">
            <a:off x="10668000" y="1028700"/>
            <a:ext cx="22860" cy="22860"/>
          </a:xfrm>
          <a:prstGeom xmlns:a="http://schemas.openxmlformats.org/drawingml/2006/main" prst="ellipse">
            <a:avLst/>
          </a:prstGeom>
          <a:solidFill xmlns:a="http://schemas.openxmlformats.org/drawingml/2006/main">
            <a:srgbClr val="9FE6FF">
              <a:alpha val="30000"/>
            </a:srgbClr>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83E3E349-315E-4E8E-9BD0-CE4FEDA9AFF2}"/>
              </a:ext>
            </a:extLst>
          </p:cNvPr>
          <p:cNvSpPr>
            <a:spLocks xmlns:a="http://schemas.openxmlformats.org/drawingml/2006/main" noGrp="1"/>
          </p:cNvSpPr>
          <p:nvPr/>
        </p:nvSpPr>
        <p:spPr>
          <a:xfrm xmlns:a="http://schemas.openxmlformats.org/drawingml/2006/main">
            <a:off x="10668000" y="1181100"/>
            <a:ext cx="22860" cy="22860"/>
          </a:xfrm>
          <a:prstGeom xmlns:a="http://schemas.openxmlformats.org/drawingml/2006/main" prst="ellipse">
            <a:avLst/>
          </a:prstGeom>
          <a:solidFill xmlns:a="http://schemas.openxmlformats.org/drawingml/2006/main">
            <a:srgbClr val="9FE6FF">
              <a:alpha val="30000"/>
            </a:srgbClr>
          </a:solidFill>
          <a:ln xmlns:a="http://schemas.openxmlformats.org/drawingml/2006/main">
            <a:noFill/>
          </a:ln>
        </p:spPr>
      </p:sp>
      <p:sp>
        <p:nvSpPr>
          <p:cNvPr id="20" name="">
            <a:extLst xmlns:a="http://schemas.openxmlformats.org/drawingml/2006/main">
              <a:ext uri="{FF2B5EF4-FFF2-40B4-BE49-F238E27FC236}">
                <a16:creationId xmlns:a16="http://schemas.microsoft.com/office/drawing/2014/main" id="{C7B8F5EB-0192-4A57-A0AC-9A9031B706EE}"/>
              </a:ext>
            </a:extLst>
          </p:cNvPr>
          <p:cNvSpPr>
            <a:spLocks xmlns:a="http://schemas.openxmlformats.org/drawingml/2006/main" noGrp="1"/>
          </p:cNvSpPr>
          <p:nvPr/>
        </p:nvSpPr>
        <p:spPr>
          <a:xfrm xmlns:a="http://schemas.openxmlformats.org/drawingml/2006/main">
            <a:off x="10820400" y="876300"/>
            <a:ext cx="22860" cy="22860"/>
          </a:xfrm>
          <a:prstGeom xmlns:a="http://schemas.openxmlformats.org/drawingml/2006/main" prst="ellipse">
            <a:avLst/>
          </a:prstGeom>
          <a:solidFill xmlns:a="http://schemas.openxmlformats.org/drawingml/2006/main">
            <a:srgbClr val="9FE6FF">
              <a:alpha val="30000"/>
            </a:srgbClr>
          </a:solidFill>
          <a:ln xmlns:a="http://schemas.openxmlformats.org/drawingml/2006/main">
            <a:noFill/>
          </a:ln>
        </p:spPr>
      </p:sp>
      <p:sp>
        <p:nvSpPr>
          <p:cNvPr id="21" name="">
            <a:extLst xmlns:a="http://schemas.openxmlformats.org/drawingml/2006/main">
              <a:ext uri="{FF2B5EF4-FFF2-40B4-BE49-F238E27FC236}">
                <a16:creationId xmlns:a16="http://schemas.microsoft.com/office/drawing/2014/main" id="{0A4A76B6-B1C5-48AC-8705-403D11D48C46}"/>
              </a:ext>
            </a:extLst>
          </p:cNvPr>
          <p:cNvSpPr>
            <a:spLocks xmlns:a="http://schemas.openxmlformats.org/drawingml/2006/main" noGrp="1"/>
          </p:cNvSpPr>
          <p:nvPr/>
        </p:nvSpPr>
        <p:spPr>
          <a:xfrm xmlns:a="http://schemas.openxmlformats.org/drawingml/2006/main">
            <a:off x="10820400" y="1028700"/>
            <a:ext cx="22860" cy="22860"/>
          </a:xfrm>
          <a:prstGeom xmlns:a="http://schemas.openxmlformats.org/drawingml/2006/main" prst="ellipse">
            <a:avLst/>
          </a:prstGeom>
          <a:solidFill xmlns:a="http://schemas.openxmlformats.org/drawingml/2006/main">
            <a:srgbClr val="9FE6FF">
              <a:alpha val="30000"/>
            </a:srgbClr>
          </a:soli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C87D727C-6A92-4179-AF27-EFD0270476A4}"/>
              </a:ext>
            </a:extLst>
          </p:cNvPr>
          <p:cNvSpPr>
            <a:spLocks xmlns:a="http://schemas.openxmlformats.org/drawingml/2006/main" noGrp="1"/>
          </p:cNvSpPr>
          <p:nvPr/>
        </p:nvSpPr>
        <p:spPr>
          <a:xfrm xmlns:a="http://schemas.openxmlformats.org/drawingml/2006/main">
            <a:off x="10820400" y="1181100"/>
            <a:ext cx="22860" cy="22860"/>
          </a:xfrm>
          <a:prstGeom xmlns:a="http://schemas.openxmlformats.org/drawingml/2006/main" prst="ellipse">
            <a:avLst/>
          </a:prstGeom>
          <a:solidFill xmlns:a="http://schemas.openxmlformats.org/drawingml/2006/main">
            <a:srgbClr val="9FE6FF">
              <a:alpha val="30000"/>
            </a:srgbClr>
          </a:solidFill>
          <a:ln xmlns:a="http://schemas.openxmlformats.org/drawingml/2006/main">
            <a:noFill/>
          </a:ln>
        </p:spPr>
      </p:sp>
      <p:sp>
        <p:nvSpPr>
          <p:cNvPr id="23" name="">
            <a:extLst xmlns:a="http://schemas.openxmlformats.org/drawingml/2006/main">
              <a:ext uri="{FF2B5EF4-FFF2-40B4-BE49-F238E27FC236}">
                <a16:creationId xmlns:a16="http://schemas.microsoft.com/office/drawing/2014/main" id="{8FB3C28E-A2B0-467E-BEC1-64F121B54644}"/>
              </a:ext>
            </a:extLst>
          </p:cNvPr>
          <p:cNvSpPr>
            <a:spLocks xmlns:a="http://schemas.openxmlformats.org/drawingml/2006/main" noGrp="1"/>
          </p:cNvSpPr>
          <p:nvPr/>
        </p:nvSpPr>
        <p:spPr>
          <a:xfrm xmlns:a="http://schemas.openxmlformats.org/drawingml/2006/main">
            <a:off x="10972800" y="876300"/>
            <a:ext cx="22860" cy="22860"/>
          </a:xfrm>
          <a:prstGeom xmlns:a="http://schemas.openxmlformats.org/drawingml/2006/main" prst="ellipse">
            <a:avLst/>
          </a:prstGeom>
          <a:solidFill xmlns:a="http://schemas.openxmlformats.org/drawingml/2006/main">
            <a:srgbClr val="9FE6FF">
              <a:alpha val="30000"/>
            </a:srgbClr>
          </a:solidFill>
          <a:ln xmlns:a="http://schemas.openxmlformats.org/drawingml/2006/main">
            <a:noFill/>
          </a:ln>
        </p:spPr>
      </p:sp>
      <p:sp>
        <p:nvSpPr>
          <p:cNvPr id="24" name="">
            <a:extLst xmlns:a="http://schemas.openxmlformats.org/drawingml/2006/main">
              <a:ext uri="{FF2B5EF4-FFF2-40B4-BE49-F238E27FC236}">
                <a16:creationId xmlns:a16="http://schemas.microsoft.com/office/drawing/2014/main" id="{A87D404E-760A-47A5-84A5-57EC5D4BBA0C}"/>
              </a:ext>
            </a:extLst>
          </p:cNvPr>
          <p:cNvSpPr>
            <a:spLocks xmlns:a="http://schemas.openxmlformats.org/drawingml/2006/main" noGrp="1"/>
          </p:cNvSpPr>
          <p:nvPr/>
        </p:nvSpPr>
        <p:spPr>
          <a:xfrm xmlns:a="http://schemas.openxmlformats.org/drawingml/2006/main">
            <a:off x="10972800" y="1028700"/>
            <a:ext cx="22860" cy="22860"/>
          </a:xfrm>
          <a:prstGeom xmlns:a="http://schemas.openxmlformats.org/drawingml/2006/main" prst="ellipse">
            <a:avLst/>
          </a:prstGeom>
          <a:solidFill xmlns:a="http://schemas.openxmlformats.org/drawingml/2006/main">
            <a:srgbClr val="9FE6FF">
              <a:alpha val="30000"/>
            </a:srgbClr>
          </a:solidFill>
          <a:ln xmlns:a="http://schemas.openxmlformats.org/drawingml/2006/main">
            <a:noFill/>
          </a:ln>
        </p:spPr>
      </p:sp>
      <p:sp>
        <p:nvSpPr>
          <p:cNvPr id="25" name="">
            <a:extLst xmlns:a="http://schemas.openxmlformats.org/drawingml/2006/main">
              <a:ext uri="{FF2B5EF4-FFF2-40B4-BE49-F238E27FC236}">
                <a16:creationId xmlns:a16="http://schemas.microsoft.com/office/drawing/2014/main" id="{7C15B08A-4924-4875-BF20-273DA8A30DC7}"/>
              </a:ext>
            </a:extLst>
          </p:cNvPr>
          <p:cNvSpPr>
            <a:spLocks xmlns:a="http://schemas.openxmlformats.org/drawingml/2006/main" noGrp="1"/>
          </p:cNvSpPr>
          <p:nvPr/>
        </p:nvSpPr>
        <p:spPr>
          <a:xfrm xmlns:a="http://schemas.openxmlformats.org/drawingml/2006/main">
            <a:off x="10972800" y="1181100"/>
            <a:ext cx="22860" cy="22860"/>
          </a:xfrm>
          <a:prstGeom xmlns:a="http://schemas.openxmlformats.org/drawingml/2006/main" prst="ellipse">
            <a:avLst/>
          </a:prstGeom>
          <a:solidFill xmlns:a="http://schemas.openxmlformats.org/drawingml/2006/main">
            <a:srgbClr val="9FE6FF">
              <a:alpha val="30000"/>
            </a:srgbClr>
          </a:solidFill>
          <a:ln xmlns:a="http://schemas.openxmlformats.org/drawingml/2006/main">
            <a:noFill/>
          </a:ln>
        </p:spPr>
      </p:sp>
      <p:sp>
        <p:nvSpPr>
          <p:cNvPr id="26" name="">
            <a:extLst xmlns:a="http://schemas.openxmlformats.org/drawingml/2006/main">
              <a:ext uri="{FF2B5EF4-FFF2-40B4-BE49-F238E27FC236}">
                <a16:creationId xmlns:a16="http://schemas.microsoft.com/office/drawing/2014/main" id="{23957CA8-5426-41F8-9912-C35A11776B5F}"/>
              </a:ext>
            </a:extLst>
          </p:cNvPr>
          <p:cNvSpPr>
            <a:spLocks xmlns:a="http://schemas.openxmlformats.org/drawingml/2006/main" noGrp="1"/>
          </p:cNvSpPr>
          <p:nvPr/>
        </p:nvSpPr>
        <p:spPr>
          <a:xfrm xmlns:a="http://schemas.openxmlformats.org/drawingml/2006/main">
            <a:off x="10363200" y="2171700"/>
            <a:ext cx="1676400" cy="152400"/>
          </a:xfrm>
          <a:prstGeom xmlns:a="http://schemas.openxmlformats.org/drawingml/2006/main" prst="rect">
            <a:avLst/>
          </a:prstGeom>
          <a:pattFill xmlns:a="http://schemas.openxmlformats.org/drawingml/2006/main" prst="wdUpDiag">
            <a:fgClr>
              <a:srgbClr val="7FC4FF">
                <a:alpha val="45000"/>
              </a:srgbClr>
            </a:fgClr>
            <a:bgClr>
              <a:srgbClr val="0A2F6B"/>
            </a:bgClr>
          </a:pattFill>
          <a:ln xmlns:a="http://schemas.openxmlformats.org/drawingml/2006/main">
            <a:noFill/>
          </a:ln>
        </p:spPr>
      </p:sp>
      <p:sp>
        <p:nvSpPr>
          <p:cNvPr id="27" name="">
            <a:extLst xmlns:a="http://schemas.openxmlformats.org/drawingml/2006/main">
              <a:ext uri="{FF2B5EF4-FFF2-40B4-BE49-F238E27FC236}">
                <a16:creationId xmlns:a16="http://schemas.microsoft.com/office/drawing/2014/main" id="{B0404E97-DE4A-45F1-80A8-D82E41207C9D}"/>
              </a:ext>
            </a:extLst>
          </p:cNvPr>
          <p:cNvSpPr>
            <a:spLocks xmlns:a="http://schemas.openxmlformats.org/drawingml/2006/main" noGrp="1"/>
          </p:cNvSpPr>
          <p:nvPr/>
        </p:nvSpPr>
        <p:spPr>
          <a:xfrm xmlns:a="http://schemas.openxmlformats.org/drawingml/2006/main">
            <a:off x="10363200" y="186690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28" name="">
            <a:extLst xmlns:a="http://schemas.openxmlformats.org/drawingml/2006/main">
              <a:ext uri="{FF2B5EF4-FFF2-40B4-BE49-F238E27FC236}">
                <a16:creationId xmlns:a16="http://schemas.microsoft.com/office/drawing/2014/main" id="{D30235A3-566A-4520-9D96-386EBF7D9E69}"/>
              </a:ext>
            </a:extLst>
          </p:cNvPr>
          <p:cNvSpPr>
            <a:spLocks xmlns:a="http://schemas.openxmlformats.org/drawingml/2006/main" noGrp="1"/>
          </p:cNvSpPr>
          <p:nvPr/>
        </p:nvSpPr>
        <p:spPr>
          <a:xfrm xmlns:a="http://schemas.openxmlformats.org/drawingml/2006/main">
            <a:off x="10363200" y="1971675"/>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29" name="">
            <a:extLst xmlns:a="http://schemas.openxmlformats.org/drawingml/2006/main">
              <a:ext uri="{FF2B5EF4-FFF2-40B4-BE49-F238E27FC236}">
                <a16:creationId xmlns:a16="http://schemas.microsoft.com/office/drawing/2014/main" id="{CA46C389-F27D-4DF8-8386-3D2C019B4677}"/>
              </a:ext>
            </a:extLst>
          </p:cNvPr>
          <p:cNvSpPr>
            <a:spLocks xmlns:a="http://schemas.openxmlformats.org/drawingml/2006/main" noGrp="1"/>
          </p:cNvSpPr>
          <p:nvPr/>
        </p:nvSpPr>
        <p:spPr>
          <a:xfrm xmlns:a="http://schemas.openxmlformats.org/drawingml/2006/main">
            <a:off x="10467975" y="186690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30" name="">
            <a:extLst xmlns:a="http://schemas.openxmlformats.org/drawingml/2006/main">
              <a:ext uri="{FF2B5EF4-FFF2-40B4-BE49-F238E27FC236}">
                <a16:creationId xmlns:a16="http://schemas.microsoft.com/office/drawing/2014/main" id="{E3534D15-3313-46C9-8967-5B6FF185269F}"/>
              </a:ext>
            </a:extLst>
          </p:cNvPr>
          <p:cNvSpPr>
            <a:spLocks xmlns:a="http://schemas.openxmlformats.org/drawingml/2006/main" noGrp="1"/>
          </p:cNvSpPr>
          <p:nvPr/>
        </p:nvSpPr>
        <p:spPr>
          <a:xfrm xmlns:a="http://schemas.openxmlformats.org/drawingml/2006/main">
            <a:off x="10467975" y="1971675"/>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31" name="">
            <a:extLst xmlns:a="http://schemas.openxmlformats.org/drawingml/2006/main">
              <a:ext uri="{FF2B5EF4-FFF2-40B4-BE49-F238E27FC236}">
                <a16:creationId xmlns:a16="http://schemas.microsoft.com/office/drawing/2014/main" id="{82580DF4-E483-4466-A3BB-D7E7EF17DFDF}"/>
              </a:ext>
            </a:extLst>
          </p:cNvPr>
          <p:cNvSpPr>
            <a:spLocks xmlns:a="http://schemas.openxmlformats.org/drawingml/2006/main" noGrp="1"/>
          </p:cNvSpPr>
          <p:nvPr/>
        </p:nvSpPr>
        <p:spPr>
          <a:xfrm xmlns:a="http://schemas.openxmlformats.org/drawingml/2006/main">
            <a:off x="10572750" y="186690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32" name="">
            <a:extLst xmlns:a="http://schemas.openxmlformats.org/drawingml/2006/main">
              <a:ext uri="{FF2B5EF4-FFF2-40B4-BE49-F238E27FC236}">
                <a16:creationId xmlns:a16="http://schemas.microsoft.com/office/drawing/2014/main" id="{62AB4474-EBAC-4C48-9652-A0B58C0E5894}"/>
              </a:ext>
            </a:extLst>
          </p:cNvPr>
          <p:cNvSpPr>
            <a:spLocks xmlns:a="http://schemas.openxmlformats.org/drawingml/2006/main" noGrp="1"/>
          </p:cNvSpPr>
          <p:nvPr/>
        </p:nvSpPr>
        <p:spPr>
          <a:xfrm xmlns:a="http://schemas.openxmlformats.org/drawingml/2006/main">
            <a:off x="10572750" y="1971675"/>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33" name="">
            <a:extLst xmlns:a="http://schemas.openxmlformats.org/drawingml/2006/main">
              <a:ext uri="{FF2B5EF4-FFF2-40B4-BE49-F238E27FC236}">
                <a16:creationId xmlns:a16="http://schemas.microsoft.com/office/drawing/2014/main" id="{8098A9B0-0DDB-422E-98BE-FFC2DB063717}"/>
              </a:ext>
            </a:extLst>
          </p:cNvPr>
          <p:cNvSpPr>
            <a:spLocks xmlns:a="http://schemas.openxmlformats.org/drawingml/2006/main" noGrp="1"/>
          </p:cNvSpPr>
          <p:nvPr/>
        </p:nvSpPr>
        <p:spPr>
          <a:xfrm xmlns:a="http://schemas.openxmlformats.org/drawingml/2006/main">
            <a:off x="10677525" y="186690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34" name="">
            <a:extLst xmlns:a="http://schemas.openxmlformats.org/drawingml/2006/main">
              <a:ext uri="{FF2B5EF4-FFF2-40B4-BE49-F238E27FC236}">
                <a16:creationId xmlns:a16="http://schemas.microsoft.com/office/drawing/2014/main" id="{F9DE7C19-E49D-4483-8E8C-7BCE3930B3A8}"/>
              </a:ext>
            </a:extLst>
          </p:cNvPr>
          <p:cNvSpPr>
            <a:spLocks xmlns:a="http://schemas.openxmlformats.org/drawingml/2006/main" noGrp="1"/>
          </p:cNvSpPr>
          <p:nvPr/>
        </p:nvSpPr>
        <p:spPr>
          <a:xfrm xmlns:a="http://schemas.openxmlformats.org/drawingml/2006/main">
            <a:off x="10677525" y="1971675"/>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35" name="">
            <a:extLst xmlns:a="http://schemas.openxmlformats.org/drawingml/2006/main">
              <a:ext uri="{FF2B5EF4-FFF2-40B4-BE49-F238E27FC236}">
                <a16:creationId xmlns:a16="http://schemas.microsoft.com/office/drawing/2014/main" id="{C2F708B4-6542-44CE-A8F9-4523B194539C}"/>
              </a:ext>
            </a:extLst>
          </p:cNvPr>
          <p:cNvSpPr>
            <a:spLocks xmlns:a="http://schemas.openxmlformats.org/drawingml/2006/main" noGrp="1"/>
          </p:cNvSpPr>
          <p:nvPr/>
        </p:nvSpPr>
        <p:spPr>
          <a:xfrm xmlns:a="http://schemas.openxmlformats.org/drawingml/2006/main">
            <a:off x="10782300" y="186690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36" name="">
            <a:extLst xmlns:a="http://schemas.openxmlformats.org/drawingml/2006/main">
              <a:ext uri="{FF2B5EF4-FFF2-40B4-BE49-F238E27FC236}">
                <a16:creationId xmlns:a16="http://schemas.microsoft.com/office/drawing/2014/main" id="{77F9D143-67ED-45E3-A919-C8759C60C4C5}"/>
              </a:ext>
            </a:extLst>
          </p:cNvPr>
          <p:cNvSpPr>
            <a:spLocks xmlns:a="http://schemas.openxmlformats.org/drawingml/2006/main" noGrp="1"/>
          </p:cNvSpPr>
          <p:nvPr/>
        </p:nvSpPr>
        <p:spPr>
          <a:xfrm xmlns:a="http://schemas.openxmlformats.org/drawingml/2006/main">
            <a:off x="10782300" y="1971675"/>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37" name="">
            <a:extLst xmlns:a="http://schemas.openxmlformats.org/drawingml/2006/main">
              <a:ext uri="{FF2B5EF4-FFF2-40B4-BE49-F238E27FC236}">
                <a16:creationId xmlns:a16="http://schemas.microsoft.com/office/drawing/2014/main" id="{84A777D8-29AA-44DE-90CE-5F2393678FB6}"/>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E86E0"/>
          </a:solidFill>
          <a:ln xmlns:a="http://schemas.openxmlformats.org/drawingml/2006/main">
            <a:noFill/>
          </a:ln>
        </p:spPr>
      </p:sp>
      <p:sp>
        <p:nvSpPr>
          <p:cNvPr id="38" name="">
            <a:extLst xmlns:a="http://schemas.openxmlformats.org/drawingml/2006/main">
              <a:ext uri="{FF2B5EF4-FFF2-40B4-BE49-F238E27FC236}">
                <a16:creationId xmlns:a16="http://schemas.microsoft.com/office/drawing/2014/main" id="{BE4710A1-8CAE-41EC-A02C-BECDE743B26E}"/>
              </a:ext>
            </a:extLst>
          </p:cNvPr>
          <p:cNvSpPr>
            <a:spLocks xmlns:a="http://schemas.openxmlformats.org/drawingml/2006/main" noGrp="1"/>
          </p:cNvSpPr>
          <p:nvPr/>
        </p:nvSpPr>
        <p:spPr>
          <a:xfrm xmlns:a="http://schemas.openxmlformats.org/drawingml/2006/main">
            <a:off x="0" y="38100"/>
            <a:ext cx="4000500" cy="1905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39" name="">
            <a:extLst xmlns:a="http://schemas.openxmlformats.org/drawingml/2006/main">
              <a:ext uri="{FF2B5EF4-FFF2-40B4-BE49-F238E27FC236}">
                <a16:creationId xmlns:a16="http://schemas.microsoft.com/office/drawing/2014/main" id="{1DDCA60D-72E9-4927-B132-A2E8CE3DD509}"/>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40" name="">
            <a:extLst xmlns:a="http://schemas.openxmlformats.org/drawingml/2006/main">
              <a:ext uri="{FF2B5EF4-FFF2-40B4-BE49-F238E27FC236}">
                <a16:creationId xmlns:a16="http://schemas.microsoft.com/office/drawing/2014/main" id="{DE2E547E-012D-4CB4-A79A-7F4821CCBFDB}"/>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4FD8FF">
              <a:alpha val="75000"/>
            </a:srgbClr>
          </a:solidFill>
          <a:ln xmlns:a="http://schemas.openxmlformats.org/drawingml/2006/main">
            <a:noFill/>
          </a:ln>
        </p:spPr>
      </p:sp>
      <p:sp>
        <p:nvSpPr>
          <p:cNvPr id="41" name="">
            <a:extLst xmlns:a="http://schemas.openxmlformats.org/drawingml/2006/main">
              <a:ext uri="{FF2B5EF4-FFF2-40B4-BE49-F238E27FC236}">
                <a16:creationId xmlns:a16="http://schemas.microsoft.com/office/drawing/2014/main" id="{F302E9E2-8BAB-44D4-969C-C818115796F5}"/>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4FD8FF">
              <a:alpha val="60000"/>
            </a:srgbClr>
          </a:solidFill>
          <a:ln xmlns:a="http://schemas.openxmlformats.org/drawingml/2006/main">
            <a:noFill/>
          </a:ln>
        </p:spPr>
      </p:sp>
      <p:sp>
        <p:nvSpPr>
          <p:cNvPr id="42" name="">
            <a:extLst xmlns:a="http://schemas.openxmlformats.org/drawingml/2006/main">
              <a:ext uri="{FF2B5EF4-FFF2-40B4-BE49-F238E27FC236}">
                <a16:creationId xmlns:a16="http://schemas.microsoft.com/office/drawing/2014/main" id="{1000D883-53CF-4212-9039-CAF46CC9A7D6}"/>
              </a:ext>
            </a:extLst>
          </p:cNvPr>
          <p:cNvSpPr>
            <a:spLocks xmlns:a="http://schemas.openxmlformats.org/drawingml/2006/main" noGrp="1"/>
          </p:cNvSpPr>
          <p:nvPr/>
        </p:nvSpPr>
        <p:spPr>
          <a:xfrm xmlns:a="http://schemas.openxmlformats.org/drawingml/2006/main">
            <a:off x="723900" y="800100"/>
            <a:ext cx="57150" cy="100965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43" name="">
            <a:extLst xmlns:a="http://schemas.openxmlformats.org/drawingml/2006/main">
              <a:ext uri="{FF2B5EF4-FFF2-40B4-BE49-F238E27FC236}">
                <a16:creationId xmlns:a16="http://schemas.microsoft.com/office/drawing/2014/main" id="{BE0A7D41-185E-4D70-B020-F7C704658B4B}"/>
              </a:ext>
            </a:extLst>
          </p:cNvPr>
          <p:cNvSpPr>
            <a:spLocks xmlns:a="http://schemas.openxmlformats.org/drawingml/2006/main" noGrp="1"/>
          </p:cNvSpPr>
          <p:nvPr/>
        </p:nvSpPr>
        <p:spPr>
          <a:xfrm xmlns:a="http://schemas.openxmlformats.org/drawingml/2006/main">
            <a:off x="952500" y="704850"/>
            <a:ext cx="7620000" cy="10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6600" b="1" spc="4">
                <a:solidFill>
                  <a:srgbClr val="FFFFFF"/>
                </a:solidFill>
                <a:latin typeface="微软雅黑"/>
                <a:ea typeface="微软雅黑"/>
                <a:cs typeface="微软雅黑"/>
              </a:defRPr>
            </a:pPr>
            <a:r>
              <a:rPr sz="6600" b="1" spc="4">
                <a:solidFill>
                  <a:srgbClr val="FFFFFF"/>
                </a:solidFill>
                <a:latin typeface="微软雅黑"/>
                <a:ea typeface="微软雅黑"/>
                <a:cs typeface="微软雅黑"/>
              </a:rPr>
              <a:t>工业智训</a:t>
            </a:r>
          </a:p>
        </p:txBody>
      </p:sp>
      <p:sp>
        <p:nvSpPr>
          <p:cNvPr id="44" name="">
            <a:extLst xmlns:a="http://schemas.openxmlformats.org/drawingml/2006/main">
              <a:ext uri="{FF2B5EF4-FFF2-40B4-BE49-F238E27FC236}">
                <a16:creationId xmlns:a16="http://schemas.microsoft.com/office/drawing/2014/main" id="{283C4F7C-AB63-4359-AD58-8732A30B0964}"/>
              </a:ext>
            </a:extLst>
          </p:cNvPr>
          <p:cNvSpPr>
            <a:spLocks xmlns:a="http://schemas.openxmlformats.org/drawingml/2006/main" noGrp="1"/>
          </p:cNvSpPr>
          <p:nvPr/>
        </p:nvSpPr>
        <p:spPr>
          <a:xfrm xmlns:a="http://schemas.openxmlformats.org/drawingml/2006/main">
            <a:off x="990600" y="1752600"/>
            <a:ext cx="78105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4FD8FF"/>
                </a:solidFill>
                <a:latin typeface="微软雅黑"/>
                <a:ea typeface="微软雅黑"/>
                <a:cs typeface="微软雅黑"/>
              </a:defRPr>
            </a:pPr>
            <a:r>
              <a:rPr sz="1950" b="1">
                <a:solidFill>
                  <a:srgbClr val="4FD8FF"/>
                </a:solidFill>
                <a:latin typeface="微软雅黑"/>
                <a:ea typeface="微软雅黑"/>
                <a:cs typeface="微软雅黑"/>
              </a:rPr>
              <a:t>面向变电运维的可解释智能人才培养平台</a:t>
            </a:r>
          </a:p>
        </p:txBody>
      </p:sp>
      <p:sp>
        <p:nvSpPr>
          <p:cNvPr id="45" name="">
            <a:extLst xmlns:a="http://schemas.openxmlformats.org/drawingml/2006/main">
              <a:ext uri="{FF2B5EF4-FFF2-40B4-BE49-F238E27FC236}">
                <a16:creationId xmlns:a16="http://schemas.microsoft.com/office/drawing/2014/main" id="{58138D00-9345-40D7-A0C8-78F7E8A56A62}"/>
              </a:ext>
            </a:extLst>
          </p:cNvPr>
          <p:cNvSpPr>
            <a:spLocks xmlns:a="http://schemas.openxmlformats.org/drawingml/2006/main" noGrp="1"/>
          </p:cNvSpPr>
          <p:nvPr/>
        </p:nvSpPr>
        <p:spPr>
          <a:xfrm xmlns:a="http://schemas.openxmlformats.org/drawingml/2006/main">
            <a:off x="990600" y="2228850"/>
            <a:ext cx="1028700" cy="24003"/>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46" name="">
            <a:extLst xmlns:a="http://schemas.openxmlformats.org/drawingml/2006/main">
              <a:ext uri="{FF2B5EF4-FFF2-40B4-BE49-F238E27FC236}">
                <a16:creationId xmlns:a16="http://schemas.microsoft.com/office/drawing/2014/main" id="{6B733A2B-2DBE-4E3E-9590-41AB6770E9BB}"/>
              </a:ext>
            </a:extLst>
          </p:cNvPr>
          <p:cNvSpPr>
            <a:spLocks xmlns:a="http://schemas.openxmlformats.org/drawingml/2006/main" noGrp="1"/>
          </p:cNvSpPr>
          <p:nvPr/>
        </p:nvSpPr>
        <p:spPr>
          <a:xfrm xmlns:a="http://schemas.openxmlformats.org/drawingml/2006/main">
            <a:off x="2133600" y="2171700"/>
            <a:ext cx="8572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FFD24A"/>
                </a:solidFill>
                <a:latin typeface="微软雅黑"/>
                <a:ea typeface="微软雅黑"/>
                <a:cs typeface="微软雅黑"/>
              </a:defRPr>
            </a:pPr>
            <a:r>
              <a:rPr sz="1200" b="0">
                <a:solidFill>
                  <a:srgbClr val="FFD24A"/>
                </a:solidFill>
                <a:latin typeface="微软雅黑"/>
                <a:ea typeface="微软雅黑"/>
                <a:cs typeface="微软雅黑"/>
              </a:rPr>
              <a:t>规则先行 </a:t>
            </a:r>
            <a:r>
              <a:rPr sz="1200" b="0">
                <a:solidFill>
                  <a:srgbClr val="FFD24A"/>
                </a:solidFill>
                <a:latin typeface="微软雅黑"/>
                <a:ea typeface="微软雅黑"/>
                <a:cs typeface="微软雅黑"/>
              </a:rPr>
              <a:t>· </a:t>
            </a:r>
            <a:r>
              <a:rPr sz="1200" b="0">
                <a:solidFill>
                  <a:srgbClr val="FFD24A"/>
                </a:solidFill>
                <a:latin typeface="微软雅黑"/>
                <a:ea typeface="微软雅黑"/>
                <a:cs typeface="微软雅黑"/>
              </a:rPr>
              <a:t>模型后置 </a:t>
            </a:r>
            <a:r>
              <a:rPr sz="1200" b="0">
                <a:solidFill>
                  <a:srgbClr val="FFD24A"/>
                </a:solidFill>
                <a:latin typeface="微软雅黑"/>
                <a:ea typeface="微软雅黑"/>
                <a:cs typeface="微软雅黑"/>
              </a:rPr>
              <a:t>· </a:t>
            </a:r>
            <a:r>
              <a:rPr sz="1200" b="0">
                <a:solidFill>
                  <a:srgbClr val="FFD24A"/>
                </a:solidFill>
                <a:latin typeface="微软雅黑"/>
                <a:ea typeface="微软雅黑"/>
                <a:cs typeface="微软雅黑"/>
              </a:rPr>
              <a:t>结论可追溯 </a:t>
            </a:r>
            <a:r>
              <a:rPr sz="1200" b="0">
                <a:solidFill>
                  <a:srgbClr val="FFD24A"/>
                </a:solidFill>
                <a:latin typeface="微软雅黑"/>
                <a:ea typeface="微软雅黑"/>
                <a:cs typeface="微软雅黑"/>
              </a:rPr>
              <a:t>· </a:t>
            </a:r>
            <a:r>
              <a:rPr sz="1200" b="0">
                <a:solidFill>
                  <a:srgbClr val="FFD24A"/>
                </a:solidFill>
                <a:latin typeface="微软雅黑"/>
                <a:ea typeface="微软雅黑"/>
                <a:cs typeface="微软雅黑"/>
              </a:rPr>
              <a:t>离线可运行</a:t>
            </a:r>
          </a:p>
        </p:txBody>
      </p:sp>
      <p:sp>
        <p:nvSpPr>
          <p:cNvPr id="47" name="">
            <a:extLst xmlns:a="http://schemas.openxmlformats.org/drawingml/2006/main">
              <a:ext uri="{FF2B5EF4-FFF2-40B4-BE49-F238E27FC236}">
                <a16:creationId xmlns:a16="http://schemas.microsoft.com/office/drawing/2014/main" id="{7A3AEADC-74A2-4095-8264-FC2F62532FFB}"/>
              </a:ext>
            </a:extLst>
          </p:cNvPr>
          <p:cNvSpPr>
            <a:spLocks xmlns:a="http://schemas.openxmlformats.org/drawingml/2006/main" noGrp="1"/>
          </p:cNvSpPr>
          <p:nvPr/>
        </p:nvSpPr>
        <p:spPr>
          <a:xfrm xmlns:a="http://schemas.openxmlformats.org/drawingml/2006/main">
            <a:off x="723900" y="2914650"/>
            <a:ext cx="3314700" cy="1543050"/>
          </a:xfrm>
          <a:prstGeom xmlns:a="http://schemas.openxmlformats.org/drawingml/2006/main" prst="roundRect">
            <a:avLst>
              <a:gd name="adj" fmla="val 5556"/>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5FA8E8"/>
            </a:solidFill>
            <a:prstDash val="solid"/>
          </a:ln>
        </p:spPr>
      </p:sp>
      <p:sp>
        <p:nvSpPr>
          <p:cNvPr id="48" name="">
            <a:extLst xmlns:a="http://schemas.openxmlformats.org/drawingml/2006/main">
              <a:ext uri="{FF2B5EF4-FFF2-40B4-BE49-F238E27FC236}">
                <a16:creationId xmlns:a16="http://schemas.microsoft.com/office/drawing/2014/main" id="{FBC034BB-E2C5-4C78-8643-37FB0CA2C4A7}"/>
              </a:ext>
            </a:extLst>
          </p:cNvPr>
          <p:cNvSpPr>
            <a:spLocks xmlns:a="http://schemas.openxmlformats.org/drawingml/2006/main" noGrp="1"/>
          </p:cNvSpPr>
          <p:nvPr/>
        </p:nvSpPr>
        <p:spPr>
          <a:xfrm xmlns:a="http://schemas.openxmlformats.org/drawingml/2006/main">
            <a:off x="723900" y="2914650"/>
            <a:ext cx="3314700" cy="38100"/>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49" name="">
            <a:extLst xmlns:a="http://schemas.openxmlformats.org/drawingml/2006/main">
              <a:ext uri="{FF2B5EF4-FFF2-40B4-BE49-F238E27FC236}">
                <a16:creationId xmlns:a16="http://schemas.microsoft.com/office/drawing/2014/main" id="{61B34B11-4F40-4059-8B21-C425E82B0D16}"/>
              </a:ext>
            </a:extLst>
          </p:cNvPr>
          <p:cNvSpPr>
            <a:spLocks xmlns:a="http://schemas.openxmlformats.org/drawingml/2006/main" noGrp="1"/>
          </p:cNvSpPr>
          <p:nvPr/>
        </p:nvSpPr>
        <p:spPr>
          <a:xfrm xmlns:a="http://schemas.openxmlformats.org/drawingml/2006/main">
            <a:off x="3543300" y="3105150"/>
            <a:ext cx="28575" cy="28575"/>
          </a:xfrm>
          <a:prstGeom xmlns:a="http://schemas.openxmlformats.org/drawingml/2006/main" prst="ellipse">
            <a:avLst/>
          </a:prstGeom>
          <a:solidFill xmlns:a="http://schemas.openxmlformats.org/drawingml/2006/main">
            <a:srgbClr val="4FD8FF">
              <a:alpha val="45000"/>
            </a:srgbClr>
          </a:solidFill>
          <a:ln xmlns:a="http://schemas.openxmlformats.org/drawingml/2006/main">
            <a:noFill/>
          </a:ln>
        </p:spPr>
      </p:sp>
      <p:sp>
        <p:nvSpPr>
          <p:cNvPr id="50" name="">
            <a:extLst xmlns:a="http://schemas.openxmlformats.org/drawingml/2006/main">
              <a:ext uri="{FF2B5EF4-FFF2-40B4-BE49-F238E27FC236}">
                <a16:creationId xmlns:a16="http://schemas.microsoft.com/office/drawing/2014/main" id="{1F433CC7-64BB-48FF-9093-92BEB8203ADC}"/>
              </a:ext>
            </a:extLst>
          </p:cNvPr>
          <p:cNvSpPr>
            <a:spLocks xmlns:a="http://schemas.openxmlformats.org/drawingml/2006/main" noGrp="1"/>
          </p:cNvSpPr>
          <p:nvPr/>
        </p:nvSpPr>
        <p:spPr>
          <a:xfrm xmlns:a="http://schemas.openxmlformats.org/drawingml/2006/main">
            <a:off x="3543300" y="3209925"/>
            <a:ext cx="28575" cy="28575"/>
          </a:xfrm>
          <a:prstGeom xmlns:a="http://schemas.openxmlformats.org/drawingml/2006/main" prst="ellipse">
            <a:avLst/>
          </a:prstGeom>
          <a:solidFill xmlns:a="http://schemas.openxmlformats.org/drawingml/2006/main">
            <a:srgbClr val="4FD8FF">
              <a:alpha val="45000"/>
            </a:srgbClr>
          </a:solidFill>
          <a:ln xmlns:a="http://schemas.openxmlformats.org/drawingml/2006/main">
            <a:noFill/>
          </a:ln>
        </p:spPr>
      </p:sp>
      <p:sp>
        <p:nvSpPr>
          <p:cNvPr id="51" name="">
            <a:extLst xmlns:a="http://schemas.openxmlformats.org/drawingml/2006/main">
              <a:ext uri="{FF2B5EF4-FFF2-40B4-BE49-F238E27FC236}">
                <a16:creationId xmlns:a16="http://schemas.microsoft.com/office/drawing/2014/main" id="{72A87555-8DE9-487D-8C3E-8F5FD26B2121}"/>
              </a:ext>
            </a:extLst>
          </p:cNvPr>
          <p:cNvSpPr>
            <a:spLocks xmlns:a="http://schemas.openxmlformats.org/drawingml/2006/main" noGrp="1"/>
          </p:cNvSpPr>
          <p:nvPr/>
        </p:nvSpPr>
        <p:spPr>
          <a:xfrm xmlns:a="http://schemas.openxmlformats.org/drawingml/2006/main">
            <a:off x="3543300" y="3314700"/>
            <a:ext cx="28575" cy="28575"/>
          </a:xfrm>
          <a:prstGeom xmlns:a="http://schemas.openxmlformats.org/drawingml/2006/main" prst="ellipse">
            <a:avLst/>
          </a:prstGeom>
          <a:solidFill xmlns:a="http://schemas.openxmlformats.org/drawingml/2006/main">
            <a:srgbClr val="4FD8FF">
              <a:alpha val="45000"/>
            </a:srgbClr>
          </a:solidFill>
          <a:ln xmlns:a="http://schemas.openxmlformats.org/drawingml/2006/main">
            <a:noFill/>
          </a:ln>
        </p:spPr>
      </p:sp>
      <p:sp>
        <p:nvSpPr>
          <p:cNvPr id="52" name="">
            <a:extLst xmlns:a="http://schemas.openxmlformats.org/drawingml/2006/main">
              <a:ext uri="{FF2B5EF4-FFF2-40B4-BE49-F238E27FC236}">
                <a16:creationId xmlns:a16="http://schemas.microsoft.com/office/drawing/2014/main" id="{36C2C6C0-56A6-4330-8088-1412D49B6F5B}"/>
              </a:ext>
            </a:extLst>
          </p:cNvPr>
          <p:cNvSpPr>
            <a:spLocks xmlns:a="http://schemas.openxmlformats.org/drawingml/2006/main" noGrp="1"/>
          </p:cNvSpPr>
          <p:nvPr/>
        </p:nvSpPr>
        <p:spPr>
          <a:xfrm xmlns:a="http://schemas.openxmlformats.org/drawingml/2006/main">
            <a:off x="3648075" y="3105150"/>
            <a:ext cx="28575" cy="28575"/>
          </a:xfrm>
          <a:prstGeom xmlns:a="http://schemas.openxmlformats.org/drawingml/2006/main" prst="ellipse">
            <a:avLst/>
          </a:prstGeom>
          <a:solidFill xmlns:a="http://schemas.openxmlformats.org/drawingml/2006/main">
            <a:srgbClr val="4FD8FF">
              <a:alpha val="45000"/>
            </a:srgbClr>
          </a:solidFill>
          <a:ln xmlns:a="http://schemas.openxmlformats.org/drawingml/2006/main">
            <a:noFill/>
          </a:ln>
        </p:spPr>
      </p:sp>
      <p:sp>
        <p:nvSpPr>
          <p:cNvPr id="53" name="">
            <a:extLst xmlns:a="http://schemas.openxmlformats.org/drawingml/2006/main">
              <a:ext uri="{FF2B5EF4-FFF2-40B4-BE49-F238E27FC236}">
                <a16:creationId xmlns:a16="http://schemas.microsoft.com/office/drawing/2014/main" id="{4CF334E9-25E0-46FC-9B39-94B1BA8D9B64}"/>
              </a:ext>
            </a:extLst>
          </p:cNvPr>
          <p:cNvSpPr>
            <a:spLocks xmlns:a="http://schemas.openxmlformats.org/drawingml/2006/main" noGrp="1"/>
          </p:cNvSpPr>
          <p:nvPr/>
        </p:nvSpPr>
        <p:spPr>
          <a:xfrm xmlns:a="http://schemas.openxmlformats.org/drawingml/2006/main">
            <a:off x="3648075" y="3209925"/>
            <a:ext cx="28575" cy="28575"/>
          </a:xfrm>
          <a:prstGeom xmlns:a="http://schemas.openxmlformats.org/drawingml/2006/main" prst="ellipse">
            <a:avLst/>
          </a:prstGeom>
          <a:solidFill xmlns:a="http://schemas.openxmlformats.org/drawingml/2006/main">
            <a:srgbClr val="4FD8FF">
              <a:alpha val="45000"/>
            </a:srgbClr>
          </a:solidFill>
          <a:ln xmlns:a="http://schemas.openxmlformats.org/drawingml/2006/main">
            <a:noFill/>
          </a:ln>
        </p:spPr>
      </p:sp>
      <p:sp>
        <p:nvSpPr>
          <p:cNvPr id="54" name="">
            <a:extLst xmlns:a="http://schemas.openxmlformats.org/drawingml/2006/main">
              <a:ext uri="{FF2B5EF4-FFF2-40B4-BE49-F238E27FC236}">
                <a16:creationId xmlns:a16="http://schemas.microsoft.com/office/drawing/2014/main" id="{649B14E1-7B77-4984-A309-61E95BCA4B3E}"/>
              </a:ext>
            </a:extLst>
          </p:cNvPr>
          <p:cNvSpPr>
            <a:spLocks xmlns:a="http://schemas.openxmlformats.org/drawingml/2006/main" noGrp="1"/>
          </p:cNvSpPr>
          <p:nvPr/>
        </p:nvSpPr>
        <p:spPr>
          <a:xfrm xmlns:a="http://schemas.openxmlformats.org/drawingml/2006/main">
            <a:off x="3648075" y="3314700"/>
            <a:ext cx="28575" cy="28575"/>
          </a:xfrm>
          <a:prstGeom xmlns:a="http://schemas.openxmlformats.org/drawingml/2006/main" prst="ellipse">
            <a:avLst/>
          </a:prstGeom>
          <a:solidFill xmlns:a="http://schemas.openxmlformats.org/drawingml/2006/main">
            <a:srgbClr val="4FD8FF">
              <a:alpha val="45000"/>
            </a:srgbClr>
          </a:solidFill>
          <a:ln xmlns:a="http://schemas.openxmlformats.org/drawingml/2006/main">
            <a:noFill/>
          </a:ln>
        </p:spPr>
      </p:sp>
      <p:sp>
        <p:nvSpPr>
          <p:cNvPr id="55" name="">
            <a:extLst xmlns:a="http://schemas.openxmlformats.org/drawingml/2006/main">
              <a:ext uri="{FF2B5EF4-FFF2-40B4-BE49-F238E27FC236}">
                <a16:creationId xmlns:a16="http://schemas.microsoft.com/office/drawing/2014/main" id="{1D03EB5D-50C3-4910-B6F3-C0FE5C5726CF}"/>
              </a:ext>
            </a:extLst>
          </p:cNvPr>
          <p:cNvSpPr>
            <a:spLocks xmlns:a="http://schemas.openxmlformats.org/drawingml/2006/main" noGrp="1"/>
          </p:cNvSpPr>
          <p:nvPr/>
        </p:nvSpPr>
        <p:spPr>
          <a:xfrm xmlns:a="http://schemas.openxmlformats.org/drawingml/2006/main">
            <a:off x="3752850" y="3105150"/>
            <a:ext cx="28575" cy="28575"/>
          </a:xfrm>
          <a:prstGeom xmlns:a="http://schemas.openxmlformats.org/drawingml/2006/main" prst="ellipse">
            <a:avLst/>
          </a:prstGeom>
          <a:solidFill xmlns:a="http://schemas.openxmlformats.org/drawingml/2006/main">
            <a:srgbClr val="4FD8FF">
              <a:alpha val="45000"/>
            </a:srgbClr>
          </a:solidFill>
          <a:ln xmlns:a="http://schemas.openxmlformats.org/drawingml/2006/main">
            <a:noFill/>
          </a:ln>
        </p:spPr>
      </p:sp>
      <p:sp>
        <p:nvSpPr>
          <p:cNvPr id="56" name="">
            <a:extLst xmlns:a="http://schemas.openxmlformats.org/drawingml/2006/main">
              <a:ext uri="{FF2B5EF4-FFF2-40B4-BE49-F238E27FC236}">
                <a16:creationId xmlns:a16="http://schemas.microsoft.com/office/drawing/2014/main" id="{8EAE37FE-5379-46E6-9368-20B1B2D9ECAA}"/>
              </a:ext>
            </a:extLst>
          </p:cNvPr>
          <p:cNvSpPr>
            <a:spLocks xmlns:a="http://schemas.openxmlformats.org/drawingml/2006/main" noGrp="1"/>
          </p:cNvSpPr>
          <p:nvPr/>
        </p:nvSpPr>
        <p:spPr>
          <a:xfrm xmlns:a="http://schemas.openxmlformats.org/drawingml/2006/main">
            <a:off x="3752850" y="3209925"/>
            <a:ext cx="28575" cy="28575"/>
          </a:xfrm>
          <a:prstGeom xmlns:a="http://schemas.openxmlformats.org/drawingml/2006/main" prst="ellipse">
            <a:avLst/>
          </a:prstGeom>
          <a:solidFill xmlns:a="http://schemas.openxmlformats.org/drawingml/2006/main">
            <a:srgbClr val="4FD8FF">
              <a:alpha val="45000"/>
            </a:srgbClr>
          </a:solidFill>
          <a:ln xmlns:a="http://schemas.openxmlformats.org/drawingml/2006/main">
            <a:noFill/>
          </a:ln>
        </p:spPr>
      </p:sp>
      <p:sp>
        <p:nvSpPr>
          <p:cNvPr id="57" name="">
            <a:extLst xmlns:a="http://schemas.openxmlformats.org/drawingml/2006/main">
              <a:ext uri="{FF2B5EF4-FFF2-40B4-BE49-F238E27FC236}">
                <a16:creationId xmlns:a16="http://schemas.microsoft.com/office/drawing/2014/main" id="{F4CB798F-1EEA-4E13-A45E-E1A06069E301}"/>
              </a:ext>
            </a:extLst>
          </p:cNvPr>
          <p:cNvSpPr>
            <a:spLocks xmlns:a="http://schemas.openxmlformats.org/drawingml/2006/main" noGrp="1"/>
          </p:cNvSpPr>
          <p:nvPr/>
        </p:nvSpPr>
        <p:spPr>
          <a:xfrm xmlns:a="http://schemas.openxmlformats.org/drawingml/2006/main">
            <a:off x="3752850" y="3314700"/>
            <a:ext cx="28575" cy="28575"/>
          </a:xfrm>
          <a:prstGeom xmlns:a="http://schemas.openxmlformats.org/drawingml/2006/main" prst="ellipse">
            <a:avLst/>
          </a:prstGeom>
          <a:solidFill xmlns:a="http://schemas.openxmlformats.org/drawingml/2006/main">
            <a:srgbClr val="4FD8FF">
              <a:alpha val="45000"/>
            </a:srgbClr>
          </a:solidFill>
          <a:ln xmlns:a="http://schemas.openxmlformats.org/drawingml/2006/main">
            <a:noFill/>
          </a:ln>
        </p:spPr>
      </p:sp>
      <p:sp>
        <p:nvSpPr>
          <p:cNvPr id="58" name="">
            <a:extLst xmlns:a="http://schemas.openxmlformats.org/drawingml/2006/main">
              <a:ext uri="{FF2B5EF4-FFF2-40B4-BE49-F238E27FC236}">
                <a16:creationId xmlns:a16="http://schemas.microsoft.com/office/drawing/2014/main" id="{EA229F4B-575B-469E-8715-0F454327447C}"/>
              </a:ext>
            </a:extLst>
          </p:cNvPr>
          <p:cNvSpPr>
            <a:spLocks xmlns:a="http://schemas.openxmlformats.org/drawingml/2006/main" noGrp="1"/>
          </p:cNvSpPr>
          <p:nvPr/>
        </p:nvSpPr>
        <p:spPr>
          <a:xfrm xmlns:a="http://schemas.openxmlformats.org/drawingml/2006/main">
            <a:off x="933450" y="3067050"/>
            <a:ext cx="23812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4FD8FF"/>
                </a:solidFill>
                <a:latin typeface="微软雅黑"/>
                <a:ea typeface="微软雅黑"/>
                <a:cs typeface="微软雅黑"/>
              </a:defRPr>
            </a:pPr>
            <a:r>
              <a:rPr sz="1425" b="1">
                <a:solidFill>
                  <a:srgbClr val="4FD8FF"/>
                </a:solidFill>
                <a:latin typeface="微软雅黑"/>
                <a:ea typeface="微软雅黑"/>
                <a:cs typeface="微软雅黑"/>
              </a:rPr>
              <a:t>应用场景</a:t>
            </a:r>
          </a:p>
        </p:txBody>
      </p:sp>
      <p:sp>
        <p:nvSpPr>
          <p:cNvPr id="59" name="">
            <a:extLst xmlns:a="http://schemas.openxmlformats.org/drawingml/2006/main">
              <a:ext uri="{FF2B5EF4-FFF2-40B4-BE49-F238E27FC236}">
                <a16:creationId xmlns:a16="http://schemas.microsoft.com/office/drawing/2014/main" id="{19F27850-57C6-4DE1-AA5E-2B5B6DF0D560}"/>
              </a:ext>
            </a:extLst>
          </p:cNvPr>
          <p:cNvSpPr>
            <a:spLocks xmlns:a="http://schemas.openxmlformats.org/drawingml/2006/main" noGrp="1"/>
          </p:cNvSpPr>
          <p:nvPr/>
        </p:nvSpPr>
        <p:spPr>
          <a:xfrm xmlns:a="http://schemas.openxmlformats.org/drawingml/2006/main">
            <a:off x="933450" y="3409950"/>
            <a:ext cx="291465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1050" b="0">
                <a:solidFill>
                  <a:srgbClr val="EEF5FF"/>
                </a:solidFill>
                <a:latin typeface="微软雅黑"/>
                <a:ea typeface="微软雅黑"/>
                <a:cs typeface="微软雅黑"/>
              </a:defRPr>
            </a:pPr>
            <a:r>
              <a:rPr sz="1050" b="0">
                <a:solidFill>
                  <a:srgbClr val="EEF5FF"/>
                </a:solidFill>
                <a:latin typeface="微软雅黑"/>
                <a:ea typeface="微软雅黑"/>
                <a:cs typeface="微软雅黑"/>
              </a:rPr>
              <a:t>电网变电运维
新能源场站 </a:t>
            </a:r>
            <a:r>
              <a:rPr sz="1050" b="0">
                <a:solidFill>
                  <a:srgbClr val="EEF5FF"/>
                </a:solidFill>
                <a:latin typeface="微软雅黑"/>
                <a:ea typeface="微软雅黑"/>
                <a:cs typeface="微软雅黑"/>
              </a:rPr>
              <a:t>· </a:t>
            </a:r>
            <a:r>
              <a:rPr sz="1050" b="0">
                <a:solidFill>
                  <a:srgbClr val="EEF5FF"/>
                </a:solidFill>
                <a:latin typeface="微软雅黑"/>
                <a:ea typeface="微软雅黑"/>
                <a:cs typeface="微软雅黑"/>
              </a:rPr>
              <a:t>智能制造产线</a:t>
            </a:r>
          </a:p>
        </p:txBody>
      </p:sp>
      <p:sp>
        <p:nvSpPr>
          <p:cNvPr id="60" name="">
            <a:extLst xmlns:a="http://schemas.openxmlformats.org/drawingml/2006/main">
              <a:ext uri="{FF2B5EF4-FFF2-40B4-BE49-F238E27FC236}">
                <a16:creationId xmlns:a16="http://schemas.microsoft.com/office/drawing/2014/main" id="{FAA36C34-E15E-429D-A4A4-2FC8F737EC21}"/>
              </a:ext>
            </a:extLst>
          </p:cNvPr>
          <p:cNvSpPr>
            <a:spLocks xmlns:a="http://schemas.openxmlformats.org/drawingml/2006/main" noGrp="1"/>
          </p:cNvSpPr>
          <p:nvPr/>
        </p:nvSpPr>
        <p:spPr>
          <a:xfrm xmlns:a="http://schemas.openxmlformats.org/drawingml/2006/main">
            <a:off x="933450" y="3962400"/>
            <a:ext cx="2914650" cy="9525"/>
          </a:xfrm>
          <a:prstGeom xmlns:a="http://schemas.openxmlformats.org/drawingml/2006/main" prst="rect">
            <a:avLst/>
          </a:prstGeom>
          <a:solidFill xmlns:a="http://schemas.openxmlformats.org/drawingml/2006/main">
            <a:srgbClr val="5FA8E8">
              <a:alpha val="75000"/>
            </a:srgbClr>
          </a:solidFill>
          <a:ln xmlns:a="http://schemas.openxmlformats.org/drawingml/2006/main">
            <a:noFill/>
          </a:ln>
        </p:spPr>
      </p:sp>
      <p:sp>
        <p:nvSpPr>
          <p:cNvPr id="61" name="">
            <a:extLst xmlns:a="http://schemas.openxmlformats.org/drawingml/2006/main">
              <a:ext uri="{FF2B5EF4-FFF2-40B4-BE49-F238E27FC236}">
                <a16:creationId xmlns:a16="http://schemas.microsoft.com/office/drawing/2014/main" id="{A4507CE3-43F4-4F94-86A7-61FB76558993}"/>
              </a:ext>
            </a:extLst>
          </p:cNvPr>
          <p:cNvSpPr>
            <a:spLocks xmlns:a="http://schemas.openxmlformats.org/drawingml/2006/main" noGrp="1"/>
          </p:cNvSpPr>
          <p:nvPr/>
        </p:nvSpPr>
        <p:spPr>
          <a:xfrm xmlns:a="http://schemas.openxmlformats.org/drawingml/2006/main">
            <a:off x="933450" y="4057650"/>
            <a:ext cx="29337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标准原文与真实报告案例均来自现场</a:t>
            </a:r>
          </a:p>
        </p:txBody>
      </p:sp>
      <p:sp>
        <p:nvSpPr>
          <p:cNvPr id="62" name="">
            <a:extLst xmlns:a="http://schemas.openxmlformats.org/drawingml/2006/main">
              <a:ext uri="{FF2B5EF4-FFF2-40B4-BE49-F238E27FC236}">
                <a16:creationId xmlns:a16="http://schemas.microsoft.com/office/drawing/2014/main" id="{C8D87700-AD3C-440C-8C89-5EA247D92F7A}"/>
              </a:ext>
            </a:extLst>
          </p:cNvPr>
          <p:cNvSpPr>
            <a:spLocks xmlns:a="http://schemas.openxmlformats.org/drawingml/2006/main" noGrp="1"/>
          </p:cNvSpPr>
          <p:nvPr/>
        </p:nvSpPr>
        <p:spPr>
          <a:xfrm xmlns:a="http://schemas.openxmlformats.org/drawingml/2006/main">
            <a:off x="4305300" y="2914650"/>
            <a:ext cx="3314700" cy="1543050"/>
          </a:xfrm>
          <a:prstGeom xmlns:a="http://schemas.openxmlformats.org/drawingml/2006/main" prst="roundRect">
            <a:avLst>
              <a:gd name="adj" fmla="val 5556"/>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5FA8E8"/>
            </a:solidFill>
            <a:prstDash val="solid"/>
          </a:ln>
        </p:spPr>
      </p:sp>
      <p:sp>
        <p:nvSpPr>
          <p:cNvPr id="63" name="">
            <a:extLst xmlns:a="http://schemas.openxmlformats.org/drawingml/2006/main">
              <a:ext uri="{FF2B5EF4-FFF2-40B4-BE49-F238E27FC236}">
                <a16:creationId xmlns:a16="http://schemas.microsoft.com/office/drawing/2014/main" id="{D8874C27-6A1C-48EB-8366-874E4AFC0227}"/>
              </a:ext>
            </a:extLst>
          </p:cNvPr>
          <p:cNvSpPr>
            <a:spLocks xmlns:a="http://schemas.openxmlformats.org/drawingml/2006/main" noGrp="1"/>
          </p:cNvSpPr>
          <p:nvPr/>
        </p:nvSpPr>
        <p:spPr>
          <a:xfrm xmlns:a="http://schemas.openxmlformats.org/drawingml/2006/main">
            <a:off x="4305300" y="2914650"/>
            <a:ext cx="3314700" cy="38100"/>
          </a:xfrm>
          <a:prstGeom xmlns:a="http://schemas.openxmlformats.org/drawingml/2006/main" prst="rect">
            <a:avLst/>
          </a:prstGeom>
          <a:solidFill xmlns:a="http://schemas.openxmlformats.org/drawingml/2006/main">
            <a:srgbClr val="2E86E0"/>
          </a:solidFill>
          <a:ln xmlns:a="http://schemas.openxmlformats.org/drawingml/2006/main">
            <a:noFill/>
          </a:ln>
        </p:spPr>
      </p:sp>
      <p:sp>
        <p:nvSpPr>
          <p:cNvPr id="64" name="">
            <a:extLst xmlns:a="http://schemas.openxmlformats.org/drawingml/2006/main">
              <a:ext uri="{FF2B5EF4-FFF2-40B4-BE49-F238E27FC236}">
                <a16:creationId xmlns:a16="http://schemas.microsoft.com/office/drawing/2014/main" id="{8D214ECA-E800-43C8-AC1E-B19B739280B4}"/>
              </a:ext>
            </a:extLst>
          </p:cNvPr>
          <p:cNvSpPr>
            <a:spLocks xmlns:a="http://schemas.openxmlformats.org/drawingml/2006/main" noGrp="1"/>
          </p:cNvSpPr>
          <p:nvPr/>
        </p:nvSpPr>
        <p:spPr>
          <a:xfrm xmlns:a="http://schemas.openxmlformats.org/drawingml/2006/main">
            <a:off x="7124700" y="3105150"/>
            <a:ext cx="28575" cy="28575"/>
          </a:xfrm>
          <a:prstGeom xmlns:a="http://schemas.openxmlformats.org/drawingml/2006/main" prst="ellipse">
            <a:avLst/>
          </a:prstGeom>
          <a:solidFill xmlns:a="http://schemas.openxmlformats.org/drawingml/2006/main">
            <a:srgbClr val="2E86E0">
              <a:alpha val="45000"/>
            </a:srgbClr>
          </a:solidFill>
          <a:ln xmlns:a="http://schemas.openxmlformats.org/drawingml/2006/main">
            <a:noFill/>
          </a:ln>
        </p:spPr>
      </p:sp>
      <p:sp>
        <p:nvSpPr>
          <p:cNvPr id="65" name="">
            <a:extLst xmlns:a="http://schemas.openxmlformats.org/drawingml/2006/main">
              <a:ext uri="{FF2B5EF4-FFF2-40B4-BE49-F238E27FC236}">
                <a16:creationId xmlns:a16="http://schemas.microsoft.com/office/drawing/2014/main" id="{BE8CFEBD-4C62-45F5-997C-7AC3AB69A34C}"/>
              </a:ext>
            </a:extLst>
          </p:cNvPr>
          <p:cNvSpPr>
            <a:spLocks xmlns:a="http://schemas.openxmlformats.org/drawingml/2006/main" noGrp="1"/>
          </p:cNvSpPr>
          <p:nvPr/>
        </p:nvSpPr>
        <p:spPr>
          <a:xfrm xmlns:a="http://schemas.openxmlformats.org/drawingml/2006/main">
            <a:off x="7124700" y="3209925"/>
            <a:ext cx="28575" cy="28575"/>
          </a:xfrm>
          <a:prstGeom xmlns:a="http://schemas.openxmlformats.org/drawingml/2006/main" prst="ellipse">
            <a:avLst/>
          </a:prstGeom>
          <a:solidFill xmlns:a="http://schemas.openxmlformats.org/drawingml/2006/main">
            <a:srgbClr val="2E86E0">
              <a:alpha val="45000"/>
            </a:srgbClr>
          </a:solidFill>
          <a:ln xmlns:a="http://schemas.openxmlformats.org/drawingml/2006/main">
            <a:noFill/>
          </a:ln>
        </p:spPr>
      </p:sp>
      <p:sp>
        <p:nvSpPr>
          <p:cNvPr id="66" name="">
            <a:extLst xmlns:a="http://schemas.openxmlformats.org/drawingml/2006/main">
              <a:ext uri="{FF2B5EF4-FFF2-40B4-BE49-F238E27FC236}">
                <a16:creationId xmlns:a16="http://schemas.microsoft.com/office/drawing/2014/main" id="{1C0FE42E-5CC3-40DF-96D5-69C3297C2A5C}"/>
              </a:ext>
            </a:extLst>
          </p:cNvPr>
          <p:cNvSpPr>
            <a:spLocks xmlns:a="http://schemas.openxmlformats.org/drawingml/2006/main" noGrp="1"/>
          </p:cNvSpPr>
          <p:nvPr/>
        </p:nvSpPr>
        <p:spPr>
          <a:xfrm xmlns:a="http://schemas.openxmlformats.org/drawingml/2006/main">
            <a:off x="7124700" y="3314700"/>
            <a:ext cx="28575" cy="28575"/>
          </a:xfrm>
          <a:prstGeom xmlns:a="http://schemas.openxmlformats.org/drawingml/2006/main" prst="ellipse">
            <a:avLst/>
          </a:prstGeom>
          <a:solidFill xmlns:a="http://schemas.openxmlformats.org/drawingml/2006/main">
            <a:srgbClr val="2E86E0">
              <a:alpha val="45000"/>
            </a:srgbClr>
          </a:solidFill>
          <a:ln xmlns:a="http://schemas.openxmlformats.org/drawingml/2006/main">
            <a:noFill/>
          </a:ln>
        </p:spPr>
      </p:sp>
      <p:sp>
        <p:nvSpPr>
          <p:cNvPr id="67" name="">
            <a:extLst xmlns:a="http://schemas.openxmlformats.org/drawingml/2006/main">
              <a:ext uri="{FF2B5EF4-FFF2-40B4-BE49-F238E27FC236}">
                <a16:creationId xmlns:a16="http://schemas.microsoft.com/office/drawing/2014/main" id="{117FE2DF-6105-44FC-98D5-CE1BC1B07016}"/>
              </a:ext>
            </a:extLst>
          </p:cNvPr>
          <p:cNvSpPr>
            <a:spLocks xmlns:a="http://schemas.openxmlformats.org/drawingml/2006/main" noGrp="1"/>
          </p:cNvSpPr>
          <p:nvPr/>
        </p:nvSpPr>
        <p:spPr>
          <a:xfrm xmlns:a="http://schemas.openxmlformats.org/drawingml/2006/main">
            <a:off x="7229475" y="3105150"/>
            <a:ext cx="28575" cy="28575"/>
          </a:xfrm>
          <a:prstGeom xmlns:a="http://schemas.openxmlformats.org/drawingml/2006/main" prst="ellipse">
            <a:avLst/>
          </a:prstGeom>
          <a:solidFill xmlns:a="http://schemas.openxmlformats.org/drawingml/2006/main">
            <a:srgbClr val="2E86E0">
              <a:alpha val="45000"/>
            </a:srgbClr>
          </a:solidFill>
          <a:ln xmlns:a="http://schemas.openxmlformats.org/drawingml/2006/main">
            <a:noFill/>
          </a:ln>
        </p:spPr>
      </p:sp>
      <p:sp>
        <p:nvSpPr>
          <p:cNvPr id="68" name="">
            <a:extLst xmlns:a="http://schemas.openxmlformats.org/drawingml/2006/main">
              <a:ext uri="{FF2B5EF4-FFF2-40B4-BE49-F238E27FC236}">
                <a16:creationId xmlns:a16="http://schemas.microsoft.com/office/drawing/2014/main" id="{7CBFC1B4-173B-41AE-BF81-95D0EF300363}"/>
              </a:ext>
            </a:extLst>
          </p:cNvPr>
          <p:cNvSpPr>
            <a:spLocks xmlns:a="http://schemas.openxmlformats.org/drawingml/2006/main" noGrp="1"/>
          </p:cNvSpPr>
          <p:nvPr/>
        </p:nvSpPr>
        <p:spPr>
          <a:xfrm xmlns:a="http://schemas.openxmlformats.org/drawingml/2006/main">
            <a:off x="7229475" y="3209925"/>
            <a:ext cx="28575" cy="28575"/>
          </a:xfrm>
          <a:prstGeom xmlns:a="http://schemas.openxmlformats.org/drawingml/2006/main" prst="ellipse">
            <a:avLst/>
          </a:prstGeom>
          <a:solidFill xmlns:a="http://schemas.openxmlformats.org/drawingml/2006/main">
            <a:srgbClr val="2E86E0">
              <a:alpha val="45000"/>
            </a:srgbClr>
          </a:solidFill>
          <a:ln xmlns:a="http://schemas.openxmlformats.org/drawingml/2006/main">
            <a:noFill/>
          </a:ln>
        </p:spPr>
      </p:sp>
      <p:sp>
        <p:nvSpPr>
          <p:cNvPr id="69" name="">
            <a:extLst xmlns:a="http://schemas.openxmlformats.org/drawingml/2006/main">
              <a:ext uri="{FF2B5EF4-FFF2-40B4-BE49-F238E27FC236}">
                <a16:creationId xmlns:a16="http://schemas.microsoft.com/office/drawing/2014/main" id="{E0996FCB-32C0-49DB-9CE9-55AE605FDED7}"/>
              </a:ext>
            </a:extLst>
          </p:cNvPr>
          <p:cNvSpPr>
            <a:spLocks xmlns:a="http://schemas.openxmlformats.org/drawingml/2006/main" noGrp="1"/>
          </p:cNvSpPr>
          <p:nvPr/>
        </p:nvSpPr>
        <p:spPr>
          <a:xfrm xmlns:a="http://schemas.openxmlformats.org/drawingml/2006/main">
            <a:off x="7229475" y="3314700"/>
            <a:ext cx="28575" cy="28575"/>
          </a:xfrm>
          <a:prstGeom xmlns:a="http://schemas.openxmlformats.org/drawingml/2006/main" prst="ellipse">
            <a:avLst/>
          </a:prstGeom>
          <a:solidFill xmlns:a="http://schemas.openxmlformats.org/drawingml/2006/main">
            <a:srgbClr val="2E86E0">
              <a:alpha val="45000"/>
            </a:srgbClr>
          </a:solidFill>
          <a:ln xmlns:a="http://schemas.openxmlformats.org/drawingml/2006/main">
            <a:noFill/>
          </a:ln>
        </p:spPr>
      </p:sp>
      <p:sp>
        <p:nvSpPr>
          <p:cNvPr id="70" name="">
            <a:extLst xmlns:a="http://schemas.openxmlformats.org/drawingml/2006/main">
              <a:ext uri="{FF2B5EF4-FFF2-40B4-BE49-F238E27FC236}">
                <a16:creationId xmlns:a16="http://schemas.microsoft.com/office/drawing/2014/main" id="{FE666807-D32F-4384-8359-84F13AF6F9D0}"/>
              </a:ext>
            </a:extLst>
          </p:cNvPr>
          <p:cNvSpPr>
            <a:spLocks xmlns:a="http://schemas.openxmlformats.org/drawingml/2006/main" noGrp="1"/>
          </p:cNvSpPr>
          <p:nvPr/>
        </p:nvSpPr>
        <p:spPr>
          <a:xfrm xmlns:a="http://schemas.openxmlformats.org/drawingml/2006/main">
            <a:off x="7334250" y="3105150"/>
            <a:ext cx="28575" cy="28575"/>
          </a:xfrm>
          <a:prstGeom xmlns:a="http://schemas.openxmlformats.org/drawingml/2006/main" prst="ellipse">
            <a:avLst/>
          </a:prstGeom>
          <a:solidFill xmlns:a="http://schemas.openxmlformats.org/drawingml/2006/main">
            <a:srgbClr val="2E86E0">
              <a:alpha val="45000"/>
            </a:srgbClr>
          </a:solidFill>
          <a:ln xmlns:a="http://schemas.openxmlformats.org/drawingml/2006/main">
            <a:noFill/>
          </a:ln>
        </p:spPr>
      </p:sp>
      <p:sp>
        <p:nvSpPr>
          <p:cNvPr id="71" name="">
            <a:extLst xmlns:a="http://schemas.openxmlformats.org/drawingml/2006/main">
              <a:ext uri="{FF2B5EF4-FFF2-40B4-BE49-F238E27FC236}">
                <a16:creationId xmlns:a16="http://schemas.microsoft.com/office/drawing/2014/main" id="{CFBF0FA8-2513-43B5-8576-2140E6999053}"/>
              </a:ext>
            </a:extLst>
          </p:cNvPr>
          <p:cNvSpPr>
            <a:spLocks xmlns:a="http://schemas.openxmlformats.org/drawingml/2006/main" noGrp="1"/>
          </p:cNvSpPr>
          <p:nvPr/>
        </p:nvSpPr>
        <p:spPr>
          <a:xfrm xmlns:a="http://schemas.openxmlformats.org/drawingml/2006/main">
            <a:off x="7334250" y="3209925"/>
            <a:ext cx="28575" cy="28575"/>
          </a:xfrm>
          <a:prstGeom xmlns:a="http://schemas.openxmlformats.org/drawingml/2006/main" prst="ellipse">
            <a:avLst/>
          </a:prstGeom>
          <a:solidFill xmlns:a="http://schemas.openxmlformats.org/drawingml/2006/main">
            <a:srgbClr val="2E86E0">
              <a:alpha val="45000"/>
            </a:srgbClr>
          </a:solidFill>
          <a:ln xmlns:a="http://schemas.openxmlformats.org/drawingml/2006/main">
            <a:noFill/>
          </a:ln>
        </p:spPr>
      </p:sp>
      <p:sp>
        <p:nvSpPr>
          <p:cNvPr id="72" name="">
            <a:extLst xmlns:a="http://schemas.openxmlformats.org/drawingml/2006/main">
              <a:ext uri="{FF2B5EF4-FFF2-40B4-BE49-F238E27FC236}">
                <a16:creationId xmlns:a16="http://schemas.microsoft.com/office/drawing/2014/main" id="{5A53B7EC-2A53-4941-A51A-FA4C52206E85}"/>
              </a:ext>
            </a:extLst>
          </p:cNvPr>
          <p:cNvSpPr>
            <a:spLocks xmlns:a="http://schemas.openxmlformats.org/drawingml/2006/main" noGrp="1"/>
          </p:cNvSpPr>
          <p:nvPr/>
        </p:nvSpPr>
        <p:spPr>
          <a:xfrm xmlns:a="http://schemas.openxmlformats.org/drawingml/2006/main">
            <a:off x="7334250" y="3314700"/>
            <a:ext cx="28575" cy="28575"/>
          </a:xfrm>
          <a:prstGeom xmlns:a="http://schemas.openxmlformats.org/drawingml/2006/main" prst="ellipse">
            <a:avLst/>
          </a:prstGeom>
          <a:solidFill xmlns:a="http://schemas.openxmlformats.org/drawingml/2006/main">
            <a:srgbClr val="2E86E0">
              <a:alpha val="45000"/>
            </a:srgbClr>
          </a:solidFill>
          <a:ln xmlns:a="http://schemas.openxmlformats.org/drawingml/2006/main">
            <a:noFill/>
          </a:ln>
        </p:spPr>
      </p:sp>
      <p:sp>
        <p:nvSpPr>
          <p:cNvPr id="73" name="">
            <a:extLst xmlns:a="http://schemas.openxmlformats.org/drawingml/2006/main">
              <a:ext uri="{FF2B5EF4-FFF2-40B4-BE49-F238E27FC236}">
                <a16:creationId xmlns:a16="http://schemas.microsoft.com/office/drawing/2014/main" id="{D8B070B9-F5E1-4A80-83F1-69A66E9955D4}"/>
              </a:ext>
            </a:extLst>
          </p:cNvPr>
          <p:cNvSpPr>
            <a:spLocks xmlns:a="http://schemas.openxmlformats.org/drawingml/2006/main" noGrp="1"/>
          </p:cNvSpPr>
          <p:nvPr/>
        </p:nvSpPr>
        <p:spPr>
          <a:xfrm xmlns:a="http://schemas.openxmlformats.org/drawingml/2006/main">
            <a:off x="4514850" y="3067050"/>
            <a:ext cx="23812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2E86E0"/>
                </a:solidFill>
                <a:latin typeface="微软雅黑"/>
                <a:ea typeface="微软雅黑"/>
                <a:cs typeface="微软雅黑"/>
              </a:defRPr>
            </a:pPr>
            <a:r>
              <a:rPr sz="1425" b="1">
                <a:solidFill>
                  <a:srgbClr val="2E86E0"/>
                </a:solidFill>
                <a:latin typeface="微软雅黑"/>
                <a:ea typeface="微软雅黑"/>
                <a:cs typeface="微软雅黑"/>
              </a:rPr>
              <a:t>核心能力</a:t>
            </a:r>
          </a:p>
        </p:txBody>
      </p:sp>
      <p:sp>
        <p:nvSpPr>
          <p:cNvPr id="74" name="">
            <a:extLst xmlns:a="http://schemas.openxmlformats.org/drawingml/2006/main">
              <a:ext uri="{FF2B5EF4-FFF2-40B4-BE49-F238E27FC236}">
                <a16:creationId xmlns:a16="http://schemas.microsoft.com/office/drawing/2014/main" id="{A875A843-D4D3-4444-8B86-78C021364581}"/>
              </a:ext>
            </a:extLst>
          </p:cNvPr>
          <p:cNvSpPr>
            <a:spLocks xmlns:a="http://schemas.openxmlformats.org/drawingml/2006/main" noGrp="1"/>
          </p:cNvSpPr>
          <p:nvPr/>
        </p:nvSpPr>
        <p:spPr>
          <a:xfrm xmlns:a="http://schemas.openxmlformats.org/drawingml/2006/main">
            <a:off x="4514850" y="3409950"/>
            <a:ext cx="291465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1050" b="0">
                <a:solidFill>
                  <a:srgbClr val="EEF5FF"/>
                </a:solidFill>
                <a:latin typeface="微软雅黑"/>
                <a:ea typeface="微软雅黑"/>
                <a:cs typeface="微软雅黑"/>
              </a:defRPr>
            </a:pPr>
            <a:r>
              <a:rPr sz="1050" b="0">
                <a:solidFill>
                  <a:srgbClr val="EEF5FF"/>
                </a:solidFill>
                <a:latin typeface="微软雅黑"/>
                <a:ea typeface="微软雅黑"/>
                <a:cs typeface="微软雅黑"/>
              </a:rPr>
              <a:t>规则保底 </a:t>
            </a:r>
            <a:r>
              <a:rPr sz="1050" b="0">
                <a:solidFill>
                  <a:srgbClr val="EEF5FF"/>
                </a:solidFill>
                <a:latin typeface="微软雅黑"/>
                <a:ea typeface="微软雅黑"/>
                <a:cs typeface="微软雅黑"/>
              </a:rPr>
              <a:t>· </a:t>
            </a:r>
            <a:r>
              <a:rPr sz="1050" b="0">
                <a:solidFill>
                  <a:srgbClr val="EEF5FF"/>
                </a:solidFill>
                <a:latin typeface="微软雅黑"/>
                <a:ea typeface="微软雅黑"/>
                <a:cs typeface="微软雅黑"/>
              </a:rPr>
              <a:t>模型增强
人工确认 </a:t>
            </a:r>
            <a:r>
              <a:rPr sz="1050" b="0">
                <a:solidFill>
                  <a:srgbClr val="EEF5FF"/>
                </a:solidFill>
                <a:latin typeface="微软雅黑"/>
                <a:ea typeface="微软雅黑"/>
                <a:cs typeface="微软雅黑"/>
              </a:rPr>
              <a:t>· </a:t>
            </a:r>
            <a:r>
              <a:rPr sz="1050" b="0">
                <a:solidFill>
                  <a:srgbClr val="EEF5FF"/>
                </a:solidFill>
                <a:latin typeface="微软雅黑"/>
                <a:ea typeface="微软雅黑"/>
                <a:cs typeface="微软雅黑"/>
              </a:rPr>
              <a:t>全程留痕</a:t>
            </a:r>
          </a:p>
        </p:txBody>
      </p:sp>
      <p:sp>
        <p:nvSpPr>
          <p:cNvPr id="75" name="">
            <a:extLst xmlns:a="http://schemas.openxmlformats.org/drawingml/2006/main">
              <a:ext uri="{FF2B5EF4-FFF2-40B4-BE49-F238E27FC236}">
                <a16:creationId xmlns:a16="http://schemas.microsoft.com/office/drawing/2014/main" id="{9EC3B177-B5AF-43F5-B86C-0F795BFDCA6F}"/>
              </a:ext>
            </a:extLst>
          </p:cNvPr>
          <p:cNvSpPr>
            <a:spLocks xmlns:a="http://schemas.openxmlformats.org/drawingml/2006/main" noGrp="1"/>
          </p:cNvSpPr>
          <p:nvPr/>
        </p:nvSpPr>
        <p:spPr>
          <a:xfrm xmlns:a="http://schemas.openxmlformats.org/drawingml/2006/main">
            <a:off x="4514850" y="3962400"/>
            <a:ext cx="2914650" cy="9525"/>
          </a:xfrm>
          <a:prstGeom xmlns:a="http://schemas.openxmlformats.org/drawingml/2006/main" prst="rect">
            <a:avLst/>
          </a:prstGeom>
          <a:solidFill xmlns:a="http://schemas.openxmlformats.org/drawingml/2006/main">
            <a:srgbClr val="5FA8E8">
              <a:alpha val="75000"/>
            </a:srgbClr>
          </a:solidFill>
          <a:ln xmlns:a="http://schemas.openxmlformats.org/drawingml/2006/main">
            <a:noFill/>
          </a:ln>
        </p:spPr>
      </p:sp>
      <p:sp>
        <p:nvSpPr>
          <p:cNvPr id="76" name="">
            <a:extLst xmlns:a="http://schemas.openxmlformats.org/drawingml/2006/main">
              <a:ext uri="{FF2B5EF4-FFF2-40B4-BE49-F238E27FC236}">
                <a16:creationId xmlns:a16="http://schemas.microsoft.com/office/drawing/2014/main" id="{29B2D42F-6E8F-42EF-9B94-0C44CCD41BC5}"/>
              </a:ext>
            </a:extLst>
          </p:cNvPr>
          <p:cNvSpPr>
            <a:spLocks xmlns:a="http://schemas.openxmlformats.org/drawingml/2006/main" noGrp="1"/>
          </p:cNvSpPr>
          <p:nvPr/>
        </p:nvSpPr>
        <p:spPr>
          <a:xfrm xmlns:a="http://schemas.openxmlformats.org/drawingml/2006/main">
            <a:off x="4514850" y="4057650"/>
            <a:ext cx="29337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同一输入复跑 </a:t>
            </a:r>
            <a:r>
              <a:rPr sz="863" b="0">
                <a:solidFill>
                  <a:srgbClr val="C6DDFF"/>
                </a:solidFill>
                <a:latin typeface="微软雅黑"/>
                <a:ea typeface="微软雅黑"/>
                <a:cs typeface="微软雅黑"/>
              </a:rPr>
              <a:t>200 </a:t>
            </a:r>
            <a:r>
              <a:rPr sz="863" b="0">
                <a:solidFill>
                  <a:srgbClr val="C6DDFF"/>
                </a:solidFill>
                <a:latin typeface="微软雅黑"/>
                <a:ea typeface="微软雅黑"/>
                <a:cs typeface="微软雅黑"/>
              </a:rPr>
              <a:t>次，结论完全一致</a:t>
            </a:r>
          </a:p>
        </p:txBody>
      </p:sp>
      <p:sp>
        <p:nvSpPr>
          <p:cNvPr id="77" name="">
            <a:extLst xmlns:a="http://schemas.openxmlformats.org/drawingml/2006/main">
              <a:ext uri="{FF2B5EF4-FFF2-40B4-BE49-F238E27FC236}">
                <a16:creationId xmlns:a16="http://schemas.microsoft.com/office/drawing/2014/main" id="{9A9A2F72-1F97-4C6F-81BA-DE3DD9AFE93D}"/>
              </a:ext>
            </a:extLst>
          </p:cNvPr>
          <p:cNvSpPr>
            <a:spLocks xmlns:a="http://schemas.openxmlformats.org/drawingml/2006/main" noGrp="1"/>
          </p:cNvSpPr>
          <p:nvPr/>
        </p:nvSpPr>
        <p:spPr>
          <a:xfrm xmlns:a="http://schemas.openxmlformats.org/drawingml/2006/main">
            <a:off x="7886700" y="2914650"/>
            <a:ext cx="3314700" cy="1543050"/>
          </a:xfrm>
          <a:prstGeom xmlns:a="http://schemas.openxmlformats.org/drawingml/2006/main" prst="roundRect">
            <a:avLst>
              <a:gd name="adj" fmla="val 5556"/>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5FA8E8"/>
            </a:solidFill>
            <a:prstDash val="solid"/>
          </a:ln>
        </p:spPr>
      </p:sp>
      <p:sp>
        <p:nvSpPr>
          <p:cNvPr id="78" name="">
            <a:extLst xmlns:a="http://schemas.openxmlformats.org/drawingml/2006/main">
              <a:ext uri="{FF2B5EF4-FFF2-40B4-BE49-F238E27FC236}">
                <a16:creationId xmlns:a16="http://schemas.microsoft.com/office/drawing/2014/main" id="{F595BCFC-CCB1-4F74-AA7E-88FCB6A8814C}"/>
              </a:ext>
            </a:extLst>
          </p:cNvPr>
          <p:cNvSpPr>
            <a:spLocks xmlns:a="http://schemas.openxmlformats.org/drawingml/2006/main" noGrp="1"/>
          </p:cNvSpPr>
          <p:nvPr/>
        </p:nvSpPr>
        <p:spPr>
          <a:xfrm xmlns:a="http://schemas.openxmlformats.org/drawingml/2006/main">
            <a:off x="7886700" y="2914650"/>
            <a:ext cx="3314700" cy="381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79" name="">
            <a:extLst xmlns:a="http://schemas.openxmlformats.org/drawingml/2006/main">
              <a:ext uri="{FF2B5EF4-FFF2-40B4-BE49-F238E27FC236}">
                <a16:creationId xmlns:a16="http://schemas.microsoft.com/office/drawing/2014/main" id="{A3A5DBDA-E6F6-48FB-A35F-2A11A269CADD}"/>
              </a:ext>
            </a:extLst>
          </p:cNvPr>
          <p:cNvSpPr>
            <a:spLocks xmlns:a="http://schemas.openxmlformats.org/drawingml/2006/main" noGrp="1"/>
          </p:cNvSpPr>
          <p:nvPr/>
        </p:nvSpPr>
        <p:spPr>
          <a:xfrm xmlns:a="http://schemas.openxmlformats.org/drawingml/2006/main">
            <a:off x="10706100" y="3105150"/>
            <a:ext cx="28575" cy="28575"/>
          </a:xfrm>
          <a:prstGeom xmlns:a="http://schemas.openxmlformats.org/drawingml/2006/main" prst="ellipse">
            <a:avLst/>
          </a:prstGeom>
          <a:solidFill xmlns:a="http://schemas.openxmlformats.org/drawingml/2006/main">
            <a:srgbClr val="FFD24A">
              <a:alpha val="45000"/>
            </a:srgbClr>
          </a:solidFill>
          <a:ln xmlns:a="http://schemas.openxmlformats.org/drawingml/2006/main">
            <a:noFill/>
          </a:ln>
        </p:spPr>
      </p:sp>
      <p:sp>
        <p:nvSpPr>
          <p:cNvPr id="80" name="">
            <a:extLst xmlns:a="http://schemas.openxmlformats.org/drawingml/2006/main">
              <a:ext uri="{FF2B5EF4-FFF2-40B4-BE49-F238E27FC236}">
                <a16:creationId xmlns:a16="http://schemas.microsoft.com/office/drawing/2014/main" id="{49D77773-09E7-4C5F-B038-8B49574B2B6D}"/>
              </a:ext>
            </a:extLst>
          </p:cNvPr>
          <p:cNvSpPr>
            <a:spLocks xmlns:a="http://schemas.openxmlformats.org/drawingml/2006/main" noGrp="1"/>
          </p:cNvSpPr>
          <p:nvPr/>
        </p:nvSpPr>
        <p:spPr>
          <a:xfrm xmlns:a="http://schemas.openxmlformats.org/drawingml/2006/main">
            <a:off x="10706100" y="3209925"/>
            <a:ext cx="28575" cy="28575"/>
          </a:xfrm>
          <a:prstGeom xmlns:a="http://schemas.openxmlformats.org/drawingml/2006/main" prst="ellipse">
            <a:avLst/>
          </a:prstGeom>
          <a:solidFill xmlns:a="http://schemas.openxmlformats.org/drawingml/2006/main">
            <a:srgbClr val="FFD24A">
              <a:alpha val="45000"/>
            </a:srgbClr>
          </a:solidFill>
          <a:ln xmlns:a="http://schemas.openxmlformats.org/drawingml/2006/main">
            <a:noFill/>
          </a:ln>
        </p:spPr>
      </p:sp>
      <p:sp>
        <p:nvSpPr>
          <p:cNvPr id="81" name="">
            <a:extLst xmlns:a="http://schemas.openxmlformats.org/drawingml/2006/main">
              <a:ext uri="{FF2B5EF4-FFF2-40B4-BE49-F238E27FC236}">
                <a16:creationId xmlns:a16="http://schemas.microsoft.com/office/drawing/2014/main" id="{14D812D0-0F36-4575-A2A9-D630C140C002}"/>
              </a:ext>
            </a:extLst>
          </p:cNvPr>
          <p:cNvSpPr>
            <a:spLocks xmlns:a="http://schemas.openxmlformats.org/drawingml/2006/main" noGrp="1"/>
          </p:cNvSpPr>
          <p:nvPr/>
        </p:nvSpPr>
        <p:spPr>
          <a:xfrm xmlns:a="http://schemas.openxmlformats.org/drawingml/2006/main">
            <a:off x="10706100" y="3314700"/>
            <a:ext cx="28575" cy="28575"/>
          </a:xfrm>
          <a:prstGeom xmlns:a="http://schemas.openxmlformats.org/drawingml/2006/main" prst="ellipse">
            <a:avLst/>
          </a:prstGeom>
          <a:solidFill xmlns:a="http://schemas.openxmlformats.org/drawingml/2006/main">
            <a:srgbClr val="FFD24A">
              <a:alpha val="45000"/>
            </a:srgbClr>
          </a:solidFill>
          <a:ln xmlns:a="http://schemas.openxmlformats.org/drawingml/2006/main">
            <a:noFill/>
          </a:ln>
        </p:spPr>
      </p:sp>
      <p:sp>
        <p:nvSpPr>
          <p:cNvPr id="82" name="">
            <a:extLst xmlns:a="http://schemas.openxmlformats.org/drawingml/2006/main">
              <a:ext uri="{FF2B5EF4-FFF2-40B4-BE49-F238E27FC236}">
                <a16:creationId xmlns:a16="http://schemas.microsoft.com/office/drawing/2014/main" id="{FAF659D4-27DE-49C2-9653-48615C4B0607}"/>
              </a:ext>
            </a:extLst>
          </p:cNvPr>
          <p:cNvSpPr>
            <a:spLocks xmlns:a="http://schemas.openxmlformats.org/drawingml/2006/main" noGrp="1"/>
          </p:cNvSpPr>
          <p:nvPr/>
        </p:nvSpPr>
        <p:spPr>
          <a:xfrm xmlns:a="http://schemas.openxmlformats.org/drawingml/2006/main">
            <a:off x="10810875" y="3105150"/>
            <a:ext cx="28575" cy="28575"/>
          </a:xfrm>
          <a:prstGeom xmlns:a="http://schemas.openxmlformats.org/drawingml/2006/main" prst="ellipse">
            <a:avLst/>
          </a:prstGeom>
          <a:solidFill xmlns:a="http://schemas.openxmlformats.org/drawingml/2006/main">
            <a:srgbClr val="FFD24A">
              <a:alpha val="45000"/>
            </a:srgbClr>
          </a:solidFill>
          <a:ln xmlns:a="http://schemas.openxmlformats.org/drawingml/2006/main">
            <a:noFill/>
          </a:ln>
        </p:spPr>
      </p:sp>
      <p:sp>
        <p:nvSpPr>
          <p:cNvPr id="83" name="">
            <a:extLst xmlns:a="http://schemas.openxmlformats.org/drawingml/2006/main">
              <a:ext uri="{FF2B5EF4-FFF2-40B4-BE49-F238E27FC236}">
                <a16:creationId xmlns:a16="http://schemas.microsoft.com/office/drawing/2014/main" id="{E5612736-67CA-45AC-A4ED-EE69AC7F5F49}"/>
              </a:ext>
            </a:extLst>
          </p:cNvPr>
          <p:cNvSpPr>
            <a:spLocks xmlns:a="http://schemas.openxmlformats.org/drawingml/2006/main" noGrp="1"/>
          </p:cNvSpPr>
          <p:nvPr/>
        </p:nvSpPr>
        <p:spPr>
          <a:xfrm xmlns:a="http://schemas.openxmlformats.org/drawingml/2006/main">
            <a:off x="10810875" y="3209925"/>
            <a:ext cx="28575" cy="28575"/>
          </a:xfrm>
          <a:prstGeom xmlns:a="http://schemas.openxmlformats.org/drawingml/2006/main" prst="ellipse">
            <a:avLst/>
          </a:prstGeom>
          <a:solidFill xmlns:a="http://schemas.openxmlformats.org/drawingml/2006/main">
            <a:srgbClr val="FFD24A">
              <a:alpha val="45000"/>
            </a:srgbClr>
          </a:solidFill>
          <a:ln xmlns:a="http://schemas.openxmlformats.org/drawingml/2006/main">
            <a:noFill/>
          </a:ln>
        </p:spPr>
      </p:sp>
      <p:sp>
        <p:nvSpPr>
          <p:cNvPr id="84" name="">
            <a:extLst xmlns:a="http://schemas.openxmlformats.org/drawingml/2006/main">
              <a:ext uri="{FF2B5EF4-FFF2-40B4-BE49-F238E27FC236}">
                <a16:creationId xmlns:a16="http://schemas.microsoft.com/office/drawing/2014/main" id="{7C7D2F4F-25C2-46A3-B8CE-562EF080B8F5}"/>
              </a:ext>
            </a:extLst>
          </p:cNvPr>
          <p:cNvSpPr>
            <a:spLocks xmlns:a="http://schemas.openxmlformats.org/drawingml/2006/main" noGrp="1"/>
          </p:cNvSpPr>
          <p:nvPr/>
        </p:nvSpPr>
        <p:spPr>
          <a:xfrm xmlns:a="http://schemas.openxmlformats.org/drawingml/2006/main">
            <a:off x="10810875" y="3314700"/>
            <a:ext cx="28575" cy="28575"/>
          </a:xfrm>
          <a:prstGeom xmlns:a="http://schemas.openxmlformats.org/drawingml/2006/main" prst="ellipse">
            <a:avLst/>
          </a:prstGeom>
          <a:solidFill xmlns:a="http://schemas.openxmlformats.org/drawingml/2006/main">
            <a:srgbClr val="FFD24A">
              <a:alpha val="45000"/>
            </a:srgbClr>
          </a:solidFill>
          <a:ln xmlns:a="http://schemas.openxmlformats.org/drawingml/2006/main">
            <a:noFill/>
          </a:ln>
        </p:spPr>
      </p:sp>
      <p:sp>
        <p:nvSpPr>
          <p:cNvPr id="85" name="">
            <a:extLst xmlns:a="http://schemas.openxmlformats.org/drawingml/2006/main">
              <a:ext uri="{FF2B5EF4-FFF2-40B4-BE49-F238E27FC236}">
                <a16:creationId xmlns:a16="http://schemas.microsoft.com/office/drawing/2014/main" id="{BB004FD4-70DA-4AFE-AFC6-E975BC700301}"/>
              </a:ext>
            </a:extLst>
          </p:cNvPr>
          <p:cNvSpPr>
            <a:spLocks xmlns:a="http://schemas.openxmlformats.org/drawingml/2006/main" noGrp="1"/>
          </p:cNvSpPr>
          <p:nvPr/>
        </p:nvSpPr>
        <p:spPr>
          <a:xfrm xmlns:a="http://schemas.openxmlformats.org/drawingml/2006/main">
            <a:off x="10915650" y="3105150"/>
            <a:ext cx="28575" cy="28575"/>
          </a:xfrm>
          <a:prstGeom xmlns:a="http://schemas.openxmlformats.org/drawingml/2006/main" prst="ellipse">
            <a:avLst/>
          </a:prstGeom>
          <a:solidFill xmlns:a="http://schemas.openxmlformats.org/drawingml/2006/main">
            <a:srgbClr val="FFD24A">
              <a:alpha val="45000"/>
            </a:srgbClr>
          </a:solidFill>
          <a:ln xmlns:a="http://schemas.openxmlformats.org/drawingml/2006/main">
            <a:noFill/>
          </a:ln>
        </p:spPr>
      </p:sp>
      <p:sp>
        <p:nvSpPr>
          <p:cNvPr id="86" name="">
            <a:extLst xmlns:a="http://schemas.openxmlformats.org/drawingml/2006/main">
              <a:ext uri="{FF2B5EF4-FFF2-40B4-BE49-F238E27FC236}">
                <a16:creationId xmlns:a16="http://schemas.microsoft.com/office/drawing/2014/main" id="{62E959E9-429C-4534-BE19-6BED3FBAB668}"/>
              </a:ext>
            </a:extLst>
          </p:cNvPr>
          <p:cNvSpPr>
            <a:spLocks xmlns:a="http://schemas.openxmlformats.org/drawingml/2006/main" noGrp="1"/>
          </p:cNvSpPr>
          <p:nvPr/>
        </p:nvSpPr>
        <p:spPr>
          <a:xfrm xmlns:a="http://schemas.openxmlformats.org/drawingml/2006/main">
            <a:off x="10915650" y="3209925"/>
            <a:ext cx="28575" cy="28575"/>
          </a:xfrm>
          <a:prstGeom xmlns:a="http://schemas.openxmlformats.org/drawingml/2006/main" prst="ellipse">
            <a:avLst/>
          </a:prstGeom>
          <a:solidFill xmlns:a="http://schemas.openxmlformats.org/drawingml/2006/main">
            <a:srgbClr val="FFD24A">
              <a:alpha val="45000"/>
            </a:srgbClr>
          </a:solidFill>
          <a:ln xmlns:a="http://schemas.openxmlformats.org/drawingml/2006/main">
            <a:noFill/>
          </a:ln>
        </p:spPr>
      </p:sp>
      <p:sp>
        <p:nvSpPr>
          <p:cNvPr id="87" name="">
            <a:extLst xmlns:a="http://schemas.openxmlformats.org/drawingml/2006/main">
              <a:ext uri="{FF2B5EF4-FFF2-40B4-BE49-F238E27FC236}">
                <a16:creationId xmlns:a16="http://schemas.microsoft.com/office/drawing/2014/main" id="{F04F7532-4243-424F-A420-2C62D624510C}"/>
              </a:ext>
            </a:extLst>
          </p:cNvPr>
          <p:cNvSpPr>
            <a:spLocks xmlns:a="http://schemas.openxmlformats.org/drawingml/2006/main" noGrp="1"/>
          </p:cNvSpPr>
          <p:nvPr/>
        </p:nvSpPr>
        <p:spPr>
          <a:xfrm xmlns:a="http://schemas.openxmlformats.org/drawingml/2006/main">
            <a:off x="10915650" y="3314700"/>
            <a:ext cx="28575" cy="28575"/>
          </a:xfrm>
          <a:prstGeom xmlns:a="http://schemas.openxmlformats.org/drawingml/2006/main" prst="ellipse">
            <a:avLst/>
          </a:prstGeom>
          <a:solidFill xmlns:a="http://schemas.openxmlformats.org/drawingml/2006/main">
            <a:srgbClr val="FFD24A">
              <a:alpha val="45000"/>
            </a:srgbClr>
          </a:solidFill>
          <a:ln xmlns:a="http://schemas.openxmlformats.org/drawingml/2006/main">
            <a:noFill/>
          </a:ln>
        </p:spPr>
      </p:sp>
      <p:sp>
        <p:nvSpPr>
          <p:cNvPr id="88" name="">
            <a:extLst xmlns:a="http://schemas.openxmlformats.org/drawingml/2006/main">
              <a:ext uri="{FF2B5EF4-FFF2-40B4-BE49-F238E27FC236}">
                <a16:creationId xmlns:a16="http://schemas.microsoft.com/office/drawing/2014/main" id="{9B8B043C-36D1-4F2D-B1CB-E4D4C237D191}"/>
              </a:ext>
            </a:extLst>
          </p:cNvPr>
          <p:cNvSpPr>
            <a:spLocks xmlns:a="http://schemas.openxmlformats.org/drawingml/2006/main" noGrp="1"/>
          </p:cNvSpPr>
          <p:nvPr/>
        </p:nvSpPr>
        <p:spPr>
          <a:xfrm xmlns:a="http://schemas.openxmlformats.org/drawingml/2006/main">
            <a:off x="8096250" y="3067050"/>
            <a:ext cx="23812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FFD24A"/>
                </a:solidFill>
                <a:latin typeface="微软雅黑"/>
                <a:ea typeface="微软雅黑"/>
                <a:cs typeface="微软雅黑"/>
              </a:defRPr>
            </a:pPr>
            <a:r>
              <a:rPr sz="1425" b="1">
                <a:solidFill>
                  <a:srgbClr val="FFD24A"/>
                </a:solidFill>
                <a:latin typeface="微软雅黑"/>
                <a:ea typeface="微软雅黑"/>
                <a:cs typeface="微软雅黑"/>
              </a:rPr>
              <a:t>差异化价值</a:t>
            </a:r>
          </a:p>
        </p:txBody>
      </p:sp>
      <p:sp>
        <p:nvSpPr>
          <p:cNvPr id="89" name="">
            <a:extLst xmlns:a="http://schemas.openxmlformats.org/drawingml/2006/main">
              <a:ext uri="{FF2B5EF4-FFF2-40B4-BE49-F238E27FC236}">
                <a16:creationId xmlns:a16="http://schemas.microsoft.com/office/drawing/2014/main" id="{33611E2A-0BAE-45A1-BE4C-91C9C4FE29EA}"/>
              </a:ext>
            </a:extLst>
          </p:cNvPr>
          <p:cNvSpPr>
            <a:spLocks xmlns:a="http://schemas.openxmlformats.org/drawingml/2006/main" noGrp="1"/>
          </p:cNvSpPr>
          <p:nvPr/>
        </p:nvSpPr>
        <p:spPr>
          <a:xfrm xmlns:a="http://schemas.openxmlformats.org/drawingml/2006/main">
            <a:off x="8096250" y="3409950"/>
            <a:ext cx="291465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1050" b="0">
                <a:solidFill>
                  <a:srgbClr val="EEF5FF"/>
                </a:solidFill>
                <a:latin typeface="微软雅黑"/>
                <a:ea typeface="微软雅黑"/>
                <a:cs typeface="微软雅黑"/>
              </a:defRPr>
            </a:pPr>
            <a:r>
              <a:rPr sz="1050" b="0">
                <a:solidFill>
                  <a:srgbClr val="EEF5FF"/>
                </a:solidFill>
                <a:latin typeface="微软雅黑"/>
                <a:ea typeface="微软雅黑"/>
                <a:cs typeface="微软雅黑"/>
              </a:rPr>
              <a:t>可解释 </a:t>
            </a:r>
            <a:r>
              <a:rPr sz="1050" b="0">
                <a:solidFill>
                  <a:srgbClr val="EEF5FF"/>
                </a:solidFill>
                <a:latin typeface="微软雅黑"/>
                <a:ea typeface="微软雅黑"/>
                <a:cs typeface="微软雅黑"/>
              </a:rPr>
              <a:t>· </a:t>
            </a:r>
            <a:r>
              <a:rPr sz="1050" b="0">
                <a:solidFill>
                  <a:srgbClr val="EEF5FF"/>
                </a:solidFill>
                <a:latin typeface="微软雅黑"/>
                <a:ea typeface="微软雅黑"/>
                <a:cs typeface="微软雅黑"/>
              </a:rPr>
              <a:t>可复算
可离线 </a:t>
            </a:r>
            <a:r>
              <a:rPr sz="1050" b="0">
                <a:solidFill>
                  <a:srgbClr val="EEF5FF"/>
                </a:solidFill>
                <a:latin typeface="微软雅黑"/>
                <a:ea typeface="微软雅黑"/>
                <a:cs typeface="微软雅黑"/>
              </a:rPr>
              <a:t>· </a:t>
            </a:r>
            <a:r>
              <a:rPr sz="1050" b="0">
                <a:solidFill>
                  <a:srgbClr val="EEF5FF"/>
                </a:solidFill>
                <a:latin typeface="微软雅黑"/>
                <a:ea typeface="微软雅黑"/>
                <a:cs typeface="微软雅黑"/>
              </a:rPr>
              <a:t>可审计</a:t>
            </a:r>
          </a:p>
        </p:txBody>
      </p:sp>
      <p:sp>
        <p:nvSpPr>
          <p:cNvPr id="90" name="">
            <a:extLst xmlns:a="http://schemas.openxmlformats.org/drawingml/2006/main">
              <a:ext uri="{FF2B5EF4-FFF2-40B4-BE49-F238E27FC236}">
                <a16:creationId xmlns:a16="http://schemas.microsoft.com/office/drawing/2014/main" id="{8AF75344-84D5-4989-8BE7-27B0B6C8C263}"/>
              </a:ext>
            </a:extLst>
          </p:cNvPr>
          <p:cNvSpPr>
            <a:spLocks xmlns:a="http://schemas.openxmlformats.org/drawingml/2006/main" noGrp="1"/>
          </p:cNvSpPr>
          <p:nvPr/>
        </p:nvSpPr>
        <p:spPr>
          <a:xfrm xmlns:a="http://schemas.openxmlformats.org/drawingml/2006/main">
            <a:off x="8096250" y="3962400"/>
            <a:ext cx="2914650" cy="9525"/>
          </a:xfrm>
          <a:prstGeom xmlns:a="http://schemas.openxmlformats.org/drawingml/2006/main" prst="rect">
            <a:avLst/>
          </a:prstGeom>
          <a:solidFill xmlns:a="http://schemas.openxmlformats.org/drawingml/2006/main">
            <a:srgbClr val="5FA8E8">
              <a:alpha val="75000"/>
            </a:srgbClr>
          </a:solidFill>
          <a:ln xmlns:a="http://schemas.openxmlformats.org/drawingml/2006/main">
            <a:noFill/>
          </a:ln>
        </p:spPr>
      </p:sp>
      <p:sp>
        <p:nvSpPr>
          <p:cNvPr id="91" name="">
            <a:extLst xmlns:a="http://schemas.openxmlformats.org/drawingml/2006/main">
              <a:ext uri="{FF2B5EF4-FFF2-40B4-BE49-F238E27FC236}">
                <a16:creationId xmlns:a16="http://schemas.microsoft.com/office/drawing/2014/main" id="{85F67114-A0B3-4C05-950D-A852B6366E23}"/>
              </a:ext>
            </a:extLst>
          </p:cNvPr>
          <p:cNvSpPr>
            <a:spLocks xmlns:a="http://schemas.openxmlformats.org/drawingml/2006/main" noGrp="1"/>
          </p:cNvSpPr>
          <p:nvPr/>
        </p:nvSpPr>
        <p:spPr>
          <a:xfrm xmlns:a="http://schemas.openxmlformats.org/drawingml/2006/main">
            <a:off x="8096250" y="4057650"/>
            <a:ext cx="29337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每条建议都能回指规则与数据点</a:t>
            </a:r>
          </a:p>
        </p:txBody>
      </p:sp>
      <p:sp>
        <p:nvSpPr>
          <p:cNvPr id="92" name="">
            <a:extLst xmlns:a="http://schemas.openxmlformats.org/drawingml/2006/main">
              <a:ext uri="{FF2B5EF4-FFF2-40B4-BE49-F238E27FC236}">
                <a16:creationId xmlns:a16="http://schemas.microsoft.com/office/drawing/2014/main" id="{960F6EB3-FFBE-4B95-9B1F-F08FBB055301}"/>
              </a:ext>
            </a:extLst>
          </p:cNvPr>
          <p:cNvSpPr>
            <a:spLocks xmlns:a="http://schemas.openxmlformats.org/drawingml/2006/main" noGrp="1"/>
          </p:cNvSpPr>
          <p:nvPr/>
        </p:nvSpPr>
        <p:spPr>
          <a:xfrm xmlns:a="http://schemas.openxmlformats.org/drawingml/2006/main">
            <a:off x="742950" y="4667250"/>
            <a:ext cx="1238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FFD24A"/>
                </a:solidFill>
                <a:latin typeface="Bahnschrift"/>
                <a:ea typeface="Bahnschrift"/>
                <a:cs typeface="Bahnschrift"/>
              </a:defRPr>
            </a:pPr>
            <a:r>
              <a:rPr sz="2025" b="1">
                <a:solidFill>
                  <a:srgbClr val="FFD24A"/>
                </a:solidFill>
                <a:latin typeface="Bahnschrift"/>
                <a:ea typeface="Bahnschrift"/>
                <a:cs typeface="Bahnschrift"/>
              </a:rPr>
              <a:t>75</a:t>
            </a:r>
          </a:p>
        </p:txBody>
      </p:sp>
      <p:sp>
        <p:nvSpPr>
          <p:cNvPr id="93" name="">
            <a:extLst xmlns:a="http://schemas.openxmlformats.org/drawingml/2006/main">
              <a:ext uri="{FF2B5EF4-FFF2-40B4-BE49-F238E27FC236}">
                <a16:creationId xmlns:a16="http://schemas.microsoft.com/office/drawing/2014/main" id="{E9B577B5-7553-4659-B420-A24966D763FC}"/>
              </a:ext>
            </a:extLst>
          </p:cNvPr>
          <p:cNvSpPr>
            <a:spLocks xmlns:a="http://schemas.openxmlformats.org/drawingml/2006/main" noGrp="1"/>
          </p:cNvSpPr>
          <p:nvPr/>
        </p:nvSpPr>
        <p:spPr>
          <a:xfrm xmlns:a="http://schemas.openxmlformats.org/drawingml/2006/main">
            <a:off x="1485900" y="4724400"/>
            <a:ext cx="1905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a:solidFill>
                  <a:srgbClr val="C6DDFF"/>
                </a:solidFill>
                <a:latin typeface="微软雅黑"/>
                <a:ea typeface="微软雅黑"/>
                <a:cs typeface="微软雅黑"/>
              </a:defRPr>
            </a:pPr>
            <a:r>
              <a:rPr sz="938" b="0">
                <a:solidFill>
                  <a:srgbClr val="C6DDFF"/>
                </a:solidFill>
                <a:latin typeface="微软雅黑"/>
                <a:ea typeface="微软雅黑"/>
                <a:cs typeface="微软雅黑"/>
              </a:rPr>
              <a:t>在线接口</a:t>
            </a:r>
          </a:p>
        </p:txBody>
      </p:sp>
      <p:sp>
        <p:nvSpPr>
          <p:cNvPr id="94" name="">
            <a:extLst xmlns:a="http://schemas.openxmlformats.org/drawingml/2006/main">
              <a:ext uri="{FF2B5EF4-FFF2-40B4-BE49-F238E27FC236}">
                <a16:creationId xmlns:a16="http://schemas.microsoft.com/office/drawing/2014/main" id="{46AFBC0B-D2BD-4BFB-9FA3-E3353AA93699}"/>
              </a:ext>
            </a:extLst>
          </p:cNvPr>
          <p:cNvSpPr>
            <a:spLocks xmlns:a="http://schemas.openxmlformats.org/drawingml/2006/main" noGrp="1"/>
          </p:cNvSpPr>
          <p:nvPr/>
        </p:nvSpPr>
        <p:spPr>
          <a:xfrm xmlns:a="http://schemas.openxmlformats.org/drawingml/2006/main">
            <a:off x="3600450" y="4667250"/>
            <a:ext cx="1238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FFD24A"/>
                </a:solidFill>
                <a:latin typeface="Bahnschrift"/>
                <a:ea typeface="Bahnschrift"/>
                <a:cs typeface="Bahnschrift"/>
              </a:defRPr>
            </a:pPr>
            <a:r>
              <a:rPr sz="2025" b="1">
                <a:solidFill>
                  <a:srgbClr val="FFD24A"/>
                </a:solidFill>
                <a:latin typeface="Bahnschrift"/>
                <a:ea typeface="Bahnschrift"/>
                <a:cs typeface="Bahnschrift"/>
              </a:rPr>
              <a:t>53</a:t>
            </a:r>
          </a:p>
        </p:txBody>
      </p:sp>
      <p:sp>
        <p:nvSpPr>
          <p:cNvPr id="95" name="">
            <a:extLst xmlns:a="http://schemas.openxmlformats.org/drawingml/2006/main">
              <a:ext uri="{FF2B5EF4-FFF2-40B4-BE49-F238E27FC236}">
                <a16:creationId xmlns:a16="http://schemas.microsoft.com/office/drawing/2014/main" id="{C4040EDD-A1EE-4B12-95F7-D2C7B970264B}"/>
              </a:ext>
            </a:extLst>
          </p:cNvPr>
          <p:cNvSpPr>
            <a:spLocks xmlns:a="http://schemas.openxmlformats.org/drawingml/2006/main" noGrp="1"/>
          </p:cNvSpPr>
          <p:nvPr/>
        </p:nvSpPr>
        <p:spPr>
          <a:xfrm xmlns:a="http://schemas.openxmlformats.org/drawingml/2006/main">
            <a:off x="4343400" y="4724400"/>
            <a:ext cx="1905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a:solidFill>
                  <a:srgbClr val="C6DDFF"/>
                </a:solidFill>
                <a:latin typeface="微软雅黑"/>
                <a:ea typeface="微软雅黑"/>
                <a:cs typeface="微软雅黑"/>
              </a:defRPr>
            </a:pPr>
            <a:r>
              <a:rPr sz="938" b="0">
                <a:solidFill>
                  <a:srgbClr val="C6DDFF"/>
                </a:solidFill>
                <a:latin typeface="微软雅黑"/>
                <a:ea typeface="微软雅黑"/>
                <a:cs typeface="微软雅黑"/>
              </a:rPr>
              <a:t>数据库表</a:t>
            </a:r>
          </a:p>
        </p:txBody>
      </p:sp>
      <p:sp>
        <p:nvSpPr>
          <p:cNvPr id="96" name="">
            <a:extLst xmlns:a="http://schemas.openxmlformats.org/drawingml/2006/main">
              <a:ext uri="{FF2B5EF4-FFF2-40B4-BE49-F238E27FC236}">
                <a16:creationId xmlns:a16="http://schemas.microsoft.com/office/drawing/2014/main" id="{8DB419E8-34D1-4F04-B10B-332CAFBD1E43}"/>
              </a:ext>
            </a:extLst>
          </p:cNvPr>
          <p:cNvSpPr>
            <a:spLocks xmlns:a="http://schemas.openxmlformats.org/drawingml/2006/main" noGrp="1"/>
          </p:cNvSpPr>
          <p:nvPr/>
        </p:nvSpPr>
        <p:spPr>
          <a:xfrm xmlns:a="http://schemas.openxmlformats.org/drawingml/2006/main">
            <a:off x="6457950" y="4667250"/>
            <a:ext cx="1238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FFD24A"/>
                </a:solidFill>
                <a:latin typeface="Bahnschrift"/>
                <a:ea typeface="Bahnschrift"/>
                <a:cs typeface="Bahnschrift"/>
              </a:defRPr>
            </a:pPr>
            <a:r>
              <a:rPr sz="2025" b="1">
                <a:solidFill>
                  <a:srgbClr val="FFD24A"/>
                </a:solidFill>
                <a:latin typeface="Bahnschrift"/>
                <a:ea typeface="Bahnschrift"/>
                <a:cs typeface="Bahnschrift"/>
              </a:rPr>
              <a:t>18</a:t>
            </a:r>
          </a:p>
        </p:txBody>
      </p:sp>
      <p:sp>
        <p:nvSpPr>
          <p:cNvPr id="97" name="">
            <a:extLst xmlns:a="http://schemas.openxmlformats.org/drawingml/2006/main">
              <a:ext uri="{FF2B5EF4-FFF2-40B4-BE49-F238E27FC236}">
                <a16:creationId xmlns:a16="http://schemas.microsoft.com/office/drawing/2014/main" id="{B983AA1F-76EE-44A9-90C8-3023C6DDBB2F}"/>
              </a:ext>
            </a:extLst>
          </p:cNvPr>
          <p:cNvSpPr>
            <a:spLocks xmlns:a="http://schemas.openxmlformats.org/drawingml/2006/main" noGrp="1"/>
          </p:cNvSpPr>
          <p:nvPr/>
        </p:nvSpPr>
        <p:spPr>
          <a:xfrm xmlns:a="http://schemas.openxmlformats.org/drawingml/2006/main">
            <a:off x="7200900" y="4724400"/>
            <a:ext cx="1905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a:solidFill>
                  <a:srgbClr val="C6DDFF"/>
                </a:solidFill>
                <a:latin typeface="微软雅黑"/>
                <a:ea typeface="微软雅黑"/>
                <a:cs typeface="微软雅黑"/>
              </a:defRPr>
            </a:pPr>
            <a:r>
              <a:rPr sz="938" b="0">
                <a:solidFill>
                  <a:srgbClr val="C6DDFF"/>
                </a:solidFill>
                <a:latin typeface="微软雅黑"/>
                <a:ea typeface="微软雅黑"/>
                <a:cs typeface="微软雅黑"/>
              </a:rPr>
              <a:t>启用规则</a:t>
            </a:r>
          </a:p>
        </p:txBody>
      </p:sp>
      <p:sp>
        <p:nvSpPr>
          <p:cNvPr id="98" name="">
            <a:extLst xmlns:a="http://schemas.openxmlformats.org/drawingml/2006/main">
              <a:ext uri="{FF2B5EF4-FFF2-40B4-BE49-F238E27FC236}">
                <a16:creationId xmlns:a16="http://schemas.microsoft.com/office/drawing/2014/main" id="{2F634292-0D62-4D67-8114-A059B0CE156A}"/>
              </a:ext>
            </a:extLst>
          </p:cNvPr>
          <p:cNvSpPr>
            <a:spLocks xmlns:a="http://schemas.openxmlformats.org/drawingml/2006/main" noGrp="1"/>
          </p:cNvSpPr>
          <p:nvPr/>
        </p:nvSpPr>
        <p:spPr>
          <a:xfrm xmlns:a="http://schemas.openxmlformats.org/drawingml/2006/main">
            <a:off x="9315450" y="4667250"/>
            <a:ext cx="1238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FFD24A"/>
                </a:solidFill>
                <a:latin typeface="Bahnschrift"/>
                <a:ea typeface="Bahnschrift"/>
                <a:cs typeface="Bahnschrift"/>
              </a:defRPr>
            </a:pPr>
            <a:r>
              <a:rPr sz="2025" b="1">
                <a:solidFill>
                  <a:srgbClr val="FFD24A"/>
                </a:solidFill>
                <a:latin typeface="Bahnschrift"/>
                <a:ea typeface="Bahnschrift"/>
                <a:cs typeface="Bahnschrift"/>
              </a:rPr>
              <a:t>4</a:t>
            </a:r>
          </a:p>
        </p:txBody>
      </p:sp>
      <p:sp>
        <p:nvSpPr>
          <p:cNvPr id="99" name="">
            <a:extLst xmlns:a="http://schemas.openxmlformats.org/drawingml/2006/main">
              <a:ext uri="{FF2B5EF4-FFF2-40B4-BE49-F238E27FC236}">
                <a16:creationId xmlns:a16="http://schemas.microsoft.com/office/drawing/2014/main" id="{773C3ED5-5CE2-49D4-856D-A32796AE54D1}"/>
              </a:ext>
            </a:extLst>
          </p:cNvPr>
          <p:cNvSpPr>
            <a:spLocks xmlns:a="http://schemas.openxmlformats.org/drawingml/2006/main" noGrp="1"/>
          </p:cNvSpPr>
          <p:nvPr/>
        </p:nvSpPr>
        <p:spPr>
          <a:xfrm xmlns:a="http://schemas.openxmlformats.org/drawingml/2006/main">
            <a:off x="10058400" y="4724400"/>
            <a:ext cx="1905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a:solidFill>
                  <a:srgbClr val="C6DDFF"/>
                </a:solidFill>
                <a:latin typeface="微软雅黑"/>
                <a:ea typeface="微软雅黑"/>
                <a:cs typeface="微软雅黑"/>
              </a:defRPr>
            </a:pPr>
            <a:r>
              <a:rPr sz="938" b="0">
                <a:solidFill>
                  <a:srgbClr val="C6DDFF"/>
                </a:solidFill>
                <a:latin typeface="微软雅黑"/>
                <a:ea typeface="微软雅黑"/>
                <a:cs typeface="微软雅黑"/>
              </a:rPr>
              <a:t>类角色</a:t>
            </a:r>
          </a:p>
        </p:txBody>
      </p:sp>
      <p:sp>
        <p:nvSpPr>
          <p:cNvPr id="100" name="">
            <a:extLst xmlns:a="http://schemas.openxmlformats.org/drawingml/2006/main">
              <a:ext uri="{FF2B5EF4-FFF2-40B4-BE49-F238E27FC236}">
                <a16:creationId xmlns:a16="http://schemas.microsoft.com/office/drawing/2014/main" id="{3CFDAB3F-26F2-4670-8B03-9A13F36048BD}"/>
              </a:ext>
            </a:extLst>
          </p:cNvPr>
          <p:cNvSpPr>
            <a:spLocks xmlns:a="http://schemas.openxmlformats.org/drawingml/2006/main" noGrp="1"/>
          </p:cNvSpPr>
          <p:nvPr/>
        </p:nvSpPr>
        <p:spPr>
          <a:xfrm xmlns:a="http://schemas.openxmlformats.org/drawingml/2006/main">
            <a:off x="723900" y="5143500"/>
            <a:ext cx="10744200" cy="9525"/>
          </a:xfrm>
          <a:prstGeom xmlns:a="http://schemas.openxmlformats.org/drawingml/2006/main" prst="rect">
            <a:avLst/>
          </a:prstGeom>
          <a:solidFill xmlns:a="http://schemas.openxmlformats.org/drawingml/2006/main">
            <a:srgbClr val="5FA8E8"/>
          </a:solidFill>
          <a:ln xmlns:a="http://schemas.openxmlformats.org/drawingml/2006/main">
            <a:noFill/>
          </a:ln>
        </p:spPr>
      </p:sp>
      <p:sp>
        <p:nvSpPr>
          <p:cNvPr id="101" name="">
            <a:extLst xmlns:a="http://schemas.openxmlformats.org/drawingml/2006/main">
              <a:ext uri="{FF2B5EF4-FFF2-40B4-BE49-F238E27FC236}">
                <a16:creationId xmlns:a16="http://schemas.microsoft.com/office/drawing/2014/main" id="{2DC7928D-B7EF-44D2-9828-5BC28CA5437B}"/>
              </a:ext>
            </a:extLst>
          </p:cNvPr>
          <p:cNvSpPr>
            <a:spLocks xmlns:a="http://schemas.openxmlformats.org/drawingml/2006/main" noGrp="1"/>
          </p:cNvSpPr>
          <p:nvPr/>
        </p:nvSpPr>
        <p:spPr>
          <a:xfrm xmlns:a="http://schemas.openxmlformats.org/drawingml/2006/main">
            <a:off x="723900" y="5276850"/>
            <a:ext cx="25717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75" b="0">
                <a:solidFill>
                  <a:srgbClr val="9DBEE8"/>
                </a:solidFill>
                <a:latin typeface="微软雅黑"/>
                <a:ea typeface="微软雅黑"/>
                <a:cs typeface="微软雅黑"/>
              </a:defRPr>
            </a:pPr>
            <a:r>
              <a:rPr sz="975" b="0">
                <a:solidFill>
                  <a:srgbClr val="9DBEE8"/>
                </a:solidFill>
                <a:latin typeface="微软雅黑"/>
                <a:ea typeface="微软雅黑"/>
                <a:cs typeface="微软雅黑"/>
              </a:rPr>
              <a:t>参赛单位</a:t>
            </a:r>
          </a:p>
        </p:txBody>
      </p:sp>
      <p:sp>
        <p:nvSpPr>
          <p:cNvPr id="102" name="">
            <a:extLst xmlns:a="http://schemas.openxmlformats.org/drawingml/2006/main">
              <a:ext uri="{FF2B5EF4-FFF2-40B4-BE49-F238E27FC236}">
                <a16:creationId xmlns:a16="http://schemas.microsoft.com/office/drawing/2014/main" id="{B2230E11-22AD-4AF7-AEFD-C1E623C9AEFC}"/>
              </a:ext>
            </a:extLst>
          </p:cNvPr>
          <p:cNvSpPr>
            <a:spLocks xmlns:a="http://schemas.openxmlformats.org/drawingml/2006/main" noGrp="1"/>
          </p:cNvSpPr>
          <p:nvPr/>
        </p:nvSpPr>
        <p:spPr>
          <a:xfrm xmlns:a="http://schemas.openxmlformats.org/drawingml/2006/main">
            <a:off x="723900" y="5524500"/>
            <a:ext cx="2571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广东科技学院</a:t>
            </a:r>
          </a:p>
        </p:txBody>
      </p:sp>
      <p:sp>
        <p:nvSpPr>
          <p:cNvPr id="103" name="">
            <a:extLst xmlns:a="http://schemas.openxmlformats.org/drawingml/2006/main">
              <a:ext uri="{FF2B5EF4-FFF2-40B4-BE49-F238E27FC236}">
                <a16:creationId xmlns:a16="http://schemas.microsoft.com/office/drawing/2014/main" id="{4BC689A6-588A-41E9-BB58-A6C38CDE16B1}"/>
              </a:ext>
            </a:extLst>
          </p:cNvPr>
          <p:cNvSpPr>
            <a:spLocks xmlns:a="http://schemas.openxmlformats.org/drawingml/2006/main" noGrp="1"/>
          </p:cNvSpPr>
          <p:nvPr/>
        </p:nvSpPr>
        <p:spPr>
          <a:xfrm xmlns:a="http://schemas.openxmlformats.org/drawingml/2006/main">
            <a:off x="3467100" y="5276850"/>
            <a:ext cx="25717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75" b="0">
                <a:solidFill>
                  <a:srgbClr val="9DBEE8"/>
                </a:solidFill>
                <a:latin typeface="微软雅黑"/>
                <a:ea typeface="微软雅黑"/>
                <a:cs typeface="微软雅黑"/>
              </a:defRPr>
            </a:pPr>
            <a:r>
              <a:rPr sz="975" b="0">
                <a:solidFill>
                  <a:srgbClr val="9DBEE8"/>
                </a:solidFill>
                <a:latin typeface="微软雅黑"/>
                <a:ea typeface="微软雅黑"/>
                <a:cs typeface="微软雅黑"/>
              </a:rPr>
              <a:t>赛道</a:t>
            </a:r>
          </a:p>
        </p:txBody>
      </p:sp>
      <p:sp>
        <p:nvSpPr>
          <p:cNvPr id="104" name="">
            <a:extLst xmlns:a="http://schemas.openxmlformats.org/drawingml/2006/main">
              <a:ext uri="{FF2B5EF4-FFF2-40B4-BE49-F238E27FC236}">
                <a16:creationId xmlns:a16="http://schemas.microsoft.com/office/drawing/2014/main" id="{6C00E2C4-3FCE-4410-AB4C-16976CD0DDE5}"/>
              </a:ext>
            </a:extLst>
          </p:cNvPr>
          <p:cNvSpPr>
            <a:spLocks xmlns:a="http://schemas.openxmlformats.org/drawingml/2006/main" noGrp="1"/>
          </p:cNvSpPr>
          <p:nvPr/>
        </p:nvSpPr>
        <p:spPr>
          <a:xfrm xmlns:a="http://schemas.openxmlformats.org/drawingml/2006/main">
            <a:off x="3467100" y="5524500"/>
            <a:ext cx="2571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场景创新 </a:t>
            </a:r>
            <a:r>
              <a:rPr sz="1275" b="1">
                <a:solidFill>
                  <a:srgbClr val="FFFFFF"/>
                </a:solidFill>
                <a:latin typeface="微软雅黑"/>
                <a:ea typeface="微软雅黑"/>
                <a:cs typeface="微软雅黑"/>
              </a:rPr>
              <a:t>· </a:t>
            </a:r>
            <a:r>
              <a:rPr sz="1275" b="1">
                <a:solidFill>
                  <a:srgbClr val="FFFFFF"/>
                </a:solidFill>
                <a:latin typeface="微软雅黑"/>
                <a:ea typeface="微软雅黑"/>
                <a:cs typeface="微软雅黑"/>
              </a:rPr>
              <a:t>软件创新</a:t>
            </a:r>
          </a:p>
        </p:txBody>
      </p:sp>
      <p:sp>
        <p:nvSpPr>
          <p:cNvPr id="105" name="">
            <a:extLst xmlns:a="http://schemas.openxmlformats.org/drawingml/2006/main">
              <a:ext uri="{FF2B5EF4-FFF2-40B4-BE49-F238E27FC236}">
                <a16:creationId xmlns:a16="http://schemas.microsoft.com/office/drawing/2014/main" id="{6ED54FCF-D867-4CC2-9710-9FFF71DCC811}"/>
              </a:ext>
            </a:extLst>
          </p:cNvPr>
          <p:cNvSpPr>
            <a:spLocks xmlns:a="http://schemas.openxmlformats.org/drawingml/2006/main" noGrp="1"/>
          </p:cNvSpPr>
          <p:nvPr/>
        </p:nvSpPr>
        <p:spPr>
          <a:xfrm xmlns:a="http://schemas.openxmlformats.org/drawingml/2006/main">
            <a:off x="6210300" y="5276850"/>
            <a:ext cx="25717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75" b="0">
                <a:solidFill>
                  <a:srgbClr val="9DBEE8"/>
                </a:solidFill>
                <a:latin typeface="微软雅黑"/>
                <a:ea typeface="微软雅黑"/>
                <a:cs typeface="微软雅黑"/>
              </a:defRPr>
            </a:pPr>
            <a:r>
              <a:rPr sz="975" b="0">
                <a:solidFill>
                  <a:srgbClr val="9DBEE8"/>
                </a:solidFill>
                <a:latin typeface="微软雅黑"/>
                <a:ea typeface="微软雅黑"/>
                <a:cs typeface="微软雅黑"/>
              </a:rPr>
              <a:t>团队</a:t>
            </a:r>
          </a:p>
        </p:txBody>
      </p:sp>
      <p:sp>
        <p:nvSpPr>
          <p:cNvPr id="106" name="">
            <a:extLst xmlns:a="http://schemas.openxmlformats.org/drawingml/2006/main">
              <a:ext uri="{FF2B5EF4-FFF2-40B4-BE49-F238E27FC236}">
                <a16:creationId xmlns:a16="http://schemas.microsoft.com/office/drawing/2014/main" id="{953DED23-D2C0-4C28-81EF-25AA4874D3D0}"/>
              </a:ext>
            </a:extLst>
          </p:cNvPr>
          <p:cNvSpPr>
            <a:spLocks xmlns:a="http://schemas.openxmlformats.org/drawingml/2006/main" noGrp="1"/>
          </p:cNvSpPr>
          <p:nvPr/>
        </p:nvSpPr>
        <p:spPr>
          <a:xfrm xmlns:a="http://schemas.openxmlformats.org/drawingml/2006/main">
            <a:off x="6210300" y="5524500"/>
            <a:ext cx="2571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逐光造梦</a:t>
            </a:r>
          </a:p>
        </p:txBody>
      </p:sp>
      <p:sp>
        <p:nvSpPr>
          <p:cNvPr id="107" name="">
            <a:extLst xmlns:a="http://schemas.openxmlformats.org/drawingml/2006/main">
              <a:ext uri="{FF2B5EF4-FFF2-40B4-BE49-F238E27FC236}">
                <a16:creationId xmlns:a16="http://schemas.microsoft.com/office/drawing/2014/main" id="{D9E0A172-96A7-450F-A035-39397ECE7B5D}"/>
              </a:ext>
            </a:extLst>
          </p:cNvPr>
          <p:cNvSpPr>
            <a:spLocks xmlns:a="http://schemas.openxmlformats.org/drawingml/2006/main" noGrp="1"/>
          </p:cNvSpPr>
          <p:nvPr/>
        </p:nvSpPr>
        <p:spPr>
          <a:xfrm xmlns:a="http://schemas.openxmlformats.org/drawingml/2006/main">
            <a:off x="8953500" y="5276850"/>
            <a:ext cx="25717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75" b="0">
                <a:solidFill>
                  <a:srgbClr val="9DBEE8"/>
                </a:solidFill>
                <a:latin typeface="微软雅黑"/>
                <a:ea typeface="微软雅黑"/>
                <a:cs typeface="微软雅黑"/>
              </a:defRPr>
            </a:pPr>
            <a:r>
              <a:rPr sz="975" b="0">
                <a:solidFill>
                  <a:srgbClr val="9DBEE8"/>
                </a:solidFill>
                <a:latin typeface="微软雅黑"/>
                <a:ea typeface="微软雅黑"/>
                <a:cs typeface="微软雅黑"/>
              </a:rPr>
              <a:t>指导老师</a:t>
            </a:r>
          </a:p>
        </p:txBody>
      </p:sp>
      <p:sp>
        <p:nvSpPr>
          <p:cNvPr id="108" name="">
            <a:extLst xmlns:a="http://schemas.openxmlformats.org/drawingml/2006/main">
              <a:ext uri="{FF2B5EF4-FFF2-40B4-BE49-F238E27FC236}">
                <a16:creationId xmlns:a16="http://schemas.microsoft.com/office/drawing/2014/main" id="{A4C49217-5E36-4188-895C-EE9DC1B4A976}"/>
              </a:ext>
            </a:extLst>
          </p:cNvPr>
          <p:cNvSpPr>
            <a:spLocks xmlns:a="http://schemas.openxmlformats.org/drawingml/2006/main" noGrp="1"/>
          </p:cNvSpPr>
          <p:nvPr/>
        </p:nvSpPr>
        <p:spPr>
          <a:xfrm xmlns:a="http://schemas.openxmlformats.org/drawingml/2006/main">
            <a:off x="8953500" y="5524500"/>
            <a:ext cx="2571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王洪元 </a:t>
            </a:r>
            <a:r>
              <a:rPr sz="1275" b="1">
                <a:solidFill>
                  <a:srgbClr val="FFFFFF"/>
                </a:solidFill>
                <a:latin typeface="微软雅黑"/>
                <a:ea typeface="微软雅黑"/>
                <a:cs typeface="微软雅黑"/>
              </a:rPr>
              <a:t>· </a:t>
            </a:r>
            <a:r>
              <a:rPr sz="1275" b="1">
                <a:solidFill>
                  <a:srgbClr val="FFFFFF"/>
                </a:solidFill>
                <a:latin typeface="微软雅黑"/>
                <a:ea typeface="微软雅黑"/>
                <a:cs typeface="微软雅黑"/>
              </a:rPr>
              <a:t>钟祖辉</a:t>
            </a:r>
          </a:p>
        </p:txBody>
      </p:sp>
      <p:sp>
        <p:nvSpPr>
          <p:cNvPr id="109" name="">
            <a:extLst xmlns:a="http://schemas.openxmlformats.org/drawingml/2006/main">
              <a:ext uri="{FF2B5EF4-FFF2-40B4-BE49-F238E27FC236}">
                <a16:creationId xmlns:a16="http://schemas.microsoft.com/office/drawing/2014/main" id="{53744232-5E05-47FA-BABD-8322AEEFAC90}"/>
              </a:ext>
            </a:extLst>
          </p:cNvPr>
          <p:cNvSpPr>
            <a:spLocks xmlns:a="http://schemas.openxmlformats.org/drawingml/2006/main" noGrp="1"/>
          </p:cNvSpPr>
          <p:nvPr/>
        </p:nvSpPr>
        <p:spPr>
          <a:xfrm xmlns:a="http://schemas.openxmlformats.org/drawingml/2006/main">
            <a:off x="723900" y="5962650"/>
            <a:ext cx="10744200" cy="514350"/>
          </a:xfrm>
          <a:prstGeom xmlns:a="http://schemas.openxmlformats.org/drawingml/2006/main" prst="roundRect">
            <a:avLst>
              <a:gd name="adj" fmla="val 16667"/>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110" name="">
            <a:extLst xmlns:a="http://schemas.openxmlformats.org/drawingml/2006/main">
              <a:ext uri="{FF2B5EF4-FFF2-40B4-BE49-F238E27FC236}">
                <a16:creationId xmlns:a16="http://schemas.microsoft.com/office/drawing/2014/main" id="{0F7CB448-429B-43F1-A9BA-84C1B07C4F6E}"/>
              </a:ext>
            </a:extLst>
          </p:cNvPr>
          <p:cNvSpPr>
            <a:spLocks xmlns:a="http://schemas.openxmlformats.org/drawingml/2006/main" noGrp="1"/>
          </p:cNvSpPr>
          <p:nvPr/>
        </p:nvSpPr>
        <p:spPr>
          <a:xfrm xmlns:a="http://schemas.openxmlformats.org/drawingml/2006/main">
            <a:off x="742950" y="6019800"/>
            <a:ext cx="38100" cy="40005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11" name="">
            <a:extLst xmlns:a="http://schemas.openxmlformats.org/drawingml/2006/main">
              <a:ext uri="{FF2B5EF4-FFF2-40B4-BE49-F238E27FC236}">
                <a16:creationId xmlns:a16="http://schemas.microsoft.com/office/drawing/2014/main" id="{9F3722EF-0DD0-494B-AB41-DC4A1E74AAB3}"/>
              </a:ext>
            </a:extLst>
          </p:cNvPr>
          <p:cNvSpPr>
            <a:spLocks xmlns:a="http://schemas.openxmlformats.org/drawingml/2006/main" noGrp="1"/>
          </p:cNvSpPr>
          <p:nvPr/>
        </p:nvSpPr>
        <p:spPr>
          <a:xfrm xmlns:a="http://schemas.openxmlformats.org/drawingml/2006/main">
            <a:off x="952500" y="5962650"/>
            <a:ext cx="1028700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125" b="0">
                <a:solidFill>
                  <a:srgbClr val="EEF5FF"/>
                </a:solidFill>
                <a:latin typeface="微软雅黑"/>
                <a:ea typeface="微软雅黑"/>
                <a:cs typeface="微软雅黑"/>
              </a:defRPr>
            </a:pPr>
            <a:r>
              <a:rPr sz="1125" b="0">
                <a:solidFill>
                  <a:srgbClr val="EEF5FF"/>
                </a:solidFill>
                <a:latin typeface="微软雅黑"/>
                <a:ea typeface="微软雅黑"/>
                <a:cs typeface="微软雅黑"/>
              </a:rPr>
              <a:t>一句话定位：把变电运维的每一次培训投入，变成算得清、追得到、能上岗的能力数据。</a:t>
            </a:r>
          </a:p>
        </p:txBody>
      </p:sp>
    </p:spTree>
    <p:extLst>
      <p:ext uri="{BB962C8B-B14F-4D97-AF65-F5344CB8AC3E}">
        <p14:creationId xmlns:p14="http://schemas.microsoft.com/office/powerpoint/2010/main" val="765661704"/>
      </p:ext>
    </p:extLst>
  </p:cSld>
</p:sld>
</file>

<file path=ppt/slides/slide2.xml><?xml version="1.0" encoding="utf-8"?>
<p:sld xmlns:p="http://schemas.openxmlformats.org/presentationml/2006/main">
  <p:cSld>
    <p:bg>
      <p:bgPr>
        <a:gradFill xmlns:a="http://schemas.openxmlformats.org/drawingml/2006/main">
          <a:gsLst>
            <a:gs pos="0">
              <a:srgbClr val="0B3D8F"/>
            </a:gs>
            <a:gs pos="100000">
              <a:srgbClr val="0A2A66"/>
            </a:gs>
          </a:gsLst>
          <a:lin ang="8100000"/>
        </a:gradFill>
      </p:bgPr>
    </p:bg>
    <p:spTree>
      <p:nvGrpSpPr>
        <p:cNvPr id="1" name=""/>
        <p:cNvGrpSpPr/>
        <p:nvPr/>
      </p:nvGrpSpPr>
      <p:grpSpPr>
        <a:xfrm xmlns:a="http://schemas.openxmlformats.org/drawingml/2006/main"/>
      </p:grpSpPr>
      <p:pic>
        <p:nvPicPr>
          <p:cNvPr id="223" name=""/>
          <p:cNvPicPr>
            <a:picLocks xmlns:a="http://schemas.openxmlformats.org/drawingml/2006/main" noChangeAspect="1"/>
          </p:cNvPicPr>
          <p:nvPr/>
        </p:nvPicPr>
        <p:blipFill>
          <a:blip xmlns:r="http://schemas.openxmlformats.org/officeDocument/2006/relationships" xmlns:a="http://schemas.openxmlformats.org/drawingml/2006/main" r:embed="R631583de02cb429f"/>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BA988A5-5BDA-4D84-8A7C-1E91EFDB450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966DD6BA-56E9-466F-A72A-F238885159AF}"/>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728EFB0B-5F95-474B-A8B8-51F02771DDD1}"/>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443BC0FB-20E3-4AF7-A9E5-5B748AA3A0EA}"/>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579CD035-9AF0-44DB-B570-2E32E6B20D0C}"/>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1F5379FF-1574-4DA7-B960-87ABA678F711}"/>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04FFFB11-C971-4BF4-B19F-D668D4A066CB}"/>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2AB9EFC5-40C6-41A1-AB38-87DDAD096B11}"/>
              </a:ext>
            </a:extLst>
          </p:cNvPr>
          <p:cNvSpPr>
            <a:spLocks xmlns:a="http://schemas.openxmlformats.org/drawingml/2006/main" noGrp="1"/>
          </p:cNvSpPr>
          <p:nvPr/>
        </p:nvSpPr>
        <p:spPr>
          <a:xfrm xmlns:a="http://schemas.openxmlformats.org/drawingml/2006/main">
            <a:off x="8001000" y="0"/>
            <a:ext cx="4191000" cy="3333750"/>
          </a:xfrm>
          <a:prstGeom xmlns:a="http://schemas.openxmlformats.org/drawingml/2006/main" prst="ellipse">
            <a:avLst/>
          </a:prstGeom>
          <a:gradFill xmlns:a="http://schemas.openxmlformats.org/drawingml/2006/main">
            <a:gsLst>
              <a:gs pos="0">
                <a:srgbClr val="2E86E0">
                  <a:alpha val="15000"/>
                </a:srgbClr>
              </a:gs>
              <a:gs pos="45000">
                <a:srgbClr val="2E86E0">
                  <a:alpha val="6000"/>
                </a:srgbClr>
              </a:gs>
              <a:gs pos="100000">
                <a:srgbClr val="2E86E0">
                  <a:alpha val="0"/>
                </a:srgbClr>
              </a:gs>
            </a:gsLst>
            <a:path path="shape"/>
          </a:gradFill>
          <a:ln xmlns:a="http://schemas.openxmlformats.org/drawingml/2006/main">
            <a:noFill/>
          </a:ln>
        </p:spPr>
      </p:sp>
      <p:sp>
        <p:nvSpPr>
          <p:cNvPr id="10" name="">
            <a:extLst xmlns:a="http://schemas.openxmlformats.org/drawingml/2006/main">
              <a:ext uri="{FF2B5EF4-FFF2-40B4-BE49-F238E27FC236}">
                <a16:creationId xmlns:a16="http://schemas.microsoft.com/office/drawing/2014/main" id="{1DB0ED50-7743-4B3A-BD88-F42A55D696FE}"/>
              </a:ext>
            </a:extLst>
          </p:cNvPr>
          <p:cNvSpPr>
            <a:spLocks xmlns:a="http://schemas.openxmlformats.org/drawingml/2006/main" noGrp="1"/>
          </p:cNvSpPr>
          <p:nvPr/>
        </p:nvSpPr>
        <p:spPr>
          <a:xfrm xmlns:a="http://schemas.openxmlformats.org/drawingml/2006/main">
            <a:off x="0" y="4000500"/>
            <a:ext cx="2857500" cy="2857500"/>
          </a:xfrm>
          <a:prstGeom xmlns:a="http://schemas.openxmlformats.org/drawingml/2006/main" prst="ellipse">
            <a:avLst/>
          </a:prstGeom>
          <a:gradFill xmlns:a="http://schemas.openxmlformats.org/drawingml/2006/main">
            <a:gsLst>
              <a:gs pos="0">
                <a:srgbClr val="4FD8FF">
                  <a:alpha val="11000"/>
                </a:srgbClr>
              </a:gs>
              <a:gs pos="45000">
                <a:srgbClr val="4FD8FF">
                  <a:alpha val="4000"/>
                </a:srgbClr>
              </a:gs>
              <a:gs pos="100000">
                <a:srgbClr val="4FD8FF">
                  <a:alpha val="0"/>
                </a:srgbClr>
              </a:gs>
            </a:gsLst>
            <a:path path="shape"/>
          </a:gra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F36195FA-0CC5-416A-8D4D-B6DCD570CEE7}"/>
              </a:ext>
            </a:extLst>
          </p:cNvPr>
          <p:cNvSpPr>
            <a:spLocks xmlns:a="http://schemas.openxmlformats.org/drawingml/2006/main" noGrp="1"/>
          </p:cNvSpPr>
          <p:nvPr/>
        </p:nvSpPr>
        <p:spPr>
          <a:xfrm xmlns:a="http://schemas.openxmlformats.org/drawingml/2006/main">
            <a:off x="10325100" y="44767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0D5D7E7B-788D-4F25-BB3A-E97D36CB5EAA}"/>
              </a:ext>
            </a:extLst>
          </p:cNvPr>
          <p:cNvSpPr>
            <a:spLocks xmlns:a="http://schemas.openxmlformats.org/drawingml/2006/main" noGrp="1"/>
          </p:cNvSpPr>
          <p:nvPr/>
        </p:nvSpPr>
        <p:spPr>
          <a:xfrm xmlns:a="http://schemas.openxmlformats.org/drawingml/2006/main">
            <a:off x="10325100" y="46291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B866991E-7C21-4EE5-823E-374DC9B5381A}"/>
              </a:ext>
            </a:extLst>
          </p:cNvPr>
          <p:cNvSpPr>
            <a:spLocks xmlns:a="http://schemas.openxmlformats.org/drawingml/2006/main" noGrp="1"/>
          </p:cNvSpPr>
          <p:nvPr/>
        </p:nvSpPr>
        <p:spPr>
          <a:xfrm xmlns:a="http://schemas.openxmlformats.org/drawingml/2006/main">
            <a:off x="10325100" y="47815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14" name="">
            <a:extLst xmlns:a="http://schemas.openxmlformats.org/drawingml/2006/main">
              <a:ext uri="{FF2B5EF4-FFF2-40B4-BE49-F238E27FC236}">
                <a16:creationId xmlns:a16="http://schemas.microsoft.com/office/drawing/2014/main" id="{CA12B59C-8027-4F27-B11A-07B880E2C1E0}"/>
              </a:ext>
            </a:extLst>
          </p:cNvPr>
          <p:cNvSpPr>
            <a:spLocks xmlns:a="http://schemas.openxmlformats.org/drawingml/2006/main" noGrp="1"/>
          </p:cNvSpPr>
          <p:nvPr/>
        </p:nvSpPr>
        <p:spPr>
          <a:xfrm xmlns:a="http://schemas.openxmlformats.org/drawingml/2006/main">
            <a:off x="10477500" y="44767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15" name="">
            <a:extLst xmlns:a="http://schemas.openxmlformats.org/drawingml/2006/main">
              <a:ext uri="{FF2B5EF4-FFF2-40B4-BE49-F238E27FC236}">
                <a16:creationId xmlns:a16="http://schemas.microsoft.com/office/drawing/2014/main" id="{E31DDCF3-1A16-49D8-9751-F1F214415654}"/>
              </a:ext>
            </a:extLst>
          </p:cNvPr>
          <p:cNvSpPr>
            <a:spLocks xmlns:a="http://schemas.openxmlformats.org/drawingml/2006/main" noGrp="1"/>
          </p:cNvSpPr>
          <p:nvPr/>
        </p:nvSpPr>
        <p:spPr>
          <a:xfrm xmlns:a="http://schemas.openxmlformats.org/drawingml/2006/main">
            <a:off x="10477500" y="46291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16" name="">
            <a:extLst xmlns:a="http://schemas.openxmlformats.org/drawingml/2006/main">
              <a:ext uri="{FF2B5EF4-FFF2-40B4-BE49-F238E27FC236}">
                <a16:creationId xmlns:a16="http://schemas.microsoft.com/office/drawing/2014/main" id="{DEC026C0-1614-4966-99A8-3713DA9D6D3E}"/>
              </a:ext>
            </a:extLst>
          </p:cNvPr>
          <p:cNvSpPr>
            <a:spLocks xmlns:a="http://schemas.openxmlformats.org/drawingml/2006/main" noGrp="1"/>
          </p:cNvSpPr>
          <p:nvPr/>
        </p:nvSpPr>
        <p:spPr>
          <a:xfrm xmlns:a="http://schemas.openxmlformats.org/drawingml/2006/main">
            <a:off x="10477500" y="47815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17BFE185-BCF2-4F19-8AA5-2CD47CA79BD4}"/>
              </a:ext>
            </a:extLst>
          </p:cNvPr>
          <p:cNvSpPr>
            <a:spLocks xmlns:a="http://schemas.openxmlformats.org/drawingml/2006/main" noGrp="1"/>
          </p:cNvSpPr>
          <p:nvPr/>
        </p:nvSpPr>
        <p:spPr>
          <a:xfrm xmlns:a="http://schemas.openxmlformats.org/drawingml/2006/main">
            <a:off x="10629900" y="44767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18" name="">
            <a:extLst xmlns:a="http://schemas.openxmlformats.org/drawingml/2006/main">
              <a:ext uri="{FF2B5EF4-FFF2-40B4-BE49-F238E27FC236}">
                <a16:creationId xmlns:a16="http://schemas.microsoft.com/office/drawing/2014/main" id="{10F578C6-F78F-43DF-AEC9-4E4C4A627A12}"/>
              </a:ext>
            </a:extLst>
          </p:cNvPr>
          <p:cNvSpPr>
            <a:spLocks xmlns:a="http://schemas.openxmlformats.org/drawingml/2006/main" noGrp="1"/>
          </p:cNvSpPr>
          <p:nvPr/>
        </p:nvSpPr>
        <p:spPr>
          <a:xfrm xmlns:a="http://schemas.openxmlformats.org/drawingml/2006/main">
            <a:off x="10629900" y="46291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8878A944-B0C6-41BE-9B1C-89F776480464}"/>
              </a:ext>
            </a:extLst>
          </p:cNvPr>
          <p:cNvSpPr>
            <a:spLocks xmlns:a="http://schemas.openxmlformats.org/drawingml/2006/main" noGrp="1"/>
          </p:cNvSpPr>
          <p:nvPr/>
        </p:nvSpPr>
        <p:spPr>
          <a:xfrm xmlns:a="http://schemas.openxmlformats.org/drawingml/2006/main">
            <a:off x="10629900" y="47815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20" name="">
            <a:extLst xmlns:a="http://schemas.openxmlformats.org/drawingml/2006/main">
              <a:ext uri="{FF2B5EF4-FFF2-40B4-BE49-F238E27FC236}">
                <a16:creationId xmlns:a16="http://schemas.microsoft.com/office/drawing/2014/main" id="{16993750-ADF6-4825-BFF5-97747FC31D43}"/>
              </a:ext>
            </a:extLst>
          </p:cNvPr>
          <p:cNvSpPr>
            <a:spLocks xmlns:a="http://schemas.openxmlformats.org/drawingml/2006/main" noGrp="1"/>
          </p:cNvSpPr>
          <p:nvPr/>
        </p:nvSpPr>
        <p:spPr>
          <a:xfrm xmlns:a="http://schemas.openxmlformats.org/drawingml/2006/main">
            <a:off x="10782300" y="44767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21" name="">
            <a:extLst xmlns:a="http://schemas.openxmlformats.org/drawingml/2006/main">
              <a:ext uri="{FF2B5EF4-FFF2-40B4-BE49-F238E27FC236}">
                <a16:creationId xmlns:a16="http://schemas.microsoft.com/office/drawing/2014/main" id="{2D17EAB9-84B8-4846-AB02-D1C927E32896}"/>
              </a:ext>
            </a:extLst>
          </p:cNvPr>
          <p:cNvSpPr>
            <a:spLocks xmlns:a="http://schemas.openxmlformats.org/drawingml/2006/main" noGrp="1"/>
          </p:cNvSpPr>
          <p:nvPr/>
        </p:nvSpPr>
        <p:spPr>
          <a:xfrm xmlns:a="http://schemas.openxmlformats.org/drawingml/2006/main">
            <a:off x="10782300" y="46291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3410AAEE-56CF-4B11-97BD-B5EC736EC4AC}"/>
              </a:ext>
            </a:extLst>
          </p:cNvPr>
          <p:cNvSpPr>
            <a:spLocks xmlns:a="http://schemas.openxmlformats.org/drawingml/2006/main" noGrp="1"/>
          </p:cNvSpPr>
          <p:nvPr/>
        </p:nvSpPr>
        <p:spPr>
          <a:xfrm xmlns:a="http://schemas.openxmlformats.org/drawingml/2006/main">
            <a:off x="10782300" y="47815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23" name="">
            <a:extLst xmlns:a="http://schemas.openxmlformats.org/drawingml/2006/main">
              <a:ext uri="{FF2B5EF4-FFF2-40B4-BE49-F238E27FC236}">
                <a16:creationId xmlns:a16="http://schemas.microsoft.com/office/drawing/2014/main" id="{7C07A785-3536-4310-9707-3902323209D4}"/>
              </a:ext>
            </a:extLst>
          </p:cNvPr>
          <p:cNvSpPr>
            <a:spLocks xmlns:a="http://schemas.openxmlformats.org/drawingml/2006/main" noGrp="1"/>
          </p:cNvSpPr>
          <p:nvPr/>
        </p:nvSpPr>
        <p:spPr>
          <a:xfrm xmlns:a="http://schemas.openxmlformats.org/drawingml/2006/main">
            <a:off x="10934700" y="44767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24" name="">
            <a:extLst xmlns:a="http://schemas.openxmlformats.org/drawingml/2006/main">
              <a:ext uri="{FF2B5EF4-FFF2-40B4-BE49-F238E27FC236}">
                <a16:creationId xmlns:a16="http://schemas.microsoft.com/office/drawing/2014/main" id="{316FDA61-5C17-434F-9F39-D951C550B774}"/>
              </a:ext>
            </a:extLst>
          </p:cNvPr>
          <p:cNvSpPr>
            <a:spLocks xmlns:a="http://schemas.openxmlformats.org/drawingml/2006/main" noGrp="1"/>
          </p:cNvSpPr>
          <p:nvPr/>
        </p:nvSpPr>
        <p:spPr>
          <a:xfrm xmlns:a="http://schemas.openxmlformats.org/drawingml/2006/main">
            <a:off x="10934700" y="46291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25" name="">
            <a:extLst xmlns:a="http://schemas.openxmlformats.org/drawingml/2006/main">
              <a:ext uri="{FF2B5EF4-FFF2-40B4-BE49-F238E27FC236}">
                <a16:creationId xmlns:a16="http://schemas.microsoft.com/office/drawing/2014/main" id="{066CAD63-2EC9-40FD-979F-79B809AFFA40}"/>
              </a:ext>
            </a:extLst>
          </p:cNvPr>
          <p:cNvSpPr>
            <a:spLocks xmlns:a="http://schemas.openxmlformats.org/drawingml/2006/main" noGrp="1"/>
          </p:cNvSpPr>
          <p:nvPr/>
        </p:nvSpPr>
        <p:spPr>
          <a:xfrm xmlns:a="http://schemas.openxmlformats.org/drawingml/2006/main">
            <a:off x="10934700" y="47815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26" name="">
            <a:extLst xmlns:a="http://schemas.openxmlformats.org/drawingml/2006/main">
              <a:ext uri="{FF2B5EF4-FFF2-40B4-BE49-F238E27FC236}">
                <a16:creationId xmlns:a16="http://schemas.microsoft.com/office/drawing/2014/main" id="{04FB3061-0D55-472D-B038-CC2F35083654}"/>
              </a:ext>
            </a:extLst>
          </p:cNvPr>
          <p:cNvSpPr>
            <a:spLocks xmlns:a="http://schemas.openxmlformats.org/drawingml/2006/main" noGrp="1"/>
          </p:cNvSpPr>
          <p:nvPr/>
        </p:nvSpPr>
        <p:spPr>
          <a:xfrm xmlns:a="http://schemas.openxmlformats.org/drawingml/2006/main">
            <a:off x="571500" y="6324600"/>
            <a:ext cx="20955" cy="20955"/>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27" name="">
            <a:extLst xmlns:a="http://schemas.openxmlformats.org/drawingml/2006/main">
              <a:ext uri="{FF2B5EF4-FFF2-40B4-BE49-F238E27FC236}">
                <a16:creationId xmlns:a16="http://schemas.microsoft.com/office/drawing/2014/main" id="{4450D0E9-1E7B-43DC-9947-E284A4DFD41A}"/>
              </a:ext>
            </a:extLst>
          </p:cNvPr>
          <p:cNvSpPr>
            <a:spLocks xmlns:a="http://schemas.openxmlformats.org/drawingml/2006/main" noGrp="1"/>
          </p:cNvSpPr>
          <p:nvPr/>
        </p:nvSpPr>
        <p:spPr>
          <a:xfrm xmlns:a="http://schemas.openxmlformats.org/drawingml/2006/main">
            <a:off x="571500" y="6429375"/>
            <a:ext cx="20955" cy="20955"/>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28" name="">
            <a:extLst xmlns:a="http://schemas.openxmlformats.org/drawingml/2006/main">
              <a:ext uri="{FF2B5EF4-FFF2-40B4-BE49-F238E27FC236}">
                <a16:creationId xmlns:a16="http://schemas.microsoft.com/office/drawing/2014/main" id="{B7A2BCC2-CB5B-4542-A2D1-AD9737275063}"/>
              </a:ext>
            </a:extLst>
          </p:cNvPr>
          <p:cNvSpPr>
            <a:spLocks xmlns:a="http://schemas.openxmlformats.org/drawingml/2006/main" noGrp="1"/>
          </p:cNvSpPr>
          <p:nvPr/>
        </p:nvSpPr>
        <p:spPr>
          <a:xfrm xmlns:a="http://schemas.openxmlformats.org/drawingml/2006/main">
            <a:off x="676275" y="6324600"/>
            <a:ext cx="20955" cy="20955"/>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29" name="">
            <a:extLst xmlns:a="http://schemas.openxmlformats.org/drawingml/2006/main">
              <a:ext uri="{FF2B5EF4-FFF2-40B4-BE49-F238E27FC236}">
                <a16:creationId xmlns:a16="http://schemas.microsoft.com/office/drawing/2014/main" id="{5538AFD2-9A4A-42E5-A8EE-C058378C4F42}"/>
              </a:ext>
            </a:extLst>
          </p:cNvPr>
          <p:cNvSpPr>
            <a:spLocks xmlns:a="http://schemas.openxmlformats.org/drawingml/2006/main" noGrp="1"/>
          </p:cNvSpPr>
          <p:nvPr/>
        </p:nvSpPr>
        <p:spPr>
          <a:xfrm xmlns:a="http://schemas.openxmlformats.org/drawingml/2006/main">
            <a:off x="676275" y="6429375"/>
            <a:ext cx="20955" cy="20955"/>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30" name="">
            <a:extLst xmlns:a="http://schemas.openxmlformats.org/drawingml/2006/main">
              <a:ext uri="{FF2B5EF4-FFF2-40B4-BE49-F238E27FC236}">
                <a16:creationId xmlns:a16="http://schemas.microsoft.com/office/drawing/2014/main" id="{85CA83DA-2E68-430A-8A65-F5DE4D224B9E}"/>
              </a:ext>
            </a:extLst>
          </p:cNvPr>
          <p:cNvSpPr>
            <a:spLocks xmlns:a="http://schemas.openxmlformats.org/drawingml/2006/main" noGrp="1"/>
          </p:cNvSpPr>
          <p:nvPr/>
        </p:nvSpPr>
        <p:spPr>
          <a:xfrm xmlns:a="http://schemas.openxmlformats.org/drawingml/2006/main">
            <a:off x="781050" y="6324600"/>
            <a:ext cx="20955" cy="20955"/>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31" name="">
            <a:extLst xmlns:a="http://schemas.openxmlformats.org/drawingml/2006/main">
              <a:ext uri="{FF2B5EF4-FFF2-40B4-BE49-F238E27FC236}">
                <a16:creationId xmlns:a16="http://schemas.microsoft.com/office/drawing/2014/main" id="{EBE9315D-A325-4FCE-B1F4-85BE006D319E}"/>
              </a:ext>
            </a:extLst>
          </p:cNvPr>
          <p:cNvSpPr>
            <a:spLocks xmlns:a="http://schemas.openxmlformats.org/drawingml/2006/main" noGrp="1"/>
          </p:cNvSpPr>
          <p:nvPr/>
        </p:nvSpPr>
        <p:spPr>
          <a:xfrm xmlns:a="http://schemas.openxmlformats.org/drawingml/2006/main">
            <a:off x="781050" y="6429375"/>
            <a:ext cx="20955" cy="20955"/>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32" name="">
            <a:extLst xmlns:a="http://schemas.openxmlformats.org/drawingml/2006/main">
              <a:ext uri="{FF2B5EF4-FFF2-40B4-BE49-F238E27FC236}">
                <a16:creationId xmlns:a16="http://schemas.microsoft.com/office/drawing/2014/main" id="{5B8B4FFC-F501-4E24-B6D1-31A052722B84}"/>
              </a:ext>
            </a:extLst>
          </p:cNvPr>
          <p:cNvSpPr>
            <a:spLocks xmlns:a="http://schemas.openxmlformats.org/drawingml/2006/main" noGrp="1"/>
          </p:cNvSpPr>
          <p:nvPr/>
        </p:nvSpPr>
        <p:spPr>
          <a:xfrm xmlns:a="http://schemas.openxmlformats.org/drawingml/2006/main">
            <a:off x="885825" y="6324600"/>
            <a:ext cx="20955" cy="20955"/>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33" name="">
            <a:extLst xmlns:a="http://schemas.openxmlformats.org/drawingml/2006/main">
              <a:ext uri="{FF2B5EF4-FFF2-40B4-BE49-F238E27FC236}">
                <a16:creationId xmlns:a16="http://schemas.microsoft.com/office/drawing/2014/main" id="{5E350CEC-9565-44F9-92DA-DD615F308DCD}"/>
              </a:ext>
            </a:extLst>
          </p:cNvPr>
          <p:cNvSpPr>
            <a:spLocks xmlns:a="http://schemas.openxmlformats.org/drawingml/2006/main" noGrp="1"/>
          </p:cNvSpPr>
          <p:nvPr/>
        </p:nvSpPr>
        <p:spPr>
          <a:xfrm xmlns:a="http://schemas.openxmlformats.org/drawingml/2006/main">
            <a:off x="885825" y="6429375"/>
            <a:ext cx="20955" cy="20955"/>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34" name="">
            <a:extLst xmlns:a="http://schemas.openxmlformats.org/drawingml/2006/main">
              <a:ext uri="{FF2B5EF4-FFF2-40B4-BE49-F238E27FC236}">
                <a16:creationId xmlns:a16="http://schemas.microsoft.com/office/drawing/2014/main" id="{6378FD1C-9952-4766-9265-8B75AB2518ED}"/>
              </a:ext>
            </a:extLst>
          </p:cNvPr>
          <p:cNvSpPr>
            <a:spLocks xmlns:a="http://schemas.openxmlformats.org/drawingml/2006/main" noGrp="1"/>
          </p:cNvSpPr>
          <p:nvPr/>
        </p:nvSpPr>
        <p:spPr>
          <a:xfrm xmlns:a="http://schemas.openxmlformats.org/drawingml/2006/main">
            <a:off x="990600" y="6324600"/>
            <a:ext cx="20955" cy="20955"/>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35" name="">
            <a:extLst xmlns:a="http://schemas.openxmlformats.org/drawingml/2006/main">
              <a:ext uri="{FF2B5EF4-FFF2-40B4-BE49-F238E27FC236}">
                <a16:creationId xmlns:a16="http://schemas.microsoft.com/office/drawing/2014/main" id="{24501381-9BAA-488D-B703-4D3DD7F0B0DA}"/>
              </a:ext>
            </a:extLst>
          </p:cNvPr>
          <p:cNvSpPr>
            <a:spLocks xmlns:a="http://schemas.openxmlformats.org/drawingml/2006/main" noGrp="1"/>
          </p:cNvSpPr>
          <p:nvPr/>
        </p:nvSpPr>
        <p:spPr>
          <a:xfrm xmlns:a="http://schemas.openxmlformats.org/drawingml/2006/main">
            <a:off x="990600" y="6429375"/>
            <a:ext cx="20955" cy="20955"/>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36" name="">
            <a:extLst xmlns:a="http://schemas.openxmlformats.org/drawingml/2006/main">
              <a:ext uri="{FF2B5EF4-FFF2-40B4-BE49-F238E27FC236}">
                <a16:creationId xmlns:a16="http://schemas.microsoft.com/office/drawing/2014/main" id="{0B06B4F0-7EB7-48D5-A7BE-733A740066FA}"/>
              </a:ext>
            </a:extLst>
          </p:cNvPr>
          <p:cNvSpPr>
            <a:spLocks xmlns:a="http://schemas.openxmlformats.org/drawingml/2006/main" noGrp="1"/>
          </p:cNvSpPr>
          <p:nvPr/>
        </p:nvSpPr>
        <p:spPr>
          <a:xfrm xmlns:a="http://schemas.openxmlformats.org/drawingml/2006/main">
            <a:off x="1095375" y="6324600"/>
            <a:ext cx="20955" cy="20955"/>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37" name="">
            <a:extLst xmlns:a="http://schemas.openxmlformats.org/drawingml/2006/main">
              <a:ext uri="{FF2B5EF4-FFF2-40B4-BE49-F238E27FC236}">
                <a16:creationId xmlns:a16="http://schemas.microsoft.com/office/drawing/2014/main" id="{B3F1D1FC-00B1-4100-ACAA-4251C099DBE2}"/>
              </a:ext>
            </a:extLst>
          </p:cNvPr>
          <p:cNvSpPr>
            <a:spLocks xmlns:a="http://schemas.openxmlformats.org/drawingml/2006/main" noGrp="1"/>
          </p:cNvSpPr>
          <p:nvPr/>
        </p:nvSpPr>
        <p:spPr>
          <a:xfrm xmlns:a="http://schemas.openxmlformats.org/drawingml/2006/main">
            <a:off x="1095375" y="6429375"/>
            <a:ext cx="20955" cy="20955"/>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38" name="">
            <a:extLst xmlns:a="http://schemas.openxmlformats.org/drawingml/2006/main">
              <a:ext uri="{FF2B5EF4-FFF2-40B4-BE49-F238E27FC236}">
                <a16:creationId xmlns:a16="http://schemas.microsoft.com/office/drawing/2014/main" id="{E2C801BE-61B4-4BCE-B5DD-5802EEF27179}"/>
              </a:ext>
            </a:extLst>
          </p:cNvPr>
          <p:cNvSpPr>
            <a:spLocks xmlns:a="http://schemas.openxmlformats.org/drawingml/2006/main" noGrp="1"/>
          </p:cNvSpPr>
          <p:nvPr/>
        </p:nvSpPr>
        <p:spPr>
          <a:xfrm xmlns:a="http://schemas.openxmlformats.org/drawingml/2006/main">
            <a:off x="1200150" y="6324600"/>
            <a:ext cx="20955" cy="20955"/>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39" name="">
            <a:extLst xmlns:a="http://schemas.openxmlformats.org/drawingml/2006/main">
              <a:ext uri="{FF2B5EF4-FFF2-40B4-BE49-F238E27FC236}">
                <a16:creationId xmlns:a16="http://schemas.microsoft.com/office/drawing/2014/main" id="{93FB79EA-7FF6-4AE5-B2FB-9CE1053A8C33}"/>
              </a:ext>
            </a:extLst>
          </p:cNvPr>
          <p:cNvSpPr>
            <a:spLocks xmlns:a="http://schemas.openxmlformats.org/drawingml/2006/main" noGrp="1"/>
          </p:cNvSpPr>
          <p:nvPr/>
        </p:nvSpPr>
        <p:spPr>
          <a:xfrm xmlns:a="http://schemas.openxmlformats.org/drawingml/2006/main">
            <a:off x="1200150" y="6429375"/>
            <a:ext cx="20955" cy="20955"/>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40" name="">
            <a:extLst xmlns:a="http://schemas.openxmlformats.org/drawingml/2006/main">
              <a:ext uri="{FF2B5EF4-FFF2-40B4-BE49-F238E27FC236}">
                <a16:creationId xmlns:a16="http://schemas.microsoft.com/office/drawing/2014/main" id="{398F7436-A4B2-4F41-BD07-F0F35674998E}"/>
              </a:ext>
            </a:extLst>
          </p:cNvPr>
          <p:cNvSpPr>
            <a:spLocks xmlns:a="http://schemas.openxmlformats.org/drawingml/2006/main" noGrp="1"/>
          </p:cNvSpPr>
          <p:nvPr/>
        </p:nvSpPr>
        <p:spPr>
          <a:xfrm xmlns:a="http://schemas.openxmlformats.org/drawingml/2006/main">
            <a:off x="1304925" y="6324600"/>
            <a:ext cx="20955" cy="20955"/>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41" name="">
            <a:extLst xmlns:a="http://schemas.openxmlformats.org/drawingml/2006/main">
              <a:ext uri="{FF2B5EF4-FFF2-40B4-BE49-F238E27FC236}">
                <a16:creationId xmlns:a16="http://schemas.microsoft.com/office/drawing/2014/main" id="{6AA29266-1736-4233-8C48-F4016D65BBA4}"/>
              </a:ext>
            </a:extLst>
          </p:cNvPr>
          <p:cNvSpPr>
            <a:spLocks xmlns:a="http://schemas.openxmlformats.org/drawingml/2006/main" noGrp="1"/>
          </p:cNvSpPr>
          <p:nvPr/>
        </p:nvSpPr>
        <p:spPr>
          <a:xfrm xmlns:a="http://schemas.openxmlformats.org/drawingml/2006/main">
            <a:off x="1304925" y="6429375"/>
            <a:ext cx="20955" cy="20955"/>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42" name="">
            <a:extLst xmlns:a="http://schemas.openxmlformats.org/drawingml/2006/main">
              <a:ext uri="{FF2B5EF4-FFF2-40B4-BE49-F238E27FC236}">
                <a16:creationId xmlns:a16="http://schemas.microsoft.com/office/drawing/2014/main" id="{C13A00AC-3205-43A8-8171-51CD1369DF35}"/>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43" name="">
            <a:extLst xmlns:a="http://schemas.openxmlformats.org/drawingml/2006/main">
              <a:ext uri="{FF2B5EF4-FFF2-40B4-BE49-F238E27FC236}">
                <a16:creationId xmlns:a16="http://schemas.microsoft.com/office/drawing/2014/main" id="{826EB96F-6FA2-47BC-9952-79D74E4CBC12}"/>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4FD8FF">
              <a:alpha val="75000"/>
            </a:srgbClr>
          </a:solidFill>
          <a:ln xmlns:a="http://schemas.openxmlformats.org/drawingml/2006/main">
            <a:noFill/>
          </a:ln>
        </p:spPr>
      </p:sp>
      <p:sp>
        <p:nvSpPr>
          <p:cNvPr id="44" name="">
            <a:extLst xmlns:a="http://schemas.openxmlformats.org/drawingml/2006/main">
              <a:ext uri="{FF2B5EF4-FFF2-40B4-BE49-F238E27FC236}">
                <a16:creationId xmlns:a16="http://schemas.microsoft.com/office/drawing/2014/main" id="{3CAFB2A3-A154-4A84-B092-03DEABD08FD1}"/>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4FD8FF">
              <a:alpha val="60000"/>
            </a:srgbClr>
          </a:solidFill>
          <a:ln xmlns:a="http://schemas.openxmlformats.org/drawingml/2006/main">
            <a:noFill/>
          </a:ln>
        </p:spPr>
      </p:sp>
      <p:sp>
        <p:nvSpPr>
          <p:cNvPr id="45" name="">
            <a:extLst xmlns:a="http://schemas.openxmlformats.org/drawingml/2006/main">
              <a:ext uri="{FF2B5EF4-FFF2-40B4-BE49-F238E27FC236}">
                <a16:creationId xmlns:a16="http://schemas.microsoft.com/office/drawing/2014/main" id="{02F4BC75-6B70-4743-96FA-5AE13A0F0704}"/>
              </a:ext>
            </a:extLst>
          </p:cNvPr>
          <p:cNvSpPr>
            <a:spLocks xmlns:a="http://schemas.openxmlformats.org/drawingml/2006/main" noGrp="1"/>
          </p:cNvSpPr>
          <p:nvPr/>
        </p:nvSpPr>
        <p:spPr>
          <a:xfrm xmlns:a="http://schemas.openxmlformats.org/drawingml/2006/main">
            <a:off x="0" y="0"/>
            <a:ext cx="12192000" cy="609600"/>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46" name="">
            <a:extLst xmlns:a="http://schemas.openxmlformats.org/drawingml/2006/main">
              <a:ext uri="{FF2B5EF4-FFF2-40B4-BE49-F238E27FC236}">
                <a16:creationId xmlns:a16="http://schemas.microsoft.com/office/drawing/2014/main" id="{DC5C8FD5-E0D3-46D6-9F0A-70E5507B5218}"/>
              </a:ext>
            </a:extLst>
          </p:cNvPr>
          <p:cNvSpPr>
            <a:spLocks xmlns:a="http://schemas.openxmlformats.org/drawingml/2006/main" noGrp="1"/>
          </p:cNvSpPr>
          <p:nvPr/>
        </p:nvSpPr>
        <p:spPr>
          <a:xfrm xmlns:a="http://schemas.openxmlformats.org/drawingml/2006/main">
            <a:off x="9715500" y="0"/>
            <a:ext cx="2476500" cy="609600"/>
          </a:xfrm>
          <a:prstGeom xmlns:a="http://schemas.openxmlformats.org/drawingml/2006/main" prst="rect">
            <a:avLst/>
          </a:prstGeom>
          <a:pattFill xmlns:a="http://schemas.openxmlformats.org/drawingml/2006/main" prst="narVert">
            <a:fgClr>
              <a:srgbClr val="7FC4FF">
                <a:alpha val="42000"/>
              </a:srgbClr>
            </a:fgClr>
            <a:bgClr>
              <a:srgbClr val="0C4489"/>
            </a:bgClr>
          </a:pattFill>
          <a:ln xmlns:a="http://schemas.openxmlformats.org/drawingml/2006/main">
            <a:noFill/>
          </a:ln>
        </p:spPr>
      </p:sp>
      <p:sp>
        <p:nvSpPr>
          <p:cNvPr id="47" name="">
            <a:extLst xmlns:a="http://schemas.openxmlformats.org/drawingml/2006/main">
              <a:ext uri="{FF2B5EF4-FFF2-40B4-BE49-F238E27FC236}">
                <a16:creationId xmlns:a16="http://schemas.microsoft.com/office/drawing/2014/main" id="{E3779ACD-2121-4266-BABB-09F53D9169F2}"/>
              </a:ext>
            </a:extLst>
          </p:cNvPr>
          <p:cNvSpPr>
            <a:spLocks xmlns:a="http://schemas.openxmlformats.org/drawingml/2006/main" noGrp="1"/>
          </p:cNvSpPr>
          <p:nvPr/>
        </p:nvSpPr>
        <p:spPr>
          <a:xfrm xmlns:a="http://schemas.openxmlformats.org/drawingml/2006/main">
            <a:off x="0" y="0"/>
            <a:ext cx="66675" cy="609600"/>
          </a:xfrm>
          <a:prstGeom xmlns:a="http://schemas.openxmlformats.org/drawingml/2006/main" prst="rect">
            <a:avLst/>
          </a:prstGeom>
          <a:gradFill xmlns:a="http://schemas.openxmlformats.org/drawingml/2006/main">
            <a:gsLst>
              <a:gs pos="0">
                <a:srgbClr val="4FD8FF"/>
              </a:gs>
              <a:gs pos="100000">
                <a:srgbClr val="4FD8FF">
                  <a:alpha val="0"/>
                </a:srgbClr>
              </a:gs>
            </a:gsLst>
            <a:lin ang="5400000"/>
          </a:gradFill>
          <a:ln xmlns:a="http://schemas.openxmlformats.org/drawingml/2006/main">
            <a:noFill/>
          </a:ln>
        </p:spPr>
      </p:sp>
      <p:sp>
        <p:nvSpPr>
          <p:cNvPr id="48" name="">
            <a:extLst xmlns:a="http://schemas.openxmlformats.org/drawingml/2006/main">
              <a:ext uri="{FF2B5EF4-FFF2-40B4-BE49-F238E27FC236}">
                <a16:creationId xmlns:a16="http://schemas.microsoft.com/office/drawing/2014/main" id="{F21E1338-0325-4ACE-A785-9634A1885450}"/>
              </a:ext>
            </a:extLst>
          </p:cNvPr>
          <p:cNvSpPr>
            <a:spLocks xmlns:a="http://schemas.openxmlformats.org/drawingml/2006/main" noGrp="1"/>
          </p:cNvSpPr>
          <p:nvPr/>
        </p:nvSpPr>
        <p:spPr>
          <a:xfrm xmlns:a="http://schemas.openxmlformats.org/drawingml/2006/main">
            <a:off x="0" y="609600"/>
            <a:ext cx="12192000" cy="19050"/>
          </a:xfrm>
          <a:prstGeom xmlns:a="http://schemas.openxmlformats.org/drawingml/2006/main" prst="rect">
            <a:avLst/>
          </a:prstGeom>
          <a:gradFill xmlns:a="http://schemas.openxmlformats.org/drawingml/2006/main">
            <a:gsLst>
              <a:gs pos="0">
                <a:srgbClr val="FFD24A"/>
              </a:gs>
              <a:gs pos="22000">
                <a:srgbClr val="FFD24A">
                  <a:alpha val="55000"/>
                </a:srgbClr>
              </a:gs>
              <a:gs pos="66000">
                <a:srgbClr val="4FD8FF">
                  <a:alpha val="45000"/>
                </a:srgbClr>
              </a:gs>
              <a:gs pos="100000">
                <a:srgbClr val="4FD8FF">
                  <a:alpha val="0"/>
                </a:srgbClr>
              </a:gs>
            </a:gsLst>
            <a:lin ang="0"/>
          </a:gradFill>
          <a:ln xmlns:a="http://schemas.openxmlformats.org/drawingml/2006/main">
            <a:noFill/>
          </a:ln>
        </p:spPr>
      </p:sp>
      <p:sp>
        <p:nvSpPr>
          <p:cNvPr id="49" name="">
            <a:extLst xmlns:a="http://schemas.openxmlformats.org/drawingml/2006/main">
              <a:ext uri="{FF2B5EF4-FFF2-40B4-BE49-F238E27FC236}">
                <a16:creationId xmlns:a16="http://schemas.microsoft.com/office/drawing/2014/main" id="{2DECB1C4-B625-4356-903B-36D294E06BBF}"/>
              </a:ext>
            </a:extLst>
          </p:cNvPr>
          <p:cNvSpPr>
            <a:spLocks xmlns:a="http://schemas.openxmlformats.org/drawingml/2006/main" noGrp="1"/>
          </p:cNvSpPr>
          <p:nvPr/>
        </p:nvSpPr>
        <p:spPr>
          <a:xfrm xmlns:a="http://schemas.openxmlformats.org/drawingml/2006/main">
            <a:off x="266700" y="152400"/>
            <a:ext cx="38100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650" b="1" spc="2">
                <a:solidFill>
                  <a:srgbClr val="FFFFFF"/>
                </a:solidFill>
                <a:latin typeface="微软雅黑"/>
                <a:ea typeface="微软雅黑"/>
                <a:cs typeface="微软雅黑"/>
              </a:defRPr>
            </a:pPr>
            <a:r>
              <a:rPr sz="1650" b="1" spc="2">
                <a:solidFill>
                  <a:srgbClr val="FFFFFF"/>
                </a:solidFill>
                <a:latin typeface="微软雅黑"/>
                <a:ea typeface="微软雅黑"/>
                <a:cs typeface="微软雅黑"/>
              </a:rPr>
              <a:t>目录</a:t>
            </a:r>
          </a:p>
        </p:txBody>
      </p:sp>
      <p:sp>
        <p:nvSpPr>
          <p:cNvPr id="50" name="">
            <a:extLst xmlns:a="http://schemas.openxmlformats.org/drawingml/2006/main">
              <a:ext uri="{FF2B5EF4-FFF2-40B4-BE49-F238E27FC236}">
                <a16:creationId xmlns:a16="http://schemas.microsoft.com/office/drawing/2014/main" id="{2FB12786-E93E-4414-9B20-2ED6CDEE55FE}"/>
              </a:ext>
            </a:extLst>
          </p:cNvPr>
          <p:cNvSpPr>
            <a:spLocks xmlns:a="http://schemas.openxmlformats.org/drawingml/2006/main" noGrp="1"/>
          </p:cNvSpPr>
          <p:nvPr/>
        </p:nvSpPr>
        <p:spPr>
          <a:xfrm xmlns:a="http://schemas.openxmlformats.org/drawingml/2006/main">
            <a:off x="876300" y="209550"/>
            <a:ext cx="19050" cy="209550"/>
          </a:xfrm>
          <a:prstGeom xmlns:a="http://schemas.openxmlformats.org/drawingml/2006/main" prst="rect">
            <a:avLst/>
          </a:prstGeom>
          <a:gradFill xmlns:a="http://schemas.openxmlformats.org/drawingml/2006/main">
            <a:gsLst>
              <a:gs pos="0">
                <a:srgbClr val="4FD8FF"/>
              </a:gs>
              <a:gs pos="100000">
                <a:srgbClr val="4FD8FF">
                  <a:alpha val="20000"/>
                </a:srgbClr>
              </a:gs>
            </a:gsLst>
            <a:lin ang="5400000"/>
          </a:gradFill>
          <a:ln xmlns:a="http://schemas.openxmlformats.org/drawingml/2006/main">
            <a:noFill/>
          </a:ln>
        </p:spPr>
      </p:sp>
      <p:sp>
        <p:nvSpPr>
          <p:cNvPr id="51" name="">
            <a:extLst xmlns:a="http://schemas.openxmlformats.org/drawingml/2006/main">
              <a:ext uri="{FF2B5EF4-FFF2-40B4-BE49-F238E27FC236}">
                <a16:creationId xmlns:a16="http://schemas.microsoft.com/office/drawing/2014/main" id="{93FF873D-0F63-4B81-B095-F81CBE373EBC}"/>
              </a:ext>
            </a:extLst>
          </p:cNvPr>
          <p:cNvSpPr>
            <a:spLocks xmlns:a="http://schemas.openxmlformats.org/drawingml/2006/main" noGrp="1"/>
          </p:cNvSpPr>
          <p:nvPr/>
        </p:nvSpPr>
        <p:spPr>
          <a:xfrm xmlns:a="http://schemas.openxmlformats.org/drawingml/2006/main">
            <a:off x="1009650" y="171450"/>
            <a:ext cx="5905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C6DDFF"/>
                </a:solidFill>
                <a:latin typeface="微软雅黑"/>
                <a:ea typeface="微软雅黑"/>
                <a:cs typeface="微软雅黑"/>
              </a:defRPr>
            </a:pPr>
            <a:r>
              <a:rPr sz="1050" b="0">
                <a:solidFill>
                  <a:srgbClr val="C6DDFF"/>
                </a:solidFill>
                <a:latin typeface="微软雅黑"/>
                <a:ea typeface="微软雅黑"/>
                <a:cs typeface="微软雅黑"/>
              </a:rPr>
              <a:t>问题 </a:t>
            </a:r>
            <a:r>
              <a:rPr sz="1050" b="0">
                <a:solidFill>
                  <a:srgbClr val="C6DDFF"/>
                </a:solidFill>
                <a:latin typeface="微软雅黑"/>
                <a:ea typeface="微软雅黑"/>
                <a:cs typeface="微软雅黑"/>
              </a:rPr>
              <a:t>→ </a:t>
            </a:r>
            <a:r>
              <a:rPr sz="1050" b="0">
                <a:solidFill>
                  <a:srgbClr val="C6DDFF"/>
                </a:solidFill>
                <a:latin typeface="微软雅黑"/>
                <a:ea typeface="微软雅黑"/>
                <a:cs typeface="微软雅黑"/>
              </a:rPr>
              <a:t>方案 </a:t>
            </a:r>
            <a:r>
              <a:rPr sz="1050" b="0">
                <a:solidFill>
                  <a:srgbClr val="C6DDFF"/>
                </a:solidFill>
                <a:latin typeface="微软雅黑"/>
                <a:ea typeface="微软雅黑"/>
                <a:cs typeface="微软雅黑"/>
              </a:rPr>
              <a:t>→ </a:t>
            </a:r>
            <a:r>
              <a:rPr sz="1050" b="0">
                <a:solidFill>
                  <a:srgbClr val="C6DDFF"/>
                </a:solidFill>
                <a:latin typeface="微软雅黑"/>
                <a:ea typeface="微软雅黑"/>
                <a:cs typeface="微软雅黑"/>
              </a:rPr>
              <a:t>算法 </a:t>
            </a:r>
            <a:r>
              <a:rPr sz="1050" b="0">
                <a:solidFill>
                  <a:srgbClr val="C6DDFF"/>
                </a:solidFill>
                <a:latin typeface="微软雅黑"/>
                <a:ea typeface="微软雅黑"/>
                <a:cs typeface="微软雅黑"/>
              </a:rPr>
              <a:t>→ </a:t>
            </a:r>
            <a:r>
              <a:rPr sz="1050" b="0">
                <a:solidFill>
                  <a:srgbClr val="C6DDFF"/>
                </a:solidFill>
                <a:latin typeface="微软雅黑"/>
                <a:ea typeface="微软雅黑"/>
                <a:cs typeface="微软雅黑"/>
              </a:rPr>
              <a:t>系统 </a:t>
            </a:r>
            <a:r>
              <a:rPr sz="1050" b="0">
                <a:solidFill>
                  <a:srgbClr val="C6DDFF"/>
                </a:solidFill>
                <a:latin typeface="微软雅黑"/>
                <a:ea typeface="微软雅黑"/>
                <a:cs typeface="微软雅黑"/>
              </a:rPr>
              <a:t>→ </a:t>
            </a:r>
            <a:r>
              <a:rPr sz="1050" b="0">
                <a:solidFill>
                  <a:srgbClr val="C6DDFF"/>
                </a:solidFill>
                <a:latin typeface="微软雅黑"/>
                <a:ea typeface="微软雅黑"/>
                <a:cs typeface="微软雅黑"/>
              </a:rPr>
              <a:t>验证 </a:t>
            </a:r>
            <a:r>
              <a:rPr sz="1050" b="0">
                <a:solidFill>
                  <a:srgbClr val="C6DDFF"/>
                </a:solidFill>
                <a:latin typeface="微软雅黑"/>
                <a:ea typeface="微软雅黑"/>
                <a:cs typeface="微软雅黑"/>
              </a:rPr>
              <a:t>→ </a:t>
            </a:r>
            <a:r>
              <a:rPr sz="1050" b="0">
                <a:solidFill>
                  <a:srgbClr val="C6DDFF"/>
                </a:solidFill>
                <a:latin typeface="微软雅黑"/>
                <a:ea typeface="微软雅黑"/>
                <a:cs typeface="微软雅黑"/>
              </a:rPr>
              <a:t>价值</a:t>
            </a:r>
          </a:p>
        </p:txBody>
      </p:sp>
      <p:sp>
        <p:nvSpPr>
          <p:cNvPr id="52" name="">
            <a:extLst xmlns:a="http://schemas.openxmlformats.org/drawingml/2006/main">
              <a:ext uri="{FF2B5EF4-FFF2-40B4-BE49-F238E27FC236}">
                <a16:creationId xmlns:a16="http://schemas.microsoft.com/office/drawing/2014/main" id="{8AB6C886-D9C6-4035-9571-4313A2B149FA}"/>
              </a:ext>
            </a:extLst>
          </p:cNvPr>
          <p:cNvSpPr>
            <a:spLocks xmlns:a="http://schemas.openxmlformats.org/drawingml/2006/main" noGrp="1"/>
          </p:cNvSpPr>
          <p:nvPr/>
        </p:nvSpPr>
        <p:spPr>
          <a:xfrm xmlns:a="http://schemas.openxmlformats.org/drawingml/2006/main">
            <a:off x="571500" y="990600"/>
            <a:ext cx="3543300" cy="1924050"/>
          </a:xfrm>
          <a:prstGeom xmlns:a="http://schemas.openxmlformats.org/drawingml/2006/main" prst="roundRect">
            <a:avLst>
              <a:gd name="adj" fmla="val 4455"/>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53" name="">
            <a:extLst xmlns:a="http://schemas.openxmlformats.org/drawingml/2006/main">
              <a:ext uri="{FF2B5EF4-FFF2-40B4-BE49-F238E27FC236}">
                <a16:creationId xmlns:a16="http://schemas.microsoft.com/office/drawing/2014/main" id="{B216C4CA-D079-4CE5-8FF7-77378B4E5D48}"/>
              </a:ext>
            </a:extLst>
          </p:cNvPr>
          <p:cNvSpPr>
            <a:spLocks xmlns:a="http://schemas.openxmlformats.org/drawingml/2006/main" noGrp="1"/>
          </p:cNvSpPr>
          <p:nvPr/>
        </p:nvSpPr>
        <p:spPr>
          <a:xfrm xmlns:a="http://schemas.openxmlformats.org/drawingml/2006/main">
            <a:off x="571500" y="990600"/>
            <a:ext cx="3543300" cy="47625"/>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54" name="">
            <a:extLst xmlns:a="http://schemas.openxmlformats.org/drawingml/2006/main">
              <a:ext uri="{FF2B5EF4-FFF2-40B4-BE49-F238E27FC236}">
                <a16:creationId xmlns:a16="http://schemas.microsoft.com/office/drawing/2014/main" id="{D351F361-94C6-4F86-9B55-471EF615E07C}"/>
              </a:ext>
            </a:extLst>
          </p:cNvPr>
          <p:cNvSpPr>
            <a:spLocks xmlns:a="http://schemas.openxmlformats.org/drawingml/2006/main" noGrp="1"/>
          </p:cNvSpPr>
          <p:nvPr/>
        </p:nvSpPr>
        <p:spPr>
          <a:xfrm xmlns:a="http://schemas.openxmlformats.org/drawingml/2006/main">
            <a:off x="3543300" y="1276350"/>
            <a:ext cx="28575" cy="2857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55" name="">
            <a:extLst xmlns:a="http://schemas.openxmlformats.org/drawingml/2006/main">
              <a:ext uri="{FF2B5EF4-FFF2-40B4-BE49-F238E27FC236}">
                <a16:creationId xmlns:a16="http://schemas.microsoft.com/office/drawing/2014/main" id="{8F561EF6-D329-4EDF-AB6B-3C48E8A46BDA}"/>
              </a:ext>
            </a:extLst>
          </p:cNvPr>
          <p:cNvSpPr>
            <a:spLocks xmlns:a="http://schemas.openxmlformats.org/drawingml/2006/main" noGrp="1"/>
          </p:cNvSpPr>
          <p:nvPr/>
        </p:nvSpPr>
        <p:spPr>
          <a:xfrm xmlns:a="http://schemas.openxmlformats.org/drawingml/2006/main">
            <a:off x="3543300" y="1390650"/>
            <a:ext cx="28575" cy="2857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56" name="">
            <a:extLst xmlns:a="http://schemas.openxmlformats.org/drawingml/2006/main">
              <a:ext uri="{FF2B5EF4-FFF2-40B4-BE49-F238E27FC236}">
                <a16:creationId xmlns:a16="http://schemas.microsoft.com/office/drawing/2014/main" id="{DE72A05D-236F-4901-9EA1-89EDB8C155C9}"/>
              </a:ext>
            </a:extLst>
          </p:cNvPr>
          <p:cNvSpPr>
            <a:spLocks xmlns:a="http://schemas.openxmlformats.org/drawingml/2006/main" noGrp="1"/>
          </p:cNvSpPr>
          <p:nvPr/>
        </p:nvSpPr>
        <p:spPr>
          <a:xfrm xmlns:a="http://schemas.openxmlformats.org/drawingml/2006/main">
            <a:off x="3543300" y="1504950"/>
            <a:ext cx="28575" cy="2857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57" name="">
            <a:extLst xmlns:a="http://schemas.openxmlformats.org/drawingml/2006/main">
              <a:ext uri="{FF2B5EF4-FFF2-40B4-BE49-F238E27FC236}">
                <a16:creationId xmlns:a16="http://schemas.microsoft.com/office/drawing/2014/main" id="{70CF9A12-1366-4B13-8634-725DF7A9AB4A}"/>
              </a:ext>
            </a:extLst>
          </p:cNvPr>
          <p:cNvSpPr>
            <a:spLocks xmlns:a="http://schemas.openxmlformats.org/drawingml/2006/main" noGrp="1"/>
          </p:cNvSpPr>
          <p:nvPr/>
        </p:nvSpPr>
        <p:spPr>
          <a:xfrm xmlns:a="http://schemas.openxmlformats.org/drawingml/2006/main">
            <a:off x="3657600" y="1276350"/>
            <a:ext cx="28575" cy="2857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58" name="">
            <a:extLst xmlns:a="http://schemas.openxmlformats.org/drawingml/2006/main">
              <a:ext uri="{FF2B5EF4-FFF2-40B4-BE49-F238E27FC236}">
                <a16:creationId xmlns:a16="http://schemas.microsoft.com/office/drawing/2014/main" id="{97507C30-DC82-46E9-8A8F-2E0E9A453B1B}"/>
              </a:ext>
            </a:extLst>
          </p:cNvPr>
          <p:cNvSpPr>
            <a:spLocks xmlns:a="http://schemas.openxmlformats.org/drawingml/2006/main" noGrp="1"/>
          </p:cNvSpPr>
          <p:nvPr/>
        </p:nvSpPr>
        <p:spPr>
          <a:xfrm xmlns:a="http://schemas.openxmlformats.org/drawingml/2006/main">
            <a:off x="3657600" y="1390650"/>
            <a:ext cx="28575" cy="2857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59" name="">
            <a:extLst xmlns:a="http://schemas.openxmlformats.org/drawingml/2006/main">
              <a:ext uri="{FF2B5EF4-FFF2-40B4-BE49-F238E27FC236}">
                <a16:creationId xmlns:a16="http://schemas.microsoft.com/office/drawing/2014/main" id="{DC3925FE-5D67-463D-A265-75EC5122CBB5}"/>
              </a:ext>
            </a:extLst>
          </p:cNvPr>
          <p:cNvSpPr>
            <a:spLocks xmlns:a="http://schemas.openxmlformats.org/drawingml/2006/main" noGrp="1"/>
          </p:cNvSpPr>
          <p:nvPr/>
        </p:nvSpPr>
        <p:spPr>
          <a:xfrm xmlns:a="http://schemas.openxmlformats.org/drawingml/2006/main">
            <a:off x="3657600" y="1504950"/>
            <a:ext cx="28575" cy="2857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60" name="">
            <a:extLst xmlns:a="http://schemas.openxmlformats.org/drawingml/2006/main">
              <a:ext uri="{FF2B5EF4-FFF2-40B4-BE49-F238E27FC236}">
                <a16:creationId xmlns:a16="http://schemas.microsoft.com/office/drawing/2014/main" id="{D5438079-28AE-4CDA-AE39-925A75B15344}"/>
              </a:ext>
            </a:extLst>
          </p:cNvPr>
          <p:cNvSpPr>
            <a:spLocks xmlns:a="http://schemas.openxmlformats.org/drawingml/2006/main" noGrp="1"/>
          </p:cNvSpPr>
          <p:nvPr/>
        </p:nvSpPr>
        <p:spPr>
          <a:xfrm xmlns:a="http://schemas.openxmlformats.org/drawingml/2006/main">
            <a:off x="3771900" y="1276350"/>
            <a:ext cx="28575" cy="2857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61" name="">
            <a:extLst xmlns:a="http://schemas.openxmlformats.org/drawingml/2006/main">
              <a:ext uri="{FF2B5EF4-FFF2-40B4-BE49-F238E27FC236}">
                <a16:creationId xmlns:a16="http://schemas.microsoft.com/office/drawing/2014/main" id="{0C015DD9-F57F-4BD5-9915-A34434D32CCE}"/>
              </a:ext>
            </a:extLst>
          </p:cNvPr>
          <p:cNvSpPr>
            <a:spLocks xmlns:a="http://schemas.openxmlformats.org/drawingml/2006/main" noGrp="1"/>
          </p:cNvSpPr>
          <p:nvPr/>
        </p:nvSpPr>
        <p:spPr>
          <a:xfrm xmlns:a="http://schemas.openxmlformats.org/drawingml/2006/main">
            <a:off x="3771900" y="1390650"/>
            <a:ext cx="28575" cy="2857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62" name="">
            <a:extLst xmlns:a="http://schemas.openxmlformats.org/drawingml/2006/main">
              <a:ext uri="{FF2B5EF4-FFF2-40B4-BE49-F238E27FC236}">
                <a16:creationId xmlns:a16="http://schemas.microsoft.com/office/drawing/2014/main" id="{6B9D0309-F0A9-4029-991E-D875961A88B3}"/>
              </a:ext>
            </a:extLst>
          </p:cNvPr>
          <p:cNvSpPr>
            <a:spLocks xmlns:a="http://schemas.openxmlformats.org/drawingml/2006/main" noGrp="1"/>
          </p:cNvSpPr>
          <p:nvPr/>
        </p:nvSpPr>
        <p:spPr>
          <a:xfrm xmlns:a="http://schemas.openxmlformats.org/drawingml/2006/main">
            <a:off x="3771900" y="1504950"/>
            <a:ext cx="28575" cy="2857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63" name="">
            <a:extLst xmlns:a="http://schemas.openxmlformats.org/drawingml/2006/main">
              <a:ext uri="{FF2B5EF4-FFF2-40B4-BE49-F238E27FC236}">
                <a16:creationId xmlns:a16="http://schemas.microsoft.com/office/drawing/2014/main" id="{197CE975-2260-4E0E-8DC2-42517910F9FD}"/>
              </a:ext>
            </a:extLst>
          </p:cNvPr>
          <p:cNvSpPr>
            <a:spLocks xmlns:a="http://schemas.openxmlformats.org/drawingml/2006/main" noGrp="1"/>
          </p:cNvSpPr>
          <p:nvPr/>
        </p:nvSpPr>
        <p:spPr>
          <a:xfrm xmlns:a="http://schemas.openxmlformats.org/drawingml/2006/main">
            <a:off x="819150" y="2590800"/>
            <a:ext cx="19050" cy="19050"/>
          </a:xfrm>
          <a:prstGeom xmlns:a="http://schemas.openxmlformats.org/drawingml/2006/main" prst="ellipse">
            <a:avLst/>
          </a:prstGeom>
          <a:solidFill xmlns:a="http://schemas.openxmlformats.org/drawingml/2006/main">
            <a:srgbClr val="4FD8FF">
              <a:alpha val="45000"/>
            </a:srgbClr>
          </a:solidFill>
          <a:ln xmlns:a="http://schemas.openxmlformats.org/drawingml/2006/main">
            <a:noFill/>
          </a:ln>
        </p:spPr>
      </p:sp>
      <p:sp>
        <p:nvSpPr>
          <p:cNvPr id="64" name="">
            <a:extLst xmlns:a="http://schemas.openxmlformats.org/drawingml/2006/main">
              <a:ext uri="{FF2B5EF4-FFF2-40B4-BE49-F238E27FC236}">
                <a16:creationId xmlns:a16="http://schemas.microsoft.com/office/drawing/2014/main" id="{6FABDCEF-1787-4DB3-8478-A1DF3F3C113A}"/>
              </a:ext>
            </a:extLst>
          </p:cNvPr>
          <p:cNvSpPr>
            <a:spLocks xmlns:a="http://schemas.openxmlformats.org/drawingml/2006/main" noGrp="1"/>
          </p:cNvSpPr>
          <p:nvPr/>
        </p:nvSpPr>
        <p:spPr>
          <a:xfrm xmlns:a="http://schemas.openxmlformats.org/drawingml/2006/main">
            <a:off x="819150" y="2676525"/>
            <a:ext cx="19050" cy="19050"/>
          </a:xfrm>
          <a:prstGeom xmlns:a="http://schemas.openxmlformats.org/drawingml/2006/main" prst="ellipse">
            <a:avLst/>
          </a:prstGeom>
          <a:solidFill xmlns:a="http://schemas.openxmlformats.org/drawingml/2006/main">
            <a:srgbClr val="4FD8FF">
              <a:alpha val="45000"/>
            </a:srgbClr>
          </a:solidFill>
          <a:ln xmlns:a="http://schemas.openxmlformats.org/drawingml/2006/main">
            <a:noFill/>
          </a:ln>
        </p:spPr>
      </p:sp>
      <p:sp>
        <p:nvSpPr>
          <p:cNvPr id="65" name="">
            <a:extLst xmlns:a="http://schemas.openxmlformats.org/drawingml/2006/main">
              <a:ext uri="{FF2B5EF4-FFF2-40B4-BE49-F238E27FC236}">
                <a16:creationId xmlns:a16="http://schemas.microsoft.com/office/drawing/2014/main" id="{DE68B241-772D-4F6E-8142-839DABA64072}"/>
              </a:ext>
            </a:extLst>
          </p:cNvPr>
          <p:cNvSpPr>
            <a:spLocks xmlns:a="http://schemas.openxmlformats.org/drawingml/2006/main" noGrp="1"/>
          </p:cNvSpPr>
          <p:nvPr/>
        </p:nvSpPr>
        <p:spPr>
          <a:xfrm xmlns:a="http://schemas.openxmlformats.org/drawingml/2006/main">
            <a:off x="904875" y="2590800"/>
            <a:ext cx="19050" cy="19050"/>
          </a:xfrm>
          <a:prstGeom xmlns:a="http://schemas.openxmlformats.org/drawingml/2006/main" prst="ellipse">
            <a:avLst/>
          </a:prstGeom>
          <a:solidFill xmlns:a="http://schemas.openxmlformats.org/drawingml/2006/main">
            <a:srgbClr val="4FD8FF">
              <a:alpha val="45000"/>
            </a:srgbClr>
          </a:solidFill>
          <a:ln xmlns:a="http://schemas.openxmlformats.org/drawingml/2006/main">
            <a:noFill/>
          </a:ln>
        </p:spPr>
      </p:sp>
      <p:sp>
        <p:nvSpPr>
          <p:cNvPr id="66" name="">
            <a:extLst xmlns:a="http://schemas.openxmlformats.org/drawingml/2006/main">
              <a:ext uri="{FF2B5EF4-FFF2-40B4-BE49-F238E27FC236}">
                <a16:creationId xmlns:a16="http://schemas.microsoft.com/office/drawing/2014/main" id="{1BD2A2FD-FA70-4F86-825F-2415DEF7DEFE}"/>
              </a:ext>
            </a:extLst>
          </p:cNvPr>
          <p:cNvSpPr>
            <a:spLocks xmlns:a="http://schemas.openxmlformats.org/drawingml/2006/main" noGrp="1"/>
          </p:cNvSpPr>
          <p:nvPr/>
        </p:nvSpPr>
        <p:spPr>
          <a:xfrm xmlns:a="http://schemas.openxmlformats.org/drawingml/2006/main">
            <a:off x="904875" y="2676525"/>
            <a:ext cx="19050" cy="19050"/>
          </a:xfrm>
          <a:prstGeom xmlns:a="http://schemas.openxmlformats.org/drawingml/2006/main" prst="ellipse">
            <a:avLst/>
          </a:prstGeom>
          <a:solidFill xmlns:a="http://schemas.openxmlformats.org/drawingml/2006/main">
            <a:srgbClr val="4FD8FF">
              <a:alpha val="45000"/>
            </a:srgbClr>
          </a:solidFill>
          <a:ln xmlns:a="http://schemas.openxmlformats.org/drawingml/2006/main">
            <a:noFill/>
          </a:ln>
        </p:spPr>
      </p:sp>
      <p:sp>
        <p:nvSpPr>
          <p:cNvPr id="67" name="">
            <a:extLst xmlns:a="http://schemas.openxmlformats.org/drawingml/2006/main">
              <a:ext uri="{FF2B5EF4-FFF2-40B4-BE49-F238E27FC236}">
                <a16:creationId xmlns:a16="http://schemas.microsoft.com/office/drawing/2014/main" id="{6E06D9FF-BC8A-4EF8-9F95-F70564E38BBE}"/>
              </a:ext>
            </a:extLst>
          </p:cNvPr>
          <p:cNvSpPr>
            <a:spLocks xmlns:a="http://schemas.openxmlformats.org/drawingml/2006/main" noGrp="1"/>
          </p:cNvSpPr>
          <p:nvPr/>
        </p:nvSpPr>
        <p:spPr>
          <a:xfrm xmlns:a="http://schemas.openxmlformats.org/drawingml/2006/main">
            <a:off x="990600" y="2590800"/>
            <a:ext cx="19050" cy="19050"/>
          </a:xfrm>
          <a:prstGeom xmlns:a="http://schemas.openxmlformats.org/drawingml/2006/main" prst="ellipse">
            <a:avLst/>
          </a:prstGeom>
          <a:solidFill xmlns:a="http://schemas.openxmlformats.org/drawingml/2006/main">
            <a:srgbClr val="4FD8FF">
              <a:alpha val="45000"/>
            </a:srgbClr>
          </a:solidFill>
          <a:ln xmlns:a="http://schemas.openxmlformats.org/drawingml/2006/main">
            <a:noFill/>
          </a:ln>
        </p:spPr>
      </p:sp>
      <p:sp>
        <p:nvSpPr>
          <p:cNvPr id="68" name="">
            <a:extLst xmlns:a="http://schemas.openxmlformats.org/drawingml/2006/main">
              <a:ext uri="{FF2B5EF4-FFF2-40B4-BE49-F238E27FC236}">
                <a16:creationId xmlns:a16="http://schemas.microsoft.com/office/drawing/2014/main" id="{41B8F481-71AF-414B-8C78-AF5499AD4DF4}"/>
              </a:ext>
            </a:extLst>
          </p:cNvPr>
          <p:cNvSpPr>
            <a:spLocks xmlns:a="http://schemas.openxmlformats.org/drawingml/2006/main" noGrp="1"/>
          </p:cNvSpPr>
          <p:nvPr/>
        </p:nvSpPr>
        <p:spPr>
          <a:xfrm xmlns:a="http://schemas.openxmlformats.org/drawingml/2006/main">
            <a:off x="990600" y="2676525"/>
            <a:ext cx="19050" cy="19050"/>
          </a:xfrm>
          <a:prstGeom xmlns:a="http://schemas.openxmlformats.org/drawingml/2006/main" prst="ellipse">
            <a:avLst/>
          </a:prstGeom>
          <a:solidFill xmlns:a="http://schemas.openxmlformats.org/drawingml/2006/main">
            <a:srgbClr val="4FD8FF">
              <a:alpha val="45000"/>
            </a:srgbClr>
          </a:solidFill>
          <a:ln xmlns:a="http://schemas.openxmlformats.org/drawingml/2006/main">
            <a:noFill/>
          </a:ln>
        </p:spPr>
      </p:sp>
      <p:sp>
        <p:nvSpPr>
          <p:cNvPr id="69" name="">
            <a:extLst xmlns:a="http://schemas.openxmlformats.org/drawingml/2006/main">
              <a:ext uri="{FF2B5EF4-FFF2-40B4-BE49-F238E27FC236}">
                <a16:creationId xmlns:a16="http://schemas.microsoft.com/office/drawing/2014/main" id="{C0E2FD82-9963-45AD-8A27-0EF83FF5D636}"/>
              </a:ext>
            </a:extLst>
          </p:cNvPr>
          <p:cNvSpPr>
            <a:spLocks xmlns:a="http://schemas.openxmlformats.org/drawingml/2006/main" noGrp="1"/>
          </p:cNvSpPr>
          <p:nvPr/>
        </p:nvSpPr>
        <p:spPr>
          <a:xfrm xmlns:a="http://schemas.openxmlformats.org/drawingml/2006/main">
            <a:off x="1076325" y="2590800"/>
            <a:ext cx="19050" cy="19050"/>
          </a:xfrm>
          <a:prstGeom xmlns:a="http://schemas.openxmlformats.org/drawingml/2006/main" prst="ellipse">
            <a:avLst/>
          </a:prstGeom>
          <a:solidFill xmlns:a="http://schemas.openxmlformats.org/drawingml/2006/main">
            <a:srgbClr val="4FD8FF">
              <a:alpha val="45000"/>
            </a:srgbClr>
          </a:solidFill>
          <a:ln xmlns:a="http://schemas.openxmlformats.org/drawingml/2006/main">
            <a:noFill/>
          </a:ln>
        </p:spPr>
      </p:sp>
      <p:sp>
        <p:nvSpPr>
          <p:cNvPr id="70" name="">
            <a:extLst xmlns:a="http://schemas.openxmlformats.org/drawingml/2006/main">
              <a:ext uri="{FF2B5EF4-FFF2-40B4-BE49-F238E27FC236}">
                <a16:creationId xmlns:a16="http://schemas.microsoft.com/office/drawing/2014/main" id="{D2E4C126-B424-49EB-AA30-0CA0F938BD13}"/>
              </a:ext>
            </a:extLst>
          </p:cNvPr>
          <p:cNvSpPr>
            <a:spLocks xmlns:a="http://schemas.openxmlformats.org/drawingml/2006/main" noGrp="1"/>
          </p:cNvSpPr>
          <p:nvPr/>
        </p:nvSpPr>
        <p:spPr>
          <a:xfrm xmlns:a="http://schemas.openxmlformats.org/drawingml/2006/main">
            <a:off x="1076325" y="2676525"/>
            <a:ext cx="19050" cy="19050"/>
          </a:xfrm>
          <a:prstGeom xmlns:a="http://schemas.openxmlformats.org/drawingml/2006/main" prst="ellipse">
            <a:avLst/>
          </a:prstGeom>
          <a:solidFill xmlns:a="http://schemas.openxmlformats.org/drawingml/2006/main">
            <a:srgbClr val="4FD8FF">
              <a:alpha val="45000"/>
            </a:srgbClr>
          </a:solidFill>
          <a:ln xmlns:a="http://schemas.openxmlformats.org/drawingml/2006/main">
            <a:noFill/>
          </a:ln>
        </p:spPr>
      </p:sp>
      <p:sp>
        <p:nvSpPr>
          <p:cNvPr id="71" name="">
            <a:extLst xmlns:a="http://schemas.openxmlformats.org/drawingml/2006/main">
              <a:ext uri="{FF2B5EF4-FFF2-40B4-BE49-F238E27FC236}">
                <a16:creationId xmlns:a16="http://schemas.microsoft.com/office/drawing/2014/main" id="{8FB84150-0714-4252-ACE5-BF1C10F25C4A}"/>
              </a:ext>
            </a:extLst>
          </p:cNvPr>
          <p:cNvSpPr>
            <a:spLocks xmlns:a="http://schemas.openxmlformats.org/drawingml/2006/main" noGrp="1"/>
          </p:cNvSpPr>
          <p:nvPr/>
        </p:nvSpPr>
        <p:spPr>
          <a:xfrm xmlns:a="http://schemas.openxmlformats.org/drawingml/2006/main">
            <a:off x="1162050" y="2590800"/>
            <a:ext cx="19050" cy="19050"/>
          </a:xfrm>
          <a:prstGeom xmlns:a="http://schemas.openxmlformats.org/drawingml/2006/main" prst="ellipse">
            <a:avLst/>
          </a:prstGeom>
          <a:solidFill xmlns:a="http://schemas.openxmlformats.org/drawingml/2006/main">
            <a:srgbClr val="4FD8FF">
              <a:alpha val="45000"/>
            </a:srgbClr>
          </a:solidFill>
          <a:ln xmlns:a="http://schemas.openxmlformats.org/drawingml/2006/main">
            <a:noFill/>
          </a:ln>
        </p:spPr>
      </p:sp>
      <p:sp>
        <p:nvSpPr>
          <p:cNvPr id="72" name="">
            <a:extLst xmlns:a="http://schemas.openxmlformats.org/drawingml/2006/main">
              <a:ext uri="{FF2B5EF4-FFF2-40B4-BE49-F238E27FC236}">
                <a16:creationId xmlns:a16="http://schemas.microsoft.com/office/drawing/2014/main" id="{BECB0216-E4CB-4A47-9240-338DD7DDC0F0}"/>
              </a:ext>
            </a:extLst>
          </p:cNvPr>
          <p:cNvSpPr>
            <a:spLocks xmlns:a="http://schemas.openxmlformats.org/drawingml/2006/main" noGrp="1"/>
          </p:cNvSpPr>
          <p:nvPr/>
        </p:nvSpPr>
        <p:spPr>
          <a:xfrm xmlns:a="http://schemas.openxmlformats.org/drawingml/2006/main">
            <a:off x="1162050" y="2676525"/>
            <a:ext cx="19050" cy="19050"/>
          </a:xfrm>
          <a:prstGeom xmlns:a="http://schemas.openxmlformats.org/drawingml/2006/main" prst="ellipse">
            <a:avLst/>
          </a:prstGeom>
          <a:solidFill xmlns:a="http://schemas.openxmlformats.org/drawingml/2006/main">
            <a:srgbClr val="4FD8FF">
              <a:alpha val="45000"/>
            </a:srgbClr>
          </a:solidFill>
          <a:ln xmlns:a="http://schemas.openxmlformats.org/drawingml/2006/main">
            <a:noFill/>
          </a:ln>
        </p:spPr>
      </p:sp>
      <p:sp>
        <p:nvSpPr>
          <p:cNvPr id="73" name="">
            <a:extLst xmlns:a="http://schemas.openxmlformats.org/drawingml/2006/main">
              <a:ext uri="{FF2B5EF4-FFF2-40B4-BE49-F238E27FC236}">
                <a16:creationId xmlns:a16="http://schemas.microsoft.com/office/drawing/2014/main" id="{06503807-978E-4510-AF68-5C8BB8CCD530}"/>
              </a:ext>
            </a:extLst>
          </p:cNvPr>
          <p:cNvSpPr>
            <a:spLocks xmlns:a="http://schemas.openxmlformats.org/drawingml/2006/main" noGrp="1"/>
          </p:cNvSpPr>
          <p:nvPr/>
        </p:nvSpPr>
        <p:spPr>
          <a:xfrm xmlns:a="http://schemas.openxmlformats.org/drawingml/2006/main">
            <a:off x="819150" y="1181100"/>
            <a:ext cx="19050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3450" b="1">
                <a:solidFill>
                  <a:srgbClr val="3E86CE"/>
                </a:solidFill>
                <a:latin typeface="Bahnschrift"/>
                <a:ea typeface="Bahnschrift"/>
                <a:cs typeface="Bahnschrift"/>
              </a:defRPr>
            </a:pPr>
            <a:r>
              <a:rPr sz="3450" b="1">
                <a:solidFill>
                  <a:srgbClr val="3E86CE"/>
                </a:solidFill>
                <a:latin typeface="Bahnschrift"/>
                <a:ea typeface="Bahnschrift"/>
                <a:cs typeface="Bahnschrift"/>
              </a:rPr>
              <a:t>01</a:t>
            </a:r>
          </a:p>
        </p:txBody>
      </p:sp>
      <p:sp>
        <p:nvSpPr>
          <p:cNvPr id="74" name="">
            <a:extLst xmlns:a="http://schemas.openxmlformats.org/drawingml/2006/main">
              <a:ext uri="{FF2B5EF4-FFF2-40B4-BE49-F238E27FC236}">
                <a16:creationId xmlns:a16="http://schemas.microsoft.com/office/drawing/2014/main" id="{79823671-88A9-4693-AE19-8469D18E58BC}"/>
              </a:ext>
            </a:extLst>
          </p:cNvPr>
          <p:cNvSpPr>
            <a:spLocks xmlns:a="http://schemas.openxmlformats.org/drawingml/2006/main" noGrp="1"/>
          </p:cNvSpPr>
          <p:nvPr/>
        </p:nvSpPr>
        <p:spPr>
          <a:xfrm xmlns:a="http://schemas.openxmlformats.org/drawingml/2006/main">
            <a:off x="819150" y="1752600"/>
            <a:ext cx="3048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FFFFFF"/>
                </a:solidFill>
                <a:latin typeface="微软雅黑"/>
                <a:ea typeface="微软雅黑"/>
                <a:cs typeface="微软雅黑"/>
              </a:defRPr>
            </a:pPr>
            <a:r>
              <a:rPr sz="1800" b="1">
                <a:solidFill>
                  <a:srgbClr val="FFFFFF"/>
                </a:solidFill>
                <a:latin typeface="微软雅黑"/>
                <a:ea typeface="微软雅黑"/>
                <a:cs typeface="微软雅黑"/>
              </a:rPr>
              <a:t>项目背景</a:t>
            </a:r>
          </a:p>
        </p:txBody>
      </p:sp>
      <p:sp>
        <p:nvSpPr>
          <p:cNvPr id="75" name="">
            <a:extLst xmlns:a="http://schemas.openxmlformats.org/drawingml/2006/main">
              <a:ext uri="{FF2B5EF4-FFF2-40B4-BE49-F238E27FC236}">
                <a16:creationId xmlns:a16="http://schemas.microsoft.com/office/drawing/2014/main" id="{415E5B76-51A0-49ED-B8D6-C9EAFDF02CD2}"/>
              </a:ext>
            </a:extLst>
          </p:cNvPr>
          <p:cNvSpPr>
            <a:spLocks xmlns:a="http://schemas.openxmlformats.org/drawingml/2006/main" noGrp="1"/>
          </p:cNvSpPr>
          <p:nvPr/>
        </p:nvSpPr>
        <p:spPr>
          <a:xfrm xmlns:a="http://schemas.openxmlformats.org/drawingml/2006/main">
            <a:off x="819150" y="2171700"/>
            <a:ext cx="495300" cy="1905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76" name="">
            <a:extLst xmlns:a="http://schemas.openxmlformats.org/drawingml/2006/main">
              <a:ext uri="{FF2B5EF4-FFF2-40B4-BE49-F238E27FC236}">
                <a16:creationId xmlns:a16="http://schemas.microsoft.com/office/drawing/2014/main" id="{CDD20B8A-B51D-4183-8690-CBAD44B798DB}"/>
              </a:ext>
            </a:extLst>
          </p:cNvPr>
          <p:cNvSpPr>
            <a:spLocks xmlns:a="http://schemas.openxmlformats.org/drawingml/2006/main" noGrp="1"/>
          </p:cNvSpPr>
          <p:nvPr/>
        </p:nvSpPr>
        <p:spPr>
          <a:xfrm xmlns:a="http://schemas.openxmlformats.org/drawingml/2006/main">
            <a:off x="819150" y="2305050"/>
            <a:ext cx="30480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法规与标准依据 </a:t>
            </a:r>
            <a:r>
              <a:rPr sz="938" b="0">
                <a:solidFill>
                  <a:srgbClr val="EEF5FF"/>
                </a:solidFill>
                <a:latin typeface="微软雅黑"/>
                <a:ea typeface="微软雅黑"/>
                <a:cs typeface="微软雅黑"/>
              </a:rPr>
              <a:t>· </a:t>
            </a:r>
            <a:r>
              <a:rPr sz="938" b="0">
                <a:solidFill>
                  <a:srgbClr val="EEF5FF"/>
                </a:solidFill>
                <a:latin typeface="微软雅黑"/>
                <a:ea typeface="微软雅黑"/>
                <a:cs typeface="微软雅黑"/>
              </a:rPr>
              <a:t>行业转型压力 </a:t>
            </a:r>
            <a:r>
              <a:rPr sz="938" b="0">
                <a:solidFill>
                  <a:srgbClr val="EEF5FF"/>
                </a:solidFill>
                <a:latin typeface="微软雅黑"/>
                <a:ea typeface="微软雅黑"/>
                <a:cs typeface="微软雅黑"/>
              </a:rPr>
              <a:t>· </a:t>
            </a:r>
            <a:r>
              <a:rPr sz="938" b="0">
                <a:solidFill>
                  <a:srgbClr val="EEF5FF"/>
                </a:solidFill>
                <a:latin typeface="微软雅黑"/>
                <a:ea typeface="微软雅黑"/>
                <a:cs typeface="微软雅黑"/>
              </a:rPr>
              <a:t>培训成本四本账 </a:t>
            </a:r>
            <a:r>
              <a:rPr sz="938" b="0">
                <a:solidFill>
                  <a:srgbClr val="EEF5FF"/>
                </a:solidFill>
                <a:latin typeface="微软雅黑"/>
                <a:ea typeface="微软雅黑"/>
                <a:cs typeface="微软雅黑"/>
              </a:rPr>
              <a:t>· </a:t>
            </a:r>
            <a:r>
              <a:rPr sz="938" b="0">
                <a:solidFill>
                  <a:srgbClr val="EEF5FF"/>
                </a:solidFill>
                <a:latin typeface="微软雅黑"/>
                <a:ea typeface="微软雅黑"/>
                <a:cs typeface="微软雅黑"/>
              </a:rPr>
              <a:t>调研与访谈 </a:t>
            </a:r>
            <a:r>
              <a:rPr sz="938" b="0">
                <a:solidFill>
                  <a:srgbClr val="EEF5FF"/>
                </a:solidFill>
                <a:latin typeface="微软雅黑"/>
                <a:ea typeface="微软雅黑"/>
                <a:cs typeface="微软雅黑"/>
              </a:rPr>
              <a:t>· </a:t>
            </a:r>
            <a:r>
              <a:rPr sz="938" b="0">
                <a:solidFill>
                  <a:srgbClr val="EEF5FF"/>
                </a:solidFill>
                <a:latin typeface="微软雅黑"/>
                <a:ea typeface="微软雅黑"/>
                <a:cs typeface="微软雅黑"/>
              </a:rPr>
              <a:t>三大痛点 </a:t>
            </a:r>
            <a:r>
              <a:rPr sz="938" b="0">
                <a:solidFill>
                  <a:srgbClr val="EEF5FF"/>
                </a:solidFill>
                <a:latin typeface="微软雅黑"/>
                <a:ea typeface="微软雅黑"/>
                <a:cs typeface="微软雅黑"/>
              </a:rPr>
              <a:t>· </a:t>
            </a:r>
            <a:r>
              <a:rPr sz="938" b="0">
                <a:solidFill>
                  <a:srgbClr val="EEF5FF"/>
                </a:solidFill>
                <a:latin typeface="微软雅黑"/>
                <a:ea typeface="微软雅黑"/>
                <a:cs typeface="微软雅黑"/>
              </a:rPr>
              <a:t>方案对标</a:t>
            </a:r>
          </a:p>
        </p:txBody>
      </p:sp>
      <p:sp>
        <p:nvSpPr>
          <p:cNvPr id="77" name="">
            <a:extLst xmlns:a="http://schemas.openxmlformats.org/drawingml/2006/main">
              <a:ext uri="{FF2B5EF4-FFF2-40B4-BE49-F238E27FC236}">
                <a16:creationId xmlns:a16="http://schemas.microsoft.com/office/drawing/2014/main" id="{1A4AF9B6-1BD6-4637-8CC5-212B53A30214}"/>
              </a:ext>
            </a:extLst>
          </p:cNvPr>
          <p:cNvSpPr>
            <a:spLocks xmlns:a="http://schemas.openxmlformats.org/drawingml/2006/main" noGrp="1"/>
          </p:cNvSpPr>
          <p:nvPr/>
        </p:nvSpPr>
        <p:spPr>
          <a:xfrm xmlns:a="http://schemas.openxmlformats.org/drawingml/2006/main">
            <a:off x="4419600" y="990600"/>
            <a:ext cx="3543300" cy="1924050"/>
          </a:xfrm>
          <a:prstGeom xmlns:a="http://schemas.openxmlformats.org/drawingml/2006/main" prst="roundRect">
            <a:avLst>
              <a:gd name="adj" fmla="val 4455"/>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78" name="">
            <a:extLst xmlns:a="http://schemas.openxmlformats.org/drawingml/2006/main">
              <a:ext uri="{FF2B5EF4-FFF2-40B4-BE49-F238E27FC236}">
                <a16:creationId xmlns:a16="http://schemas.microsoft.com/office/drawing/2014/main" id="{65CE44CB-9124-4942-9129-C63F6DD14F8C}"/>
              </a:ext>
            </a:extLst>
          </p:cNvPr>
          <p:cNvSpPr>
            <a:spLocks xmlns:a="http://schemas.openxmlformats.org/drawingml/2006/main" noGrp="1"/>
          </p:cNvSpPr>
          <p:nvPr/>
        </p:nvSpPr>
        <p:spPr>
          <a:xfrm xmlns:a="http://schemas.openxmlformats.org/drawingml/2006/main">
            <a:off x="4419600" y="990600"/>
            <a:ext cx="3543300" cy="47625"/>
          </a:xfrm>
          <a:prstGeom xmlns:a="http://schemas.openxmlformats.org/drawingml/2006/main" prst="rect">
            <a:avLst/>
          </a:prstGeom>
          <a:solidFill xmlns:a="http://schemas.openxmlformats.org/drawingml/2006/main">
            <a:srgbClr val="2E86E0"/>
          </a:solidFill>
          <a:ln xmlns:a="http://schemas.openxmlformats.org/drawingml/2006/main">
            <a:noFill/>
          </a:ln>
        </p:spPr>
      </p:sp>
      <p:sp>
        <p:nvSpPr>
          <p:cNvPr id="79" name="">
            <a:extLst xmlns:a="http://schemas.openxmlformats.org/drawingml/2006/main">
              <a:ext uri="{FF2B5EF4-FFF2-40B4-BE49-F238E27FC236}">
                <a16:creationId xmlns:a16="http://schemas.microsoft.com/office/drawing/2014/main" id="{92F5966C-5B04-4125-ABC3-8C868CB6EC9D}"/>
              </a:ext>
            </a:extLst>
          </p:cNvPr>
          <p:cNvSpPr>
            <a:spLocks xmlns:a="http://schemas.openxmlformats.org/drawingml/2006/main" noGrp="1"/>
          </p:cNvSpPr>
          <p:nvPr/>
        </p:nvSpPr>
        <p:spPr>
          <a:xfrm xmlns:a="http://schemas.openxmlformats.org/drawingml/2006/main">
            <a:off x="7391400" y="1276350"/>
            <a:ext cx="28575" cy="2857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80" name="">
            <a:extLst xmlns:a="http://schemas.openxmlformats.org/drawingml/2006/main">
              <a:ext uri="{FF2B5EF4-FFF2-40B4-BE49-F238E27FC236}">
                <a16:creationId xmlns:a16="http://schemas.microsoft.com/office/drawing/2014/main" id="{51FDC26D-942A-42A9-89C4-52EC0ADE9446}"/>
              </a:ext>
            </a:extLst>
          </p:cNvPr>
          <p:cNvSpPr>
            <a:spLocks xmlns:a="http://schemas.openxmlformats.org/drawingml/2006/main" noGrp="1"/>
          </p:cNvSpPr>
          <p:nvPr/>
        </p:nvSpPr>
        <p:spPr>
          <a:xfrm xmlns:a="http://schemas.openxmlformats.org/drawingml/2006/main">
            <a:off x="7391400" y="1390650"/>
            <a:ext cx="28575" cy="2857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81" name="">
            <a:extLst xmlns:a="http://schemas.openxmlformats.org/drawingml/2006/main">
              <a:ext uri="{FF2B5EF4-FFF2-40B4-BE49-F238E27FC236}">
                <a16:creationId xmlns:a16="http://schemas.microsoft.com/office/drawing/2014/main" id="{703DEA06-484D-46BA-AF53-8BA11CC69926}"/>
              </a:ext>
            </a:extLst>
          </p:cNvPr>
          <p:cNvSpPr>
            <a:spLocks xmlns:a="http://schemas.openxmlformats.org/drawingml/2006/main" noGrp="1"/>
          </p:cNvSpPr>
          <p:nvPr/>
        </p:nvSpPr>
        <p:spPr>
          <a:xfrm xmlns:a="http://schemas.openxmlformats.org/drawingml/2006/main">
            <a:off x="7391400" y="1504950"/>
            <a:ext cx="28575" cy="2857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82" name="">
            <a:extLst xmlns:a="http://schemas.openxmlformats.org/drawingml/2006/main">
              <a:ext uri="{FF2B5EF4-FFF2-40B4-BE49-F238E27FC236}">
                <a16:creationId xmlns:a16="http://schemas.microsoft.com/office/drawing/2014/main" id="{BC84D884-51E1-41BF-938E-E04AC78687A0}"/>
              </a:ext>
            </a:extLst>
          </p:cNvPr>
          <p:cNvSpPr>
            <a:spLocks xmlns:a="http://schemas.openxmlformats.org/drawingml/2006/main" noGrp="1"/>
          </p:cNvSpPr>
          <p:nvPr/>
        </p:nvSpPr>
        <p:spPr>
          <a:xfrm xmlns:a="http://schemas.openxmlformats.org/drawingml/2006/main">
            <a:off x="7505700" y="1276350"/>
            <a:ext cx="28575" cy="2857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83" name="">
            <a:extLst xmlns:a="http://schemas.openxmlformats.org/drawingml/2006/main">
              <a:ext uri="{FF2B5EF4-FFF2-40B4-BE49-F238E27FC236}">
                <a16:creationId xmlns:a16="http://schemas.microsoft.com/office/drawing/2014/main" id="{311948CF-033B-4C15-9DB0-D3ED75E2C2F8}"/>
              </a:ext>
            </a:extLst>
          </p:cNvPr>
          <p:cNvSpPr>
            <a:spLocks xmlns:a="http://schemas.openxmlformats.org/drawingml/2006/main" noGrp="1"/>
          </p:cNvSpPr>
          <p:nvPr/>
        </p:nvSpPr>
        <p:spPr>
          <a:xfrm xmlns:a="http://schemas.openxmlformats.org/drawingml/2006/main">
            <a:off x="7505700" y="1390650"/>
            <a:ext cx="28575" cy="2857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84" name="">
            <a:extLst xmlns:a="http://schemas.openxmlformats.org/drawingml/2006/main">
              <a:ext uri="{FF2B5EF4-FFF2-40B4-BE49-F238E27FC236}">
                <a16:creationId xmlns:a16="http://schemas.microsoft.com/office/drawing/2014/main" id="{0DE3AB25-3AF0-41B6-AC52-30AA065B188B}"/>
              </a:ext>
            </a:extLst>
          </p:cNvPr>
          <p:cNvSpPr>
            <a:spLocks xmlns:a="http://schemas.openxmlformats.org/drawingml/2006/main" noGrp="1"/>
          </p:cNvSpPr>
          <p:nvPr/>
        </p:nvSpPr>
        <p:spPr>
          <a:xfrm xmlns:a="http://schemas.openxmlformats.org/drawingml/2006/main">
            <a:off x="7505700" y="1504950"/>
            <a:ext cx="28575" cy="2857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85" name="">
            <a:extLst xmlns:a="http://schemas.openxmlformats.org/drawingml/2006/main">
              <a:ext uri="{FF2B5EF4-FFF2-40B4-BE49-F238E27FC236}">
                <a16:creationId xmlns:a16="http://schemas.microsoft.com/office/drawing/2014/main" id="{AE67647E-705E-46AD-A1F0-FB2A63FA638F}"/>
              </a:ext>
            </a:extLst>
          </p:cNvPr>
          <p:cNvSpPr>
            <a:spLocks xmlns:a="http://schemas.openxmlformats.org/drawingml/2006/main" noGrp="1"/>
          </p:cNvSpPr>
          <p:nvPr/>
        </p:nvSpPr>
        <p:spPr>
          <a:xfrm xmlns:a="http://schemas.openxmlformats.org/drawingml/2006/main">
            <a:off x="7620000" y="1276350"/>
            <a:ext cx="28575" cy="2857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86" name="">
            <a:extLst xmlns:a="http://schemas.openxmlformats.org/drawingml/2006/main">
              <a:ext uri="{FF2B5EF4-FFF2-40B4-BE49-F238E27FC236}">
                <a16:creationId xmlns:a16="http://schemas.microsoft.com/office/drawing/2014/main" id="{B8B96321-7610-4279-875E-62A6604DAFD7}"/>
              </a:ext>
            </a:extLst>
          </p:cNvPr>
          <p:cNvSpPr>
            <a:spLocks xmlns:a="http://schemas.openxmlformats.org/drawingml/2006/main" noGrp="1"/>
          </p:cNvSpPr>
          <p:nvPr/>
        </p:nvSpPr>
        <p:spPr>
          <a:xfrm xmlns:a="http://schemas.openxmlformats.org/drawingml/2006/main">
            <a:off x="7620000" y="1390650"/>
            <a:ext cx="28575" cy="2857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87" name="">
            <a:extLst xmlns:a="http://schemas.openxmlformats.org/drawingml/2006/main">
              <a:ext uri="{FF2B5EF4-FFF2-40B4-BE49-F238E27FC236}">
                <a16:creationId xmlns:a16="http://schemas.microsoft.com/office/drawing/2014/main" id="{B9733FAE-E10C-4ADD-AA26-DAF0DF1DA63E}"/>
              </a:ext>
            </a:extLst>
          </p:cNvPr>
          <p:cNvSpPr>
            <a:spLocks xmlns:a="http://schemas.openxmlformats.org/drawingml/2006/main" noGrp="1"/>
          </p:cNvSpPr>
          <p:nvPr/>
        </p:nvSpPr>
        <p:spPr>
          <a:xfrm xmlns:a="http://schemas.openxmlformats.org/drawingml/2006/main">
            <a:off x="7620000" y="1504950"/>
            <a:ext cx="28575" cy="2857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88" name="">
            <a:extLst xmlns:a="http://schemas.openxmlformats.org/drawingml/2006/main">
              <a:ext uri="{FF2B5EF4-FFF2-40B4-BE49-F238E27FC236}">
                <a16:creationId xmlns:a16="http://schemas.microsoft.com/office/drawing/2014/main" id="{449846E7-E780-4362-A8E5-CF8007C06721}"/>
              </a:ext>
            </a:extLst>
          </p:cNvPr>
          <p:cNvSpPr>
            <a:spLocks xmlns:a="http://schemas.openxmlformats.org/drawingml/2006/main" noGrp="1"/>
          </p:cNvSpPr>
          <p:nvPr/>
        </p:nvSpPr>
        <p:spPr>
          <a:xfrm xmlns:a="http://schemas.openxmlformats.org/drawingml/2006/main">
            <a:off x="4667250" y="2590800"/>
            <a:ext cx="19050" cy="19050"/>
          </a:xfrm>
          <a:prstGeom xmlns:a="http://schemas.openxmlformats.org/drawingml/2006/main" prst="ellipse">
            <a:avLst/>
          </a:prstGeom>
          <a:solidFill xmlns:a="http://schemas.openxmlformats.org/drawingml/2006/main">
            <a:srgbClr val="2E86E0">
              <a:alpha val="45000"/>
            </a:srgbClr>
          </a:solidFill>
          <a:ln xmlns:a="http://schemas.openxmlformats.org/drawingml/2006/main">
            <a:noFill/>
          </a:ln>
        </p:spPr>
      </p:sp>
      <p:sp>
        <p:nvSpPr>
          <p:cNvPr id="89" name="">
            <a:extLst xmlns:a="http://schemas.openxmlformats.org/drawingml/2006/main">
              <a:ext uri="{FF2B5EF4-FFF2-40B4-BE49-F238E27FC236}">
                <a16:creationId xmlns:a16="http://schemas.microsoft.com/office/drawing/2014/main" id="{38A93E08-539F-4E10-87C0-527A5CD6FD9C}"/>
              </a:ext>
            </a:extLst>
          </p:cNvPr>
          <p:cNvSpPr>
            <a:spLocks xmlns:a="http://schemas.openxmlformats.org/drawingml/2006/main" noGrp="1"/>
          </p:cNvSpPr>
          <p:nvPr/>
        </p:nvSpPr>
        <p:spPr>
          <a:xfrm xmlns:a="http://schemas.openxmlformats.org/drawingml/2006/main">
            <a:off x="4667250" y="2676525"/>
            <a:ext cx="19050" cy="19050"/>
          </a:xfrm>
          <a:prstGeom xmlns:a="http://schemas.openxmlformats.org/drawingml/2006/main" prst="ellipse">
            <a:avLst/>
          </a:prstGeom>
          <a:solidFill xmlns:a="http://schemas.openxmlformats.org/drawingml/2006/main">
            <a:srgbClr val="2E86E0">
              <a:alpha val="45000"/>
            </a:srgbClr>
          </a:solidFill>
          <a:ln xmlns:a="http://schemas.openxmlformats.org/drawingml/2006/main">
            <a:noFill/>
          </a:ln>
        </p:spPr>
      </p:sp>
      <p:sp>
        <p:nvSpPr>
          <p:cNvPr id="90" name="">
            <a:extLst xmlns:a="http://schemas.openxmlformats.org/drawingml/2006/main">
              <a:ext uri="{FF2B5EF4-FFF2-40B4-BE49-F238E27FC236}">
                <a16:creationId xmlns:a16="http://schemas.microsoft.com/office/drawing/2014/main" id="{D63B623F-DD33-452F-B305-547D16074295}"/>
              </a:ext>
            </a:extLst>
          </p:cNvPr>
          <p:cNvSpPr>
            <a:spLocks xmlns:a="http://schemas.openxmlformats.org/drawingml/2006/main" noGrp="1"/>
          </p:cNvSpPr>
          <p:nvPr/>
        </p:nvSpPr>
        <p:spPr>
          <a:xfrm xmlns:a="http://schemas.openxmlformats.org/drawingml/2006/main">
            <a:off x="4752975" y="2590800"/>
            <a:ext cx="19050" cy="19050"/>
          </a:xfrm>
          <a:prstGeom xmlns:a="http://schemas.openxmlformats.org/drawingml/2006/main" prst="ellipse">
            <a:avLst/>
          </a:prstGeom>
          <a:solidFill xmlns:a="http://schemas.openxmlformats.org/drawingml/2006/main">
            <a:srgbClr val="2E86E0">
              <a:alpha val="45000"/>
            </a:srgbClr>
          </a:solidFill>
          <a:ln xmlns:a="http://schemas.openxmlformats.org/drawingml/2006/main">
            <a:noFill/>
          </a:ln>
        </p:spPr>
      </p:sp>
      <p:sp>
        <p:nvSpPr>
          <p:cNvPr id="91" name="">
            <a:extLst xmlns:a="http://schemas.openxmlformats.org/drawingml/2006/main">
              <a:ext uri="{FF2B5EF4-FFF2-40B4-BE49-F238E27FC236}">
                <a16:creationId xmlns:a16="http://schemas.microsoft.com/office/drawing/2014/main" id="{86D3C1D2-10F2-4C2C-A5A8-8A04DABF8637}"/>
              </a:ext>
            </a:extLst>
          </p:cNvPr>
          <p:cNvSpPr>
            <a:spLocks xmlns:a="http://schemas.openxmlformats.org/drawingml/2006/main" noGrp="1"/>
          </p:cNvSpPr>
          <p:nvPr/>
        </p:nvSpPr>
        <p:spPr>
          <a:xfrm xmlns:a="http://schemas.openxmlformats.org/drawingml/2006/main">
            <a:off x="4752975" y="2676525"/>
            <a:ext cx="19050" cy="19050"/>
          </a:xfrm>
          <a:prstGeom xmlns:a="http://schemas.openxmlformats.org/drawingml/2006/main" prst="ellipse">
            <a:avLst/>
          </a:prstGeom>
          <a:solidFill xmlns:a="http://schemas.openxmlformats.org/drawingml/2006/main">
            <a:srgbClr val="2E86E0">
              <a:alpha val="45000"/>
            </a:srgbClr>
          </a:solidFill>
          <a:ln xmlns:a="http://schemas.openxmlformats.org/drawingml/2006/main">
            <a:noFill/>
          </a:ln>
        </p:spPr>
      </p:sp>
      <p:sp>
        <p:nvSpPr>
          <p:cNvPr id="92" name="">
            <a:extLst xmlns:a="http://schemas.openxmlformats.org/drawingml/2006/main">
              <a:ext uri="{FF2B5EF4-FFF2-40B4-BE49-F238E27FC236}">
                <a16:creationId xmlns:a16="http://schemas.microsoft.com/office/drawing/2014/main" id="{3AAE13C0-0D82-4122-8B87-09EFC6AF12F5}"/>
              </a:ext>
            </a:extLst>
          </p:cNvPr>
          <p:cNvSpPr>
            <a:spLocks xmlns:a="http://schemas.openxmlformats.org/drawingml/2006/main" noGrp="1"/>
          </p:cNvSpPr>
          <p:nvPr/>
        </p:nvSpPr>
        <p:spPr>
          <a:xfrm xmlns:a="http://schemas.openxmlformats.org/drawingml/2006/main">
            <a:off x="4838700" y="2590800"/>
            <a:ext cx="19050" cy="19050"/>
          </a:xfrm>
          <a:prstGeom xmlns:a="http://schemas.openxmlformats.org/drawingml/2006/main" prst="ellipse">
            <a:avLst/>
          </a:prstGeom>
          <a:solidFill xmlns:a="http://schemas.openxmlformats.org/drawingml/2006/main">
            <a:srgbClr val="2E86E0">
              <a:alpha val="45000"/>
            </a:srgbClr>
          </a:solidFill>
          <a:ln xmlns:a="http://schemas.openxmlformats.org/drawingml/2006/main">
            <a:noFill/>
          </a:ln>
        </p:spPr>
      </p:sp>
      <p:sp>
        <p:nvSpPr>
          <p:cNvPr id="93" name="">
            <a:extLst xmlns:a="http://schemas.openxmlformats.org/drawingml/2006/main">
              <a:ext uri="{FF2B5EF4-FFF2-40B4-BE49-F238E27FC236}">
                <a16:creationId xmlns:a16="http://schemas.microsoft.com/office/drawing/2014/main" id="{298480EB-E949-457E-999D-46D269C594D8}"/>
              </a:ext>
            </a:extLst>
          </p:cNvPr>
          <p:cNvSpPr>
            <a:spLocks xmlns:a="http://schemas.openxmlformats.org/drawingml/2006/main" noGrp="1"/>
          </p:cNvSpPr>
          <p:nvPr/>
        </p:nvSpPr>
        <p:spPr>
          <a:xfrm xmlns:a="http://schemas.openxmlformats.org/drawingml/2006/main">
            <a:off x="4838700" y="2676525"/>
            <a:ext cx="19050" cy="19050"/>
          </a:xfrm>
          <a:prstGeom xmlns:a="http://schemas.openxmlformats.org/drawingml/2006/main" prst="ellipse">
            <a:avLst/>
          </a:prstGeom>
          <a:solidFill xmlns:a="http://schemas.openxmlformats.org/drawingml/2006/main">
            <a:srgbClr val="2E86E0">
              <a:alpha val="45000"/>
            </a:srgbClr>
          </a:solidFill>
          <a:ln xmlns:a="http://schemas.openxmlformats.org/drawingml/2006/main">
            <a:noFill/>
          </a:ln>
        </p:spPr>
      </p:sp>
      <p:sp>
        <p:nvSpPr>
          <p:cNvPr id="94" name="">
            <a:extLst xmlns:a="http://schemas.openxmlformats.org/drawingml/2006/main">
              <a:ext uri="{FF2B5EF4-FFF2-40B4-BE49-F238E27FC236}">
                <a16:creationId xmlns:a16="http://schemas.microsoft.com/office/drawing/2014/main" id="{57764CAE-36E7-423F-BE67-A43A98552043}"/>
              </a:ext>
            </a:extLst>
          </p:cNvPr>
          <p:cNvSpPr>
            <a:spLocks xmlns:a="http://schemas.openxmlformats.org/drawingml/2006/main" noGrp="1"/>
          </p:cNvSpPr>
          <p:nvPr/>
        </p:nvSpPr>
        <p:spPr>
          <a:xfrm xmlns:a="http://schemas.openxmlformats.org/drawingml/2006/main">
            <a:off x="4924425" y="2590800"/>
            <a:ext cx="19050" cy="19050"/>
          </a:xfrm>
          <a:prstGeom xmlns:a="http://schemas.openxmlformats.org/drawingml/2006/main" prst="ellipse">
            <a:avLst/>
          </a:prstGeom>
          <a:solidFill xmlns:a="http://schemas.openxmlformats.org/drawingml/2006/main">
            <a:srgbClr val="2E86E0">
              <a:alpha val="45000"/>
            </a:srgbClr>
          </a:solidFill>
          <a:ln xmlns:a="http://schemas.openxmlformats.org/drawingml/2006/main">
            <a:noFill/>
          </a:ln>
        </p:spPr>
      </p:sp>
      <p:sp>
        <p:nvSpPr>
          <p:cNvPr id="95" name="">
            <a:extLst xmlns:a="http://schemas.openxmlformats.org/drawingml/2006/main">
              <a:ext uri="{FF2B5EF4-FFF2-40B4-BE49-F238E27FC236}">
                <a16:creationId xmlns:a16="http://schemas.microsoft.com/office/drawing/2014/main" id="{C5B2EEEC-3A2D-47C0-BF65-978A615E05CC}"/>
              </a:ext>
            </a:extLst>
          </p:cNvPr>
          <p:cNvSpPr>
            <a:spLocks xmlns:a="http://schemas.openxmlformats.org/drawingml/2006/main" noGrp="1"/>
          </p:cNvSpPr>
          <p:nvPr/>
        </p:nvSpPr>
        <p:spPr>
          <a:xfrm xmlns:a="http://schemas.openxmlformats.org/drawingml/2006/main">
            <a:off x="4924425" y="2676525"/>
            <a:ext cx="19050" cy="19050"/>
          </a:xfrm>
          <a:prstGeom xmlns:a="http://schemas.openxmlformats.org/drawingml/2006/main" prst="ellipse">
            <a:avLst/>
          </a:prstGeom>
          <a:solidFill xmlns:a="http://schemas.openxmlformats.org/drawingml/2006/main">
            <a:srgbClr val="2E86E0">
              <a:alpha val="45000"/>
            </a:srgbClr>
          </a:solidFill>
          <a:ln xmlns:a="http://schemas.openxmlformats.org/drawingml/2006/main">
            <a:noFill/>
          </a:ln>
        </p:spPr>
      </p:sp>
      <p:sp>
        <p:nvSpPr>
          <p:cNvPr id="96" name="">
            <a:extLst xmlns:a="http://schemas.openxmlformats.org/drawingml/2006/main">
              <a:ext uri="{FF2B5EF4-FFF2-40B4-BE49-F238E27FC236}">
                <a16:creationId xmlns:a16="http://schemas.microsoft.com/office/drawing/2014/main" id="{6D9C8A57-6264-4E58-8E98-895B05F43D22}"/>
              </a:ext>
            </a:extLst>
          </p:cNvPr>
          <p:cNvSpPr>
            <a:spLocks xmlns:a="http://schemas.openxmlformats.org/drawingml/2006/main" noGrp="1"/>
          </p:cNvSpPr>
          <p:nvPr/>
        </p:nvSpPr>
        <p:spPr>
          <a:xfrm xmlns:a="http://schemas.openxmlformats.org/drawingml/2006/main">
            <a:off x="5010150" y="2590800"/>
            <a:ext cx="19050" cy="19050"/>
          </a:xfrm>
          <a:prstGeom xmlns:a="http://schemas.openxmlformats.org/drawingml/2006/main" prst="ellipse">
            <a:avLst/>
          </a:prstGeom>
          <a:solidFill xmlns:a="http://schemas.openxmlformats.org/drawingml/2006/main">
            <a:srgbClr val="2E86E0">
              <a:alpha val="45000"/>
            </a:srgbClr>
          </a:solidFill>
          <a:ln xmlns:a="http://schemas.openxmlformats.org/drawingml/2006/main">
            <a:noFill/>
          </a:ln>
        </p:spPr>
      </p:sp>
      <p:sp>
        <p:nvSpPr>
          <p:cNvPr id="97" name="">
            <a:extLst xmlns:a="http://schemas.openxmlformats.org/drawingml/2006/main">
              <a:ext uri="{FF2B5EF4-FFF2-40B4-BE49-F238E27FC236}">
                <a16:creationId xmlns:a16="http://schemas.microsoft.com/office/drawing/2014/main" id="{9AD21D4D-14D3-4E66-BF18-7ED38A2A2F57}"/>
              </a:ext>
            </a:extLst>
          </p:cNvPr>
          <p:cNvSpPr>
            <a:spLocks xmlns:a="http://schemas.openxmlformats.org/drawingml/2006/main" noGrp="1"/>
          </p:cNvSpPr>
          <p:nvPr/>
        </p:nvSpPr>
        <p:spPr>
          <a:xfrm xmlns:a="http://schemas.openxmlformats.org/drawingml/2006/main">
            <a:off x="5010150" y="2676525"/>
            <a:ext cx="19050" cy="19050"/>
          </a:xfrm>
          <a:prstGeom xmlns:a="http://schemas.openxmlformats.org/drawingml/2006/main" prst="ellipse">
            <a:avLst/>
          </a:prstGeom>
          <a:solidFill xmlns:a="http://schemas.openxmlformats.org/drawingml/2006/main">
            <a:srgbClr val="2E86E0">
              <a:alpha val="45000"/>
            </a:srgbClr>
          </a:solidFill>
          <a:ln xmlns:a="http://schemas.openxmlformats.org/drawingml/2006/main">
            <a:noFill/>
          </a:ln>
        </p:spPr>
      </p:sp>
      <p:sp>
        <p:nvSpPr>
          <p:cNvPr id="98" name="">
            <a:extLst xmlns:a="http://schemas.openxmlformats.org/drawingml/2006/main">
              <a:ext uri="{FF2B5EF4-FFF2-40B4-BE49-F238E27FC236}">
                <a16:creationId xmlns:a16="http://schemas.microsoft.com/office/drawing/2014/main" id="{DF4C81E3-D78D-49B0-94A2-33A11C0A1D30}"/>
              </a:ext>
            </a:extLst>
          </p:cNvPr>
          <p:cNvSpPr>
            <a:spLocks xmlns:a="http://schemas.openxmlformats.org/drawingml/2006/main" noGrp="1"/>
          </p:cNvSpPr>
          <p:nvPr/>
        </p:nvSpPr>
        <p:spPr>
          <a:xfrm xmlns:a="http://schemas.openxmlformats.org/drawingml/2006/main">
            <a:off x="4667250" y="1181100"/>
            <a:ext cx="19050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3450" b="1">
                <a:solidFill>
                  <a:srgbClr val="3E86CE"/>
                </a:solidFill>
                <a:latin typeface="Bahnschrift"/>
                <a:ea typeface="Bahnschrift"/>
                <a:cs typeface="Bahnschrift"/>
              </a:defRPr>
            </a:pPr>
            <a:r>
              <a:rPr sz="3450" b="1">
                <a:solidFill>
                  <a:srgbClr val="3E86CE"/>
                </a:solidFill>
                <a:latin typeface="Bahnschrift"/>
                <a:ea typeface="Bahnschrift"/>
                <a:cs typeface="Bahnschrift"/>
              </a:rPr>
              <a:t>02</a:t>
            </a:r>
          </a:p>
        </p:txBody>
      </p:sp>
      <p:sp>
        <p:nvSpPr>
          <p:cNvPr id="99" name="">
            <a:extLst xmlns:a="http://schemas.openxmlformats.org/drawingml/2006/main">
              <a:ext uri="{FF2B5EF4-FFF2-40B4-BE49-F238E27FC236}">
                <a16:creationId xmlns:a16="http://schemas.microsoft.com/office/drawing/2014/main" id="{934787F6-B5FC-442D-BF43-B1A99518026A}"/>
              </a:ext>
            </a:extLst>
          </p:cNvPr>
          <p:cNvSpPr>
            <a:spLocks xmlns:a="http://schemas.openxmlformats.org/drawingml/2006/main" noGrp="1"/>
          </p:cNvSpPr>
          <p:nvPr/>
        </p:nvSpPr>
        <p:spPr>
          <a:xfrm xmlns:a="http://schemas.openxmlformats.org/drawingml/2006/main">
            <a:off x="4667250" y="1752600"/>
            <a:ext cx="3048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FFFFFF"/>
                </a:solidFill>
                <a:latin typeface="微软雅黑"/>
                <a:ea typeface="微软雅黑"/>
                <a:cs typeface="微软雅黑"/>
              </a:defRPr>
            </a:pPr>
            <a:r>
              <a:rPr sz="1800" b="1">
                <a:solidFill>
                  <a:srgbClr val="FFFFFF"/>
                </a:solidFill>
                <a:latin typeface="微软雅黑"/>
                <a:ea typeface="微软雅黑"/>
                <a:cs typeface="微软雅黑"/>
              </a:rPr>
              <a:t>总体方案</a:t>
            </a:r>
          </a:p>
        </p:txBody>
      </p:sp>
      <p:sp>
        <p:nvSpPr>
          <p:cNvPr id="100" name="">
            <a:extLst xmlns:a="http://schemas.openxmlformats.org/drawingml/2006/main">
              <a:ext uri="{FF2B5EF4-FFF2-40B4-BE49-F238E27FC236}">
                <a16:creationId xmlns:a16="http://schemas.microsoft.com/office/drawing/2014/main" id="{20066DB8-5BB4-435D-8940-2D65269CF081}"/>
              </a:ext>
            </a:extLst>
          </p:cNvPr>
          <p:cNvSpPr>
            <a:spLocks xmlns:a="http://schemas.openxmlformats.org/drawingml/2006/main" noGrp="1"/>
          </p:cNvSpPr>
          <p:nvPr/>
        </p:nvSpPr>
        <p:spPr>
          <a:xfrm xmlns:a="http://schemas.openxmlformats.org/drawingml/2006/main">
            <a:off x="4667250" y="2171700"/>
            <a:ext cx="495300" cy="1905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01" name="">
            <a:extLst xmlns:a="http://schemas.openxmlformats.org/drawingml/2006/main">
              <a:ext uri="{FF2B5EF4-FFF2-40B4-BE49-F238E27FC236}">
                <a16:creationId xmlns:a16="http://schemas.microsoft.com/office/drawing/2014/main" id="{F6DFEF26-C0E8-493C-B837-53511BBC581F}"/>
              </a:ext>
            </a:extLst>
          </p:cNvPr>
          <p:cNvSpPr>
            <a:spLocks xmlns:a="http://schemas.openxmlformats.org/drawingml/2006/main" noGrp="1"/>
          </p:cNvSpPr>
          <p:nvPr/>
        </p:nvSpPr>
        <p:spPr>
          <a:xfrm xmlns:a="http://schemas.openxmlformats.org/drawingml/2006/main">
            <a:off x="4667250" y="2305050"/>
            <a:ext cx="30480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五层总体框架 </a:t>
            </a:r>
            <a:r>
              <a:rPr sz="938" b="0">
                <a:solidFill>
                  <a:srgbClr val="EEF5FF"/>
                </a:solidFill>
                <a:latin typeface="微软雅黑"/>
                <a:ea typeface="微软雅黑"/>
                <a:cs typeface="微软雅黑"/>
              </a:rPr>
              <a:t>· </a:t>
            </a:r>
            <a:r>
              <a:rPr sz="938" b="0">
                <a:solidFill>
                  <a:srgbClr val="EEF5FF"/>
                </a:solidFill>
                <a:latin typeface="微软雅黑"/>
                <a:ea typeface="微软雅黑"/>
                <a:cs typeface="微软雅黑"/>
              </a:rPr>
              <a:t>技术路线 </a:t>
            </a:r>
            <a:r>
              <a:rPr sz="938" b="0">
                <a:solidFill>
                  <a:srgbClr val="EEF5FF"/>
                </a:solidFill>
                <a:latin typeface="微软雅黑"/>
                <a:ea typeface="微软雅黑"/>
                <a:cs typeface="微软雅黑"/>
              </a:rPr>
              <a:t>· </a:t>
            </a:r>
            <a:r>
              <a:rPr sz="938" b="0">
                <a:solidFill>
                  <a:srgbClr val="EEF5FF"/>
                </a:solidFill>
                <a:latin typeface="微软雅黑"/>
                <a:ea typeface="微软雅黑"/>
                <a:cs typeface="微软雅黑"/>
              </a:rPr>
              <a:t>四项核心创新点</a:t>
            </a:r>
          </a:p>
        </p:txBody>
      </p:sp>
      <p:sp>
        <p:nvSpPr>
          <p:cNvPr id="102" name="">
            <a:extLst xmlns:a="http://schemas.openxmlformats.org/drawingml/2006/main">
              <a:ext uri="{FF2B5EF4-FFF2-40B4-BE49-F238E27FC236}">
                <a16:creationId xmlns:a16="http://schemas.microsoft.com/office/drawing/2014/main" id="{2B06904D-673C-4603-A30A-84458A293DF8}"/>
              </a:ext>
            </a:extLst>
          </p:cNvPr>
          <p:cNvSpPr>
            <a:spLocks xmlns:a="http://schemas.openxmlformats.org/drawingml/2006/main" noGrp="1"/>
          </p:cNvSpPr>
          <p:nvPr/>
        </p:nvSpPr>
        <p:spPr>
          <a:xfrm xmlns:a="http://schemas.openxmlformats.org/drawingml/2006/main">
            <a:off x="8267700" y="990600"/>
            <a:ext cx="3543300" cy="1924050"/>
          </a:xfrm>
          <a:prstGeom xmlns:a="http://schemas.openxmlformats.org/drawingml/2006/main" prst="roundRect">
            <a:avLst>
              <a:gd name="adj" fmla="val 4455"/>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103" name="">
            <a:extLst xmlns:a="http://schemas.openxmlformats.org/drawingml/2006/main">
              <a:ext uri="{FF2B5EF4-FFF2-40B4-BE49-F238E27FC236}">
                <a16:creationId xmlns:a16="http://schemas.microsoft.com/office/drawing/2014/main" id="{D9D82976-C6E1-464B-8688-272775349FF6}"/>
              </a:ext>
            </a:extLst>
          </p:cNvPr>
          <p:cNvSpPr>
            <a:spLocks xmlns:a="http://schemas.openxmlformats.org/drawingml/2006/main" noGrp="1"/>
          </p:cNvSpPr>
          <p:nvPr/>
        </p:nvSpPr>
        <p:spPr>
          <a:xfrm xmlns:a="http://schemas.openxmlformats.org/drawingml/2006/main">
            <a:off x="8267700" y="990600"/>
            <a:ext cx="3543300" cy="47625"/>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04" name="">
            <a:extLst xmlns:a="http://schemas.openxmlformats.org/drawingml/2006/main">
              <a:ext uri="{FF2B5EF4-FFF2-40B4-BE49-F238E27FC236}">
                <a16:creationId xmlns:a16="http://schemas.microsoft.com/office/drawing/2014/main" id="{FD1ABBEE-8B31-4149-BE1B-40233C7B19B2}"/>
              </a:ext>
            </a:extLst>
          </p:cNvPr>
          <p:cNvSpPr>
            <a:spLocks xmlns:a="http://schemas.openxmlformats.org/drawingml/2006/main" noGrp="1"/>
          </p:cNvSpPr>
          <p:nvPr/>
        </p:nvSpPr>
        <p:spPr>
          <a:xfrm xmlns:a="http://schemas.openxmlformats.org/drawingml/2006/main">
            <a:off x="11239500" y="1276350"/>
            <a:ext cx="28575" cy="2857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105" name="">
            <a:extLst xmlns:a="http://schemas.openxmlformats.org/drawingml/2006/main">
              <a:ext uri="{FF2B5EF4-FFF2-40B4-BE49-F238E27FC236}">
                <a16:creationId xmlns:a16="http://schemas.microsoft.com/office/drawing/2014/main" id="{C20D0321-9203-44C2-9F73-47B808566FE0}"/>
              </a:ext>
            </a:extLst>
          </p:cNvPr>
          <p:cNvSpPr>
            <a:spLocks xmlns:a="http://schemas.openxmlformats.org/drawingml/2006/main" noGrp="1"/>
          </p:cNvSpPr>
          <p:nvPr/>
        </p:nvSpPr>
        <p:spPr>
          <a:xfrm xmlns:a="http://schemas.openxmlformats.org/drawingml/2006/main">
            <a:off x="11239500" y="1390650"/>
            <a:ext cx="28575" cy="2857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106" name="">
            <a:extLst xmlns:a="http://schemas.openxmlformats.org/drawingml/2006/main">
              <a:ext uri="{FF2B5EF4-FFF2-40B4-BE49-F238E27FC236}">
                <a16:creationId xmlns:a16="http://schemas.microsoft.com/office/drawing/2014/main" id="{EB737085-177D-4B4D-922F-104B67953002}"/>
              </a:ext>
            </a:extLst>
          </p:cNvPr>
          <p:cNvSpPr>
            <a:spLocks xmlns:a="http://schemas.openxmlformats.org/drawingml/2006/main" noGrp="1"/>
          </p:cNvSpPr>
          <p:nvPr/>
        </p:nvSpPr>
        <p:spPr>
          <a:xfrm xmlns:a="http://schemas.openxmlformats.org/drawingml/2006/main">
            <a:off x="11239500" y="1504950"/>
            <a:ext cx="28575" cy="2857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107" name="">
            <a:extLst xmlns:a="http://schemas.openxmlformats.org/drawingml/2006/main">
              <a:ext uri="{FF2B5EF4-FFF2-40B4-BE49-F238E27FC236}">
                <a16:creationId xmlns:a16="http://schemas.microsoft.com/office/drawing/2014/main" id="{1BE6079D-1219-4CE5-9E7C-50A36CFD0B5F}"/>
              </a:ext>
            </a:extLst>
          </p:cNvPr>
          <p:cNvSpPr>
            <a:spLocks xmlns:a="http://schemas.openxmlformats.org/drawingml/2006/main" noGrp="1"/>
          </p:cNvSpPr>
          <p:nvPr/>
        </p:nvSpPr>
        <p:spPr>
          <a:xfrm xmlns:a="http://schemas.openxmlformats.org/drawingml/2006/main">
            <a:off x="11353800" y="1276350"/>
            <a:ext cx="28575" cy="2857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108" name="">
            <a:extLst xmlns:a="http://schemas.openxmlformats.org/drawingml/2006/main">
              <a:ext uri="{FF2B5EF4-FFF2-40B4-BE49-F238E27FC236}">
                <a16:creationId xmlns:a16="http://schemas.microsoft.com/office/drawing/2014/main" id="{72F02593-1E41-40D9-87E0-2720DD4BEC69}"/>
              </a:ext>
            </a:extLst>
          </p:cNvPr>
          <p:cNvSpPr>
            <a:spLocks xmlns:a="http://schemas.openxmlformats.org/drawingml/2006/main" noGrp="1"/>
          </p:cNvSpPr>
          <p:nvPr/>
        </p:nvSpPr>
        <p:spPr>
          <a:xfrm xmlns:a="http://schemas.openxmlformats.org/drawingml/2006/main">
            <a:off x="11353800" y="1390650"/>
            <a:ext cx="28575" cy="2857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109" name="">
            <a:extLst xmlns:a="http://schemas.openxmlformats.org/drawingml/2006/main">
              <a:ext uri="{FF2B5EF4-FFF2-40B4-BE49-F238E27FC236}">
                <a16:creationId xmlns:a16="http://schemas.microsoft.com/office/drawing/2014/main" id="{BD46F8D7-4034-40DE-8C49-A0F31E753B1E}"/>
              </a:ext>
            </a:extLst>
          </p:cNvPr>
          <p:cNvSpPr>
            <a:spLocks xmlns:a="http://schemas.openxmlformats.org/drawingml/2006/main" noGrp="1"/>
          </p:cNvSpPr>
          <p:nvPr/>
        </p:nvSpPr>
        <p:spPr>
          <a:xfrm xmlns:a="http://schemas.openxmlformats.org/drawingml/2006/main">
            <a:off x="11353800" y="1504950"/>
            <a:ext cx="28575" cy="2857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110" name="">
            <a:extLst xmlns:a="http://schemas.openxmlformats.org/drawingml/2006/main">
              <a:ext uri="{FF2B5EF4-FFF2-40B4-BE49-F238E27FC236}">
                <a16:creationId xmlns:a16="http://schemas.microsoft.com/office/drawing/2014/main" id="{409ED4F7-BD93-4631-BC9A-DA27BBF32CD0}"/>
              </a:ext>
            </a:extLst>
          </p:cNvPr>
          <p:cNvSpPr>
            <a:spLocks xmlns:a="http://schemas.openxmlformats.org/drawingml/2006/main" noGrp="1"/>
          </p:cNvSpPr>
          <p:nvPr/>
        </p:nvSpPr>
        <p:spPr>
          <a:xfrm xmlns:a="http://schemas.openxmlformats.org/drawingml/2006/main">
            <a:off x="11468100" y="1276350"/>
            <a:ext cx="28575" cy="2857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111" name="">
            <a:extLst xmlns:a="http://schemas.openxmlformats.org/drawingml/2006/main">
              <a:ext uri="{FF2B5EF4-FFF2-40B4-BE49-F238E27FC236}">
                <a16:creationId xmlns:a16="http://schemas.microsoft.com/office/drawing/2014/main" id="{92D99FE0-39B0-4435-BFE6-70EE008B1A0B}"/>
              </a:ext>
            </a:extLst>
          </p:cNvPr>
          <p:cNvSpPr>
            <a:spLocks xmlns:a="http://schemas.openxmlformats.org/drawingml/2006/main" noGrp="1"/>
          </p:cNvSpPr>
          <p:nvPr/>
        </p:nvSpPr>
        <p:spPr>
          <a:xfrm xmlns:a="http://schemas.openxmlformats.org/drawingml/2006/main">
            <a:off x="11468100" y="1390650"/>
            <a:ext cx="28575" cy="2857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112" name="">
            <a:extLst xmlns:a="http://schemas.openxmlformats.org/drawingml/2006/main">
              <a:ext uri="{FF2B5EF4-FFF2-40B4-BE49-F238E27FC236}">
                <a16:creationId xmlns:a16="http://schemas.microsoft.com/office/drawing/2014/main" id="{F7BD231F-F019-4D36-9238-F938A8BB17D5}"/>
              </a:ext>
            </a:extLst>
          </p:cNvPr>
          <p:cNvSpPr>
            <a:spLocks xmlns:a="http://schemas.openxmlformats.org/drawingml/2006/main" noGrp="1"/>
          </p:cNvSpPr>
          <p:nvPr/>
        </p:nvSpPr>
        <p:spPr>
          <a:xfrm xmlns:a="http://schemas.openxmlformats.org/drawingml/2006/main">
            <a:off x="11468100" y="1504950"/>
            <a:ext cx="28575" cy="2857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113" name="">
            <a:extLst xmlns:a="http://schemas.openxmlformats.org/drawingml/2006/main">
              <a:ext uri="{FF2B5EF4-FFF2-40B4-BE49-F238E27FC236}">
                <a16:creationId xmlns:a16="http://schemas.microsoft.com/office/drawing/2014/main" id="{C224EDE6-01D6-4254-9160-8549006D7846}"/>
              </a:ext>
            </a:extLst>
          </p:cNvPr>
          <p:cNvSpPr>
            <a:spLocks xmlns:a="http://schemas.openxmlformats.org/drawingml/2006/main" noGrp="1"/>
          </p:cNvSpPr>
          <p:nvPr/>
        </p:nvSpPr>
        <p:spPr>
          <a:xfrm xmlns:a="http://schemas.openxmlformats.org/drawingml/2006/main">
            <a:off x="8515350" y="2590800"/>
            <a:ext cx="19050" cy="19050"/>
          </a:xfrm>
          <a:prstGeom xmlns:a="http://schemas.openxmlformats.org/drawingml/2006/main" prst="ellipse">
            <a:avLst/>
          </a:prstGeom>
          <a:solidFill xmlns:a="http://schemas.openxmlformats.org/drawingml/2006/main">
            <a:srgbClr val="FFD24A">
              <a:alpha val="45000"/>
            </a:srgbClr>
          </a:solidFill>
          <a:ln xmlns:a="http://schemas.openxmlformats.org/drawingml/2006/main">
            <a:noFill/>
          </a:ln>
        </p:spPr>
      </p:sp>
      <p:sp>
        <p:nvSpPr>
          <p:cNvPr id="114" name="">
            <a:extLst xmlns:a="http://schemas.openxmlformats.org/drawingml/2006/main">
              <a:ext uri="{FF2B5EF4-FFF2-40B4-BE49-F238E27FC236}">
                <a16:creationId xmlns:a16="http://schemas.microsoft.com/office/drawing/2014/main" id="{A9625922-78F1-4128-AAE6-2F40351CBA49}"/>
              </a:ext>
            </a:extLst>
          </p:cNvPr>
          <p:cNvSpPr>
            <a:spLocks xmlns:a="http://schemas.openxmlformats.org/drawingml/2006/main" noGrp="1"/>
          </p:cNvSpPr>
          <p:nvPr/>
        </p:nvSpPr>
        <p:spPr>
          <a:xfrm xmlns:a="http://schemas.openxmlformats.org/drawingml/2006/main">
            <a:off x="8515350" y="2676525"/>
            <a:ext cx="19050" cy="19050"/>
          </a:xfrm>
          <a:prstGeom xmlns:a="http://schemas.openxmlformats.org/drawingml/2006/main" prst="ellipse">
            <a:avLst/>
          </a:prstGeom>
          <a:solidFill xmlns:a="http://schemas.openxmlformats.org/drawingml/2006/main">
            <a:srgbClr val="FFD24A">
              <a:alpha val="45000"/>
            </a:srgbClr>
          </a:solidFill>
          <a:ln xmlns:a="http://schemas.openxmlformats.org/drawingml/2006/main">
            <a:noFill/>
          </a:ln>
        </p:spPr>
      </p:sp>
      <p:sp>
        <p:nvSpPr>
          <p:cNvPr id="115" name="">
            <a:extLst xmlns:a="http://schemas.openxmlformats.org/drawingml/2006/main">
              <a:ext uri="{FF2B5EF4-FFF2-40B4-BE49-F238E27FC236}">
                <a16:creationId xmlns:a16="http://schemas.microsoft.com/office/drawing/2014/main" id="{C4405EE5-8ACF-4293-AE4A-0D5D808472BC}"/>
              </a:ext>
            </a:extLst>
          </p:cNvPr>
          <p:cNvSpPr>
            <a:spLocks xmlns:a="http://schemas.openxmlformats.org/drawingml/2006/main" noGrp="1"/>
          </p:cNvSpPr>
          <p:nvPr/>
        </p:nvSpPr>
        <p:spPr>
          <a:xfrm xmlns:a="http://schemas.openxmlformats.org/drawingml/2006/main">
            <a:off x="8601075" y="2590800"/>
            <a:ext cx="19050" cy="19050"/>
          </a:xfrm>
          <a:prstGeom xmlns:a="http://schemas.openxmlformats.org/drawingml/2006/main" prst="ellipse">
            <a:avLst/>
          </a:prstGeom>
          <a:solidFill xmlns:a="http://schemas.openxmlformats.org/drawingml/2006/main">
            <a:srgbClr val="FFD24A">
              <a:alpha val="45000"/>
            </a:srgbClr>
          </a:solidFill>
          <a:ln xmlns:a="http://schemas.openxmlformats.org/drawingml/2006/main">
            <a:noFill/>
          </a:ln>
        </p:spPr>
      </p:sp>
      <p:sp>
        <p:nvSpPr>
          <p:cNvPr id="116" name="">
            <a:extLst xmlns:a="http://schemas.openxmlformats.org/drawingml/2006/main">
              <a:ext uri="{FF2B5EF4-FFF2-40B4-BE49-F238E27FC236}">
                <a16:creationId xmlns:a16="http://schemas.microsoft.com/office/drawing/2014/main" id="{A86DB705-D9EE-4AC4-A958-153959422C8E}"/>
              </a:ext>
            </a:extLst>
          </p:cNvPr>
          <p:cNvSpPr>
            <a:spLocks xmlns:a="http://schemas.openxmlformats.org/drawingml/2006/main" noGrp="1"/>
          </p:cNvSpPr>
          <p:nvPr/>
        </p:nvSpPr>
        <p:spPr>
          <a:xfrm xmlns:a="http://schemas.openxmlformats.org/drawingml/2006/main">
            <a:off x="8601075" y="2676525"/>
            <a:ext cx="19050" cy="19050"/>
          </a:xfrm>
          <a:prstGeom xmlns:a="http://schemas.openxmlformats.org/drawingml/2006/main" prst="ellipse">
            <a:avLst/>
          </a:prstGeom>
          <a:solidFill xmlns:a="http://schemas.openxmlformats.org/drawingml/2006/main">
            <a:srgbClr val="FFD24A">
              <a:alpha val="45000"/>
            </a:srgbClr>
          </a:solidFill>
          <a:ln xmlns:a="http://schemas.openxmlformats.org/drawingml/2006/main">
            <a:noFill/>
          </a:ln>
        </p:spPr>
      </p:sp>
      <p:sp>
        <p:nvSpPr>
          <p:cNvPr id="117" name="">
            <a:extLst xmlns:a="http://schemas.openxmlformats.org/drawingml/2006/main">
              <a:ext uri="{FF2B5EF4-FFF2-40B4-BE49-F238E27FC236}">
                <a16:creationId xmlns:a16="http://schemas.microsoft.com/office/drawing/2014/main" id="{5CF1E89C-600F-4D1B-BA20-1052BFB44DB8}"/>
              </a:ext>
            </a:extLst>
          </p:cNvPr>
          <p:cNvSpPr>
            <a:spLocks xmlns:a="http://schemas.openxmlformats.org/drawingml/2006/main" noGrp="1"/>
          </p:cNvSpPr>
          <p:nvPr/>
        </p:nvSpPr>
        <p:spPr>
          <a:xfrm xmlns:a="http://schemas.openxmlformats.org/drawingml/2006/main">
            <a:off x="8686800" y="2590800"/>
            <a:ext cx="19050" cy="19050"/>
          </a:xfrm>
          <a:prstGeom xmlns:a="http://schemas.openxmlformats.org/drawingml/2006/main" prst="ellipse">
            <a:avLst/>
          </a:prstGeom>
          <a:solidFill xmlns:a="http://schemas.openxmlformats.org/drawingml/2006/main">
            <a:srgbClr val="FFD24A">
              <a:alpha val="45000"/>
            </a:srgbClr>
          </a:solidFill>
          <a:ln xmlns:a="http://schemas.openxmlformats.org/drawingml/2006/main">
            <a:noFill/>
          </a:ln>
        </p:spPr>
      </p:sp>
      <p:sp>
        <p:nvSpPr>
          <p:cNvPr id="118" name="">
            <a:extLst xmlns:a="http://schemas.openxmlformats.org/drawingml/2006/main">
              <a:ext uri="{FF2B5EF4-FFF2-40B4-BE49-F238E27FC236}">
                <a16:creationId xmlns:a16="http://schemas.microsoft.com/office/drawing/2014/main" id="{2B14DFBD-6E7C-49ED-AA63-870E4572C86D}"/>
              </a:ext>
            </a:extLst>
          </p:cNvPr>
          <p:cNvSpPr>
            <a:spLocks xmlns:a="http://schemas.openxmlformats.org/drawingml/2006/main" noGrp="1"/>
          </p:cNvSpPr>
          <p:nvPr/>
        </p:nvSpPr>
        <p:spPr>
          <a:xfrm xmlns:a="http://schemas.openxmlformats.org/drawingml/2006/main">
            <a:off x="8686800" y="2676525"/>
            <a:ext cx="19050" cy="19050"/>
          </a:xfrm>
          <a:prstGeom xmlns:a="http://schemas.openxmlformats.org/drawingml/2006/main" prst="ellipse">
            <a:avLst/>
          </a:prstGeom>
          <a:solidFill xmlns:a="http://schemas.openxmlformats.org/drawingml/2006/main">
            <a:srgbClr val="FFD24A">
              <a:alpha val="45000"/>
            </a:srgbClr>
          </a:solidFill>
          <a:ln xmlns:a="http://schemas.openxmlformats.org/drawingml/2006/main">
            <a:noFill/>
          </a:ln>
        </p:spPr>
      </p:sp>
      <p:sp>
        <p:nvSpPr>
          <p:cNvPr id="119" name="">
            <a:extLst xmlns:a="http://schemas.openxmlformats.org/drawingml/2006/main">
              <a:ext uri="{FF2B5EF4-FFF2-40B4-BE49-F238E27FC236}">
                <a16:creationId xmlns:a16="http://schemas.microsoft.com/office/drawing/2014/main" id="{ADE39263-E8B7-48B8-9BDE-B164560133BF}"/>
              </a:ext>
            </a:extLst>
          </p:cNvPr>
          <p:cNvSpPr>
            <a:spLocks xmlns:a="http://schemas.openxmlformats.org/drawingml/2006/main" noGrp="1"/>
          </p:cNvSpPr>
          <p:nvPr/>
        </p:nvSpPr>
        <p:spPr>
          <a:xfrm xmlns:a="http://schemas.openxmlformats.org/drawingml/2006/main">
            <a:off x="8772525" y="2590800"/>
            <a:ext cx="19050" cy="19050"/>
          </a:xfrm>
          <a:prstGeom xmlns:a="http://schemas.openxmlformats.org/drawingml/2006/main" prst="ellipse">
            <a:avLst/>
          </a:prstGeom>
          <a:solidFill xmlns:a="http://schemas.openxmlformats.org/drawingml/2006/main">
            <a:srgbClr val="FFD24A">
              <a:alpha val="45000"/>
            </a:srgbClr>
          </a:solidFill>
          <a:ln xmlns:a="http://schemas.openxmlformats.org/drawingml/2006/main">
            <a:noFill/>
          </a:ln>
        </p:spPr>
      </p:sp>
      <p:sp>
        <p:nvSpPr>
          <p:cNvPr id="120" name="">
            <a:extLst xmlns:a="http://schemas.openxmlformats.org/drawingml/2006/main">
              <a:ext uri="{FF2B5EF4-FFF2-40B4-BE49-F238E27FC236}">
                <a16:creationId xmlns:a16="http://schemas.microsoft.com/office/drawing/2014/main" id="{9F657337-5034-4C02-B913-71A89ED541EF}"/>
              </a:ext>
            </a:extLst>
          </p:cNvPr>
          <p:cNvSpPr>
            <a:spLocks xmlns:a="http://schemas.openxmlformats.org/drawingml/2006/main" noGrp="1"/>
          </p:cNvSpPr>
          <p:nvPr/>
        </p:nvSpPr>
        <p:spPr>
          <a:xfrm xmlns:a="http://schemas.openxmlformats.org/drawingml/2006/main">
            <a:off x="8772525" y="2676525"/>
            <a:ext cx="19050" cy="19050"/>
          </a:xfrm>
          <a:prstGeom xmlns:a="http://schemas.openxmlformats.org/drawingml/2006/main" prst="ellipse">
            <a:avLst/>
          </a:prstGeom>
          <a:solidFill xmlns:a="http://schemas.openxmlformats.org/drawingml/2006/main">
            <a:srgbClr val="FFD24A">
              <a:alpha val="45000"/>
            </a:srgbClr>
          </a:solidFill>
          <a:ln xmlns:a="http://schemas.openxmlformats.org/drawingml/2006/main">
            <a:noFill/>
          </a:ln>
        </p:spPr>
      </p:sp>
      <p:sp>
        <p:nvSpPr>
          <p:cNvPr id="121" name="">
            <a:extLst xmlns:a="http://schemas.openxmlformats.org/drawingml/2006/main">
              <a:ext uri="{FF2B5EF4-FFF2-40B4-BE49-F238E27FC236}">
                <a16:creationId xmlns:a16="http://schemas.microsoft.com/office/drawing/2014/main" id="{66A928F6-5B10-40F5-ABDE-21C06F650966}"/>
              </a:ext>
            </a:extLst>
          </p:cNvPr>
          <p:cNvSpPr>
            <a:spLocks xmlns:a="http://schemas.openxmlformats.org/drawingml/2006/main" noGrp="1"/>
          </p:cNvSpPr>
          <p:nvPr/>
        </p:nvSpPr>
        <p:spPr>
          <a:xfrm xmlns:a="http://schemas.openxmlformats.org/drawingml/2006/main">
            <a:off x="8858250" y="2590800"/>
            <a:ext cx="19050" cy="19050"/>
          </a:xfrm>
          <a:prstGeom xmlns:a="http://schemas.openxmlformats.org/drawingml/2006/main" prst="ellipse">
            <a:avLst/>
          </a:prstGeom>
          <a:solidFill xmlns:a="http://schemas.openxmlformats.org/drawingml/2006/main">
            <a:srgbClr val="FFD24A">
              <a:alpha val="45000"/>
            </a:srgbClr>
          </a:solidFill>
          <a:ln xmlns:a="http://schemas.openxmlformats.org/drawingml/2006/main">
            <a:noFill/>
          </a:ln>
        </p:spPr>
      </p:sp>
      <p:sp>
        <p:nvSpPr>
          <p:cNvPr id="122" name="">
            <a:extLst xmlns:a="http://schemas.openxmlformats.org/drawingml/2006/main">
              <a:ext uri="{FF2B5EF4-FFF2-40B4-BE49-F238E27FC236}">
                <a16:creationId xmlns:a16="http://schemas.microsoft.com/office/drawing/2014/main" id="{7FF6F713-A86D-490B-BCEB-4DC7359D47D7}"/>
              </a:ext>
            </a:extLst>
          </p:cNvPr>
          <p:cNvSpPr>
            <a:spLocks xmlns:a="http://schemas.openxmlformats.org/drawingml/2006/main" noGrp="1"/>
          </p:cNvSpPr>
          <p:nvPr/>
        </p:nvSpPr>
        <p:spPr>
          <a:xfrm xmlns:a="http://schemas.openxmlformats.org/drawingml/2006/main">
            <a:off x="8858250" y="2676525"/>
            <a:ext cx="19050" cy="19050"/>
          </a:xfrm>
          <a:prstGeom xmlns:a="http://schemas.openxmlformats.org/drawingml/2006/main" prst="ellipse">
            <a:avLst/>
          </a:prstGeom>
          <a:solidFill xmlns:a="http://schemas.openxmlformats.org/drawingml/2006/main">
            <a:srgbClr val="FFD24A">
              <a:alpha val="45000"/>
            </a:srgbClr>
          </a:solidFill>
          <a:ln xmlns:a="http://schemas.openxmlformats.org/drawingml/2006/main">
            <a:noFill/>
          </a:ln>
        </p:spPr>
      </p:sp>
      <p:sp>
        <p:nvSpPr>
          <p:cNvPr id="123" name="">
            <a:extLst xmlns:a="http://schemas.openxmlformats.org/drawingml/2006/main">
              <a:ext uri="{FF2B5EF4-FFF2-40B4-BE49-F238E27FC236}">
                <a16:creationId xmlns:a16="http://schemas.microsoft.com/office/drawing/2014/main" id="{D5E54A9F-B373-4C75-828D-4390DCE42027}"/>
              </a:ext>
            </a:extLst>
          </p:cNvPr>
          <p:cNvSpPr>
            <a:spLocks xmlns:a="http://schemas.openxmlformats.org/drawingml/2006/main" noGrp="1"/>
          </p:cNvSpPr>
          <p:nvPr/>
        </p:nvSpPr>
        <p:spPr>
          <a:xfrm xmlns:a="http://schemas.openxmlformats.org/drawingml/2006/main">
            <a:off x="8515350" y="1181100"/>
            <a:ext cx="19050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3450" b="1">
                <a:solidFill>
                  <a:srgbClr val="3E86CE"/>
                </a:solidFill>
                <a:latin typeface="Bahnschrift"/>
                <a:ea typeface="Bahnschrift"/>
                <a:cs typeface="Bahnschrift"/>
              </a:defRPr>
            </a:pPr>
            <a:r>
              <a:rPr sz="3450" b="1">
                <a:solidFill>
                  <a:srgbClr val="3E86CE"/>
                </a:solidFill>
                <a:latin typeface="Bahnschrift"/>
                <a:ea typeface="Bahnschrift"/>
                <a:cs typeface="Bahnschrift"/>
              </a:rPr>
              <a:t>03</a:t>
            </a:r>
          </a:p>
        </p:txBody>
      </p:sp>
      <p:sp>
        <p:nvSpPr>
          <p:cNvPr id="124" name="">
            <a:extLst xmlns:a="http://schemas.openxmlformats.org/drawingml/2006/main">
              <a:ext uri="{FF2B5EF4-FFF2-40B4-BE49-F238E27FC236}">
                <a16:creationId xmlns:a16="http://schemas.microsoft.com/office/drawing/2014/main" id="{4B5AF82F-866F-4F6B-9304-C30293E0CCF3}"/>
              </a:ext>
            </a:extLst>
          </p:cNvPr>
          <p:cNvSpPr>
            <a:spLocks xmlns:a="http://schemas.openxmlformats.org/drawingml/2006/main" noGrp="1"/>
          </p:cNvSpPr>
          <p:nvPr/>
        </p:nvSpPr>
        <p:spPr>
          <a:xfrm xmlns:a="http://schemas.openxmlformats.org/drawingml/2006/main">
            <a:off x="8515350" y="1752600"/>
            <a:ext cx="3048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FFFFFF"/>
                </a:solidFill>
                <a:latin typeface="微软雅黑"/>
                <a:ea typeface="微软雅黑"/>
                <a:cs typeface="微软雅黑"/>
              </a:defRPr>
            </a:pPr>
            <a:r>
              <a:rPr sz="1800" b="1">
                <a:solidFill>
                  <a:srgbClr val="FFFFFF"/>
                </a:solidFill>
                <a:latin typeface="微软雅黑"/>
                <a:ea typeface="微软雅黑"/>
                <a:cs typeface="微软雅黑"/>
              </a:rPr>
              <a:t>核心算法</a:t>
            </a:r>
          </a:p>
        </p:txBody>
      </p:sp>
      <p:sp>
        <p:nvSpPr>
          <p:cNvPr id="125" name="">
            <a:extLst xmlns:a="http://schemas.openxmlformats.org/drawingml/2006/main">
              <a:ext uri="{FF2B5EF4-FFF2-40B4-BE49-F238E27FC236}">
                <a16:creationId xmlns:a16="http://schemas.microsoft.com/office/drawing/2014/main" id="{09444EEF-CEB7-4583-962D-AB9ED4C6E2CB}"/>
              </a:ext>
            </a:extLst>
          </p:cNvPr>
          <p:cNvSpPr>
            <a:spLocks xmlns:a="http://schemas.openxmlformats.org/drawingml/2006/main" noGrp="1"/>
          </p:cNvSpPr>
          <p:nvPr/>
        </p:nvSpPr>
        <p:spPr>
          <a:xfrm xmlns:a="http://schemas.openxmlformats.org/drawingml/2006/main">
            <a:off x="8515350" y="2171700"/>
            <a:ext cx="495300" cy="1905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26" name="">
            <a:extLst xmlns:a="http://schemas.openxmlformats.org/drawingml/2006/main">
              <a:ext uri="{FF2B5EF4-FFF2-40B4-BE49-F238E27FC236}">
                <a16:creationId xmlns:a16="http://schemas.microsoft.com/office/drawing/2014/main" id="{29767AB8-515F-4A69-883F-88460C668F0E}"/>
              </a:ext>
            </a:extLst>
          </p:cNvPr>
          <p:cNvSpPr>
            <a:spLocks xmlns:a="http://schemas.openxmlformats.org/drawingml/2006/main" noGrp="1"/>
          </p:cNvSpPr>
          <p:nvPr/>
        </p:nvSpPr>
        <p:spPr>
          <a:xfrm xmlns:a="http://schemas.openxmlformats.org/drawingml/2006/main">
            <a:off x="8515350" y="2305050"/>
            <a:ext cx="30480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规则引擎 </a:t>
            </a:r>
            <a:r>
              <a:rPr sz="938" b="0">
                <a:solidFill>
                  <a:srgbClr val="EEF5FF"/>
                </a:solidFill>
                <a:latin typeface="微软雅黑"/>
                <a:ea typeface="微软雅黑"/>
                <a:cs typeface="微软雅黑"/>
              </a:rPr>
              <a:t>· </a:t>
            </a:r>
            <a:r>
              <a:rPr sz="938" b="0">
                <a:solidFill>
                  <a:srgbClr val="EEF5FF"/>
                </a:solidFill>
                <a:latin typeface="微软雅黑"/>
                <a:ea typeface="微软雅黑"/>
                <a:cs typeface="微软雅黑"/>
              </a:rPr>
              <a:t>气体检测归因 </a:t>
            </a:r>
            <a:r>
              <a:rPr sz="938" b="0">
                <a:solidFill>
                  <a:srgbClr val="EEF5FF"/>
                </a:solidFill>
                <a:latin typeface="微软雅黑"/>
                <a:ea typeface="微软雅黑"/>
                <a:cs typeface="微软雅黑"/>
              </a:rPr>
              <a:t>· </a:t>
            </a:r>
            <a:r>
              <a:rPr sz="938" b="0">
                <a:solidFill>
                  <a:srgbClr val="EEF5FF"/>
                </a:solidFill>
                <a:latin typeface="微软雅黑"/>
                <a:ea typeface="微软雅黑"/>
                <a:cs typeface="微软雅黑"/>
              </a:rPr>
              <a:t>个性化组卷 </a:t>
            </a:r>
            <a:r>
              <a:rPr sz="938" b="0">
                <a:solidFill>
                  <a:srgbClr val="EEF5FF"/>
                </a:solidFill>
                <a:latin typeface="微软雅黑"/>
                <a:ea typeface="微软雅黑"/>
                <a:cs typeface="微软雅黑"/>
              </a:rPr>
              <a:t>· </a:t>
            </a:r>
            <a:r>
              <a:rPr sz="938" b="0">
                <a:solidFill>
                  <a:srgbClr val="EEF5FF"/>
                </a:solidFill>
                <a:latin typeface="微软雅黑"/>
                <a:ea typeface="微软雅黑"/>
                <a:cs typeface="微软雅黑"/>
              </a:rPr>
              <a:t>课程匹配</a:t>
            </a:r>
          </a:p>
        </p:txBody>
      </p:sp>
      <p:sp>
        <p:nvSpPr>
          <p:cNvPr id="127" name="">
            <a:extLst xmlns:a="http://schemas.openxmlformats.org/drawingml/2006/main">
              <a:ext uri="{FF2B5EF4-FFF2-40B4-BE49-F238E27FC236}">
                <a16:creationId xmlns:a16="http://schemas.microsoft.com/office/drawing/2014/main" id="{B222C732-4E95-4DEF-A0DD-115F624329AD}"/>
              </a:ext>
            </a:extLst>
          </p:cNvPr>
          <p:cNvSpPr>
            <a:spLocks xmlns:a="http://schemas.openxmlformats.org/drawingml/2006/main" noGrp="1"/>
          </p:cNvSpPr>
          <p:nvPr/>
        </p:nvSpPr>
        <p:spPr>
          <a:xfrm xmlns:a="http://schemas.openxmlformats.org/drawingml/2006/main">
            <a:off x="571500" y="3200400"/>
            <a:ext cx="3543300" cy="1924050"/>
          </a:xfrm>
          <a:prstGeom xmlns:a="http://schemas.openxmlformats.org/drawingml/2006/main" prst="roundRect">
            <a:avLst>
              <a:gd name="adj" fmla="val 4455"/>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128" name="">
            <a:extLst xmlns:a="http://schemas.openxmlformats.org/drawingml/2006/main">
              <a:ext uri="{FF2B5EF4-FFF2-40B4-BE49-F238E27FC236}">
                <a16:creationId xmlns:a16="http://schemas.microsoft.com/office/drawing/2014/main" id="{2212E096-49E2-44CF-B7BD-695D1B2F61DE}"/>
              </a:ext>
            </a:extLst>
          </p:cNvPr>
          <p:cNvSpPr>
            <a:spLocks xmlns:a="http://schemas.openxmlformats.org/drawingml/2006/main" noGrp="1"/>
          </p:cNvSpPr>
          <p:nvPr/>
        </p:nvSpPr>
        <p:spPr>
          <a:xfrm xmlns:a="http://schemas.openxmlformats.org/drawingml/2006/main">
            <a:off x="571500" y="3200400"/>
            <a:ext cx="3543300" cy="47625"/>
          </a:xfrm>
          <a:prstGeom xmlns:a="http://schemas.openxmlformats.org/drawingml/2006/main" prst="rect">
            <a:avLst/>
          </a:prstGeom>
          <a:solidFill xmlns:a="http://schemas.openxmlformats.org/drawingml/2006/main">
            <a:srgbClr val="4FE0C8"/>
          </a:solidFill>
          <a:ln xmlns:a="http://schemas.openxmlformats.org/drawingml/2006/main">
            <a:noFill/>
          </a:ln>
        </p:spPr>
      </p:sp>
      <p:sp>
        <p:nvSpPr>
          <p:cNvPr id="129" name="">
            <a:extLst xmlns:a="http://schemas.openxmlformats.org/drawingml/2006/main">
              <a:ext uri="{FF2B5EF4-FFF2-40B4-BE49-F238E27FC236}">
                <a16:creationId xmlns:a16="http://schemas.microsoft.com/office/drawing/2014/main" id="{C4D0C2F6-DF54-4F8D-B7A1-13439A5FCF09}"/>
              </a:ext>
            </a:extLst>
          </p:cNvPr>
          <p:cNvSpPr>
            <a:spLocks xmlns:a="http://schemas.openxmlformats.org/drawingml/2006/main" noGrp="1"/>
          </p:cNvSpPr>
          <p:nvPr/>
        </p:nvSpPr>
        <p:spPr>
          <a:xfrm xmlns:a="http://schemas.openxmlformats.org/drawingml/2006/main">
            <a:off x="3543300" y="3486150"/>
            <a:ext cx="28575" cy="2857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130" name="">
            <a:extLst xmlns:a="http://schemas.openxmlformats.org/drawingml/2006/main">
              <a:ext uri="{FF2B5EF4-FFF2-40B4-BE49-F238E27FC236}">
                <a16:creationId xmlns:a16="http://schemas.microsoft.com/office/drawing/2014/main" id="{78383F4F-F615-4956-B027-C8990DDFE8F7}"/>
              </a:ext>
            </a:extLst>
          </p:cNvPr>
          <p:cNvSpPr>
            <a:spLocks xmlns:a="http://schemas.openxmlformats.org/drawingml/2006/main" noGrp="1"/>
          </p:cNvSpPr>
          <p:nvPr/>
        </p:nvSpPr>
        <p:spPr>
          <a:xfrm xmlns:a="http://schemas.openxmlformats.org/drawingml/2006/main">
            <a:off x="3543300" y="3600450"/>
            <a:ext cx="28575" cy="2857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131" name="">
            <a:extLst xmlns:a="http://schemas.openxmlformats.org/drawingml/2006/main">
              <a:ext uri="{FF2B5EF4-FFF2-40B4-BE49-F238E27FC236}">
                <a16:creationId xmlns:a16="http://schemas.microsoft.com/office/drawing/2014/main" id="{33967FCD-11A3-4F98-858A-8039D5AFBC0A}"/>
              </a:ext>
            </a:extLst>
          </p:cNvPr>
          <p:cNvSpPr>
            <a:spLocks xmlns:a="http://schemas.openxmlformats.org/drawingml/2006/main" noGrp="1"/>
          </p:cNvSpPr>
          <p:nvPr/>
        </p:nvSpPr>
        <p:spPr>
          <a:xfrm xmlns:a="http://schemas.openxmlformats.org/drawingml/2006/main">
            <a:off x="3543300" y="3714750"/>
            <a:ext cx="28575" cy="2857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132" name="">
            <a:extLst xmlns:a="http://schemas.openxmlformats.org/drawingml/2006/main">
              <a:ext uri="{FF2B5EF4-FFF2-40B4-BE49-F238E27FC236}">
                <a16:creationId xmlns:a16="http://schemas.microsoft.com/office/drawing/2014/main" id="{7CC60AF1-2C4C-44B0-9890-4854B4038255}"/>
              </a:ext>
            </a:extLst>
          </p:cNvPr>
          <p:cNvSpPr>
            <a:spLocks xmlns:a="http://schemas.openxmlformats.org/drawingml/2006/main" noGrp="1"/>
          </p:cNvSpPr>
          <p:nvPr/>
        </p:nvSpPr>
        <p:spPr>
          <a:xfrm xmlns:a="http://schemas.openxmlformats.org/drawingml/2006/main">
            <a:off x="3657600" y="3486150"/>
            <a:ext cx="28575" cy="2857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133" name="">
            <a:extLst xmlns:a="http://schemas.openxmlformats.org/drawingml/2006/main">
              <a:ext uri="{FF2B5EF4-FFF2-40B4-BE49-F238E27FC236}">
                <a16:creationId xmlns:a16="http://schemas.microsoft.com/office/drawing/2014/main" id="{469B0306-6FDB-4701-A1FF-0CF0469ED0AA}"/>
              </a:ext>
            </a:extLst>
          </p:cNvPr>
          <p:cNvSpPr>
            <a:spLocks xmlns:a="http://schemas.openxmlformats.org/drawingml/2006/main" noGrp="1"/>
          </p:cNvSpPr>
          <p:nvPr/>
        </p:nvSpPr>
        <p:spPr>
          <a:xfrm xmlns:a="http://schemas.openxmlformats.org/drawingml/2006/main">
            <a:off x="3657600" y="3600450"/>
            <a:ext cx="28575" cy="2857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134" name="">
            <a:extLst xmlns:a="http://schemas.openxmlformats.org/drawingml/2006/main">
              <a:ext uri="{FF2B5EF4-FFF2-40B4-BE49-F238E27FC236}">
                <a16:creationId xmlns:a16="http://schemas.microsoft.com/office/drawing/2014/main" id="{385327BC-A57C-40A8-8748-6A99DF9A21C0}"/>
              </a:ext>
            </a:extLst>
          </p:cNvPr>
          <p:cNvSpPr>
            <a:spLocks xmlns:a="http://schemas.openxmlformats.org/drawingml/2006/main" noGrp="1"/>
          </p:cNvSpPr>
          <p:nvPr/>
        </p:nvSpPr>
        <p:spPr>
          <a:xfrm xmlns:a="http://schemas.openxmlformats.org/drawingml/2006/main">
            <a:off x="3657600" y="3714750"/>
            <a:ext cx="28575" cy="2857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135" name="">
            <a:extLst xmlns:a="http://schemas.openxmlformats.org/drawingml/2006/main">
              <a:ext uri="{FF2B5EF4-FFF2-40B4-BE49-F238E27FC236}">
                <a16:creationId xmlns:a16="http://schemas.microsoft.com/office/drawing/2014/main" id="{FC3FFC33-7CC1-416E-B9BB-1C8B3ED0A908}"/>
              </a:ext>
            </a:extLst>
          </p:cNvPr>
          <p:cNvSpPr>
            <a:spLocks xmlns:a="http://schemas.openxmlformats.org/drawingml/2006/main" noGrp="1"/>
          </p:cNvSpPr>
          <p:nvPr/>
        </p:nvSpPr>
        <p:spPr>
          <a:xfrm xmlns:a="http://schemas.openxmlformats.org/drawingml/2006/main">
            <a:off x="3771900" y="3486150"/>
            <a:ext cx="28575" cy="2857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136" name="">
            <a:extLst xmlns:a="http://schemas.openxmlformats.org/drawingml/2006/main">
              <a:ext uri="{FF2B5EF4-FFF2-40B4-BE49-F238E27FC236}">
                <a16:creationId xmlns:a16="http://schemas.microsoft.com/office/drawing/2014/main" id="{31BB08E2-D9E9-4F09-A5C5-1B07DFB1A392}"/>
              </a:ext>
            </a:extLst>
          </p:cNvPr>
          <p:cNvSpPr>
            <a:spLocks xmlns:a="http://schemas.openxmlformats.org/drawingml/2006/main" noGrp="1"/>
          </p:cNvSpPr>
          <p:nvPr/>
        </p:nvSpPr>
        <p:spPr>
          <a:xfrm xmlns:a="http://schemas.openxmlformats.org/drawingml/2006/main">
            <a:off x="3771900" y="3600450"/>
            <a:ext cx="28575" cy="2857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137" name="">
            <a:extLst xmlns:a="http://schemas.openxmlformats.org/drawingml/2006/main">
              <a:ext uri="{FF2B5EF4-FFF2-40B4-BE49-F238E27FC236}">
                <a16:creationId xmlns:a16="http://schemas.microsoft.com/office/drawing/2014/main" id="{8E04E6B1-11F6-4FA5-9B5D-5E5321EB6B7F}"/>
              </a:ext>
            </a:extLst>
          </p:cNvPr>
          <p:cNvSpPr>
            <a:spLocks xmlns:a="http://schemas.openxmlformats.org/drawingml/2006/main" noGrp="1"/>
          </p:cNvSpPr>
          <p:nvPr/>
        </p:nvSpPr>
        <p:spPr>
          <a:xfrm xmlns:a="http://schemas.openxmlformats.org/drawingml/2006/main">
            <a:off x="3771900" y="3714750"/>
            <a:ext cx="28575" cy="2857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138" name="">
            <a:extLst xmlns:a="http://schemas.openxmlformats.org/drawingml/2006/main">
              <a:ext uri="{FF2B5EF4-FFF2-40B4-BE49-F238E27FC236}">
                <a16:creationId xmlns:a16="http://schemas.microsoft.com/office/drawing/2014/main" id="{5653D9A3-9B26-4E29-9E58-258C7027E30E}"/>
              </a:ext>
            </a:extLst>
          </p:cNvPr>
          <p:cNvSpPr>
            <a:spLocks xmlns:a="http://schemas.openxmlformats.org/drawingml/2006/main" noGrp="1"/>
          </p:cNvSpPr>
          <p:nvPr/>
        </p:nvSpPr>
        <p:spPr>
          <a:xfrm xmlns:a="http://schemas.openxmlformats.org/drawingml/2006/main">
            <a:off x="819150" y="4800600"/>
            <a:ext cx="19050" cy="19050"/>
          </a:xfrm>
          <a:prstGeom xmlns:a="http://schemas.openxmlformats.org/drawingml/2006/main" prst="ellipse">
            <a:avLst/>
          </a:prstGeom>
          <a:solidFill xmlns:a="http://schemas.openxmlformats.org/drawingml/2006/main">
            <a:srgbClr val="4FE0C8">
              <a:alpha val="45000"/>
            </a:srgbClr>
          </a:solidFill>
          <a:ln xmlns:a="http://schemas.openxmlformats.org/drawingml/2006/main">
            <a:noFill/>
          </a:ln>
        </p:spPr>
      </p:sp>
      <p:sp>
        <p:nvSpPr>
          <p:cNvPr id="139" name="">
            <a:extLst xmlns:a="http://schemas.openxmlformats.org/drawingml/2006/main">
              <a:ext uri="{FF2B5EF4-FFF2-40B4-BE49-F238E27FC236}">
                <a16:creationId xmlns:a16="http://schemas.microsoft.com/office/drawing/2014/main" id="{7C8EB745-0257-4EE2-A44C-B862D94438BD}"/>
              </a:ext>
            </a:extLst>
          </p:cNvPr>
          <p:cNvSpPr>
            <a:spLocks xmlns:a="http://schemas.openxmlformats.org/drawingml/2006/main" noGrp="1"/>
          </p:cNvSpPr>
          <p:nvPr/>
        </p:nvSpPr>
        <p:spPr>
          <a:xfrm xmlns:a="http://schemas.openxmlformats.org/drawingml/2006/main">
            <a:off x="819150" y="4886325"/>
            <a:ext cx="19050" cy="19050"/>
          </a:xfrm>
          <a:prstGeom xmlns:a="http://schemas.openxmlformats.org/drawingml/2006/main" prst="ellipse">
            <a:avLst/>
          </a:prstGeom>
          <a:solidFill xmlns:a="http://schemas.openxmlformats.org/drawingml/2006/main">
            <a:srgbClr val="4FE0C8">
              <a:alpha val="45000"/>
            </a:srgbClr>
          </a:solidFill>
          <a:ln xmlns:a="http://schemas.openxmlformats.org/drawingml/2006/main">
            <a:noFill/>
          </a:ln>
        </p:spPr>
      </p:sp>
      <p:sp>
        <p:nvSpPr>
          <p:cNvPr id="140" name="">
            <a:extLst xmlns:a="http://schemas.openxmlformats.org/drawingml/2006/main">
              <a:ext uri="{FF2B5EF4-FFF2-40B4-BE49-F238E27FC236}">
                <a16:creationId xmlns:a16="http://schemas.microsoft.com/office/drawing/2014/main" id="{8FF1D207-1AF2-482C-B066-621D504CDC6A}"/>
              </a:ext>
            </a:extLst>
          </p:cNvPr>
          <p:cNvSpPr>
            <a:spLocks xmlns:a="http://schemas.openxmlformats.org/drawingml/2006/main" noGrp="1"/>
          </p:cNvSpPr>
          <p:nvPr/>
        </p:nvSpPr>
        <p:spPr>
          <a:xfrm xmlns:a="http://schemas.openxmlformats.org/drawingml/2006/main">
            <a:off x="904875" y="4800600"/>
            <a:ext cx="19050" cy="19050"/>
          </a:xfrm>
          <a:prstGeom xmlns:a="http://schemas.openxmlformats.org/drawingml/2006/main" prst="ellipse">
            <a:avLst/>
          </a:prstGeom>
          <a:solidFill xmlns:a="http://schemas.openxmlformats.org/drawingml/2006/main">
            <a:srgbClr val="4FE0C8">
              <a:alpha val="45000"/>
            </a:srgbClr>
          </a:solidFill>
          <a:ln xmlns:a="http://schemas.openxmlformats.org/drawingml/2006/main">
            <a:noFill/>
          </a:ln>
        </p:spPr>
      </p:sp>
      <p:sp>
        <p:nvSpPr>
          <p:cNvPr id="141" name="">
            <a:extLst xmlns:a="http://schemas.openxmlformats.org/drawingml/2006/main">
              <a:ext uri="{FF2B5EF4-FFF2-40B4-BE49-F238E27FC236}">
                <a16:creationId xmlns:a16="http://schemas.microsoft.com/office/drawing/2014/main" id="{E17B8C6B-1DEF-4CA0-8BF6-0E064C3DD7EF}"/>
              </a:ext>
            </a:extLst>
          </p:cNvPr>
          <p:cNvSpPr>
            <a:spLocks xmlns:a="http://schemas.openxmlformats.org/drawingml/2006/main" noGrp="1"/>
          </p:cNvSpPr>
          <p:nvPr/>
        </p:nvSpPr>
        <p:spPr>
          <a:xfrm xmlns:a="http://schemas.openxmlformats.org/drawingml/2006/main">
            <a:off x="904875" y="4886325"/>
            <a:ext cx="19050" cy="19050"/>
          </a:xfrm>
          <a:prstGeom xmlns:a="http://schemas.openxmlformats.org/drawingml/2006/main" prst="ellipse">
            <a:avLst/>
          </a:prstGeom>
          <a:solidFill xmlns:a="http://schemas.openxmlformats.org/drawingml/2006/main">
            <a:srgbClr val="4FE0C8">
              <a:alpha val="45000"/>
            </a:srgbClr>
          </a:solidFill>
          <a:ln xmlns:a="http://schemas.openxmlformats.org/drawingml/2006/main">
            <a:noFill/>
          </a:ln>
        </p:spPr>
      </p:sp>
      <p:sp>
        <p:nvSpPr>
          <p:cNvPr id="142" name="">
            <a:extLst xmlns:a="http://schemas.openxmlformats.org/drawingml/2006/main">
              <a:ext uri="{FF2B5EF4-FFF2-40B4-BE49-F238E27FC236}">
                <a16:creationId xmlns:a16="http://schemas.microsoft.com/office/drawing/2014/main" id="{ACE40201-729A-47CF-BD68-6789BC5F23C8}"/>
              </a:ext>
            </a:extLst>
          </p:cNvPr>
          <p:cNvSpPr>
            <a:spLocks xmlns:a="http://schemas.openxmlformats.org/drawingml/2006/main" noGrp="1"/>
          </p:cNvSpPr>
          <p:nvPr/>
        </p:nvSpPr>
        <p:spPr>
          <a:xfrm xmlns:a="http://schemas.openxmlformats.org/drawingml/2006/main">
            <a:off x="990600" y="4800600"/>
            <a:ext cx="19050" cy="19050"/>
          </a:xfrm>
          <a:prstGeom xmlns:a="http://schemas.openxmlformats.org/drawingml/2006/main" prst="ellipse">
            <a:avLst/>
          </a:prstGeom>
          <a:solidFill xmlns:a="http://schemas.openxmlformats.org/drawingml/2006/main">
            <a:srgbClr val="4FE0C8">
              <a:alpha val="45000"/>
            </a:srgbClr>
          </a:solidFill>
          <a:ln xmlns:a="http://schemas.openxmlformats.org/drawingml/2006/main">
            <a:noFill/>
          </a:ln>
        </p:spPr>
      </p:sp>
      <p:sp>
        <p:nvSpPr>
          <p:cNvPr id="143" name="">
            <a:extLst xmlns:a="http://schemas.openxmlformats.org/drawingml/2006/main">
              <a:ext uri="{FF2B5EF4-FFF2-40B4-BE49-F238E27FC236}">
                <a16:creationId xmlns:a16="http://schemas.microsoft.com/office/drawing/2014/main" id="{2FF7B893-EB96-47E9-AFE7-CD967A12F402}"/>
              </a:ext>
            </a:extLst>
          </p:cNvPr>
          <p:cNvSpPr>
            <a:spLocks xmlns:a="http://schemas.openxmlformats.org/drawingml/2006/main" noGrp="1"/>
          </p:cNvSpPr>
          <p:nvPr/>
        </p:nvSpPr>
        <p:spPr>
          <a:xfrm xmlns:a="http://schemas.openxmlformats.org/drawingml/2006/main">
            <a:off x="990600" y="4886325"/>
            <a:ext cx="19050" cy="19050"/>
          </a:xfrm>
          <a:prstGeom xmlns:a="http://schemas.openxmlformats.org/drawingml/2006/main" prst="ellipse">
            <a:avLst/>
          </a:prstGeom>
          <a:solidFill xmlns:a="http://schemas.openxmlformats.org/drawingml/2006/main">
            <a:srgbClr val="4FE0C8">
              <a:alpha val="45000"/>
            </a:srgbClr>
          </a:solidFill>
          <a:ln xmlns:a="http://schemas.openxmlformats.org/drawingml/2006/main">
            <a:noFill/>
          </a:ln>
        </p:spPr>
      </p:sp>
      <p:sp>
        <p:nvSpPr>
          <p:cNvPr id="144" name="">
            <a:extLst xmlns:a="http://schemas.openxmlformats.org/drawingml/2006/main">
              <a:ext uri="{FF2B5EF4-FFF2-40B4-BE49-F238E27FC236}">
                <a16:creationId xmlns:a16="http://schemas.microsoft.com/office/drawing/2014/main" id="{823EB2FC-A98B-4107-949A-E9279FA2FDD7}"/>
              </a:ext>
            </a:extLst>
          </p:cNvPr>
          <p:cNvSpPr>
            <a:spLocks xmlns:a="http://schemas.openxmlformats.org/drawingml/2006/main" noGrp="1"/>
          </p:cNvSpPr>
          <p:nvPr/>
        </p:nvSpPr>
        <p:spPr>
          <a:xfrm xmlns:a="http://schemas.openxmlformats.org/drawingml/2006/main">
            <a:off x="1076325" y="4800600"/>
            <a:ext cx="19050" cy="19050"/>
          </a:xfrm>
          <a:prstGeom xmlns:a="http://schemas.openxmlformats.org/drawingml/2006/main" prst="ellipse">
            <a:avLst/>
          </a:prstGeom>
          <a:solidFill xmlns:a="http://schemas.openxmlformats.org/drawingml/2006/main">
            <a:srgbClr val="4FE0C8">
              <a:alpha val="45000"/>
            </a:srgbClr>
          </a:solidFill>
          <a:ln xmlns:a="http://schemas.openxmlformats.org/drawingml/2006/main">
            <a:noFill/>
          </a:ln>
        </p:spPr>
      </p:sp>
      <p:sp>
        <p:nvSpPr>
          <p:cNvPr id="145" name="">
            <a:extLst xmlns:a="http://schemas.openxmlformats.org/drawingml/2006/main">
              <a:ext uri="{FF2B5EF4-FFF2-40B4-BE49-F238E27FC236}">
                <a16:creationId xmlns:a16="http://schemas.microsoft.com/office/drawing/2014/main" id="{972DC747-D3AF-4057-86CC-9E68ED0BBD48}"/>
              </a:ext>
            </a:extLst>
          </p:cNvPr>
          <p:cNvSpPr>
            <a:spLocks xmlns:a="http://schemas.openxmlformats.org/drawingml/2006/main" noGrp="1"/>
          </p:cNvSpPr>
          <p:nvPr/>
        </p:nvSpPr>
        <p:spPr>
          <a:xfrm xmlns:a="http://schemas.openxmlformats.org/drawingml/2006/main">
            <a:off x="1076325" y="4886325"/>
            <a:ext cx="19050" cy="19050"/>
          </a:xfrm>
          <a:prstGeom xmlns:a="http://schemas.openxmlformats.org/drawingml/2006/main" prst="ellipse">
            <a:avLst/>
          </a:prstGeom>
          <a:solidFill xmlns:a="http://schemas.openxmlformats.org/drawingml/2006/main">
            <a:srgbClr val="4FE0C8">
              <a:alpha val="45000"/>
            </a:srgbClr>
          </a:solidFill>
          <a:ln xmlns:a="http://schemas.openxmlformats.org/drawingml/2006/main">
            <a:noFill/>
          </a:ln>
        </p:spPr>
      </p:sp>
      <p:sp>
        <p:nvSpPr>
          <p:cNvPr id="146" name="">
            <a:extLst xmlns:a="http://schemas.openxmlformats.org/drawingml/2006/main">
              <a:ext uri="{FF2B5EF4-FFF2-40B4-BE49-F238E27FC236}">
                <a16:creationId xmlns:a16="http://schemas.microsoft.com/office/drawing/2014/main" id="{8EBBC200-5BB9-4291-B6E4-0E1360E72114}"/>
              </a:ext>
            </a:extLst>
          </p:cNvPr>
          <p:cNvSpPr>
            <a:spLocks xmlns:a="http://schemas.openxmlformats.org/drawingml/2006/main" noGrp="1"/>
          </p:cNvSpPr>
          <p:nvPr/>
        </p:nvSpPr>
        <p:spPr>
          <a:xfrm xmlns:a="http://schemas.openxmlformats.org/drawingml/2006/main">
            <a:off x="1162050" y="4800600"/>
            <a:ext cx="19050" cy="19050"/>
          </a:xfrm>
          <a:prstGeom xmlns:a="http://schemas.openxmlformats.org/drawingml/2006/main" prst="ellipse">
            <a:avLst/>
          </a:prstGeom>
          <a:solidFill xmlns:a="http://schemas.openxmlformats.org/drawingml/2006/main">
            <a:srgbClr val="4FE0C8">
              <a:alpha val="45000"/>
            </a:srgbClr>
          </a:solidFill>
          <a:ln xmlns:a="http://schemas.openxmlformats.org/drawingml/2006/main">
            <a:noFill/>
          </a:ln>
        </p:spPr>
      </p:sp>
      <p:sp>
        <p:nvSpPr>
          <p:cNvPr id="147" name="">
            <a:extLst xmlns:a="http://schemas.openxmlformats.org/drawingml/2006/main">
              <a:ext uri="{FF2B5EF4-FFF2-40B4-BE49-F238E27FC236}">
                <a16:creationId xmlns:a16="http://schemas.microsoft.com/office/drawing/2014/main" id="{B0A67CA4-E851-451D-87F7-F62F076D5094}"/>
              </a:ext>
            </a:extLst>
          </p:cNvPr>
          <p:cNvSpPr>
            <a:spLocks xmlns:a="http://schemas.openxmlformats.org/drawingml/2006/main" noGrp="1"/>
          </p:cNvSpPr>
          <p:nvPr/>
        </p:nvSpPr>
        <p:spPr>
          <a:xfrm xmlns:a="http://schemas.openxmlformats.org/drawingml/2006/main">
            <a:off x="1162050" y="4886325"/>
            <a:ext cx="19050" cy="19050"/>
          </a:xfrm>
          <a:prstGeom xmlns:a="http://schemas.openxmlformats.org/drawingml/2006/main" prst="ellipse">
            <a:avLst/>
          </a:prstGeom>
          <a:solidFill xmlns:a="http://schemas.openxmlformats.org/drawingml/2006/main">
            <a:srgbClr val="4FE0C8">
              <a:alpha val="45000"/>
            </a:srgbClr>
          </a:solidFill>
          <a:ln xmlns:a="http://schemas.openxmlformats.org/drawingml/2006/main">
            <a:noFill/>
          </a:ln>
        </p:spPr>
      </p:sp>
      <p:sp>
        <p:nvSpPr>
          <p:cNvPr id="148" name="">
            <a:extLst xmlns:a="http://schemas.openxmlformats.org/drawingml/2006/main">
              <a:ext uri="{FF2B5EF4-FFF2-40B4-BE49-F238E27FC236}">
                <a16:creationId xmlns:a16="http://schemas.microsoft.com/office/drawing/2014/main" id="{EB743984-3BB4-4DFE-A7DA-E20346880A4A}"/>
              </a:ext>
            </a:extLst>
          </p:cNvPr>
          <p:cNvSpPr>
            <a:spLocks xmlns:a="http://schemas.openxmlformats.org/drawingml/2006/main" noGrp="1"/>
          </p:cNvSpPr>
          <p:nvPr/>
        </p:nvSpPr>
        <p:spPr>
          <a:xfrm xmlns:a="http://schemas.openxmlformats.org/drawingml/2006/main">
            <a:off x="819150" y="3390900"/>
            <a:ext cx="19050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3450" b="1">
                <a:solidFill>
                  <a:srgbClr val="3E86CE"/>
                </a:solidFill>
                <a:latin typeface="Bahnschrift"/>
                <a:ea typeface="Bahnschrift"/>
                <a:cs typeface="Bahnschrift"/>
              </a:defRPr>
            </a:pPr>
            <a:r>
              <a:rPr sz="3450" b="1">
                <a:solidFill>
                  <a:srgbClr val="3E86CE"/>
                </a:solidFill>
                <a:latin typeface="Bahnschrift"/>
                <a:ea typeface="Bahnschrift"/>
                <a:cs typeface="Bahnschrift"/>
              </a:rPr>
              <a:t>04</a:t>
            </a:r>
          </a:p>
        </p:txBody>
      </p:sp>
      <p:sp>
        <p:nvSpPr>
          <p:cNvPr id="149" name="">
            <a:extLst xmlns:a="http://schemas.openxmlformats.org/drawingml/2006/main">
              <a:ext uri="{FF2B5EF4-FFF2-40B4-BE49-F238E27FC236}">
                <a16:creationId xmlns:a16="http://schemas.microsoft.com/office/drawing/2014/main" id="{F5651EB9-B0D6-4EB4-9FAE-3053251D71A2}"/>
              </a:ext>
            </a:extLst>
          </p:cNvPr>
          <p:cNvSpPr>
            <a:spLocks xmlns:a="http://schemas.openxmlformats.org/drawingml/2006/main" noGrp="1"/>
          </p:cNvSpPr>
          <p:nvPr/>
        </p:nvSpPr>
        <p:spPr>
          <a:xfrm xmlns:a="http://schemas.openxmlformats.org/drawingml/2006/main">
            <a:off x="819150" y="3962400"/>
            <a:ext cx="3048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FFFFFF"/>
                </a:solidFill>
                <a:latin typeface="微软雅黑"/>
                <a:ea typeface="微软雅黑"/>
                <a:cs typeface="微软雅黑"/>
              </a:defRPr>
            </a:pPr>
            <a:r>
              <a:rPr sz="1800" b="1">
                <a:solidFill>
                  <a:srgbClr val="FFFFFF"/>
                </a:solidFill>
                <a:latin typeface="微软雅黑"/>
                <a:ea typeface="微软雅黑"/>
                <a:cs typeface="微软雅黑"/>
              </a:rPr>
              <a:t>系统实现</a:t>
            </a:r>
          </a:p>
        </p:txBody>
      </p:sp>
      <p:sp>
        <p:nvSpPr>
          <p:cNvPr id="150" name="">
            <a:extLst xmlns:a="http://schemas.openxmlformats.org/drawingml/2006/main">
              <a:ext uri="{FF2B5EF4-FFF2-40B4-BE49-F238E27FC236}">
                <a16:creationId xmlns:a16="http://schemas.microsoft.com/office/drawing/2014/main" id="{83D831D6-0F2E-4D49-A200-D164A77EB6FE}"/>
              </a:ext>
            </a:extLst>
          </p:cNvPr>
          <p:cNvSpPr>
            <a:spLocks xmlns:a="http://schemas.openxmlformats.org/drawingml/2006/main" noGrp="1"/>
          </p:cNvSpPr>
          <p:nvPr/>
        </p:nvSpPr>
        <p:spPr>
          <a:xfrm xmlns:a="http://schemas.openxmlformats.org/drawingml/2006/main">
            <a:off x="819150" y="4381500"/>
            <a:ext cx="495300" cy="1905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51" name="">
            <a:extLst xmlns:a="http://schemas.openxmlformats.org/drawingml/2006/main">
              <a:ext uri="{FF2B5EF4-FFF2-40B4-BE49-F238E27FC236}">
                <a16:creationId xmlns:a16="http://schemas.microsoft.com/office/drawing/2014/main" id="{986F22DE-B07B-4AE7-901F-749EA79DE559}"/>
              </a:ext>
            </a:extLst>
          </p:cNvPr>
          <p:cNvSpPr>
            <a:spLocks xmlns:a="http://schemas.openxmlformats.org/drawingml/2006/main" noGrp="1"/>
          </p:cNvSpPr>
          <p:nvPr/>
        </p:nvSpPr>
        <p:spPr>
          <a:xfrm xmlns:a="http://schemas.openxmlformats.org/drawingml/2006/main">
            <a:off x="819150" y="4514850"/>
            <a:ext cx="30480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四层架构 </a:t>
            </a:r>
            <a:r>
              <a:rPr sz="938" b="0">
                <a:solidFill>
                  <a:srgbClr val="EEF5FF"/>
                </a:solidFill>
                <a:latin typeface="微软雅黑"/>
                <a:ea typeface="微软雅黑"/>
                <a:cs typeface="微软雅黑"/>
              </a:rPr>
              <a:t>· </a:t>
            </a:r>
            <a:r>
              <a:rPr sz="938" b="0">
                <a:solidFill>
                  <a:srgbClr val="EEF5FF"/>
                </a:solidFill>
                <a:latin typeface="微软雅黑"/>
                <a:ea typeface="微软雅黑"/>
                <a:cs typeface="微软雅黑"/>
              </a:rPr>
              <a:t>系统界面与四类角色 </a:t>
            </a:r>
            <a:r>
              <a:rPr sz="938" b="0">
                <a:solidFill>
                  <a:srgbClr val="EEF5FF"/>
                </a:solidFill>
                <a:latin typeface="微软雅黑"/>
                <a:ea typeface="微软雅黑"/>
                <a:cs typeface="微软雅黑"/>
              </a:rPr>
              <a:t>· </a:t>
            </a:r>
            <a:r>
              <a:rPr sz="938" b="0">
                <a:solidFill>
                  <a:srgbClr val="EEF5FF"/>
                </a:solidFill>
                <a:latin typeface="微软雅黑"/>
                <a:ea typeface="微软雅黑"/>
                <a:cs typeface="微软雅黑"/>
              </a:rPr>
              <a:t>建议到留痕的闭环</a:t>
            </a:r>
          </a:p>
        </p:txBody>
      </p:sp>
      <p:sp>
        <p:nvSpPr>
          <p:cNvPr id="152" name="">
            <a:extLst xmlns:a="http://schemas.openxmlformats.org/drawingml/2006/main">
              <a:ext uri="{FF2B5EF4-FFF2-40B4-BE49-F238E27FC236}">
                <a16:creationId xmlns:a16="http://schemas.microsoft.com/office/drawing/2014/main" id="{C0F848CE-6462-4D6B-826D-7FB033E1CC17}"/>
              </a:ext>
            </a:extLst>
          </p:cNvPr>
          <p:cNvSpPr>
            <a:spLocks xmlns:a="http://schemas.openxmlformats.org/drawingml/2006/main" noGrp="1"/>
          </p:cNvSpPr>
          <p:nvPr/>
        </p:nvSpPr>
        <p:spPr>
          <a:xfrm xmlns:a="http://schemas.openxmlformats.org/drawingml/2006/main">
            <a:off x="4419600" y="3200400"/>
            <a:ext cx="3543300" cy="1924050"/>
          </a:xfrm>
          <a:prstGeom xmlns:a="http://schemas.openxmlformats.org/drawingml/2006/main" prst="roundRect">
            <a:avLst>
              <a:gd name="adj" fmla="val 4455"/>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153" name="">
            <a:extLst xmlns:a="http://schemas.openxmlformats.org/drawingml/2006/main">
              <a:ext uri="{FF2B5EF4-FFF2-40B4-BE49-F238E27FC236}">
                <a16:creationId xmlns:a16="http://schemas.microsoft.com/office/drawing/2014/main" id="{F3EACD97-652B-4B59-9677-00B9C021469B}"/>
              </a:ext>
            </a:extLst>
          </p:cNvPr>
          <p:cNvSpPr>
            <a:spLocks xmlns:a="http://schemas.openxmlformats.org/drawingml/2006/main" noGrp="1"/>
          </p:cNvSpPr>
          <p:nvPr/>
        </p:nvSpPr>
        <p:spPr>
          <a:xfrm xmlns:a="http://schemas.openxmlformats.org/drawingml/2006/main">
            <a:off x="4419600" y="3200400"/>
            <a:ext cx="3543300" cy="47625"/>
          </a:xfrm>
          <a:prstGeom xmlns:a="http://schemas.openxmlformats.org/drawingml/2006/main" prst="rect">
            <a:avLst/>
          </a:prstGeom>
          <a:solidFill xmlns:a="http://schemas.openxmlformats.org/drawingml/2006/main">
            <a:srgbClr val="B7A6FF"/>
          </a:solidFill>
          <a:ln xmlns:a="http://schemas.openxmlformats.org/drawingml/2006/main">
            <a:noFill/>
          </a:ln>
        </p:spPr>
      </p:sp>
      <p:sp>
        <p:nvSpPr>
          <p:cNvPr id="154" name="">
            <a:extLst xmlns:a="http://schemas.openxmlformats.org/drawingml/2006/main">
              <a:ext uri="{FF2B5EF4-FFF2-40B4-BE49-F238E27FC236}">
                <a16:creationId xmlns:a16="http://schemas.microsoft.com/office/drawing/2014/main" id="{72778FF9-7596-4916-88FA-43475DC9F879}"/>
              </a:ext>
            </a:extLst>
          </p:cNvPr>
          <p:cNvSpPr>
            <a:spLocks xmlns:a="http://schemas.openxmlformats.org/drawingml/2006/main" noGrp="1"/>
          </p:cNvSpPr>
          <p:nvPr/>
        </p:nvSpPr>
        <p:spPr>
          <a:xfrm xmlns:a="http://schemas.openxmlformats.org/drawingml/2006/main">
            <a:off x="7391400" y="3486150"/>
            <a:ext cx="28575" cy="2857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155" name="">
            <a:extLst xmlns:a="http://schemas.openxmlformats.org/drawingml/2006/main">
              <a:ext uri="{FF2B5EF4-FFF2-40B4-BE49-F238E27FC236}">
                <a16:creationId xmlns:a16="http://schemas.microsoft.com/office/drawing/2014/main" id="{15768E58-DF95-4FCF-8304-814C66E6E273}"/>
              </a:ext>
            </a:extLst>
          </p:cNvPr>
          <p:cNvSpPr>
            <a:spLocks xmlns:a="http://schemas.openxmlformats.org/drawingml/2006/main" noGrp="1"/>
          </p:cNvSpPr>
          <p:nvPr/>
        </p:nvSpPr>
        <p:spPr>
          <a:xfrm xmlns:a="http://schemas.openxmlformats.org/drawingml/2006/main">
            <a:off x="7391400" y="3600450"/>
            <a:ext cx="28575" cy="2857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156" name="">
            <a:extLst xmlns:a="http://schemas.openxmlformats.org/drawingml/2006/main">
              <a:ext uri="{FF2B5EF4-FFF2-40B4-BE49-F238E27FC236}">
                <a16:creationId xmlns:a16="http://schemas.microsoft.com/office/drawing/2014/main" id="{0D76D993-547D-4CD4-8D55-C303BB19D91A}"/>
              </a:ext>
            </a:extLst>
          </p:cNvPr>
          <p:cNvSpPr>
            <a:spLocks xmlns:a="http://schemas.openxmlformats.org/drawingml/2006/main" noGrp="1"/>
          </p:cNvSpPr>
          <p:nvPr/>
        </p:nvSpPr>
        <p:spPr>
          <a:xfrm xmlns:a="http://schemas.openxmlformats.org/drawingml/2006/main">
            <a:off x="7391400" y="3714750"/>
            <a:ext cx="28575" cy="2857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157" name="">
            <a:extLst xmlns:a="http://schemas.openxmlformats.org/drawingml/2006/main">
              <a:ext uri="{FF2B5EF4-FFF2-40B4-BE49-F238E27FC236}">
                <a16:creationId xmlns:a16="http://schemas.microsoft.com/office/drawing/2014/main" id="{7983A2BC-911F-4C14-BDC4-F391F56665EB}"/>
              </a:ext>
            </a:extLst>
          </p:cNvPr>
          <p:cNvSpPr>
            <a:spLocks xmlns:a="http://schemas.openxmlformats.org/drawingml/2006/main" noGrp="1"/>
          </p:cNvSpPr>
          <p:nvPr/>
        </p:nvSpPr>
        <p:spPr>
          <a:xfrm xmlns:a="http://schemas.openxmlformats.org/drawingml/2006/main">
            <a:off x="7505700" y="3486150"/>
            <a:ext cx="28575" cy="2857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158" name="">
            <a:extLst xmlns:a="http://schemas.openxmlformats.org/drawingml/2006/main">
              <a:ext uri="{FF2B5EF4-FFF2-40B4-BE49-F238E27FC236}">
                <a16:creationId xmlns:a16="http://schemas.microsoft.com/office/drawing/2014/main" id="{DC3A40B0-8010-4715-8D56-142BF4471931}"/>
              </a:ext>
            </a:extLst>
          </p:cNvPr>
          <p:cNvSpPr>
            <a:spLocks xmlns:a="http://schemas.openxmlformats.org/drawingml/2006/main" noGrp="1"/>
          </p:cNvSpPr>
          <p:nvPr/>
        </p:nvSpPr>
        <p:spPr>
          <a:xfrm xmlns:a="http://schemas.openxmlformats.org/drawingml/2006/main">
            <a:off x="7505700" y="3600450"/>
            <a:ext cx="28575" cy="2857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159" name="">
            <a:extLst xmlns:a="http://schemas.openxmlformats.org/drawingml/2006/main">
              <a:ext uri="{FF2B5EF4-FFF2-40B4-BE49-F238E27FC236}">
                <a16:creationId xmlns:a16="http://schemas.microsoft.com/office/drawing/2014/main" id="{AE07F128-6F63-402E-B995-B4EC0A68D62B}"/>
              </a:ext>
            </a:extLst>
          </p:cNvPr>
          <p:cNvSpPr>
            <a:spLocks xmlns:a="http://schemas.openxmlformats.org/drawingml/2006/main" noGrp="1"/>
          </p:cNvSpPr>
          <p:nvPr/>
        </p:nvSpPr>
        <p:spPr>
          <a:xfrm xmlns:a="http://schemas.openxmlformats.org/drawingml/2006/main">
            <a:off x="7505700" y="3714750"/>
            <a:ext cx="28575" cy="2857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160" name="">
            <a:extLst xmlns:a="http://schemas.openxmlformats.org/drawingml/2006/main">
              <a:ext uri="{FF2B5EF4-FFF2-40B4-BE49-F238E27FC236}">
                <a16:creationId xmlns:a16="http://schemas.microsoft.com/office/drawing/2014/main" id="{0F905133-E7B0-4818-B863-48BE55AA11A8}"/>
              </a:ext>
            </a:extLst>
          </p:cNvPr>
          <p:cNvSpPr>
            <a:spLocks xmlns:a="http://schemas.openxmlformats.org/drawingml/2006/main" noGrp="1"/>
          </p:cNvSpPr>
          <p:nvPr/>
        </p:nvSpPr>
        <p:spPr>
          <a:xfrm xmlns:a="http://schemas.openxmlformats.org/drawingml/2006/main">
            <a:off x="7620000" y="3486150"/>
            <a:ext cx="28575" cy="2857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161" name="">
            <a:extLst xmlns:a="http://schemas.openxmlformats.org/drawingml/2006/main">
              <a:ext uri="{FF2B5EF4-FFF2-40B4-BE49-F238E27FC236}">
                <a16:creationId xmlns:a16="http://schemas.microsoft.com/office/drawing/2014/main" id="{FF96A702-BC47-4CE0-AFC9-A51B69DAB98E}"/>
              </a:ext>
            </a:extLst>
          </p:cNvPr>
          <p:cNvSpPr>
            <a:spLocks xmlns:a="http://schemas.openxmlformats.org/drawingml/2006/main" noGrp="1"/>
          </p:cNvSpPr>
          <p:nvPr/>
        </p:nvSpPr>
        <p:spPr>
          <a:xfrm xmlns:a="http://schemas.openxmlformats.org/drawingml/2006/main">
            <a:off x="7620000" y="3600450"/>
            <a:ext cx="28575" cy="2857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162" name="">
            <a:extLst xmlns:a="http://schemas.openxmlformats.org/drawingml/2006/main">
              <a:ext uri="{FF2B5EF4-FFF2-40B4-BE49-F238E27FC236}">
                <a16:creationId xmlns:a16="http://schemas.microsoft.com/office/drawing/2014/main" id="{F36BEBC4-4959-4E01-9437-EB6407E6362F}"/>
              </a:ext>
            </a:extLst>
          </p:cNvPr>
          <p:cNvSpPr>
            <a:spLocks xmlns:a="http://schemas.openxmlformats.org/drawingml/2006/main" noGrp="1"/>
          </p:cNvSpPr>
          <p:nvPr/>
        </p:nvSpPr>
        <p:spPr>
          <a:xfrm xmlns:a="http://schemas.openxmlformats.org/drawingml/2006/main">
            <a:off x="7620000" y="3714750"/>
            <a:ext cx="28575" cy="2857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163" name="">
            <a:extLst xmlns:a="http://schemas.openxmlformats.org/drawingml/2006/main">
              <a:ext uri="{FF2B5EF4-FFF2-40B4-BE49-F238E27FC236}">
                <a16:creationId xmlns:a16="http://schemas.microsoft.com/office/drawing/2014/main" id="{9FB07380-05BA-404B-B9DC-8442F326C5E5}"/>
              </a:ext>
            </a:extLst>
          </p:cNvPr>
          <p:cNvSpPr>
            <a:spLocks xmlns:a="http://schemas.openxmlformats.org/drawingml/2006/main" noGrp="1"/>
          </p:cNvSpPr>
          <p:nvPr/>
        </p:nvSpPr>
        <p:spPr>
          <a:xfrm xmlns:a="http://schemas.openxmlformats.org/drawingml/2006/main">
            <a:off x="4667250" y="4800600"/>
            <a:ext cx="19050" cy="19050"/>
          </a:xfrm>
          <a:prstGeom xmlns:a="http://schemas.openxmlformats.org/drawingml/2006/main" prst="ellipse">
            <a:avLst/>
          </a:prstGeom>
          <a:solidFill xmlns:a="http://schemas.openxmlformats.org/drawingml/2006/main">
            <a:srgbClr val="B7A6FF">
              <a:alpha val="45000"/>
            </a:srgbClr>
          </a:solidFill>
          <a:ln xmlns:a="http://schemas.openxmlformats.org/drawingml/2006/main">
            <a:noFill/>
          </a:ln>
        </p:spPr>
      </p:sp>
      <p:sp>
        <p:nvSpPr>
          <p:cNvPr id="164" name="">
            <a:extLst xmlns:a="http://schemas.openxmlformats.org/drawingml/2006/main">
              <a:ext uri="{FF2B5EF4-FFF2-40B4-BE49-F238E27FC236}">
                <a16:creationId xmlns:a16="http://schemas.microsoft.com/office/drawing/2014/main" id="{3B0A6AAB-23AD-47CF-B5E0-592614963A25}"/>
              </a:ext>
            </a:extLst>
          </p:cNvPr>
          <p:cNvSpPr>
            <a:spLocks xmlns:a="http://schemas.openxmlformats.org/drawingml/2006/main" noGrp="1"/>
          </p:cNvSpPr>
          <p:nvPr/>
        </p:nvSpPr>
        <p:spPr>
          <a:xfrm xmlns:a="http://schemas.openxmlformats.org/drawingml/2006/main">
            <a:off x="4667250" y="4886325"/>
            <a:ext cx="19050" cy="19050"/>
          </a:xfrm>
          <a:prstGeom xmlns:a="http://schemas.openxmlformats.org/drawingml/2006/main" prst="ellipse">
            <a:avLst/>
          </a:prstGeom>
          <a:solidFill xmlns:a="http://schemas.openxmlformats.org/drawingml/2006/main">
            <a:srgbClr val="B7A6FF">
              <a:alpha val="45000"/>
            </a:srgbClr>
          </a:solidFill>
          <a:ln xmlns:a="http://schemas.openxmlformats.org/drawingml/2006/main">
            <a:noFill/>
          </a:ln>
        </p:spPr>
      </p:sp>
      <p:sp>
        <p:nvSpPr>
          <p:cNvPr id="165" name="">
            <a:extLst xmlns:a="http://schemas.openxmlformats.org/drawingml/2006/main">
              <a:ext uri="{FF2B5EF4-FFF2-40B4-BE49-F238E27FC236}">
                <a16:creationId xmlns:a16="http://schemas.microsoft.com/office/drawing/2014/main" id="{95E762C5-21BB-453F-97DE-60E0B9B20BF3}"/>
              </a:ext>
            </a:extLst>
          </p:cNvPr>
          <p:cNvSpPr>
            <a:spLocks xmlns:a="http://schemas.openxmlformats.org/drawingml/2006/main" noGrp="1"/>
          </p:cNvSpPr>
          <p:nvPr/>
        </p:nvSpPr>
        <p:spPr>
          <a:xfrm xmlns:a="http://schemas.openxmlformats.org/drawingml/2006/main">
            <a:off x="4752975" y="4800600"/>
            <a:ext cx="19050" cy="19050"/>
          </a:xfrm>
          <a:prstGeom xmlns:a="http://schemas.openxmlformats.org/drawingml/2006/main" prst="ellipse">
            <a:avLst/>
          </a:prstGeom>
          <a:solidFill xmlns:a="http://schemas.openxmlformats.org/drawingml/2006/main">
            <a:srgbClr val="B7A6FF">
              <a:alpha val="45000"/>
            </a:srgbClr>
          </a:solidFill>
          <a:ln xmlns:a="http://schemas.openxmlformats.org/drawingml/2006/main">
            <a:noFill/>
          </a:ln>
        </p:spPr>
      </p:sp>
      <p:sp>
        <p:nvSpPr>
          <p:cNvPr id="166" name="">
            <a:extLst xmlns:a="http://schemas.openxmlformats.org/drawingml/2006/main">
              <a:ext uri="{FF2B5EF4-FFF2-40B4-BE49-F238E27FC236}">
                <a16:creationId xmlns:a16="http://schemas.microsoft.com/office/drawing/2014/main" id="{F4AED2F2-2387-4265-8527-493FE613ACE4}"/>
              </a:ext>
            </a:extLst>
          </p:cNvPr>
          <p:cNvSpPr>
            <a:spLocks xmlns:a="http://schemas.openxmlformats.org/drawingml/2006/main" noGrp="1"/>
          </p:cNvSpPr>
          <p:nvPr/>
        </p:nvSpPr>
        <p:spPr>
          <a:xfrm xmlns:a="http://schemas.openxmlformats.org/drawingml/2006/main">
            <a:off x="4752975" y="4886325"/>
            <a:ext cx="19050" cy="19050"/>
          </a:xfrm>
          <a:prstGeom xmlns:a="http://schemas.openxmlformats.org/drawingml/2006/main" prst="ellipse">
            <a:avLst/>
          </a:prstGeom>
          <a:solidFill xmlns:a="http://schemas.openxmlformats.org/drawingml/2006/main">
            <a:srgbClr val="B7A6FF">
              <a:alpha val="45000"/>
            </a:srgbClr>
          </a:solidFill>
          <a:ln xmlns:a="http://schemas.openxmlformats.org/drawingml/2006/main">
            <a:noFill/>
          </a:ln>
        </p:spPr>
      </p:sp>
      <p:sp>
        <p:nvSpPr>
          <p:cNvPr id="167" name="">
            <a:extLst xmlns:a="http://schemas.openxmlformats.org/drawingml/2006/main">
              <a:ext uri="{FF2B5EF4-FFF2-40B4-BE49-F238E27FC236}">
                <a16:creationId xmlns:a16="http://schemas.microsoft.com/office/drawing/2014/main" id="{03674EAF-F68C-43BB-8C72-2330EB05E24D}"/>
              </a:ext>
            </a:extLst>
          </p:cNvPr>
          <p:cNvSpPr>
            <a:spLocks xmlns:a="http://schemas.openxmlformats.org/drawingml/2006/main" noGrp="1"/>
          </p:cNvSpPr>
          <p:nvPr/>
        </p:nvSpPr>
        <p:spPr>
          <a:xfrm xmlns:a="http://schemas.openxmlformats.org/drawingml/2006/main">
            <a:off x="4838700" y="4800600"/>
            <a:ext cx="19050" cy="19050"/>
          </a:xfrm>
          <a:prstGeom xmlns:a="http://schemas.openxmlformats.org/drawingml/2006/main" prst="ellipse">
            <a:avLst/>
          </a:prstGeom>
          <a:solidFill xmlns:a="http://schemas.openxmlformats.org/drawingml/2006/main">
            <a:srgbClr val="B7A6FF">
              <a:alpha val="45000"/>
            </a:srgbClr>
          </a:solidFill>
          <a:ln xmlns:a="http://schemas.openxmlformats.org/drawingml/2006/main">
            <a:noFill/>
          </a:ln>
        </p:spPr>
      </p:sp>
      <p:sp>
        <p:nvSpPr>
          <p:cNvPr id="168" name="">
            <a:extLst xmlns:a="http://schemas.openxmlformats.org/drawingml/2006/main">
              <a:ext uri="{FF2B5EF4-FFF2-40B4-BE49-F238E27FC236}">
                <a16:creationId xmlns:a16="http://schemas.microsoft.com/office/drawing/2014/main" id="{ACC6C149-89CC-4905-A3D3-A09E03F54098}"/>
              </a:ext>
            </a:extLst>
          </p:cNvPr>
          <p:cNvSpPr>
            <a:spLocks xmlns:a="http://schemas.openxmlformats.org/drawingml/2006/main" noGrp="1"/>
          </p:cNvSpPr>
          <p:nvPr/>
        </p:nvSpPr>
        <p:spPr>
          <a:xfrm xmlns:a="http://schemas.openxmlformats.org/drawingml/2006/main">
            <a:off x="4838700" y="4886325"/>
            <a:ext cx="19050" cy="19050"/>
          </a:xfrm>
          <a:prstGeom xmlns:a="http://schemas.openxmlformats.org/drawingml/2006/main" prst="ellipse">
            <a:avLst/>
          </a:prstGeom>
          <a:solidFill xmlns:a="http://schemas.openxmlformats.org/drawingml/2006/main">
            <a:srgbClr val="B7A6FF">
              <a:alpha val="45000"/>
            </a:srgbClr>
          </a:solidFill>
          <a:ln xmlns:a="http://schemas.openxmlformats.org/drawingml/2006/main">
            <a:noFill/>
          </a:ln>
        </p:spPr>
      </p:sp>
      <p:sp>
        <p:nvSpPr>
          <p:cNvPr id="169" name="">
            <a:extLst xmlns:a="http://schemas.openxmlformats.org/drawingml/2006/main">
              <a:ext uri="{FF2B5EF4-FFF2-40B4-BE49-F238E27FC236}">
                <a16:creationId xmlns:a16="http://schemas.microsoft.com/office/drawing/2014/main" id="{D4BA32EF-C090-47BC-8C3E-4ECB98F95B2B}"/>
              </a:ext>
            </a:extLst>
          </p:cNvPr>
          <p:cNvSpPr>
            <a:spLocks xmlns:a="http://schemas.openxmlformats.org/drawingml/2006/main" noGrp="1"/>
          </p:cNvSpPr>
          <p:nvPr/>
        </p:nvSpPr>
        <p:spPr>
          <a:xfrm xmlns:a="http://schemas.openxmlformats.org/drawingml/2006/main">
            <a:off x="4924425" y="4800600"/>
            <a:ext cx="19050" cy="19050"/>
          </a:xfrm>
          <a:prstGeom xmlns:a="http://schemas.openxmlformats.org/drawingml/2006/main" prst="ellipse">
            <a:avLst/>
          </a:prstGeom>
          <a:solidFill xmlns:a="http://schemas.openxmlformats.org/drawingml/2006/main">
            <a:srgbClr val="B7A6FF">
              <a:alpha val="45000"/>
            </a:srgbClr>
          </a:solidFill>
          <a:ln xmlns:a="http://schemas.openxmlformats.org/drawingml/2006/main">
            <a:noFill/>
          </a:ln>
        </p:spPr>
      </p:sp>
      <p:sp>
        <p:nvSpPr>
          <p:cNvPr id="170" name="">
            <a:extLst xmlns:a="http://schemas.openxmlformats.org/drawingml/2006/main">
              <a:ext uri="{FF2B5EF4-FFF2-40B4-BE49-F238E27FC236}">
                <a16:creationId xmlns:a16="http://schemas.microsoft.com/office/drawing/2014/main" id="{B8064A6B-7B8C-409E-A099-C5B102C11745}"/>
              </a:ext>
            </a:extLst>
          </p:cNvPr>
          <p:cNvSpPr>
            <a:spLocks xmlns:a="http://schemas.openxmlformats.org/drawingml/2006/main" noGrp="1"/>
          </p:cNvSpPr>
          <p:nvPr/>
        </p:nvSpPr>
        <p:spPr>
          <a:xfrm xmlns:a="http://schemas.openxmlformats.org/drawingml/2006/main">
            <a:off x="4924425" y="4886325"/>
            <a:ext cx="19050" cy="19050"/>
          </a:xfrm>
          <a:prstGeom xmlns:a="http://schemas.openxmlformats.org/drawingml/2006/main" prst="ellipse">
            <a:avLst/>
          </a:prstGeom>
          <a:solidFill xmlns:a="http://schemas.openxmlformats.org/drawingml/2006/main">
            <a:srgbClr val="B7A6FF">
              <a:alpha val="45000"/>
            </a:srgbClr>
          </a:solidFill>
          <a:ln xmlns:a="http://schemas.openxmlformats.org/drawingml/2006/main">
            <a:noFill/>
          </a:ln>
        </p:spPr>
      </p:sp>
      <p:sp>
        <p:nvSpPr>
          <p:cNvPr id="171" name="">
            <a:extLst xmlns:a="http://schemas.openxmlformats.org/drawingml/2006/main">
              <a:ext uri="{FF2B5EF4-FFF2-40B4-BE49-F238E27FC236}">
                <a16:creationId xmlns:a16="http://schemas.microsoft.com/office/drawing/2014/main" id="{E1736283-6FC9-4857-B6B4-CA70DE48BDC9}"/>
              </a:ext>
            </a:extLst>
          </p:cNvPr>
          <p:cNvSpPr>
            <a:spLocks xmlns:a="http://schemas.openxmlformats.org/drawingml/2006/main" noGrp="1"/>
          </p:cNvSpPr>
          <p:nvPr/>
        </p:nvSpPr>
        <p:spPr>
          <a:xfrm xmlns:a="http://schemas.openxmlformats.org/drawingml/2006/main">
            <a:off x="5010150" y="4800600"/>
            <a:ext cx="19050" cy="19050"/>
          </a:xfrm>
          <a:prstGeom xmlns:a="http://schemas.openxmlformats.org/drawingml/2006/main" prst="ellipse">
            <a:avLst/>
          </a:prstGeom>
          <a:solidFill xmlns:a="http://schemas.openxmlformats.org/drawingml/2006/main">
            <a:srgbClr val="B7A6FF">
              <a:alpha val="45000"/>
            </a:srgbClr>
          </a:solidFill>
          <a:ln xmlns:a="http://schemas.openxmlformats.org/drawingml/2006/main">
            <a:noFill/>
          </a:ln>
        </p:spPr>
      </p:sp>
      <p:sp>
        <p:nvSpPr>
          <p:cNvPr id="172" name="">
            <a:extLst xmlns:a="http://schemas.openxmlformats.org/drawingml/2006/main">
              <a:ext uri="{FF2B5EF4-FFF2-40B4-BE49-F238E27FC236}">
                <a16:creationId xmlns:a16="http://schemas.microsoft.com/office/drawing/2014/main" id="{C1A766DD-A91F-4EB5-8189-5E5051947997}"/>
              </a:ext>
            </a:extLst>
          </p:cNvPr>
          <p:cNvSpPr>
            <a:spLocks xmlns:a="http://schemas.openxmlformats.org/drawingml/2006/main" noGrp="1"/>
          </p:cNvSpPr>
          <p:nvPr/>
        </p:nvSpPr>
        <p:spPr>
          <a:xfrm xmlns:a="http://schemas.openxmlformats.org/drawingml/2006/main">
            <a:off x="5010150" y="4886325"/>
            <a:ext cx="19050" cy="19050"/>
          </a:xfrm>
          <a:prstGeom xmlns:a="http://schemas.openxmlformats.org/drawingml/2006/main" prst="ellipse">
            <a:avLst/>
          </a:prstGeom>
          <a:solidFill xmlns:a="http://schemas.openxmlformats.org/drawingml/2006/main">
            <a:srgbClr val="B7A6FF">
              <a:alpha val="45000"/>
            </a:srgbClr>
          </a:solidFill>
          <a:ln xmlns:a="http://schemas.openxmlformats.org/drawingml/2006/main">
            <a:noFill/>
          </a:ln>
        </p:spPr>
      </p:sp>
      <p:sp>
        <p:nvSpPr>
          <p:cNvPr id="173" name="">
            <a:extLst xmlns:a="http://schemas.openxmlformats.org/drawingml/2006/main">
              <a:ext uri="{FF2B5EF4-FFF2-40B4-BE49-F238E27FC236}">
                <a16:creationId xmlns:a16="http://schemas.microsoft.com/office/drawing/2014/main" id="{FAC7CAB0-96CA-469F-AC09-9FE511313922}"/>
              </a:ext>
            </a:extLst>
          </p:cNvPr>
          <p:cNvSpPr>
            <a:spLocks xmlns:a="http://schemas.openxmlformats.org/drawingml/2006/main" noGrp="1"/>
          </p:cNvSpPr>
          <p:nvPr/>
        </p:nvSpPr>
        <p:spPr>
          <a:xfrm xmlns:a="http://schemas.openxmlformats.org/drawingml/2006/main">
            <a:off x="4667250" y="3390900"/>
            <a:ext cx="19050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3450" b="1">
                <a:solidFill>
                  <a:srgbClr val="3E86CE"/>
                </a:solidFill>
                <a:latin typeface="Bahnschrift"/>
                <a:ea typeface="Bahnschrift"/>
                <a:cs typeface="Bahnschrift"/>
              </a:defRPr>
            </a:pPr>
            <a:r>
              <a:rPr sz="3450" b="1">
                <a:solidFill>
                  <a:srgbClr val="3E86CE"/>
                </a:solidFill>
                <a:latin typeface="Bahnschrift"/>
                <a:ea typeface="Bahnschrift"/>
                <a:cs typeface="Bahnschrift"/>
              </a:rPr>
              <a:t>05</a:t>
            </a:r>
          </a:p>
        </p:txBody>
      </p:sp>
      <p:sp>
        <p:nvSpPr>
          <p:cNvPr id="174" name="">
            <a:extLst xmlns:a="http://schemas.openxmlformats.org/drawingml/2006/main">
              <a:ext uri="{FF2B5EF4-FFF2-40B4-BE49-F238E27FC236}">
                <a16:creationId xmlns:a16="http://schemas.microsoft.com/office/drawing/2014/main" id="{73E7395C-0CB5-4458-9269-D7B2A8756EB3}"/>
              </a:ext>
            </a:extLst>
          </p:cNvPr>
          <p:cNvSpPr>
            <a:spLocks xmlns:a="http://schemas.openxmlformats.org/drawingml/2006/main" noGrp="1"/>
          </p:cNvSpPr>
          <p:nvPr/>
        </p:nvSpPr>
        <p:spPr>
          <a:xfrm xmlns:a="http://schemas.openxmlformats.org/drawingml/2006/main">
            <a:off x="4667250" y="3962400"/>
            <a:ext cx="3048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FFFFFF"/>
                </a:solidFill>
                <a:latin typeface="微软雅黑"/>
                <a:ea typeface="微软雅黑"/>
                <a:cs typeface="微软雅黑"/>
              </a:defRPr>
            </a:pPr>
            <a:r>
              <a:rPr sz="1800" b="1">
                <a:solidFill>
                  <a:srgbClr val="FFFFFF"/>
                </a:solidFill>
                <a:latin typeface="微软雅黑"/>
                <a:ea typeface="微软雅黑"/>
                <a:cs typeface="微软雅黑"/>
              </a:rPr>
              <a:t>测试验证</a:t>
            </a:r>
          </a:p>
        </p:txBody>
      </p:sp>
      <p:sp>
        <p:nvSpPr>
          <p:cNvPr id="175" name="">
            <a:extLst xmlns:a="http://schemas.openxmlformats.org/drawingml/2006/main">
              <a:ext uri="{FF2B5EF4-FFF2-40B4-BE49-F238E27FC236}">
                <a16:creationId xmlns:a16="http://schemas.microsoft.com/office/drawing/2014/main" id="{9DC62492-256E-4CFD-ACFD-D8B12E63125F}"/>
              </a:ext>
            </a:extLst>
          </p:cNvPr>
          <p:cNvSpPr>
            <a:spLocks xmlns:a="http://schemas.openxmlformats.org/drawingml/2006/main" noGrp="1"/>
          </p:cNvSpPr>
          <p:nvPr/>
        </p:nvSpPr>
        <p:spPr>
          <a:xfrm xmlns:a="http://schemas.openxmlformats.org/drawingml/2006/main">
            <a:off x="4667250" y="4381500"/>
            <a:ext cx="495300" cy="1905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76" name="">
            <a:extLst xmlns:a="http://schemas.openxmlformats.org/drawingml/2006/main">
              <a:ext uri="{FF2B5EF4-FFF2-40B4-BE49-F238E27FC236}">
                <a16:creationId xmlns:a16="http://schemas.microsoft.com/office/drawing/2014/main" id="{9DF7641E-ED88-49D2-A019-3CE8F8BD7A3B}"/>
              </a:ext>
            </a:extLst>
          </p:cNvPr>
          <p:cNvSpPr>
            <a:spLocks xmlns:a="http://schemas.openxmlformats.org/drawingml/2006/main" noGrp="1"/>
          </p:cNvSpPr>
          <p:nvPr/>
        </p:nvSpPr>
        <p:spPr>
          <a:xfrm xmlns:a="http://schemas.openxmlformats.org/drawingml/2006/main">
            <a:off x="4667250" y="4514850"/>
            <a:ext cx="30480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五层测试 </a:t>
            </a:r>
            <a:r>
              <a:rPr sz="938" b="0">
                <a:solidFill>
                  <a:srgbClr val="EEF5FF"/>
                </a:solidFill>
                <a:latin typeface="微软雅黑"/>
                <a:ea typeface="微软雅黑"/>
                <a:cs typeface="微软雅黑"/>
              </a:rPr>
              <a:t>· </a:t>
            </a:r>
            <a:r>
              <a:rPr sz="938" b="0">
                <a:solidFill>
                  <a:srgbClr val="EEF5FF"/>
                </a:solidFill>
                <a:latin typeface="微软雅黑"/>
                <a:ea typeface="微软雅黑"/>
                <a:cs typeface="微软雅黑"/>
              </a:rPr>
              <a:t>使用前后纵向对比 </a:t>
            </a:r>
            <a:r>
              <a:rPr sz="938" b="0">
                <a:solidFill>
                  <a:srgbClr val="EEF5FF"/>
                </a:solidFill>
                <a:latin typeface="微软雅黑"/>
                <a:ea typeface="微软雅黑"/>
                <a:cs typeface="微软雅黑"/>
              </a:rPr>
              <a:t>· </a:t>
            </a:r>
            <a:r>
              <a:rPr sz="938" b="0">
                <a:solidFill>
                  <a:srgbClr val="EEF5FF"/>
                </a:solidFill>
                <a:latin typeface="微软雅黑"/>
                <a:ea typeface="微软雅黑"/>
                <a:cs typeface="微软雅黑"/>
              </a:rPr>
              <a:t>三种方案横向对比</a:t>
            </a:r>
          </a:p>
        </p:txBody>
      </p:sp>
      <p:sp>
        <p:nvSpPr>
          <p:cNvPr id="177" name="">
            <a:extLst xmlns:a="http://schemas.openxmlformats.org/drawingml/2006/main">
              <a:ext uri="{FF2B5EF4-FFF2-40B4-BE49-F238E27FC236}">
                <a16:creationId xmlns:a16="http://schemas.microsoft.com/office/drawing/2014/main" id="{635224DD-953A-4A4D-9736-60C6C761F7BF}"/>
              </a:ext>
            </a:extLst>
          </p:cNvPr>
          <p:cNvSpPr>
            <a:spLocks xmlns:a="http://schemas.openxmlformats.org/drawingml/2006/main" noGrp="1"/>
          </p:cNvSpPr>
          <p:nvPr/>
        </p:nvSpPr>
        <p:spPr>
          <a:xfrm xmlns:a="http://schemas.openxmlformats.org/drawingml/2006/main">
            <a:off x="8267700" y="3200400"/>
            <a:ext cx="3543300" cy="1924050"/>
          </a:xfrm>
          <a:prstGeom xmlns:a="http://schemas.openxmlformats.org/drawingml/2006/main" prst="roundRect">
            <a:avLst>
              <a:gd name="adj" fmla="val 4455"/>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178" name="">
            <a:extLst xmlns:a="http://schemas.openxmlformats.org/drawingml/2006/main">
              <a:ext uri="{FF2B5EF4-FFF2-40B4-BE49-F238E27FC236}">
                <a16:creationId xmlns:a16="http://schemas.microsoft.com/office/drawing/2014/main" id="{CEB47936-CFE6-4C49-9D3A-73E34290E093}"/>
              </a:ext>
            </a:extLst>
          </p:cNvPr>
          <p:cNvSpPr>
            <a:spLocks xmlns:a="http://schemas.openxmlformats.org/drawingml/2006/main" noGrp="1"/>
          </p:cNvSpPr>
          <p:nvPr/>
        </p:nvSpPr>
        <p:spPr>
          <a:xfrm xmlns:a="http://schemas.openxmlformats.org/drawingml/2006/main">
            <a:off x="8267700" y="3200400"/>
            <a:ext cx="3543300" cy="47625"/>
          </a:xfrm>
          <a:prstGeom xmlns:a="http://schemas.openxmlformats.org/drawingml/2006/main" prst="rect">
            <a:avLst/>
          </a:prstGeom>
          <a:solidFill xmlns:a="http://schemas.openxmlformats.org/drawingml/2006/main">
            <a:srgbClr val="5FE3A1"/>
          </a:solidFill>
          <a:ln xmlns:a="http://schemas.openxmlformats.org/drawingml/2006/main">
            <a:noFill/>
          </a:ln>
        </p:spPr>
      </p:sp>
      <p:sp>
        <p:nvSpPr>
          <p:cNvPr id="179" name="">
            <a:extLst xmlns:a="http://schemas.openxmlformats.org/drawingml/2006/main">
              <a:ext uri="{FF2B5EF4-FFF2-40B4-BE49-F238E27FC236}">
                <a16:creationId xmlns:a16="http://schemas.microsoft.com/office/drawing/2014/main" id="{2014EDDA-5193-47AD-9564-4CA74E9B5D3E}"/>
              </a:ext>
            </a:extLst>
          </p:cNvPr>
          <p:cNvSpPr>
            <a:spLocks xmlns:a="http://schemas.openxmlformats.org/drawingml/2006/main" noGrp="1"/>
          </p:cNvSpPr>
          <p:nvPr/>
        </p:nvSpPr>
        <p:spPr>
          <a:xfrm xmlns:a="http://schemas.openxmlformats.org/drawingml/2006/main">
            <a:off x="11239500" y="3486150"/>
            <a:ext cx="28575" cy="2857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180" name="">
            <a:extLst xmlns:a="http://schemas.openxmlformats.org/drawingml/2006/main">
              <a:ext uri="{FF2B5EF4-FFF2-40B4-BE49-F238E27FC236}">
                <a16:creationId xmlns:a16="http://schemas.microsoft.com/office/drawing/2014/main" id="{8F98CEA0-8A6B-47A5-AC9A-771CBC040EBF}"/>
              </a:ext>
            </a:extLst>
          </p:cNvPr>
          <p:cNvSpPr>
            <a:spLocks xmlns:a="http://schemas.openxmlformats.org/drawingml/2006/main" noGrp="1"/>
          </p:cNvSpPr>
          <p:nvPr/>
        </p:nvSpPr>
        <p:spPr>
          <a:xfrm xmlns:a="http://schemas.openxmlformats.org/drawingml/2006/main">
            <a:off x="11239500" y="3600450"/>
            <a:ext cx="28575" cy="2857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181" name="">
            <a:extLst xmlns:a="http://schemas.openxmlformats.org/drawingml/2006/main">
              <a:ext uri="{FF2B5EF4-FFF2-40B4-BE49-F238E27FC236}">
                <a16:creationId xmlns:a16="http://schemas.microsoft.com/office/drawing/2014/main" id="{317265B6-6CEE-4257-8819-2F1CD7AC9D77}"/>
              </a:ext>
            </a:extLst>
          </p:cNvPr>
          <p:cNvSpPr>
            <a:spLocks xmlns:a="http://schemas.openxmlformats.org/drawingml/2006/main" noGrp="1"/>
          </p:cNvSpPr>
          <p:nvPr/>
        </p:nvSpPr>
        <p:spPr>
          <a:xfrm xmlns:a="http://schemas.openxmlformats.org/drawingml/2006/main">
            <a:off x="11239500" y="3714750"/>
            <a:ext cx="28575" cy="2857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182" name="">
            <a:extLst xmlns:a="http://schemas.openxmlformats.org/drawingml/2006/main">
              <a:ext uri="{FF2B5EF4-FFF2-40B4-BE49-F238E27FC236}">
                <a16:creationId xmlns:a16="http://schemas.microsoft.com/office/drawing/2014/main" id="{74DEE0BB-6E29-4BD1-B043-D6401CFA2A23}"/>
              </a:ext>
            </a:extLst>
          </p:cNvPr>
          <p:cNvSpPr>
            <a:spLocks xmlns:a="http://schemas.openxmlformats.org/drawingml/2006/main" noGrp="1"/>
          </p:cNvSpPr>
          <p:nvPr/>
        </p:nvSpPr>
        <p:spPr>
          <a:xfrm xmlns:a="http://schemas.openxmlformats.org/drawingml/2006/main">
            <a:off x="11353800" y="3486150"/>
            <a:ext cx="28575" cy="2857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183" name="">
            <a:extLst xmlns:a="http://schemas.openxmlformats.org/drawingml/2006/main">
              <a:ext uri="{FF2B5EF4-FFF2-40B4-BE49-F238E27FC236}">
                <a16:creationId xmlns:a16="http://schemas.microsoft.com/office/drawing/2014/main" id="{7765B6C4-555B-4733-9A76-8323803EC6AC}"/>
              </a:ext>
            </a:extLst>
          </p:cNvPr>
          <p:cNvSpPr>
            <a:spLocks xmlns:a="http://schemas.openxmlformats.org/drawingml/2006/main" noGrp="1"/>
          </p:cNvSpPr>
          <p:nvPr/>
        </p:nvSpPr>
        <p:spPr>
          <a:xfrm xmlns:a="http://schemas.openxmlformats.org/drawingml/2006/main">
            <a:off x="11353800" y="3600450"/>
            <a:ext cx="28575" cy="2857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184" name="">
            <a:extLst xmlns:a="http://schemas.openxmlformats.org/drawingml/2006/main">
              <a:ext uri="{FF2B5EF4-FFF2-40B4-BE49-F238E27FC236}">
                <a16:creationId xmlns:a16="http://schemas.microsoft.com/office/drawing/2014/main" id="{4EAFD157-FF9D-4ACD-A0F8-71868B08D9A8}"/>
              </a:ext>
            </a:extLst>
          </p:cNvPr>
          <p:cNvSpPr>
            <a:spLocks xmlns:a="http://schemas.openxmlformats.org/drawingml/2006/main" noGrp="1"/>
          </p:cNvSpPr>
          <p:nvPr/>
        </p:nvSpPr>
        <p:spPr>
          <a:xfrm xmlns:a="http://schemas.openxmlformats.org/drawingml/2006/main">
            <a:off x="11353800" y="3714750"/>
            <a:ext cx="28575" cy="2857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185" name="">
            <a:extLst xmlns:a="http://schemas.openxmlformats.org/drawingml/2006/main">
              <a:ext uri="{FF2B5EF4-FFF2-40B4-BE49-F238E27FC236}">
                <a16:creationId xmlns:a16="http://schemas.microsoft.com/office/drawing/2014/main" id="{AE6B8BF5-8149-4793-A041-53EBD9FF41B1}"/>
              </a:ext>
            </a:extLst>
          </p:cNvPr>
          <p:cNvSpPr>
            <a:spLocks xmlns:a="http://schemas.openxmlformats.org/drawingml/2006/main" noGrp="1"/>
          </p:cNvSpPr>
          <p:nvPr/>
        </p:nvSpPr>
        <p:spPr>
          <a:xfrm xmlns:a="http://schemas.openxmlformats.org/drawingml/2006/main">
            <a:off x="11468100" y="3486150"/>
            <a:ext cx="28575" cy="2857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186" name="">
            <a:extLst xmlns:a="http://schemas.openxmlformats.org/drawingml/2006/main">
              <a:ext uri="{FF2B5EF4-FFF2-40B4-BE49-F238E27FC236}">
                <a16:creationId xmlns:a16="http://schemas.microsoft.com/office/drawing/2014/main" id="{99B098FA-CDF8-4340-BA43-2A2AA434686B}"/>
              </a:ext>
            </a:extLst>
          </p:cNvPr>
          <p:cNvSpPr>
            <a:spLocks xmlns:a="http://schemas.openxmlformats.org/drawingml/2006/main" noGrp="1"/>
          </p:cNvSpPr>
          <p:nvPr/>
        </p:nvSpPr>
        <p:spPr>
          <a:xfrm xmlns:a="http://schemas.openxmlformats.org/drawingml/2006/main">
            <a:off x="11468100" y="3600450"/>
            <a:ext cx="28575" cy="2857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187" name="">
            <a:extLst xmlns:a="http://schemas.openxmlformats.org/drawingml/2006/main">
              <a:ext uri="{FF2B5EF4-FFF2-40B4-BE49-F238E27FC236}">
                <a16:creationId xmlns:a16="http://schemas.microsoft.com/office/drawing/2014/main" id="{0CBDC74D-8E6D-4A3A-B0EA-5AB057A60CB9}"/>
              </a:ext>
            </a:extLst>
          </p:cNvPr>
          <p:cNvSpPr>
            <a:spLocks xmlns:a="http://schemas.openxmlformats.org/drawingml/2006/main" noGrp="1"/>
          </p:cNvSpPr>
          <p:nvPr/>
        </p:nvSpPr>
        <p:spPr>
          <a:xfrm xmlns:a="http://schemas.openxmlformats.org/drawingml/2006/main">
            <a:off x="11468100" y="3714750"/>
            <a:ext cx="28575" cy="2857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188" name="">
            <a:extLst xmlns:a="http://schemas.openxmlformats.org/drawingml/2006/main">
              <a:ext uri="{FF2B5EF4-FFF2-40B4-BE49-F238E27FC236}">
                <a16:creationId xmlns:a16="http://schemas.microsoft.com/office/drawing/2014/main" id="{6B078C49-BACE-459F-A31F-257E3740843B}"/>
              </a:ext>
            </a:extLst>
          </p:cNvPr>
          <p:cNvSpPr>
            <a:spLocks xmlns:a="http://schemas.openxmlformats.org/drawingml/2006/main" noGrp="1"/>
          </p:cNvSpPr>
          <p:nvPr/>
        </p:nvSpPr>
        <p:spPr>
          <a:xfrm xmlns:a="http://schemas.openxmlformats.org/drawingml/2006/main">
            <a:off x="8515350" y="4800600"/>
            <a:ext cx="19050" cy="19050"/>
          </a:xfrm>
          <a:prstGeom xmlns:a="http://schemas.openxmlformats.org/drawingml/2006/main" prst="ellipse">
            <a:avLst/>
          </a:prstGeom>
          <a:solidFill xmlns:a="http://schemas.openxmlformats.org/drawingml/2006/main">
            <a:srgbClr val="5FE3A1">
              <a:alpha val="45000"/>
            </a:srgbClr>
          </a:solidFill>
          <a:ln xmlns:a="http://schemas.openxmlformats.org/drawingml/2006/main">
            <a:noFill/>
          </a:ln>
        </p:spPr>
      </p:sp>
      <p:sp>
        <p:nvSpPr>
          <p:cNvPr id="189" name="">
            <a:extLst xmlns:a="http://schemas.openxmlformats.org/drawingml/2006/main">
              <a:ext uri="{FF2B5EF4-FFF2-40B4-BE49-F238E27FC236}">
                <a16:creationId xmlns:a16="http://schemas.microsoft.com/office/drawing/2014/main" id="{D5CCBD9C-A8A0-462E-AFA7-809F6A6DC5FE}"/>
              </a:ext>
            </a:extLst>
          </p:cNvPr>
          <p:cNvSpPr>
            <a:spLocks xmlns:a="http://schemas.openxmlformats.org/drawingml/2006/main" noGrp="1"/>
          </p:cNvSpPr>
          <p:nvPr/>
        </p:nvSpPr>
        <p:spPr>
          <a:xfrm xmlns:a="http://schemas.openxmlformats.org/drawingml/2006/main">
            <a:off x="8515350" y="4886325"/>
            <a:ext cx="19050" cy="19050"/>
          </a:xfrm>
          <a:prstGeom xmlns:a="http://schemas.openxmlformats.org/drawingml/2006/main" prst="ellipse">
            <a:avLst/>
          </a:prstGeom>
          <a:solidFill xmlns:a="http://schemas.openxmlformats.org/drawingml/2006/main">
            <a:srgbClr val="5FE3A1">
              <a:alpha val="45000"/>
            </a:srgbClr>
          </a:solidFill>
          <a:ln xmlns:a="http://schemas.openxmlformats.org/drawingml/2006/main">
            <a:noFill/>
          </a:ln>
        </p:spPr>
      </p:sp>
      <p:sp>
        <p:nvSpPr>
          <p:cNvPr id="190" name="">
            <a:extLst xmlns:a="http://schemas.openxmlformats.org/drawingml/2006/main">
              <a:ext uri="{FF2B5EF4-FFF2-40B4-BE49-F238E27FC236}">
                <a16:creationId xmlns:a16="http://schemas.microsoft.com/office/drawing/2014/main" id="{47512B32-9C84-4CFD-9C87-9534028FB437}"/>
              </a:ext>
            </a:extLst>
          </p:cNvPr>
          <p:cNvSpPr>
            <a:spLocks xmlns:a="http://schemas.openxmlformats.org/drawingml/2006/main" noGrp="1"/>
          </p:cNvSpPr>
          <p:nvPr/>
        </p:nvSpPr>
        <p:spPr>
          <a:xfrm xmlns:a="http://schemas.openxmlformats.org/drawingml/2006/main">
            <a:off x="8601075" y="4800600"/>
            <a:ext cx="19050" cy="19050"/>
          </a:xfrm>
          <a:prstGeom xmlns:a="http://schemas.openxmlformats.org/drawingml/2006/main" prst="ellipse">
            <a:avLst/>
          </a:prstGeom>
          <a:solidFill xmlns:a="http://schemas.openxmlformats.org/drawingml/2006/main">
            <a:srgbClr val="5FE3A1">
              <a:alpha val="45000"/>
            </a:srgbClr>
          </a:solidFill>
          <a:ln xmlns:a="http://schemas.openxmlformats.org/drawingml/2006/main">
            <a:noFill/>
          </a:ln>
        </p:spPr>
      </p:sp>
      <p:sp>
        <p:nvSpPr>
          <p:cNvPr id="191" name="">
            <a:extLst xmlns:a="http://schemas.openxmlformats.org/drawingml/2006/main">
              <a:ext uri="{FF2B5EF4-FFF2-40B4-BE49-F238E27FC236}">
                <a16:creationId xmlns:a16="http://schemas.microsoft.com/office/drawing/2014/main" id="{FDF219C1-8AA1-4074-BDD5-E60F3DB4AA5C}"/>
              </a:ext>
            </a:extLst>
          </p:cNvPr>
          <p:cNvSpPr>
            <a:spLocks xmlns:a="http://schemas.openxmlformats.org/drawingml/2006/main" noGrp="1"/>
          </p:cNvSpPr>
          <p:nvPr/>
        </p:nvSpPr>
        <p:spPr>
          <a:xfrm xmlns:a="http://schemas.openxmlformats.org/drawingml/2006/main">
            <a:off x="8601075" y="4886325"/>
            <a:ext cx="19050" cy="19050"/>
          </a:xfrm>
          <a:prstGeom xmlns:a="http://schemas.openxmlformats.org/drawingml/2006/main" prst="ellipse">
            <a:avLst/>
          </a:prstGeom>
          <a:solidFill xmlns:a="http://schemas.openxmlformats.org/drawingml/2006/main">
            <a:srgbClr val="5FE3A1">
              <a:alpha val="45000"/>
            </a:srgbClr>
          </a:solidFill>
          <a:ln xmlns:a="http://schemas.openxmlformats.org/drawingml/2006/main">
            <a:noFill/>
          </a:ln>
        </p:spPr>
      </p:sp>
      <p:sp>
        <p:nvSpPr>
          <p:cNvPr id="192" name="">
            <a:extLst xmlns:a="http://schemas.openxmlformats.org/drawingml/2006/main">
              <a:ext uri="{FF2B5EF4-FFF2-40B4-BE49-F238E27FC236}">
                <a16:creationId xmlns:a16="http://schemas.microsoft.com/office/drawing/2014/main" id="{26A9EB75-5384-46AB-B182-828CD0181E4A}"/>
              </a:ext>
            </a:extLst>
          </p:cNvPr>
          <p:cNvSpPr>
            <a:spLocks xmlns:a="http://schemas.openxmlformats.org/drawingml/2006/main" noGrp="1"/>
          </p:cNvSpPr>
          <p:nvPr/>
        </p:nvSpPr>
        <p:spPr>
          <a:xfrm xmlns:a="http://schemas.openxmlformats.org/drawingml/2006/main">
            <a:off x="8686800" y="4800600"/>
            <a:ext cx="19050" cy="19050"/>
          </a:xfrm>
          <a:prstGeom xmlns:a="http://schemas.openxmlformats.org/drawingml/2006/main" prst="ellipse">
            <a:avLst/>
          </a:prstGeom>
          <a:solidFill xmlns:a="http://schemas.openxmlformats.org/drawingml/2006/main">
            <a:srgbClr val="5FE3A1">
              <a:alpha val="45000"/>
            </a:srgbClr>
          </a:solidFill>
          <a:ln xmlns:a="http://schemas.openxmlformats.org/drawingml/2006/main">
            <a:noFill/>
          </a:ln>
        </p:spPr>
      </p:sp>
      <p:sp>
        <p:nvSpPr>
          <p:cNvPr id="193" name="">
            <a:extLst xmlns:a="http://schemas.openxmlformats.org/drawingml/2006/main">
              <a:ext uri="{FF2B5EF4-FFF2-40B4-BE49-F238E27FC236}">
                <a16:creationId xmlns:a16="http://schemas.microsoft.com/office/drawing/2014/main" id="{351636C3-69C9-4CA5-AE1A-C3A12223D9D3}"/>
              </a:ext>
            </a:extLst>
          </p:cNvPr>
          <p:cNvSpPr>
            <a:spLocks xmlns:a="http://schemas.openxmlformats.org/drawingml/2006/main" noGrp="1"/>
          </p:cNvSpPr>
          <p:nvPr/>
        </p:nvSpPr>
        <p:spPr>
          <a:xfrm xmlns:a="http://schemas.openxmlformats.org/drawingml/2006/main">
            <a:off x="8686800" y="4886325"/>
            <a:ext cx="19050" cy="19050"/>
          </a:xfrm>
          <a:prstGeom xmlns:a="http://schemas.openxmlformats.org/drawingml/2006/main" prst="ellipse">
            <a:avLst/>
          </a:prstGeom>
          <a:solidFill xmlns:a="http://schemas.openxmlformats.org/drawingml/2006/main">
            <a:srgbClr val="5FE3A1">
              <a:alpha val="45000"/>
            </a:srgbClr>
          </a:solidFill>
          <a:ln xmlns:a="http://schemas.openxmlformats.org/drawingml/2006/main">
            <a:noFill/>
          </a:ln>
        </p:spPr>
      </p:sp>
      <p:sp>
        <p:nvSpPr>
          <p:cNvPr id="194" name="">
            <a:extLst xmlns:a="http://schemas.openxmlformats.org/drawingml/2006/main">
              <a:ext uri="{FF2B5EF4-FFF2-40B4-BE49-F238E27FC236}">
                <a16:creationId xmlns:a16="http://schemas.microsoft.com/office/drawing/2014/main" id="{2B4F37EB-A527-42B7-B4FD-FC17767138FB}"/>
              </a:ext>
            </a:extLst>
          </p:cNvPr>
          <p:cNvSpPr>
            <a:spLocks xmlns:a="http://schemas.openxmlformats.org/drawingml/2006/main" noGrp="1"/>
          </p:cNvSpPr>
          <p:nvPr/>
        </p:nvSpPr>
        <p:spPr>
          <a:xfrm xmlns:a="http://schemas.openxmlformats.org/drawingml/2006/main">
            <a:off x="8772525" y="4800600"/>
            <a:ext cx="19050" cy="19050"/>
          </a:xfrm>
          <a:prstGeom xmlns:a="http://schemas.openxmlformats.org/drawingml/2006/main" prst="ellipse">
            <a:avLst/>
          </a:prstGeom>
          <a:solidFill xmlns:a="http://schemas.openxmlformats.org/drawingml/2006/main">
            <a:srgbClr val="5FE3A1">
              <a:alpha val="45000"/>
            </a:srgbClr>
          </a:solidFill>
          <a:ln xmlns:a="http://schemas.openxmlformats.org/drawingml/2006/main">
            <a:noFill/>
          </a:ln>
        </p:spPr>
      </p:sp>
      <p:sp>
        <p:nvSpPr>
          <p:cNvPr id="195" name="">
            <a:extLst xmlns:a="http://schemas.openxmlformats.org/drawingml/2006/main">
              <a:ext uri="{FF2B5EF4-FFF2-40B4-BE49-F238E27FC236}">
                <a16:creationId xmlns:a16="http://schemas.microsoft.com/office/drawing/2014/main" id="{D646438D-17D4-425A-A0FD-7D64851B4006}"/>
              </a:ext>
            </a:extLst>
          </p:cNvPr>
          <p:cNvSpPr>
            <a:spLocks xmlns:a="http://schemas.openxmlformats.org/drawingml/2006/main" noGrp="1"/>
          </p:cNvSpPr>
          <p:nvPr/>
        </p:nvSpPr>
        <p:spPr>
          <a:xfrm xmlns:a="http://schemas.openxmlformats.org/drawingml/2006/main">
            <a:off x="8772525" y="4886325"/>
            <a:ext cx="19050" cy="19050"/>
          </a:xfrm>
          <a:prstGeom xmlns:a="http://schemas.openxmlformats.org/drawingml/2006/main" prst="ellipse">
            <a:avLst/>
          </a:prstGeom>
          <a:solidFill xmlns:a="http://schemas.openxmlformats.org/drawingml/2006/main">
            <a:srgbClr val="5FE3A1">
              <a:alpha val="45000"/>
            </a:srgbClr>
          </a:solidFill>
          <a:ln xmlns:a="http://schemas.openxmlformats.org/drawingml/2006/main">
            <a:noFill/>
          </a:ln>
        </p:spPr>
      </p:sp>
      <p:sp>
        <p:nvSpPr>
          <p:cNvPr id="196" name="">
            <a:extLst xmlns:a="http://schemas.openxmlformats.org/drawingml/2006/main">
              <a:ext uri="{FF2B5EF4-FFF2-40B4-BE49-F238E27FC236}">
                <a16:creationId xmlns:a16="http://schemas.microsoft.com/office/drawing/2014/main" id="{2130347D-1B44-4A94-A586-DCDD5A016F6B}"/>
              </a:ext>
            </a:extLst>
          </p:cNvPr>
          <p:cNvSpPr>
            <a:spLocks xmlns:a="http://schemas.openxmlformats.org/drawingml/2006/main" noGrp="1"/>
          </p:cNvSpPr>
          <p:nvPr/>
        </p:nvSpPr>
        <p:spPr>
          <a:xfrm xmlns:a="http://schemas.openxmlformats.org/drawingml/2006/main">
            <a:off x="8858250" y="4800600"/>
            <a:ext cx="19050" cy="19050"/>
          </a:xfrm>
          <a:prstGeom xmlns:a="http://schemas.openxmlformats.org/drawingml/2006/main" prst="ellipse">
            <a:avLst/>
          </a:prstGeom>
          <a:solidFill xmlns:a="http://schemas.openxmlformats.org/drawingml/2006/main">
            <a:srgbClr val="5FE3A1">
              <a:alpha val="45000"/>
            </a:srgbClr>
          </a:solidFill>
          <a:ln xmlns:a="http://schemas.openxmlformats.org/drawingml/2006/main">
            <a:noFill/>
          </a:ln>
        </p:spPr>
      </p:sp>
      <p:sp>
        <p:nvSpPr>
          <p:cNvPr id="197" name="">
            <a:extLst xmlns:a="http://schemas.openxmlformats.org/drawingml/2006/main">
              <a:ext uri="{FF2B5EF4-FFF2-40B4-BE49-F238E27FC236}">
                <a16:creationId xmlns:a16="http://schemas.microsoft.com/office/drawing/2014/main" id="{1B4BADDA-85BD-4E25-AE95-CA76B8B78B6A}"/>
              </a:ext>
            </a:extLst>
          </p:cNvPr>
          <p:cNvSpPr>
            <a:spLocks xmlns:a="http://schemas.openxmlformats.org/drawingml/2006/main" noGrp="1"/>
          </p:cNvSpPr>
          <p:nvPr/>
        </p:nvSpPr>
        <p:spPr>
          <a:xfrm xmlns:a="http://schemas.openxmlformats.org/drawingml/2006/main">
            <a:off x="8858250" y="4886325"/>
            <a:ext cx="19050" cy="19050"/>
          </a:xfrm>
          <a:prstGeom xmlns:a="http://schemas.openxmlformats.org/drawingml/2006/main" prst="ellipse">
            <a:avLst/>
          </a:prstGeom>
          <a:solidFill xmlns:a="http://schemas.openxmlformats.org/drawingml/2006/main">
            <a:srgbClr val="5FE3A1">
              <a:alpha val="45000"/>
            </a:srgbClr>
          </a:solidFill>
          <a:ln xmlns:a="http://schemas.openxmlformats.org/drawingml/2006/main">
            <a:noFill/>
          </a:ln>
        </p:spPr>
      </p:sp>
      <p:sp>
        <p:nvSpPr>
          <p:cNvPr id="198" name="">
            <a:extLst xmlns:a="http://schemas.openxmlformats.org/drawingml/2006/main">
              <a:ext uri="{FF2B5EF4-FFF2-40B4-BE49-F238E27FC236}">
                <a16:creationId xmlns:a16="http://schemas.microsoft.com/office/drawing/2014/main" id="{D2D53E29-E8EF-4D38-9D06-B47B9F7B49D8}"/>
              </a:ext>
            </a:extLst>
          </p:cNvPr>
          <p:cNvSpPr>
            <a:spLocks xmlns:a="http://schemas.openxmlformats.org/drawingml/2006/main" noGrp="1"/>
          </p:cNvSpPr>
          <p:nvPr/>
        </p:nvSpPr>
        <p:spPr>
          <a:xfrm xmlns:a="http://schemas.openxmlformats.org/drawingml/2006/main">
            <a:off x="8515350" y="3390900"/>
            <a:ext cx="19050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3450" b="1">
                <a:solidFill>
                  <a:srgbClr val="3E86CE"/>
                </a:solidFill>
                <a:latin typeface="Bahnschrift"/>
                <a:ea typeface="Bahnschrift"/>
                <a:cs typeface="Bahnschrift"/>
              </a:defRPr>
            </a:pPr>
            <a:r>
              <a:rPr sz="3450" b="1">
                <a:solidFill>
                  <a:srgbClr val="3E86CE"/>
                </a:solidFill>
                <a:latin typeface="Bahnschrift"/>
                <a:ea typeface="Bahnschrift"/>
                <a:cs typeface="Bahnschrift"/>
              </a:rPr>
              <a:t>06</a:t>
            </a:r>
          </a:p>
        </p:txBody>
      </p:sp>
      <p:sp>
        <p:nvSpPr>
          <p:cNvPr id="199" name="">
            <a:extLst xmlns:a="http://schemas.openxmlformats.org/drawingml/2006/main">
              <a:ext uri="{FF2B5EF4-FFF2-40B4-BE49-F238E27FC236}">
                <a16:creationId xmlns:a16="http://schemas.microsoft.com/office/drawing/2014/main" id="{FD6FD759-2DCD-4E09-9915-E9FCCF34DD02}"/>
              </a:ext>
            </a:extLst>
          </p:cNvPr>
          <p:cNvSpPr>
            <a:spLocks xmlns:a="http://schemas.openxmlformats.org/drawingml/2006/main" noGrp="1"/>
          </p:cNvSpPr>
          <p:nvPr/>
        </p:nvSpPr>
        <p:spPr>
          <a:xfrm xmlns:a="http://schemas.openxmlformats.org/drawingml/2006/main">
            <a:off x="8515350" y="3962400"/>
            <a:ext cx="3048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FFFFFF"/>
                </a:solidFill>
                <a:latin typeface="微软雅黑"/>
                <a:ea typeface="微软雅黑"/>
                <a:cs typeface="微软雅黑"/>
              </a:defRPr>
            </a:pPr>
            <a:r>
              <a:rPr sz="1800" b="1">
                <a:solidFill>
                  <a:srgbClr val="FFFFFF"/>
                </a:solidFill>
                <a:latin typeface="微软雅黑"/>
                <a:ea typeface="微软雅黑"/>
                <a:cs typeface="微软雅黑"/>
              </a:rPr>
              <a:t>成果与价值</a:t>
            </a:r>
          </a:p>
        </p:txBody>
      </p:sp>
      <p:sp>
        <p:nvSpPr>
          <p:cNvPr id="200" name="">
            <a:extLst xmlns:a="http://schemas.openxmlformats.org/drawingml/2006/main">
              <a:ext uri="{FF2B5EF4-FFF2-40B4-BE49-F238E27FC236}">
                <a16:creationId xmlns:a16="http://schemas.microsoft.com/office/drawing/2014/main" id="{CDC6A52B-B47B-43AF-95FD-372B431024A5}"/>
              </a:ext>
            </a:extLst>
          </p:cNvPr>
          <p:cNvSpPr>
            <a:spLocks xmlns:a="http://schemas.openxmlformats.org/drawingml/2006/main" noGrp="1"/>
          </p:cNvSpPr>
          <p:nvPr/>
        </p:nvSpPr>
        <p:spPr>
          <a:xfrm xmlns:a="http://schemas.openxmlformats.org/drawingml/2006/main">
            <a:off x="8515350" y="4381500"/>
            <a:ext cx="495300" cy="1905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201" name="">
            <a:extLst xmlns:a="http://schemas.openxmlformats.org/drawingml/2006/main">
              <a:ext uri="{FF2B5EF4-FFF2-40B4-BE49-F238E27FC236}">
                <a16:creationId xmlns:a16="http://schemas.microsoft.com/office/drawing/2014/main" id="{91FF991D-44A5-4CDE-8C29-6331D85BAD05}"/>
              </a:ext>
            </a:extLst>
          </p:cNvPr>
          <p:cNvSpPr>
            <a:spLocks xmlns:a="http://schemas.openxmlformats.org/drawingml/2006/main" noGrp="1"/>
          </p:cNvSpPr>
          <p:nvPr/>
        </p:nvSpPr>
        <p:spPr>
          <a:xfrm xmlns:a="http://schemas.openxmlformats.org/drawingml/2006/main">
            <a:off x="8515350" y="4514850"/>
            <a:ext cx="30480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成果沉淀 </a:t>
            </a:r>
            <a:r>
              <a:rPr sz="938" b="0">
                <a:solidFill>
                  <a:srgbClr val="EEF5FF"/>
                </a:solidFill>
                <a:latin typeface="微软雅黑"/>
                <a:ea typeface="微软雅黑"/>
                <a:cs typeface="微软雅黑"/>
              </a:rPr>
              <a:t>· </a:t>
            </a:r>
            <a:r>
              <a:rPr sz="938" b="0">
                <a:solidFill>
                  <a:srgbClr val="EEF5FF"/>
                </a:solidFill>
                <a:latin typeface="微软雅黑"/>
                <a:ea typeface="微软雅黑"/>
                <a:cs typeface="微软雅黑"/>
              </a:rPr>
              <a:t>目标客户 </a:t>
            </a:r>
            <a:r>
              <a:rPr sz="938" b="0">
                <a:solidFill>
                  <a:srgbClr val="EEF5FF"/>
                </a:solidFill>
                <a:latin typeface="微软雅黑"/>
                <a:ea typeface="微软雅黑"/>
                <a:cs typeface="微软雅黑"/>
              </a:rPr>
              <a:t>· </a:t>
            </a:r>
            <a:r>
              <a:rPr sz="938" b="0">
                <a:solidFill>
                  <a:srgbClr val="EEF5FF"/>
                </a:solidFill>
                <a:latin typeface="微软雅黑"/>
                <a:ea typeface="微软雅黑"/>
                <a:cs typeface="微软雅黑"/>
              </a:rPr>
              <a:t>市场测算 </a:t>
            </a:r>
            <a:r>
              <a:rPr sz="938" b="0">
                <a:solidFill>
                  <a:srgbClr val="EEF5FF"/>
                </a:solidFill>
                <a:latin typeface="微软雅黑"/>
                <a:ea typeface="微软雅黑"/>
                <a:cs typeface="微软雅黑"/>
              </a:rPr>
              <a:t>· </a:t>
            </a:r>
            <a:r>
              <a:rPr sz="938" b="0">
                <a:solidFill>
                  <a:srgbClr val="EEF5FF"/>
                </a:solidFill>
                <a:latin typeface="微软雅黑"/>
                <a:ea typeface="微软雅黑"/>
                <a:cs typeface="微软雅黑"/>
              </a:rPr>
              <a:t>三阶段演进</a:t>
            </a:r>
          </a:p>
        </p:txBody>
      </p:sp>
      <p:sp>
        <p:nvSpPr>
          <p:cNvPr id="202" name="">
            <a:extLst xmlns:a="http://schemas.openxmlformats.org/drawingml/2006/main">
              <a:ext uri="{FF2B5EF4-FFF2-40B4-BE49-F238E27FC236}">
                <a16:creationId xmlns:a16="http://schemas.microsoft.com/office/drawing/2014/main" id="{9E4FE28D-F530-41D2-8C44-A5A28E63BE96}"/>
              </a:ext>
            </a:extLst>
          </p:cNvPr>
          <p:cNvSpPr>
            <a:spLocks xmlns:a="http://schemas.openxmlformats.org/drawingml/2006/main" noGrp="1"/>
          </p:cNvSpPr>
          <p:nvPr/>
        </p:nvSpPr>
        <p:spPr>
          <a:xfrm xmlns:a="http://schemas.openxmlformats.org/drawingml/2006/main">
            <a:off x="571500" y="5600700"/>
            <a:ext cx="2667000" cy="590550"/>
          </a:xfrm>
          <a:prstGeom xmlns:a="http://schemas.openxmlformats.org/drawingml/2006/main" prst="roundRect">
            <a:avLst>
              <a:gd name="adj" fmla="val 1612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03" name="">
            <a:extLst xmlns:a="http://schemas.openxmlformats.org/drawingml/2006/main">
              <a:ext uri="{FF2B5EF4-FFF2-40B4-BE49-F238E27FC236}">
                <a16:creationId xmlns:a16="http://schemas.microsoft.com/office/drawing/2014/main" id="{CBAF72D8-8065-47C3-8846-1E788C3A2784}"/>
              </a:ext>
            </a:extLst>
          </p:cNvPr>
          <p:cNvSpPr>
            <a:spLocks xmlns:a="http://schemas.openxmlformats.org/drawingml/2006/main" noGrp="1"/>
          </p:cNvSpPr>
          <p:nvPr/>
        </p:nvSpPr>
        <p:spPr>
          <a:xfrm xmlns:a="http://schemas.openxmlformats.org/drawingml/2006/main">
            <a:off x="571500" y="5600700"/>
            <a:ext cx="2667000" cy="28575"/>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204" name="">
            <a:extLst xmlns:a="http://schemas.openxmlformats.org/drawingml/2006/main">
              <a:ext uri="{FF2B5EF4-FFF2-40B4-BE49-F238E27FC236}">
                <a16:creationId xmlns:a16="http://schemas.microsoft.com/office/drawing/2014/main" id="{4CE05889-0DC0-414E-9619-C8A7866F5019}"/>
              </a:ext>
            </a:extLst>
          </p:cNvPr>
          <p:cNvSpPr>
            <a:spLocks xmlns:a="http://schemas.openxmlformats.org/drawingml/2006/main" noGrp="1"/>
          </p:cNvSpPr>
          <p:nvPr/>
        </p:nvSpPr>
        <p:spPr>
          <a:xfrm xmlns:a="http://schemas.openxmlformats.org/drawingml/2006/main">
            <a:off x="723900" y="5676900"/>
            <a:ext cx="8572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FFFFF"/>
                </a:solidFill>
                <a:latin typeface="Bahnschrift"/>
                <a:ea typeface="Bahnschrift"/>
                <a:cs typeface="Bahnschrift"/>
              </a:defRPr>
            </a:pPr>
            <a:r>
              <a:rPr sz="1650" b="1">
                <a:solidFill>
                  <a:srgbClr val="FFFFFF"/>
                </a:solidFill>
                <a:latin typeface="Bahnschrift"/>
                <a:ea typeface="Bahnschrift"/>
                <a:cs typeface="Bahnschrift"/>
              </a:rPr>
              <a:t>18</a:t>
            </a:r>
          </a:p>
        </p:txBody>
      </p:sp>
      <p:sp>
        <p:nvSpPr>
          <p:cNvPr id="205" name="">
            <a:extLst xmlns:a="http://schemas.openxmlformats.org/drawingml/2006/main">
              <a:ext uri="{FF2B5EF4-FFF2-40B4-BE49-F238E27FC236}">
                <a16:creationId xmlns:a16="http://schemas.microsoft.com/office/drawing/2014/main" id="{E201FD9A-7B60-4D8A-9542-8C8F260A9605}"/>
              </a:ext>
            </a:extLst>
          </p:cNvPr>
          <p:cNvSpPr>
            <a:spLocks xmlns:a="http://schemas.openxmlformats.org/drawingml/2006/main" noGrp="1"/>
          </p:cNvSpPr>
          <p:nvPr/>
        </p:nvSpPr>
        <p:spPr>
          <a:xfrm xmlns:a="http://schemas.openxmlformats.org/drawingml/2006/main">
            <a:off x="723900" y="5943600"/>
            <a:ext cx="24003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条启用规则 </a:t>
            </a:r>
            <a:r>
              <a:rPr sz="863" b="0">
                <a:solidFill>
                  <a:srgbClr val="C6DDFF"/>
                </a:solidFill>
                <a:latin typeface="微软雅黑"/>
                <a:ea typeface="微软雅黑"/>
                <a:cs typeface="微软雅黑"/>
              </a:rPr>
              <a:t>/ 5 </a:t>
            </a:r>
            <a:r>
              <a:rPr sz="863" b="0">
                <a:solidFill>
                  <a:srgbClr val="C6DDFF"/>
                </a:solidFill>
                <a:latin typeface="微软雅黑"/>
                <a:ea typeface="微软雅黑"/>
                <a:cs typeface="微软雅黑"/>
              </a:rPr>
              <a:t>个场景</a:t>
            </a:r>
          </a:p>
        </p:txBody>
      </p:sp>
      <p:sp>
        <p:nvSpPr>
          <p:cNvPr id="206" name="">
            <a:extLst xmlns:a="http://schemas.openxmlformats.org/drawingml/2006/main">
              <a:ext uri="{FF2B5EF4-FFF2-40B4-BE49-F238E27FC236}">
                <a16:creationId xmlns:a16="http://schemas.microsoft.com/office/drawing/2014/main" id="{203C9A09-CCFC-4114-8FD8-C6561E7B7F3C}"/>
              </a:ext>
            </a:extLst>
          </p:cNvPr>
          <p:cNvSpPr>
            <a:spLocks xmlns:a="http://schemas.openxmlformats.org/drawingml/2006/main" noGrp="1"/>
          </p:cNvSpPr>
          <p:nvPr/>
        </p:nvSpPr>
        <p:spPr>
          <a:xfrm xmlns:a="http://schemas.openxmlformats.org/drawingml/2006/main">
            <a:off x="3390900" y="5600700"/>
            <a:ext cx="2667000" cy="590550"/>
          </a:xfrm>
          <a:prstGeom xmlns:a="http://schemas.openxmlformats.org/drawingml/2006/main" prst="roundRect">
            <a:avLst>
              <a:gd name="adj" fmla="val 1612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07" name="">
            <a:extLst xmlns:a="http://schemas.openxmlformats.org/drawingml/2006/main">
              <a:ext uri="{FF2B5EF4-FFF2-40B4-BE49-F238E27FC236}">
                <a16:creationId xmlns:a16="http://schemas.microsoft.com/office/drawing/2014/main" id="{2C093021-D3BF-4E6B-9D72-4340A80A4891}"/>
              </a:ext>
            </a:extLst>
          </p:cNvPr>
          <p:cNvSpPr>
            <a:spLocks xmlns:a="http://schemas.openxmlformats.org/drawingml/2006/main" noGrp="1"/>
          </p:cNvSpPr>
          <p:nvPr/>
        </p:nvSpPr>
        <p:spPr>
          <a:xfrm xmlns:a="http://schemas.openxmlformats.org/drawingml/2006/main">
            <a:off x="3390900" y="5600700"/>
            <a:ext cx="2667000" cy="28575"/>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208" name="">
            <a:extLst xmlns:a="http://schemas.openxmlformats.org/drawingml/2006/main">
              <a:ext uri="{FF2B5EF4-FFF2-40B4-BE49-F238E27FC236}">
                <a16:creationId xmlns:a16="http://schemas.microsoft.com/office/drawing/2014/main" id="{73AB250C-ACB2-4E39-AEFC-771996246763}"/>
              </a:ext>
            </a:extLst>
          </p:cNvPr>
          <p:cNvSpPr>
            <a:spLocks xmlns:a="http://schemas.openxmlformats.org/drawingml/2006/main" noGrp="1"/>
          </p:cNvSpPr>
          <p:nvPr/>
        </p:nvSpPr>
        <p:spPr>
          <a:xfrm xmlns:a="http://schemas.openxmlformats.org/drawingml/2006/main">
            <a:off x="3543300" y="5676900"/>
            <a:ext cx="8572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FFFFF"/>
                </a:solidFill>
                <a:latin typeface="Bahnschrift"/>
                <a:ea typeface="Bahnschrift"/>
                <a:cs typeface="Bahnschrift"/>
              </a:defRPr>
            </a:pPr>
            <a:r>
              <a:rPr sz="1650" b="1">
                <a:solidFill>
                  <a:srgbClr val="FFFFFF"/>
                </a:solidFill>
                <a:latin typeface="Bahnschrift"/>
                <a:ea typeface="Bahnschrift"/>
                <a:cs typeface="Bahnschrift"/>
              </a:rPr>
              <a:t>75</a:t>
            </a:r>
          </a:p>
        </p:txBody>
      </p:sp>
      <p:sp>
        <p:nvSpPr>
          <p:cNvPr id="209" name="">
            <a:extLst xmlns:a="http://schemas.openxmlformats.org/drawingml/2006/main">
              <a:ext uri="{FF2B5EF4-FFF2-40B4-BE49-F238E27FC236}">
                <a16:creationId xmlns:a16="http://schemas.microsoft.com/office/drawing/2014/main" id="{07A84CB4-9327-4F10-9202-30081AE48771}"/>
              </a:ext>
            </a:extLst>
          </p:cNvPr>
          <p:cNvSpPr>
            <a:spLocks xmlns:a="http://schemas.openxmlformats.org/drawingml/2006/main" noGrp="1"/>
          </p:cNvSpPr>
          <p:nvPr/>
        </p:nvSpPr>
        <p:spPr>
          <a:xfrm xmlns:a="http://schemas.openxmlformats.org/drawingml/2006/main">
            <a:off x="3543300" y="5943600"/>
            <a:ext cx="24003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个在线接口</a:t>
            </a:r>
          </a:p>
        </p:txBody>
      </p:sp>
      <p:sp>
        <p:nvSpPr>
          <p:cNvPr id="210" name="">
            <a:extLst xmlns:a="http://schemas.openxmlformats.org/drawingml/2006/main">
              <a:ext uri="{FF2B5EF4-FFF2-40B4-BE49-F238E27FC236}">
                <a16:creationId xmlns:a16="http://schemas.microsoft.com/office/drawing/2014/main" id="{E6C806D1-5D1D-4CA8-AD19-896639FF4B1F}"/>
              </a:ext>
            </a:extLst>
          </p:cNvPr>
          <p:cNvSpPr>
            <a:spLocks xmlns:a="http://schemas.openxmlformats.org/drawingml/2006/main" noGrp="1"/>
          </p:cNvSpPr>
          <p:nvPr/>
        </p:nvSpPr>
        <p:spPr>
          <a:xfrm xmlns:a="http://schemas.openxmlformats.org/drawingml/2006/main">
            <a:off x="6210300" y="5600700"/>
            <a:ext cx="2667000" cy="590550"/>
          </a:xfrm>
          <a:prstGeom xmlns:a="http://schemas.openxmlformats.org/drawingml/2006/main" prst="roundRect">
            <a:avLst>
              <a:gd name="adj" fmla="val 1612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11" name="">
            <a:extLst xmlns:a="http://schemas.openxmlformats.org/drawingml/2006/main">
              <a:ext uri="{FF2B5EF4-FFF2-40B4-BE49-F238E27FC236}">
                <a16:creationId xmlns:a16="http://schemas.microsoft.com/office/drawing/2014/main" id="{D22E5C3A-F967-4A59-9C2C-9A55EFA0EEBE}"/>
              </a:ext>
            </a:extLst>
          </p:cNvPr>
          <p:cNvSpPr>
            <a:spLocks xmlns:a="http://schemas.openxmlformats.org/drawingml/2006/main" noGrp="1"/>
          </p:cNvSpPr>
          <p:nvPr/>
        </p:nvSpPr>
        <p:spPr>
          <a:xfrm xmlns:a="http://schemas.openxmlformats.org/drawingml/2006/main">
            <a:off x="6210300" y="5600700"/>
            <a:ext cx="2667000" cy="28575"/>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212" name="">
            <a:extLst xmlns:a="http://schemas.openxmlformats.org/drawingml/2006/main">
              <a:ext uri="{FF2B5EF4-FFF2-40B4-BE49-F238E27FC236}">
                <a16:creationId xmlns:a16="http://schemas.microsoft.com/office/drawing/2014/main" id="{495D1197-35CA-4EDE-A606-13D677A7CD2F}"/>
              </a:ext>
            </a:extLst>
          </p:cNvPr>
          <p:cNvSpPr>
            <a:spLocks xmlns:a="http://schemas.openxmlformats.org/drawingml/2006/main" noGrp="1"/>
          </p:cNvSpPr>
          <p:nvPr/>
        </p:nvSpPr>
        <p:spPr>
          <a:xfrm xmlns:a="http://schemas.openxmlformats.org/drawingml/2006/main">
            <a:off x="6362700" y="5676900"/>
            <a:ext cx="8572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FFFFF"/>
                </a:solidFill>
                <a:latin typeface="Bahnschrift"/>
                <a:ea typeface="Bahnschrift"/>
                <a:cs typeface="Bahnschrift"/>
              </a:defRPr>
            </a:pPr>
            <a:r>
              <a:rPr sz="1650" b="1">
                <a:solidFill>
                  <a:srgbClr val="FFFFFF"/>
                </a:solidFill>
                <a:latin typeface="Bahnschrift"/>
                <a:ea typeface="Bahnschrift"/>
                <a:cs typeface="Bahnschrift"/>
              </a:rPr>
              <a:t>53</a:t>
            </a:r>
          </a:p>
        </p:txBody>
      </p:sp>
      <p:sp>
        <p:nvSpPr>
          <p:cNvPr id="213" name="">
            <a:extLst xmlns:a="http://schemas.openxmlformats.org/drawingml/2006/main">
              <a:ext uri="{FF2B5EF4-FFF2-40B4-BE49-F238E27FC236}">
                <a16:creationId xmlns:a16="http://schemas.microsoft.com/office/drawing/2014/main" id="{5B6F54A7-49CB-4008-8A50-0A38B92575C0}"/>
              </a:ext>
            </a:extLst>
          </p:cNvPr>
          <p:cNvSpPr>
            <a:spLocks xmlns:a="http://schemas.openxmlformats.org/drawingml/2006/main" noGrp="1"/>
          </p:cNvSpPr>
          <p:nvPr/>
        </p:nvSpPr>
        <p:spPr>
          <a:xfrm xmlns:a="http://schemas.openxmlformats.org/drawingml/2006/main">
            <a:off x="6362700" y="5943600"/>
            <a:ext cx="24003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张数据库表 </a:t>
            </a:r>
            <a:r>
              <a:rPr sz="863" b="0">
                <a:solidFill>
                  <a:srgbClr val="C6DDFF"/>
                </a:solidFill>
                <a:latin typeface="微软雅黑"/>
                <a:ea typeface="微软雅黑"/>
                <a:cs typeface="微软雅黑"/>
              </a:rPr>
              <a:t>/ 7 </a:t>
            </a:r>
            <a:r>
              <a:rPr sz="863" b="0">
                <a:solidFill>
                  <a:srgbClr val="C6DDFF"/>
                </a:solidFill>
                <a:latin typeface="微软雅黑"/>
                <a:ea typeface="微软雅黑"/>
                <a:cs typeface="微软雅黑"/>
              </a:rPr>
              <a:t>组</a:t>
            </a:r>
          </a:p>
        </p:txBody>
      </p:sp>
      <p:sp>
        <p:nvSpPr>
          <p:cNvPr id="214" name="">
            <a:extLst xmlns:a="http://schemas.openxmlformats.org/drawingml/2006/main">
              <a:ext uri="{FF2B5EF4-FFF2-40B4-BE49-F238E27FC236}">
                <a16:creationId xmlns:a16="http://schemas.microsoft.com/office/drawing/2014/main" id="{2F473291-A562-4B1E-A6CA-2433A133F71B}"/>
              </a:ext>
            </a:extLst>
          </p:cNvPr>
          <p:cNvSpPr>
            <a:spLocks xmlns:a="http://schemas.openxmlformats.org/drawingml/2006/main" noGrp="1"/>
          </p:cNvSpPr>
          <p:nvPr/>
        </p:nvSpPr>
        <p:spPr>
          <a:xfrm xmlns:a="http://schemas.openxmlformats.org/drawingml/2006/main">
            <a:off x="9029700" y="5600700"/>
            <a:ext cx="2667000" cy="590550"/>
          </a:xfrm>
          <a:prstGeom xmlns:a="http://schemas.openxmlformats.org/drawingml/2006/main" prst="roundRect">
            <a:avLst>
              <a:gd name="adj" fmla="val 1612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15" name="">
            <a:extLst xmlns:a="http://schemas.openxmlformats.org/drawingml/2006/main">
              <a:ext uri="{FF2B5EF4-FFF2-40B4-BE49-F238E27FC236}">
                <a16:creationId xmlns:a16="http://schemas.microsoft.com/office/drawing/2014/main" id="{050D4B66-FB19-408B-9540-039248B4CC41}"/>
              </a:ext>
            </a:extLst>
          </p:cNvPr>
          <p:cNvSpPr>
            <a:spLocks xmlns:a="http://schemas.openxmlformats.org/drawingml/2006/main" noGrp="1"/>
          </p:cNvSpPr>
          <p:nvPr/>
        </p:nvSpPr>
        <p:spPr>
          <a:xfrm xmlns:a="http://schemas.openxmlformats.org/drawingml/2006/main">
            <a:off x="9029700" y="5600700"/>
            <a:ext cx="2667000" cy="28575"/>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216" name="">
            <a:extLst xmlns:a="http://schemas.openxmlformats.org/drawingml/2006/main">
              <a:ext uri="{FF2B5EF4-FFF2-40B4-BE49-F238E27FC236}">
                <a16:creationId xmlns:a16="http://schemas.microsoft.com/office/drawing/2014/main" id="{C8779309-CBCF-4415-8E9F-780F5C7C2B04}"/>
              </a:ext>
            </a:extLst>
          </p:cNvPr>
          <p:cNvSpPr>
            <a:spLocks xmlns:a="http://schemas.openxmlformats.org/drawingml/2006/main" noGrp="1"/>
          </p:cNvSpPr>
          <p:nvPr/>
        </p:nvSpPr>
        <p:spPr>
          <a:xfrm xmlns:a="http://schemas.openxmlformats.org/drawingml/2006/main">
            <a:off x="9182100" y="5676900"/>
            <a:ext cx="8572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FFFFF"/>
                </a:solidFill>
                <a:latin typeface="Bahnschrift"/>
                <a:ea typeface="Bahnschrift"/>
                <a:cs typeface="Bahnschrift"/>
              </a:defRPr>
            </a:pPr>
            <a:r>
              <a:rPr sz="1650" b="1">
                <a:solidFill>
                  <a:srgbClr val="FFFFFF"/>
                </a:solidFill>
                <a:latin typeface="Bahnschrift"/>
                <a:ea typeface="Bahnschrift"/>
                <a:cs typeface="Bahnschrift"/>
              </a:rPr>
              <a:t>200</a:t>
            </a:r>
          </a:p>
        </p:txBody>
      </p:sp>
      <p:sp>
        <p:nvSpPr>
          <p:cNvPr id="217" name="">
            <a:extLst xmlns:a="http://schemas.openxmlformats.org/drawingml/2006/main">
              <a:ext uri="{FF2B5EF4-FFF2-40B4-BE49-F238E27FC236}">
                <a16:creationId xmlns:a16="http://schemas.microsoft.com/office/drawing/2014/main" id="{56674FAC-244E-4DD6-80B6-12CC2A7AC195}"/>
              </a:ext>
            </a:extLst>
          </p:cNvPr>
          <p:cNvSpPr>
            <a:spLocks xmlns:a="http://schemas.openxmlformats.org/drawingml/2006/main" noGrp="1"/>
          </p:cNvSpPr>
          <p:nvPr/>
        </p:nvSpPr>
        <p:spPr>
          <a:xfrm xmlns:a="http://schemas.openxmlformats.org/drawingml/2006/main">
            <a:off x="9182100" y="5943600"/>
            <a:ext cx="24003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次重复执行结论一致</a:t>
            </a:r>
          </a:p>
        </p:txBody>
      </p:sp>
      <p:sp>
        <p:nvSpPr>
          <p:cNvPr id="218" name="">
            <a:extLst xmlns:a="http://schemas.openxmlformats.org/drawingml/2006/main">
              <a:ext uri="{FF2B5EF4-FFF2-40B4-BE49-F238E27FC236}">
                <a16:creationId xmlns:a16="http://schemas.microsoft.com/office/drawing/2014/main" id="{A21195E8-2DE3-4E1C-9238-6207630D8B13}"/>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219" name="">
            <a:extLst xmlns:a="http://schemas.openxmlformats.org/drawingml/2006/main">
              <a:ext uri="{FF2B5EF4-FFF2-40B4-BE49-F238E27FC236}">
                <a16:creationId xmlns:a16="http://schemas.microsoft.com/office/drawing/2014/main" id="{D84A7A66-2E76-4644-8DEE-E8952EE9FCF4}"/>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220" name="">
            <a:extLst xmlns:a="http://schemas.openxmlformats.org/drawingml/2006/main">
              <a:ext uri="{FF2B5EF4-FFF2-40B4-BE49-F238E27FC236}">
                <a16:creationId xmlns:a16="http://schemas.microsoft.com/office/drawing/2014/main" id="{54097D31-22B9-4F84-B2E6-DC958CF2EB69}"/>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221" name="">
            <a:extLst xmlns:a="http://schemas.openxmlformats.org/drawingml/2006/main">
              <a:ext uri="{FF2B5EF4-FFF2-40B4-BE49-F238E27FC236}">
                <a16:creationId xmlns:a16="http://schemas.microsoft.com/office/drawing/2014/main" id="{3B073CDA-1567-4F88-91BF-575889F5817B}"/>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222" name="">
            <a:extLst xmlns:a="http://schemas.openxmlformats.org/drawingml/2006/main">
              <a:ext uri="{FF2B5EF4-FFF2-40B4-BE49-F238E27FC236}">
                <a16:creationId xmlns:a16="http://schemas.microsoft.com/office/drawing/2014/main" id="{BE98009B-86A8-4660-8271-E069F0253C63}"/>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02</a:t>
            </a:r>
          </a:p>
        </p:txBody>
      </p:sp>
    </p:spTree>
    <p:extLst>
      <p:ext uri="{BB962C8B-B14F-4D97-AF65-F5344CB8AC3E}">
        <p14:creationId xmlns:p14="http://schemas.microsoft.com/office/powerpoint/2010/main" val="1338921925"/>
      </p:ext>
    </p:extLst>
  </p:cSld>
</p:sld>
</file>

<file path=ppt/slides/slide3.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111" name=""/>
          <p:cNvPicPr>
            <a:picLocks xmlns:a="http://schemas.openxmlformats.org/drawingml/2006/main" noChangeAspect="1"/>
          </p:cNvPicPr>
          <p:nvPr/>
        </p:nvPicPr>
        <p:blipFill>
          <a:blip xmlns:r="http://schemas.openxmlformats.org/officeDocument/2006/relationships" xmlns:a="http://schemas.openxmlformats.org/drawingml/2006/main" r:embed="R765d69679bd6444c"/>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89B38F7-02AB-47AB-BACE-8BF2D1CBF03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BF60C681-66C1-48CA-8090-EC89C07DF280}"/>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927A9321-398A-45D9-A86A-9646B5A47AE2}"/>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9D751EBB-A605-4546-AAD3-3A9494296B80}"/>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D6C783E3-17BE-42BC-8713-DADE1A6172DF}"/>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6D190376-68E6-400E-A52F-98D581C4B71F}"/>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4FC838D5-B8C6-46D8-B20B-25F969211F08}"/>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84D3E0CD-53E2-4A0E-954C-D407609645EE}"/>
              </a:ext>
            </a:extLst>
          </p:cNvPr>
          <p:cNvSpPr>
            <a:spLocks xmlns:a="http://schemas.openxmlformats.org/drawingml/2006/main" noGrp="1"/>
          </p:cNvSpPr>
          <p:nvPr/>
        </p:nvSpPr>
        <p:spPr>
          <a:xfrm xmlns:a="http://schemas.openxmlformats.org/drawingml/2006/main">
            <a:off x="6858000" y="0"/>
            <a:ext cx="5334000" cy="5334000"/>
          </a:xfrm>
          <a:prstGeom xmlns:a="http://schemas.openxmlformats.org/drawingml/2006/main" prst="ellipse">
            <a:avLst/>
          </a:prstGeom>
          <a:gradFill xmlns:a="http://schemas.openxmlformats.org/drawingml/2006/main">
            <a:gsLst>
              <a:gs pos="0">
                <a:srgbClr val="4FD8FF">
                  <a:alpha val="20000"/>
                </a:srgbClr>
              </a:gs>
              <a:gs pos="45000">
                <a:srgbClr val="4FD8FF">
                  <a:alpha val="8000"/>
                </a:srgbClr>
              </a:gs>
              <a:gs pos="100000">
                <a:srgbClr val="4FD8FF">
                  <a:alpha val="0"/>
                </a:srgbClr>
              </a:gs>
            </a:gsLst>
            <a:path path="shape"/>
          </a:gradFill>
          <a:ln xmlns:a="http://schemas.openxmlformats.org/drawingml/2006/main">
            <a:noFill/>
          </a:ln>
        </p:spPr>
      </p:sp>
      <p:sp>
        <p:nvSpPr>
          <p:cNvPr id="10" name="">
            <a:extLst xmlns:a="http://schemas.openxmlformats.org/drawingml/2006/main">
              <a:ext uri="{FF2B5EF4-FFF2-40B4-BE49-F238E27FC236}">
                <a16:creationId xmlns:a16="http://schemas.microsoft.com/office/drawing/2014/main" id="{38FB4879-6D60-4DFB-A334-A541ACE90CC8}"/>
              </a:ext>
            </a:extLst>
          </p:cNvPr>
          <p:cNvSpPr>
            <a:spLocks xmlns:a="http://schemas.openxmlformats.org/drawingml/2006/main" noGrp="1"/>
          </p:cNvSpPr>
          <p:nvPr/>
        </p:nvSpPr>
        <p:spPr>
          <a:xfrm xmlns:a="http://schemas.openxmlformats.org/drawingml/2006/main">
            <a:off x="0" y="3429000"/>
            <a:ext cx="3429000" cy="3429000"/>
          </a:xfrm>
          <a:prstGeom xmlns:a="http://schemas.openxmlformats.org/drawingml/2006/main" prst="ellipse">
            <a:avLst/>
          </a:prstGeom>
          <a:gradFill xmlns:a="http://schemas.openxmlformats.org/drawingml/2006/main">
            <a:gsLst>
              <a:gs pos="0">
                <a:srgbClr val="7FD4FF">
                  <a:alpha val="14000"/>
                </a:srgbClr>
              </a:gs>
              <a:gs pos="45000">
                <a:srgbClr val="7FD4FF">
                  <a:alpha val="6000"/>
                </a:srgbClr>
              </a:gs>
              <a:gs pos="100000">
                <a:srgbClr val="7FD4FF">
                  <a:alpha val="0"/>
                </a:srgbClr>
              </a:gs>
            </a:gsLst>
            <a:path path="shape"/>
          </a:gra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4C5620C8-2793-4C26-8B88-4F348B4F6530}"/>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gradFill xmlns:a="http://schemas.openxmlformats.org/drawingml/2006/main">
            <a:gsLst>
              <a:gs pos="0">
                <a:srgbClr val="FFD24A"/>
              </a:gs>
              <a:gs pos="52000">
                <a:srgbClr val="4FD8FF"/>
              </a:gs>
              <a:gs pos="100000">
                <a:srgbClr val="4FD8FF">
                  <a:alpha val="0"/>
                </a:srgbClr>
              </a:gs>
            </a:gsLst>
            <a:lin ang="5400000"/>
          </a:gra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AB7FE105-5ED8-45C2-9793-978A384A9D35}"/>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4FD8FF">
              <a:alpha val="70000"/>
            </a:srgbClr>
          </a:soli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52B754F2-F13A-4B73-A505-B1D4FC487862}"/>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4" name="">
            <a:extLst xmlns:a="http://schemas.openxmlformats.org/drawingml/2006/main">
              <a:ext uri="{FF2B5EF4-FFF2-40B4-BE49-F238E27FC236}">
                <a16:creationId xmlns:a16="http://schemas.microsoft.com/office/drawing/2014/main" id="{C67D1CA5-B9B4-4B48-A873-C8D5C26CE96F}"/>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4FD8FF">
              <a:alpha val="75000"/>
            </a:srgbClr>
          </a:solidFill>
          <a:ln xmlns:a="http://schemas.openxmlformats.org/drawingml/2006/main">
            <a:noFill/>
          </a:ln>
        </p:spPr>
      </p:sp>
      <p:sp>
        <p:nvSpPr>
          <p:cNvPr id="15" name="">
            <a:extLst xmlns:a="http://schemas.openxmlformats.org/drawingml/2006/main">
              <a:ext uri="{FF2B5EF4-FFF2-40B4-BE49-F238E27FC236}">
                <a16:creationId xmlns:a16="http://schemas.microsoft.com/office/drawing/2014/main" id="{3C567A1A-239A-4775-AFA6-8563498659D8}"/>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4FD8FF">
              <a:alpha val="60000"/>
            </a:srgbClr>
          </a:solidFill>
          <a:ln xmlns:a="http://schemas.openxmlformats.org/drawingml/2006/main">
            <a:noFill/>
          </a:ln>
        </p:spPr>
      </p:sp>
      <p:sp>
        <p:nvSpPr>
          <p:cNvPr id="16" name="">
            <a:extLst xmlns:a="http://schemas.openxmlformats.org/drawingml/2006/main">
              <a:ext uri="{FF2B5EF4-FFF2-40B4-BE49-F238E27FC236}">
                <a16:creationId xmlns:a16="http://schemas.microsoft.com/office/drawing/2014/main" id="{5DDE1A6C-D00A-469C-866C-8167F2B5CD34}"/>
              </a:ext>
            </a:extLst>
          </p:cNvPr>
          <p:cNvSpPr>
            <a:spLocks xmlns:a="http://schemas.openxmlformats.org/drawingml/2006/main" noGrp="1"/>
          </p:cNvSpPr>
          <p:nvPr/>
        </p:nvSpPr>
        <p:spPr>
          <a:xfrm xmlns:a="http://schemas.openxmlformats.org/drawingml/2006/main">
            <a:off x="6972300" y="1162050"/>
            <a:ext cx="4495800" cy="4495800"/>
          </a:xfrm>
          <a:prstGeom xmlns:a="http://schemas.openxmlformats.org/drawingml/2006/main" prst="roundRect">
            <a:avLst>
              <a:gd name="adj" fmla="val 3390"/>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1430">
            <a:solidFill>
              <a:srgbClr val="4FD8FF">
                <a:alpha val="45000"/>
              </a:srgbClr>
            </a:solidFill>
            <a:prstDash val="solid"/>
          </a:ln>
        </p:spPr>
      </p:sp>
      <p:sp>
        <p:nvSpPr>
          <p:cNvPr id="17" name="">
            <a:extLst xmlns:a="http://schemas.openxmlformats.org/drawingml/2006/main">
              <a:ext uri="{FF2B5EF4-FFF2-40B4-BE49-F238E27FC236}">
                <a16:creationId xmlns:a16="http://schemas.microsoft.com/office/drawing/2014/main" id="{6F18E4B3-26BE-4777-AC0B-F0E11E0B2E17}"/>
              </a:ext>
            </a:extLst>
          </p:cNvPr>
          <p:cNvSpPr>
            <a:spLocks xmlns:a="http://schemas.openxmlformats.org/drawingml/2006/main" noGrp="1"/>
          </p:cNvSpPr>
          <p:nvPr/>
        </p:nvSpPr>
        <p:spPr>
          <a:xfrm xmlns:a="http://schemas.openxmlformats.org/drawingml/2006/main">
            <a:off x="7067550" y="1257300"/>
            <a:ext cx="4305300" cy="4305300"/>
          </a:xfrm>
          <a:prstGeom xmlns:a="http://schemas.openxmlformats.org/drawingml/2006/main" prst="roundRect">
            <a:avLst>
              <a:gd name="adj" fmla="val 2655"/>
            </a:avLst>
          </a:prstGeom>
          <a:gradFill xmlns:a="http://schemas.openxmlformats.org/drawingml/2006/main">
            <a:gsLst>
              <a:gs pos="0">
                <a:srgbClr val="2760A8"/>
              </a:gs>
              <a:gs pos="100000">
                <a:srgbClr val="0A2F6B"/>
              </a:gs>
            </a:gsLst>
            <a:lin ang="8100000"/>
          </a:gradFill>
          <a:ln xmlns:a="http://schemas.openxmlformats.org/drawingml/2006/main" w="9525">
            <a:solidFill>
              <a:srgbClr val="4FD8FF">
                <a:alpha val="28000"/>
              </a:srgbClr>
            </a:solidFill>
            <a:prstDash val="solid"/>
          </a:ln>
        </p:spPr>
      </p:sp>
      <p:sp>
        <p:nvSpPr>
          <p:cNvPr id="18" name="">
            <a:extLst xmlns:a="http://schemas.openxmlformats.org/drawingml/2006/main">
              <a:ext uri="{FF2B5EF4-FFF2-40B4-BE49-F238E27FC236}">
                <a16:creationId xmlns:a16="http://schemas.microsoft.com/office/drawing/2014/main" id="{BAD2FC3B-2EA0-4241-ADB0-074F17B0E0E8}"/>
              </a:ext>
            </a:extLst>
          </p:cNvPr>
          <p:cNvSpPr>
            <a:spLocks xmlns:a="http://schemas.openxmlformats.org/drawingml/2006/main" noGrp="1"/>
          </p:cNvSpPr>
          <p:nvPr/>
        </p:nvSpPr>
        <p:spPr>
          <a:xfrm xmlns:a="http://schemas.openxmlformats.org/drawingml/2006/main">
            <a:off x="7239000" y="1428750"/>
            <a:ext cx="3962400" cy="1676400"/>
          </a:xfrm>
          <a:prstGeom xmlns:a="http://schemas.openxmlformats.org/drawingml/2006/main" prst="rect">
            <a:avLst/>
          </a:prstGeom>
          <a:pattFill xmlns:a="http://schemas.openxmlformats.org/drawingml/2006/main" prst="dotGrid">
            <a:fgClr>
              <a:srgbClr val="7FC4FF">
                <a:alpha val="55000"/>
              </a:srgbClr>
            </a:fgClr>
            <a:bgClr>
              <a:srgbClr val="0B3E82"/>
            </a:bgClr>
          </a:patt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7FABD771-BAC4-4F55-B3B2-512DEEA619A8}"/>
              </a:ext>
            </a:extLst>
          </p:cNvPr>
          <p:cNvSpPr>
            <a:spLocks xmlns:a="http://schemas.openxmlformats.org/drawingml/2006/main" noGrp="1"/>
          </p:cNvSpPr>
          <p:nvPr/>
        </p:nvSpPr>
        <p:spPr>
          <a:xfrm xmlns:a="http://schemas.openxmlformats.org/drawingml/2006/main">
            <a:off x="7391400" y="1847850"/>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20" name="">
            <a:extLst xmlns:a="http://schemas.openxmlformats.org/drawingml/2006/main">
              <a:ext uri="{FF2B5EF4-FFF2-40B4-BE49-F238E27FC236}">
                <a16:creationId xmlns:a16="http://schemas.microsoft.com/office/drawing/2014/main" id="{B5503D1E-FC61-4021-BD0B-97E0661BF1D4}"/>
              </a:ext>
            </a:extLst>
          </p:cNvPr>
          <p:cNvSpPr>
            <a:spLocks xmlns:a="http://schemas.openxmlformats.org/drawingml/2006/main" noGrp="1"/>
          </p:cNvSpPr>
          <p:nvPr/>
        </p:nvSpPr>
        <p:spPr>
          <a:xfrm xmlns:a="http://schemas.openxmlformats.org/drawingml/2006/main">
            <a:off x="7391400" y="1990725"/>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21" name="">
            <a:extLst xmlns:a="http://schemas.openxmlformats.org/drawingml/2006/main">
              <a:ext uri="{FF2B5EF4-FFF2-40B4-BE49-F238E27FC236}">
                <a16:creationId xmlns:a16="http://schemas.microsoft.com/office/drawing/2014/main" id="{5B319EA4-249B-4B5A-89C5-6504150DD767}"/>
              </a:ext>
            </a:extLst>
          </p:cNvPr>
          <p:cNvSpPr>
            <a:spLocks xmlns:a="http://schemas.openxmlformats.org/drawingml/2006/main" noGrp="1"/>
          </p:cNvSpPr>
          <p:nvPr/>
        </p:nvSpPr>
        <p:spPr>
          <a:xfrm xmlns:a="http://schemas.openxmlformats.org/drawingml/2006/main">
            <a:off x="7391400" y="2133600"/>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078A3B38-A016-4ADF-8E65-706A16C4EA3E}"/>
              </a:ext>
            </a:extLst>
          </p:cNvPr>
          <p:cNvSpPr>
            <a:spLocks xmlns:a="http://schemas.openxmlformats.org/drawingml/2006/main" noGrp="1"/>
          </p:cNvSpPr>
          <p:nvPr/>
        </p:nvSpPr>
        <p:spPr>
          <a:xfrm xmlns:a="http://schemas.openxmlformats.org/drawingml/2006/main">
            <a:off x="7534275" y="1847850"/>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23" name="">
            <a:extLst xmlns:a="http://schemas.openxmlformats.org/drawingml/2006/main">
              <a:ext uri="{FF2B5EF4-FFF2-40B4-BE49-F238E27FC236}">
                <a16:creationId xmlns:a16="http://schemas.microsoft.com/office/drawing/2014/main" id="{85A7834D-932E-4003-B861-C68BB1A1421D}"/>
              </a:ext>
            </a:extLst>
          </p:cNvPr>
          <p:cNvSpPr>
            <a:spLocks xmlns:a="http://schemas.openxmlformats.org/drawingml/2006/main" noGrp="1"/>
          </p:cNvSpPr>
          <p:nvPr/>
        </p:nvSpPr>
        <p:spPr>
          <a:xfrm xmlns:a="http://schemas.openxmlformats.org/drawingml/2006/main">
            <a:off x="7534275" y="1990725"/>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24" name="">
            <a:extLst xmlns:a="http://schemas.openxmlformats.org/drawingml/2006/main">
              <a:ext uri="{FF2B5EF4-FFF2-40B4-BE49-F238E27FC236}">
                <a16:creationId xmlns:a16="http://schemas.microsoft.com/office/drawing/2014/main" id="{66B081A5-37FB-4B87-9582-15D495B73AA1}"/>
              </a:ext>
            </a:extLst>
          </p:cNvPr>
          <p:cNvSpPr>
            <a:spLocks xmlns:a="http://schemas.openxmlformats.org/drawingml/2006/main" noGrp="1"/>
          </p:cNvSpPr>
          <p:nvPr/>
        </p:nvSpPr>
        <p:spPr>
          <a:xfrm xmlns:a="http://schemas.openxmlformats.org/drawingml/2006/main">
            <a:off x="7534275" y="2133600"/>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25" name="">
            <a:extLst xmlns:a="http://schemas.openxmlformats.org/drawingml/2006/main">
              <a:ext uri="{FF2B5EF4-FFF2-40B4-BE49-F238E27FC236}">
                <a16:creationId xmlns:a16="http://schemas.microsoft.com/office/drawing/2014/main" id="{EC5FAD2C-65C8-49A8-8CF1-337C6B145B04}"/>
              </a:ext>
            </a:extLst>
          </p:cNvPr>
          <p:cNvSpPr>
            <a:spLocks xmlns:a="http://schemas.openxmlformats.org/drawingml/2006/main" noGrp="1"/>
          </p:cNvSpPr>
          <p:nvPr/>
        </p:nvSpPr>
        <p:spPr>
          <a:xfrm xmlns:a="http://schemas.openxmlformats.org/drawingml/2006/main">
            <a:off x="7677150" y="1847850"/>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26" name="">
            <a:extLst xmlns:a="http://schemas.openxmlformats.org/drawingml/2006/main">
              <a:ext uri="{FF2B5EF4-FFF2-40B4-BE49-F238E27FC236}">
                <a16:creationId xmlns:a16="http://schemas.microsoft.com/office/drawing/2014/main" id="{B60701CA-B8FF-4D42-A758-20A914CF5B70}"/>
              </a:ext>
            </a:extLst>
          </p:cNvPr>
          <p:cNvSpPr>
            <a:spLocks xmlns:a="http://schemas.openxmlformats.org/drawingml/2006/main" noGrp="1"/>
          </p:cNvSpPr>
          <p:nvPr/>
        </p:nvSpPr>
        <p:spPr>
          <a:xfrm xmlns:a="http://schemas.openxmlformats.org/drawingml/2006/main">
            <a:off x="7677150" y="1990725"/>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27" name="">
            <a:extLst xmlns:a="http://schemas.openxmlformats.org/drawingml/2006/main">
              <a:ext uri="{FF2B5EF4-FFF2-40B4-BE49-F238E27FC236}">
                <a16:creationId xmlns:a16="http://schemas.microsoft.com/office/drawing/2014/main" id="{5C3F788C-498F-47CE-BA76-8B1C5FD602BA}"/>
              </a:ext>
            </a:extLst>
          </p:cNvPr>
          <p:cNvSpPr>
            <a:spLocks xmlns:a="http://schemas.openxmlformats.org/drawingml/2006/main" noGrp="1"/>
          </p:cNvSpPr>
          <p:nvPr/>
        </p:nvSpPr>
        <p:spPr>
          <a:xfrm xmlns:a="http://schemas.openxmlformats.org/drawingml/2006/main">
            <a:off x="7677150" y="2133600"/>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28" name="">
            <a:extLst xmlns:a="http://schemas.openxmlformats.org/drawingml/2006/main">
              <a:ext uri="{FF2B5EF4-FFF2-40B4-BE49-F238E27FC236}">
                <a16:creationId xmlns:a16="http://schemas.microsoft.com/office/drawing/2014/main" id="{11DC5480-CB90-4A34-A051-A2C31843D315}"/>
              </a:ext>
            </a:extLst>
          </p:cNvPr>
          <p:cNvSpPr>
            <a:spLocks xmlns:a="http://schemas.openxmlformats.org/drawingml/2006/main" noGrp="1"/>
          </p:cNvSpPr>
          <p:nvPr/>
        </p:nvSpPr>
        <p:spPr>
          <a:xfrm xmlns:a="http://schemas.openxmlformats.org/drawingml/2006/main">
            <a:off x="7820025" y="1847850"/>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29" name="">
            <a:extLst xmlns:a="http://schemas.openxmlformats.org/drawingml/2006/main">
              <a:ext uri="{FF2B5EF4-FFF2-40B4-BE49-F238E27FC236}">
                <a16:creationId xmlns:a16="http://schemas.microsoft.com/office/drawing/2014/main" id="{F467F5CE-D0E0-4B28-AEA4-605DFF8635E3}"/>
              </a:ext>
            </a:extLst>
          </p:cNvPr>
          <p:cNvSpPr>
            <a:spLocks xmlns:a="http://schemas.openxmlformats.org/drawingml/2006/main" noGrp="1"/>
          </p:cNvSpPr>
          <p:nvPr/>
        </p:nvSpPr>
        <p:spPr>
          <a:xfrm xmlns:a="http://schemas.openxmlformats.org/drawingml/2006/main">
            <a:off x="7820025" y="1990725"/>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30" name="">
            <a:extLst xmlns:a="http://schemas.openxmlformats.org/drawingml/2006/main">
              <a:ext uri="{FF2B5EF4-FFF2-40B4-BE49-F238E27FC236}">
                <a16:creationId xmlns:a16="http://schemas.microsoft.com/office/drawing/2014/main" id="{D4B770D3-8A50-4B6E-965F-32BE1EC3CF89}"/>
              </a:ext>
            </a:extLst>
          </p:cNvPr>
          <p:cNvSpPr>
            <a:spLocks xmlns:a="http://schemas.openxmlformats.org/drawingml/2006/main" noGrp="1"/>
          </p:cNvSpPr>
          <p:nvPr/>
        </p:nvSpPr>
        <p:spPr>
          <a:xfrm xmlns:a="http://schemas.openxmlformats.org/drawingml/2006/main">
            <a:off x="7820025" y="2133600"/>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31" name="">
            <a:extLst xmlns:a="http://schemas.openxmlformats.org/drawingml/2006/main">
              <a:ext uri="{FF2B5EF4-FFF2-40B4-BE49-F238E27FC236}">
                <a16:creationId xmlns:a16="http://schemas.microsoft.com/office/drawing/2014/main" id="{108D0574-4A0A-4708-BF88-C6AA9EE10492}"/>
              </a:ext>
            </a:extLst>
          </p:cNvPr>
          <p:cNvSpPr>
            <a:spLocks xmlns:a="http://schemas.openxmlformats.org/drawingml/2006/main" noGrp="1"/>
          </p:cNvSpPr>
          <p:nvPr/>
        </p:nvSpPr>
        <p:spPr>
          <a:xfrm xmlns:a="http://schemas.openxmlformats.org/drawingml/2006/main">
            <a:off x="7962900" y="1847850"/>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32" name="">
            <a:extLst xmlns:a="http://schemas.openxmlformats.org/drawingml/2006/main">
              <a:ext uri="{FF2B5EF4-FFF2-40B4-BE49-F238E27FC236}">
                <a16:creationId xmlns:a16="http://schemas.microsoft.com/office/drawing/2014/main" id="{F7AE0848-B40C-43DD-941D-831202456840}"/>
              </a:ext>
            </a:extLst>
          </p:cNvPr>
          <p:cNvSpPr>
            <a:spLocks xmlns:a="http://schemas.openxmlformats.org/drawingml/2006/main" noGrp="1"/>
          </p:cNvSpPr>
          <p:nvPr/>
        </p:nvSpPr>
        <p:spPr>
          <a:xfrm xmlns:a="http://schemas.openxmlformats.org/drawingml/2006/main">
            <a:off x="7962900" y="1990725"/>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33" name="">
            <a:extLst xmlns:a="http://schemas.openxmlformats.org/drawingml/2006/main">
              <a:ext uri="{FF2B5EF4-FFF2-40B4-BE49-F238E27FC236}">
                <a16:creationId xmlns:a16="http://schemas.microsoft.com/office/drawing/2014/main" id="{868DBCCA-7241-4190-82C7-CF244A8210F5}"/>
              </a:ext>
            </a:extLst>
          </p:cNvPr>
          <p:cNvSpPr>
            <a:spLocks xmlns:a="http://schemas.openxmlformats.org/drawingml/2006/main" noGrp="1"/>
          </p:cNvSpPr>
          <p:nvPr/>
        </p:nvSpPr>
        <p:spPr>
          <a:xfrm xmlns:a="http://schemas.openxmlformats.org/drawingml/2006/main">
            <a:off x="7962900" y="2133600"/>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34" name="">
            <a:extLst xmlns:a="http://schemas.openxmlformats.org/drawingml/2006/main">
              <a:ext uri="{FF2B5EF4-FFF2-40B4-BE49-F238E27FC236}">
                <a16:creationId xmlns:a16="http://schemas.microsoft.com/office/drawing/2014/main" id="{377DD785-9C20-4A5C-871F-56CEC05ECD39}"/>
              </a:ext>
            </a:extLst>
          </p:cNvPr>
          <p:cNvSpPr>
            <a:spLocks xmlns:a="http://schemas.openxmlformats.org/drawingml/2006/main" noGrp="1"/>
          </p:cNvSpPr>
          <p:nvPr/>
        </p:nvSpPr>
        <p:spPr>
          <a:xfrm xmlns:a="http://schemas.openxmlformats.org/drawingml/2006/main">
            <a:off x="8105775" y="1847850"/>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35" name="">
            <a:extLst xmlns:a="http://schemas.openxmlformats.org/drawingml/2006/main">
              <a:ext uri="{FF2B5EF4-FFF2-40B4-BE49-F238E27FC236}">
                <a16:creationId xmlns:a16="http://schemas.microsoft.com/office/drawing/2014/main" id="{0BEE10D5-19D2-40CF-AF8E-F01DEDB0E268}"/>
              </a:ext>
            </a:extLst>
          </p:cNvPr>
          <p:cNvSpPr>
            <a:spLocks xmlns:a="http://schemas.openxmlformats.org/drawingml/2006/main" noGrp="1"/>
          </p:cNvSpPr>
          <p:nvPr/>
        </p:nvSpPr>
        <p:spPr>
          <a:xfrm xmlns:a="http://schemas.openxmlformats.org/drawingml/2006/main">
            <a:off x="8105775" y="1990725"/>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36" name="">
            <a:extLst xmlns:a="http://schemas.openxmlformats.org/drawingml/2006/main">
              <a:ext uri="{FF2B5EF4-FFF2-40B4-BE49-F238E27FC236}">
                <a16:creationId xmlns:a16="http://schemas.microsoft.com/office/drawing/2014/main" id="{BCB6BF26-9381-4BF1-B92C-D2BFD7D0725E}"/>
              </a:ext>
            </a:extLst>
          </p:cNvPr>
          <p:cNvSpPr>
            <a:spLocks xmlns:a="http://schemas.openxmlformats.org/drawingml/2006/main" noGrp="1"/>
          </p:cNvSpPr>
          <p:nvPr/>
        </p:nvSpPr>
        <p:spPr>
          <a:xfrm xmlns:a="http://schemas.openxmlformats.org/drawingml/2006/main">
            <a:off x="8105775" y="2133600"/>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37" name="">
            <a:extLst xmlns:a="http://schemas.openxmlformats.org/drawingml/2006/main">
              <a:ext uri="{FF2B5EF4-FFF2-40B4-BE49-F238E27FC236}">
                <a16:creationId xmlns:a16="http://schemas.microsoft.com/office/drawing/2014/main" id="{6D91CC5E-C184-4D24-9441-84A4154F2199}"/>
              </a:ext>
            </a:extLst>
          </p:cNvPr>
          <p:cNvSpPr>
            <a:spLocks xmlns:a="http://schemas.openxmlformats.org/drawingml/2006/main" noGrp="1"/>
          </p:cNvSpPr>
          <p:nvPr/>
        </p:nvSpPr>
        <p:spPr>
          <a:xfrm xmlns:a="http://schemas.openxmlformats.org/drawingml/2006/main">
            <a:off x="8248650" y="1847850"/>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38" name="">
            <a:extLst xmlns:a="http://schemas.openxmlformats.org/drawingml/2006/main">
              <a:ext uri="{FF2B5EF4-FFF2-40B4-BE49-F238E27FC236}">
                <a16:creationId xmlns:a16="http://schemas.microsoft.com/office/drawing/2014/main" id="{D955F51A-3CEF-4669-AA6E-F22558BED69F}"/>
              </a:ext>
            </a:extLst>
          </p:cNvPr>
          <p:cNvSpPr>
            <a:spLocks xmlns:a="http://schemas.openxmlformats.org/drawingml/2006/main" noGrp="1"/>
          </p:cNvSpPr>
          <p:nvPr/>
        </p:nvSpPr>
        <p:spPr>
          <a:xfrm xmlns:a="http://schemas.openxmlformats.org/drawingml/2006/main">
            <a:off x="8248650" y="1990725"/>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39" name="">
            <a:extLst xmlns:a="http://schemas.openxmlformats.org/drawingml/2006/main">
              <a:ext uri="{FF2B5EF4-FFF2-40B4-BE49-F238E27FC236}">
                <a16:creationId xmlns:a16="http://schemas.microsoft.com/office/drawing/2014/main" id="{731B376E-C518-4313-BA8D-49F349C28ED8}"/>
              </a:ext>
            </a:extLst>
          </p:cNvPr>
          <p:cNvSpPr>
            <a:spLocks xmlns:a="http://schemas.openxmlformats.org/drawingml/2006/main" noGrp="1"/>
          </p:cNvSpPr>
          <p:nvPr/>
        </p:nvSpPr>
        <p:spPr>
          <a:xfrm xmlns:a="http://schemas.openxmlformats.org/drawingml/2006/main">
            <a:off x="8248650" y="2133600"/>
            <a:ext cx="22860" cy="22860"/>
          </a:xfrm>
          <a:prstGeom xmlns:a="http://schemas.openxmlformats.org/drawingml/2006/main" prst="ellipse">
            <a:avLst/>
          </a:prstGeom>
          <a:solidFill xmlns:a="http://schemas.openxmlformats.org/drawingml/2006/main">
            <a:srgbClr val="4FD8FF">
              <a:alpha val="35000"/>
            </a:srgbClr>
          </a:solidFill>
          <a:ln xmlns:a="http://schemas.openxmlformats.org/drawingml/2006/main">
            <a:noFill/>
          </a:ln>
        </p:spPr>
      </p:sp>
      <p:sp>
        <p:nvSpPr>
          <p:cNvPr id="40" name="">
            <a:extLst xmlns:a="http://schemas.openxmlformats.org/drawingml/2006/main">
              <a:ext uri="{FF2B5EF4-FFF2-40B4-BE49-F238E27FC236}">
                <a16:creationId xmlns:a16="http://schemas.microsoft.com/office/drawing/2014/main" id="{24E42528-F0A4-443C-B8BB-C2E05E2A37FB}"/>
              </a:ext>
            </a:extLst>
          </p:cNvPr>
          <p:cNvSpPr>
            <a:spLocks xmlns:a="http://schemas.openxmlformats.org/drawingml/2006/main" noGrp="1"/>
          </p:cNvSpPr>
          <p:nvPr/>
        </p:nvSpPr>
        <p:spPr>
          <a:xfrm xmlns:a="http://schemas.openxmlformats.org/drawingml/2006/main">
            <a:off x="8743950" y="1638300"/>
            <a:ext cx="2457450" cy="1771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oAutofit/>
          </a:bodyPr>
          <a:lstStyle xmlns:a="http://schemas.openxmlformats.org/drawingml/2006/main"/>
          <a:p xmlns:a="http://schemas.openxmlformats.org/drawingml/2006/main">
            <a:pPr algn="r">
              <a:defRPr sz="9900" b="1">
                <a:ln w="14288">
                  <a:solidFill>
                    <a:srgbClr val="4FD8FF">
                      <a:alpha val="75000"/>
                    </a:srgbClr>
                  </a:solidFill>
                  <a:prstDash val="solid"/>
                </a:ln>
                <a:solidFill>
                  <a:srgbClr val="0B3E82"/>
                </a:solidFill>
                <a:latin typeface="Bahnschrift SemiBold"/>
                <a:ea typeface="Bahnschrift SemiBold"/>
                <a:cs typeface="Bahnschrift SemiBold"/>
              </a:defRPr>
            </a:pPr>
            <a:r>
              <a:rPr sz="9900" b="1">
                <a:ln w="14288">
                  <a:solidFill>
                    <a:srgbClr val="4FD8FF">
                      <a:alpha val="75000"/>
                    </a:srgbClr>
                  </a:solidFill>
                  <a:prstDash val="solid"/>
                </a:ln>
                <a:solidFill>
                  <a:srgbClr val="0B3E82"/>
                </a:solidFill>
                <a:latin typeface="Bahnschrift SemiBold"/>
                <a:ea typeface="Bahnschrift SemiBold"/>
                <a:cs typeface="Bahnschrift SemiBold"/>
              </a:rPr>
              <a:t>01</a:t>
            </a:r>
          </a:p>
        </p:txBody>
      </p:sp>
      <p:sp>
        <p:nvSpPr>
          <p:cNvPr id="41" name="">
            <a:extLst xmlns:a="http://schemas.openxmlformats.org/drawingml/2006/main">
              <a:ext uri="{FF2B5EF4-FFF2-40B4-BE49-F238E27FC236}">
                <a16:creationId xmlns:a16="http://schemas.microsoft.com/office/drawing/2014/main" id="{4FD6C0C6-A1AD-4879-8ECA-EEE79A56600E}"/>
              </a:ext>
            </a:extLst>
          </p:cNvPr>
          <p:cNvSpPr>
            <a:spLocks xmlns:a="http://schemas.openxmlformats.org/drawingml/2006/main" noGrp="1"/>
          </p:cNvSpPr>
          <p:nvPr/>
        </p:nvSpPr>
        <p:spPr>
          <a:xfrm xmlns:a="http://schemas.openxmlformats.org/drawingml/2006/main">
            <a:off x="7239000" y="3295650"/>
            <a:ext cx="3962400" cy="19050"/>
          </a:xfrm>
          <a:prstGeom xmlns:a="http://schemas.openxmlformats.org/drawingml/2006/main" prst="rect">
            <a:avLst/>
          </a:prstGeom>
          <a:gradFill xmlns:a="http://schemas.openxmlformats.org/drawingml/2006/main">
            <a:gsLst>
              <a:gs pos="0">
                <a:srgbClr val="4FD8FF"/>
              </a:gs>
              <a:gs pos="100000">
                <a:srgbClr val="4FD8FF">
                  <a:alpha val="0"/>
                </a:srgbClr>
              </a:gs>
            </a:gsLst>
            <a:lin ang="0"/>
          </a:gradFill>
          <a:ln xmlns:a="http://schemas.openxmlformats.org/drawingml/2006/main">
            <a:noFill/>
          </a:ln>
        </p:spPr>
      </p:sp>
      <p:sp>
        <p:nvSpPr>
          <p:cNvPr id="42" name="">
            <a:extLst xmlns:a="http://schemas.openxmlformats.org/drawingml/2006/main">
              <a:ext uri="{FF2B5EF4-FFF2-40B4-BE49-F238E27FC236}">
                <a16:creationId xmlns:a16="http://schemas.microsoft.com/office/drawing/2014/main" id="{98DAB7B4-0D17-41D1-B7B6-D9A07D2C7558}"/>
              </a:ext>
            </a:extLst>
          </p:cNvPr>
          <p:cNvSpPr>
            <a:spLocks xmlns:a="http://schemas.openxmlformats.org/drawingml/2006/main" noGrp="1"/>
          </p:cNvSpPr>
          <p:nvPr/>
        </p:nvSpPr>
        <p:spPr>
          <a:xfrm xmlns:a="http://schemas.openxmlformats.org/drawingml/2006/main">
            <a:off x="7239000" y="3524250"/>
            <a:ext cx="3962400" cy="685800"/>
          </a:xfrm>
          <a:prstGeom xmlns:a="http://schemas.openxmlformats.org/drawingml/2006/main" prst="rect">
            <a:avLst/>
          </a:prstGeom>
          <a:pattFill xmlns:a="http://schemas.openxmlformats.org/drawingml/2006/main" prst="wdUpDiag">
            <a:fgClr>
              <a:srgbClr val="4FD8FF">
                <a:alpha val="24000"/>
              </a:srgbClr>
            </a:fgClr>
            <a:bgClr>
              <a:srgbClr val="0B3E82"/>
            </a:bgClr>
          </a:pattFill>
          <a:ln xmlns:a="http://schemas.openxmlformats.org/drawingml/2006/main">
            <a:noFill/>
          </a:ln>
        </p:spPr>
      </p:sp>
      <p:sp>
        <p:nvSpPr>
          <p:cNvPr id="43" name="">
            <a:extLst xmlns:a="http://schemas.openxmlformats.org/drawingml/2006/main">
              <a:ext uri="{FF2B5EF4-FFF2-40B4-BE49-F238E27FC236}">
                <a16:creationId xmlns:a16="http://schemas.microsoft.com/office/drawing/2014/main" id="{186D3756-4BFC-4441-A433-D18CD3AFA0E5}"/>
              </a:ext>
            </a:extLst>
          </p:cNvPr>
          <p:cNvSpPr>
            <a:spLocks xmlns:a="http://schemas.openxmlformats.org/drawingml/2006/main" noGrp="1"/>
          </p:cNvSpPr>
          <p:nvPr/>
        </p:nvSpPr>
        <p:spPr>
          <a:xfrm xmlns:a="http://schemas.openxmlformats.org/drawingml/2006/main">
            <a:off x="7239000" y="440055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44" name="">
            <a:extLst xmlns:a="http://schemas.openxmlformats.org/drawingml/2006/main">
              <a:ext uri="{FF2B5EF4-FFF2-40B4-BE49-F238E27FC236}">
                <a16:creationId xmlns:a16="http://schemas.microsoft.com/office/drawing/2014/main" id="{73071FDE-5575-494D-A85D-4B44D19E6EE7}"/>
              </a:ext>
            </a:extLst>
          </p:cNvPr>
          <p:cNvSpPr>
            <a:spLocks xmlns:a="http://schemas.openxmlformats.org/drawingml/2006/main" noGrp="1"/>
          </p:cNvSpPr>
          <p:nvPr/>
        </p:nvSpPr>
        <p:spPr>
          <a:xfrm xmlns:a="http://schemas.openxmlformats.org/drawingml/2006/main">
            <a:off x="7239000" y="4524375"/>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45" name="">
            <a:extLst xmlns:a="http://schemas.openxmlformats.org/drawingml/2006/main">
              <a:ext uri="{FF2B5EF4-FFF2-40B4-BE49-F238E27FC236}">
                <a16:creationId xmlns:a16="http://schemas.microsoft.com/office/drawing/2014/main" id="{2E321539-C072-4416-8077-BF2410D6AFA7}"/>
              </a:ext>
            </a:extLst>
          </p:cNvPr>
          <p:cNvSpPr>
            <a:spLocks xmlns:a="http://schemas.openxmlformats.org/drawingml/2006/main" noGrp="1"/>
          </p:cNvSpPr>
          <p:nvPr/>
        </p:nvSpPr>
        <p:spPr>
          <a:xfrm xmlns:a="http://schemas.openxmlformats.org/drawingml/2006/main">
            <a:off x="7239000" y="464820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46" name="">
            <a:extLst xmlns:a="http://schemas.openxmlformats.org/drawingml/2006/main">
              <a:ext uri="{FF2B5EF4-FFF2-40B4-BE49-F238E27FC236}">
                <a16:creationId xmlns:a16="http://schemas.microsoft.com/office/drawing/2014/main" id="{3AE0AA3F-C3E7-41BA-9915-D6BA113E49EC}"/>
              </a:ext>
            </a:extLst>
          </p:cNvPr>
          <p:cNvSpPr>
            <a:spLocks xmlns:a="http://schemas.openxmlformats.org/drawingml/2006/main" noGrp="1"/>
          </p:cNvSpPr>
          <p:nvPr/>
        </p:nvSpPr>
        <p:spPr>
          <a:xfrm xmlns:a="http://schemas.openxmlformats.org/drawingml/2006/main">
            <a:off x="7362825" y="440055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47" name="">
            <a:extLst xmlns:a="http://schemas.openxmlformats.org/drawingml/2006/main">
              <a:ext uri="{FF2B5EF4-FFF2-40B4-BE49-F238E27FC236}">
                <a16:creationId xmlns:a16="http://schemas.microsoft.com/office/drawing/2014/main" id="{C2119E3C-5F84-4F9B-8C09-B0E0A7477D71}"/>
              </a:ext>
            </a:extLst>
          </p:cNvPr>
          <p:cNvSpPr>
            <a:spLocks xmlns:a="http://schemas.openxmlformats.org/drawingml/2006/main" noGrp="1"/>
          </p:cNvSpPr>
          <p:nvPr/>
        </p:nvSpPr>
        <p:spPr>
          <a:xfrm xmlns:a="http://schemas.openxmlformats.org/drawingml/2006/main">
            <a:off x="7362825" y="4524375"/>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48" name="">
            <a:extLst xmlns:a="http://schemas.openxmlformats.org/drawingml/2006/main">
              <a:ext uri="{FF2B5EF4-FFF2-40B4-BE49-F238E27FC236}">
                <a16:creationId xmlns:a16="http://schemas.microsoft.com/office/drawing/2014/main" id="{3424BC9E-4876-4D04-88C5-B1227C5253B2}"/>
              </a:ext>
            </a:extLst>
          </p:cNvPr>
          <p:cNvSpPr>
            <a:spLocks xmlns:a="http://schemas.openxmlformats.org/drawingml/2006/main" noGrp="1"/>
          </p:cNvSpPr>
          <p:nvPr/>
        </p:nvSpPr>
        <p:spPr>
          <a:xfrm xmlns:a="http://schemas.openxmlformats.org/drawingml/2006/main">
            <a:off x="7362825" y="464820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49" name="">
            <a:extLst xmlns:a="http://schemas.openxmlformats.org/drawingml/2006/main">
              <a:ext uri="{FF2B5EF4-FFF2-40B4-BE49-F238E27FC236}">
                <a16:creationId xmlns:a16="http://schemas.microsoft.com/office/drawing/2014/main" id="{561D8BDB-FCD6-4CD3-A363-759D5E2627A0}"/>
              </a:ext>
            </a:extLst>
          </p:cNvPr>
          <p:cNvSpPr>
            <a:spLocks xmlns:a="http://schemas.openxmlformats.org/drawingml/2006/main" noGrp="1"/>
          </p:cNvSpPr>
          <p:nvPr/>
        </p:nvSpPr>
        <p:spPr>
          <a:xfrm xmlns:a="http://schemas.openxmlformats.org/drawingml/2006/main">
            <a:off x="7486650" y="440055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50" name="">
            <a:extLst xmlns:a="http://schemas.openxmlformats.org/drawingml/2006/main">
              <a:ext uri="{FF2B5EF4-FFF2-40B4-BE49-F238E27FC236}">
                <a16:creationId xmlns:a16="http://schemas.microsoft.com/office/drawing/2014/main" id="{091320A9-44FA-423D-B0C0-AC5E935D0811}"/>
              </a:ext>
            </a:extLst>
          </p:cNvPr>
          <p:cNvSpPr>
            <a:spLocks xmlns:a="http://schemas.openxmlformats.org/drawingml/2006/main" noGrp="1"/>
          </p:cNvSpPr>
          <p:nvPr/>
        </p:nvSpPr>
        <p:spPr>
          <a:xfrm xmlns:a="http://schemas.openxmlformats.org/drawingml/2006/main">
            <a:off x="7486650" y="4524375"/>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51" name="">
            <a:extLst xmlns:a="http://schemas.openxmlformats.org/drawingml/2006/main">
              <a:ext uri="{FF2B5EF4-FFF2-40B4-BE49-F238E27FC236}">
                <a16:creationId xmlns:a16="http://schemas.microsoft.com/office/drawing/2014/main" id="{50BDA00F-C816-4791-8FA9-C92EEAE733DD}"/>
              </a:ext>
            </a:extLst>
          </p:cNvPr>
          <p:cNvSpPr>
            <a:spLocks xmlns:a="http://schemas.openxmlformats.org/drawingml/2006/main" noGrp="1"/>
          </p:cNvSpPr>
          <p:nvPr/>
        </p:nvSpPr>
        <p:spPr>
          <a:xfrm xmlns:a="http://schemas.openxmlformats.org/drawingml/2006/main">
            <a:off x="7486650" y="464820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52" name="">
            <a:extLst xmlns:a="http://schemas.openxmlformats.org/drawingml/2006/main">
              <a:ext uri="{FF2B5EF4-FFF2-40B4-BE49-F238E27FC236}">
                <a16:creationId xmlns:a16="http://schemas.microsoft.com/office/drawing/2014/main" id="{35613B6F-772A-468D-ABC1-011F65FF50C3}"/>
              </a:ext>
            </a:extLst>
          </p:cNvPr>
          <p:cNvSpPr>
            <a:spLocks xmlns:a="http://schemas.openxmlformats.org/drawingml/2006/main" noGrp="1"/>
          </p:cNvSpPr>
          <p:nvPr/>
        </p:nvSpPr>
        <p:spPr>
          <a:xfrm xmlns:a="http://schemas.openxmlformats.org/drawingml/2006/main">
            <a:off x="7610475" y="440055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53" name="">
            <a:extLst xmlns:a="http://schemas.openxmlformats.org/drawingml/2006/main">
              <a:ext uri="{FF2B5EF4-FFF2-40B4-BE49-F238E27FC236}">
                <a16:creationId xmlns:a16="http://schemas.microsoft.com/office/drawing/2014/main" id="{A7A033D1-AE87-47D2-B0ED-5B4DC60024B9}"/>
              </a:ext>
            </a:extLst>
          </p:cNvPr>
          <p:cNvSpPr>
            <a:spLocks xmlns:a="http://schemas.openxmlformats.org/drawingml/2006/main" noGrp="1"/>
          </p:cNvSpPr>
          <p:nvPr/>
        </p:nvSpPr>
        <p:spPr>
          <a:xfrm xmlns:a="http://schemas.openxmlformats.org/drawingml/2006/main">
            <a:off x="7610475" y="4524375"/>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54" name="">
            <a:extLst xmlns:a="http://schemas.openxmlformats.org/drawingml/2006/main">
              <a:ext uri="{FF2B5EF4-FFF2-40B4-BE49-F238E27FC236}">
                <a16:creationId xmlns:a16="http://schemas.microsoft.com/office/drawing/2014/main" id="{258FD657-5697-4907-A570-7126D70BFDB9}"/>
              </a:ext>
            </a:extLst>
          </p:cNvPr>
          <p:cNvSpPr>
            <a:spLocks xmlns:a="http://schemas.openxmlformats.org/drawingml/2006/main" noGrp="1"/>
          </p:cNvSpPr>
          <p:nvPr/>
        </p:nvSpPr>
        <p:spPr>
          <a:xfrm xmlns:a="http://schemas.openxmlformats.org/drawingml/2006/main">
            <a:off x="7610475" y="464820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55" name="">
            <a:extLst xmlns:a="http://schemas.openxmlformats.org/drawingml/2006/main">
              <a:ext uri="{FF2B5EF4-FFF2-40B4-BE49-F238E27FC236}">
                <a16:creationId xmlns:a16="http://schemas.microsoft.com/office/drawing/2014/main" id="{C3A24D14-C643-41AD-9735-0506B3CBB176}"/>
              </a:ext>
            </a:extLst>
          </p:cNvPr>
          <p:cNvSpPr>
            <a:spLocks xmlns:a="http://schemas.openxmlformats.org/drawingml/2006/main" noGrp="1"/>
          </p:cNvSpPr>
          <p:nvPr/>
        </p:nvSpPr>
        <p:spPr>
          <a:xfrm xmlns:a="http://schemas.openxmlformats.org/drawingml/2006/main">
            <a:off x="7734300" y="440055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56" name="">
            <a:extLst xmlns:a="http://schemas.openxmlformats.org/drawingml/2006/main">
              <a:ext uri="{FF2B5EF4-FFF2-40B4-BE49-F238E27FC236}">
                <a16:creationId xmlns:a16="http://schemas.microsoft.com/office/drawing/2014/main" id="{81ABB7D2-69E5-4DD8-90CA-1D0E3CA41AA4}"/>
              </a:ext>
            </a:extLst>
          </p:cNvPr>
          <p:cNvSpPr>
            <a:spLocks xmlns:a="http://schemas.openxmlformats.org/drawingml/2006/main" noGrp="1"/>
          </p:cNvSpPr>
          <p:nvPr/>
        </p:nvSpPr>
        <p:spPr>
          <a:xfrm xmlns:a="http://schemas.openxmlformats.org/drawingml/2006/main">
            <a:off x="7734300" y="4524375"/>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57" name="">
            <a:extLst xmlns:a="http://schemas.openxmlformats.org/drawingml/2006/main">
              <a:ext uri="{FF2B5EF4-FFF2-40B4-BE49-F238E27FC236}">
                <a16:creationId xmlns:a16="http://schemas.microsoft.com/office/drawing/2014/main" id="{24D3762B-E0B1-48E0-999C-602D02B699E4}"/>
              </a:ext>
            </a:extLst>
          </p:cNvPr>
          <p:cNvSpPr>
            <a:spLocks xmlns:a="http://schemas.openxmlformats.org/drawingml/2006/main" noGrp="1"/>
          </p:cNvSpPr>
          <p:nvPr/>
        </p:nvSpPr>
        <p:spPr>
          <a:xfrm xmlns:a="http://schemas.openxmlformats.org/drawingml/2006/main">
            <a:off x="7734300" y="464820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58" name="">
            <a:extLst xmlns:a="http://schemas.openxmlformats.org/drawingml/2006/main">
              <a:ext uri="{FF2B5EF4-FFF2-40B4-BE49-F238E27FC236}">
                <a16:creationId xmlns:a16="http://schemas.microsoft.com/office/drawing/2014/main" id="{AED801F4-0FB0-47A0-8F1C-0985276A3FB6}"/>
              </a:ext>
            </a:extLst>
          </p:cNvPr>
          <p:cNvSpPr>
            <a:spLocks xmlns:a="http://schemas.openxmlformats.org/drawingml/2006/main" noGrp="1"/>
          </p:cNvSpPr>
          <p:nvPr/>
        </p:nvSpPr>
        <p:spPr>
          <a:xfrm xmlns:a="http://schemas.openxmlformats.org/drawingml/2006/main">
            <a:off x="7858125" y="440055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59" name="">
            <a:extLst xmlns:a="http://schemas.openxmlformats.org/drawingml/2006/main">
              <a:ext uri="{FF2B5EF4-FFF2-40B4-BE49-F238E27FC236}">
                <a16:creationId xmlns:a16="http://schemas.microsoft.com/office/drawing/2014/main" id="{C336CF20-96FC-4269-9BDD-688260BC866E}"/>
              </a:ext>
            </a:extLst>
          </p:cNvPr>
          <p:cNvSpPr>
            <a:spLocks xmlns:a="http://schemas.openxmlformats.org/drawingml/2006/main" noGrp="1"/>
          </p:cNvSpPr>
          <p:nvPr/>
        </p:nvSpPr>
        <p:spPr>
          <a:xfrm xmlns:a="http://schemas.openxmlformats.org/drawingml/2006/main">
            <a:off x="7858125" y="4524375"/>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60" name="">
            <a:extLst xmlns:a="http://schemas.openxmlformats.org/drawingml/2006/main">
              <a:ext uri="{FF2B5EF4-FFF2-40B4-BE49-F238E27FC236}">
                <a16:creationId xmlns:a16="http://schemas.microsoft.com/office/drawing/2014/main" id="{78369EDF-4BC7-4413-913A-9E94965B8A70}"/>
              </a:ext>
            </a:extLst>
          </p:cNvPr>
          <p:cNvSpPr>
            <a:spLocks xmlns:a="http://schemas.openxmlformats.org/drawingml/2006/main" noGrp="1"/>
          </p:cNvSpPr>
          <p:nvPr/>
        </p:nvSpPr>
        <p:spPr>
          <a:xfrm xmlns:a="http://schemas.openxmlformats.org/drawingml/2006/main">
            <a:off x="7858125" y="464820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61" name="">
            <a:extLst xmlns:a="http://schemas.openxmlformats.org/drawingml/2006/main">
              <a:ext uri="{FF2B5EF4-FFF2-40B4-BE49-F238E27FC236}">
                <a16:creationId xmlns:a16="http://schemas.microsoft.com/office/drawing/2014/main" id="{F279B4A8-DE4C-4AD7-8C41-46CBBA9382E1}"/>
              </a:ext>
            </a:extLst>
          </p:cNvPr>
          <p:cNvSpPr>
            <a:spLocks xmlns:a="http://schemas.openxmlformats.org/drawingml/2006/main" noGrp="1"/>
          </p:cNvSpPr>
          <p:nvPr/>
        </p:nvSpPr>
        <p:spPr>
          <a:xfrm xmlns:a="http://schemas.openxmlformats.org/drawingml/2006/main">
            <a:off x="7981950" y="440055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62" name="">
            <a:extLst xmlns:a="http://schemas.openxmlformats.org/drawingml/2006/main">
              <a:ext uri="{FF2B5EF4-FFF2-40B4-BE49-F238E27FC236}">
                <a16:creationId xmlns:a16="http://schemas.microsoft.com/office/drawing/2014/main" id="{F3BA28D1-41CD-4BF0-A281-C0332531A9E2}"/>
              </a:ext>
            </a:extLst>
          </p:cNvPr>
          <p:cNvSpPr>
            <a:spLocks xmlns:a="http://schemas.openxmlformats.org/drawingml/2006/main" noGrp="1"/>
          </p:cNvSpPr>
          <p:nvPr/>
        </p:nvSpPr>
        <p:spPr>
          <a:xfrm xmlns:a="http://schemas.openxmlformats.org/drawingml/2006/main">
            <a:off x="7981950" y="4524375"/>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63" name="">
            <a:extLst xmlns:a="http://schemas.openxmlformats.org/drawingml/2006/main">
              <a:ext uri="{FF2B5EF4-FFF2-40B4-BE49-F238E27FC236}">
                <a16:creationId xmlns:a16="http://schemas.microsoft.com/office/drawing/2014/main" id="{06F7F6EC-E0BF-4CCD-BA0E-2DB74B504378}"/>
              </a:ext>
            </a:extLst>
          </p:cNvPr>
          <p:cNvSpPr>
            <a:spLocks xmlns:a="http://schemas.openxmlformats.org/drawingml/2006/main" noGrp="1"/>
          </p:cNvSpPr>
          <p:nvPr/>
        </p:nvSpPr>
        <p:spPr>
          <a:xfrm xmlns:a="http://schemas.openxmlformats.org/drawingml/2006/main">
            <a:off x="7981950" y="464820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64" name="">
            <a:extLst xmlns:a="http://schemas.openxmlformats.org/drawingml/2006/main">
              <a:ext uri="{FF2B5EF4-FFF2-40B4-BE49-F238E27FC236}">
                <a16:creationId xmlns:a16="http://schemas.microsoft.com/office/drawing/2014/main" id="{49F2294D-376B-463A-B433-1D21AE284C74}"/>
              </a:ext>
            </a:extLst>
          </p:cNvPr>
          <p:cNvSpPr>
            <a:spLocks xmlns:a="http://schemas.openxmlformats.org/drawingml/2006/main" noGrp="1"/>
          </p:cNvSpPr>
          <p:nvPr/>
        </p:nvSpPr>
        <p:spPr>
          <a:xfrm xmlns:a="http://schemas.openxmlformats.org/drawingml/2006/main">
            <a:off x="8105775" y="440055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65" name="">
            <a:extLst xmlns:a="http://schemas.openxmlformats.org/drawingml/2006/main">
              <a:ext uri="{FF2B5EF4-FFF2-40B4-BE49-F238E27FC236}">
                <a16:creationId xmlns:a16="http://schemas.microsoft.com/office/drawing/2014/main" id="{9D7C5AB2-5F4F-45DF-BC60-49CE099CF44B}"/>
              </a:ext>
            </a:extLst>
          </p:cNvPr>
          <p:cNvSpPr>
            <a:spLocks xmlns:a="http://schemas.openxmlformats.org/drawingml/2006/main" noGrp="1"/>
          </p:cNvSpPr>
          <p:nvPr/>
        </p:nvSpPr>
        <p:spPr>
          <a:xfrm xmlns:a="http://schemas.openxmlformats.org/drawingml/2006/main">
            <a:off x="8105775" y="4524375"/>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66" name="">
            <a:extLst xmlns:a="http://schemas.openxmlformats.org/drawingml/2006/main">
              <a:ext uri="{FF2B5EF4-FFF2-40B4-BE49-F238E27FC236}">
                <a16:creationId xmlns:a16="http://schemas.microsoft.com/office/drawing/2014/main" id="{9F57BF6C-B8BF-4EE0-8626-E14311967FC8}"/>
              </a:ext>
            </a:extLst>
          </p:cNvPr>
          <p:cNvSpPr>
            <a:spLocks xmlns:a="http://schemas.openxmlformats.org/drawingml/2006/main" noGrp="1"/>
          </p:cNvSpPr>
          <p:nvPr/>
        </p:nvSpPr>
        <p:spPr>
          <a:xfrm xmlns:a="http://schemas.openxmlformats.org/drawingml/2006/main">
            <a:off x="8105775" y="464820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67" name="">
            <a:extLst xmlns:a="http://schemas.openxmlformats.org/drawingml/2006/main">
              <a:ext uri="{FF2B5EF4-FFF2-40B4-BE49-F238E27FC236}">
                <a16:creationId xmlns:a16="http://schemas.microsoft.com/office/drawing/2014/main" id="{DE0E4417-E358-430A-8C4B-2AC9EEC49296}"/>
              </a:ext>
            </a:extLst>
          </p:cNvPr>
          <p:cNvSpPr>
            <a:spLocks xmlns:a="http://schemas.openxmlformats.org/drawingml/2006/main" noGrp="1"/>
          </p:cNvSpPr>
          <p:nvPr/>
        </p:nvSpPr>
        <p:spPr>
          <a:xfrm xmlns:a="http://schemas.openxmlformats.org/drawingml/2006/main">
            <a:off x="8229600" y="440055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68" name="">
            <a:extLst xmlns:a="http://schemas.openxmlformats.org/drawingml/2006/main">
              <a:ext uri="{FF2B5EF4-FFF2-40B4-BE49-F238E27FC236}">
                <a16:creationId xmlns:a16="http://schemas.microsoft.com/office/drawing/2014/main" id="{0CF51443-2BCA-49C6-8F7F-F83EA948EBD6}"/>
              </a:ext>
            </a:extLst>
          </p:cNvPr>
          <p:cNvSpPr>
            <a:spLocks xmlns:a="http://schemas.openxmlformats.org/drawingml/2006/main" noGrp="1"/>
          </p:cNvSpPr>
          <p:nvPr/>
        </p:nvSpPr>
        <p:spPr>
          <a:xfrm xmlns:a="http://schemas.openxmlformats.org/drawingml/2006/main">
            <a:off x="8229600" y="4524375"/>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69" name="">
            <a:extLst xmlns:a="http://schemas.openxmlformats.org/drawingml/2006/main">
              <a:ext uri="{FF2B5EF4-FFF2-40B4-BE49-F238E27FC236}">
                <a16:creationId xmlns:a16="http://schemas.microsoft.com/office/drawing/2014/main" id="{DE3598FD-DA30-452C-AF62-024C47D62D26}"/>
              </a:ext>
            </a:extLst>
          </p:cNvPr>
          <p:cNvSpPr>
            <a:spLocks xmlns:a="http://schemas.openxmlformats.org/drawingml/2006/main" noGrp="1"/>
          </p:cNvSpPr>
          <p:nvPr/>
        </p:nvSpPr>
        <p:spPr>
          <a:xfrm xmlns:a="http://schemas.openxmlformats.org/drawingml/2006/main">
            <a:off x="8229600" y="4648200"/>
            <a:ext cx="20955" cy="20955"/>
          </a:xfrm>
          <a:prstGeom xmlns:a="http://schemas.openxmlformats.org/drawingml/2006/main" prst="ellipse">
            <a:avLst/>
          </a:prstGeom>
          <a:solidFill xmlns:a="http://schemas.openxmlformats.org/drawingml/2006/main">
            <a:srgbClr val="4FD8FF">
              <a:alpha val="40000"/>
            </a:srgbClr>
          </a:solidFill>
          <a:ln xmlns:a="http://schemas.openxmlformats.org/drawingml/2006/main">
            <a:noFill/>
          </a:ln>
        </p:spPr>
      </p:sp>
      <p:sp>
        <p:nvSpPr>
          <p:cNvPr id="70" name="">
            <a:extLst xmlns:a="http://schemas.openxmlformats.org/drawingml/2006/main">
              <a:ext uri="{FF2B5EF4-FFF2-40B4-BE49-F238E27FC236}">
                <a16:creationId xmlns:a16="http://schemas.microsoft.com/office/drawing/2014/main" id="{40FBC4A1-5B7B-48F8-A14B-AEBB40705078}"/>
              </a:ext>
            </a:extLst>
          </p:cNvPr>
          <p:cNvSpPr>
            <a:spLocks xmlns:a="http://schemas.openxmlformats.org/drawingml/2006/main" noGrp="1"/>
          </p:cNvSpPr>
          <p:nvPr/>
        </p:nvSpPr>
        <p:spPr>
          <a:xfrm xmlns:a="http://schemas.openxmlformats.org/drawingml/2006/main">
            <a:off x="9067800" y="4438650"/>
            <a:ext cx="209550" cy="209550"/>
          </a:xfrm>
          <a:prstGeom xmlns:a="http://schemas.openxmlformats.org/drawingml/2006/main" prst="chevron">
            <a:avLst/>
          </a:prstGeom>
          <a:solidFill xmlns:a="http://schemas.openxmlformats.org/drawingml/2006/main">
            <a:srgbClr val="4FD8FF">
              <a:alpha val="50000"/>
            </a:srgbClr>
          </a:solidFill>
          <a:ln xmlns:a="http://schemas.openxmlformats.org/drawingml/2006/main">
            <a:noFill/>
          </a:ln>
        </p:spPr>
      </p:sp>
      <p:sp>
        <p:nvSpPr>
          <p:cNvPr id="71" name="">
            <a:extLst xmlns:a="http://schemas.openxmlformats.org/drawingml/2006/main">
              <a:ext uri="{FF2B5EF4-FFF2-40B4-BE49-F238E27FC236}">
                <a16:creationId xmlns:a16="http://schemas.microsoft.com/office/drawing/2014/main" id="{12ED957C-1B5C-435B-BA26-1383989F0CD8}"/>
              </a:ext>
            </a:extLst>
          </p:cNvPr>
          <p:cNvSpPr>
            <a:spLocks xmlns:a="http://schemas.openxmlformats.org/drawingml/2006/main" noGrp="1"/>
          </p:cNvSpPr>
          <p:nvPr/>
        </p:nvSpPr>
        <p:spPr>
          <a:xfrm xmlns:a="http://schemas.openxmlformats.org/drawingml/2006/main">
            <a:off x="9334500" y="4438650"/>
            <a:ext cx="209550" cy="209550"/>
          </a:xfrm>
          <a:prstGeom xmlns:a="http://schemas.openxmlformats.org/drawingml/2006/main" prst="chevron">
            <a:avLst/>
          </a:prstGeom>
          <a:solidFill xmlns:a="http://schemas.openxmlformats.org/drawingml/2006/main">
            <a:srgbClr val="4FD8FF">
              <a:alpha val="28000"/>
            </a:srgbClr>
          </a:solidFill>
          <a:ln xmlns:a="http://schemas.openxmlformats.org/drawingml/2006/main">
            <a:noFill/>
          </a:ln>
        </p:spPr>
      </p:sp>
      <p:sp>
        <p:nvSpPr>
          <p:cNvPr id="72" name="">
            <a:extLst xmlns:a="http://schemas.openxmlformats.org/drawingml/2006/main">
              <a:ext uri="{FF2B5EF4-FFF2-40B4-BE49-F238E27FC236}">
                <a16:creationId xmlns:a16="http://schemas.microsoft.com/office/drawing/2014/main" id="{DCB00B21-ED76-4AA4-AD0A-51ECAB1C9459}"/>
              </a:ext>
            </a:extLst>
          </p:cNvPr>
          <p:cNvSpPr>
            <a:spLocks xmlns:a="http://schemas.openxmlformats.org/drawingml/2006/main" noGrp="1"/>
          </p:cNvSpPr>
          <p:nvPr/>
        </p:nvSpPr>
        <p:spPr>
          <a:xfrm xmlns:a="http://schemas.openxmlformats.org/drawingml/2006/main">
            <a:off x="9601200" y="4438650"/>
            <a:ext cx="209550" cy="209550"/>
          </a:xfrm>
          <a:prstGeom xmlns:a="http://schemas.openxmlformats.org/drawingml/2006/main" prst="chevron">
            <a:avLst/>
          </a:prstGeom>
          <a:solidFill xmlns:a="http://schemas.openxmlformats.org/drawingml/2006/main">
            <a:srgbClr val="4FD8FF">
              <a:alpha val="14000"/>
            </a:srgbClr>
          </a:solidFill>
          <a:ln xmlns:a="http://schemas.openxmlformats.org/drawingml/2006/main">
            <a:noFill/>
          </a:ln>
        </p:spPr>
      </p:sp>
      <p:sp>
        <p:nvSpPr>
          <p:cNvPr id="73" name="">
            <a:extLst xmlns:a="http://schemas.openxmlformats.org/drawingml/2006/main">
              <a:ext uri="{FF2B5EF4-FFF2-40B4-BE49-F238E27FC236}">
                <a16:creationId xmlns:a16="http://schemas.microsoft.com/office/drawing/2014/main" id="{DA7750B5-1FD2-4012-9C97-BCEFD36B191C}"/>
              </a:ext>
            </a:extLst>
          </p:cNvPr>
          <p:cNvSpPr>
            <a:spLocks xmlns:a="http://schemas.openxmlformats.org/drawingml/2006/main" noGrp="1"/>
          </p:cNvSpPr>
          <p:nvPr/>
        </p:nvSpPr>
        <p:spPr>
          <a:xfrm xmlns:a="http://schemas.openxmlformats.org/drawingml/2006/main">
            <a:off x="7448550" y="5067300"/>
            <a:ext cx="3543300" cy="14478"/>
          </a:xfrm>
          <a:prstGeom xmlns:a="http://schemas.openxmlformats.org/drawingml/2006/main" prst="rect">
            <a:avLst/>
          </a:prstGeom>
          <a:solidFill xmlns:a="http://schemas.openxmlformats.org/drawingml/2006/main">
            <a:srgbClr val="7FC4FF">
              <a:alpha val="40000"/>
            </a:srgbClr>
          </a:solidFill>
          <a:ln xmlns:a="http://schemas.openxmlformats.org/drawingml/2006/main">
            <a:noFill/>
          </a:ln>
        </p:spPr>
      </p:sp>
      <p:sp>
        <p:nvSpPr>
          <p:cNvPr id="74" name="">
            <a:extLst xmlns:a="http://schemas.openxmlformats.org/drawingml/2006/main">
              <a:ext uri="{FF2B5EF4-FFF2-40B4-BE49-F238E27FC236}">
                <a16:creationId xmlns:a16="http://schemas.microsoft.com/office/drawing/2014/main" id="{E7DA7447-4054-44EA-883B-FB5C70F1239C}"/>
              </a:ext>
            </a:extLst>
          </p:cNvPr>
          <p:cNvSpPr>
            <a:spLocks xmlns:a="http://schemas.openxmlformats.org/drawingml/2006/main" noGrp="1"/>
          </p:cNvSpPr>
          <p:nvPr/>
        </p:nvSpPr>
        <p:spPr>
          <a:xfrm xmlns:a="http://schemas.openxmlformats.org/drawingml/2006/main">
            <a:off x="7353300" y="4895850"/>
            <a:ext cx="571500" cy="571500"/>
          </a:xfrm>
          <a:prstGeom xmlns:a="http://schemas.openxmlformats.org/drawingml/2006/main" prst="ellipse">
            <a:avLst/>
          </a:prstGeom>
          <a:gradFill xmlns:a="http://schemas.openxmlformats.org/drawingml/2006/main">
            <a:gsLst>
              <a:gs pos="0">
                <a:srgbClr val="4FD8FF">
                  <a:alpha val="30000"/>
                </a:srgbClr>
              </a:gs>
              <a:gs pos="45000">
                <a:srgbClr val="4FD8FF">
                  <a:alpha val="12000"/>
                </a:srgbClr>
              </a:gs>
              <a:gs pos="100000">
                <a:srgbClr val="4FD8FF">
                  <a:alpha val="0"/>
                </a:srgbClr>
              </a:gs>
            </a:gsLst>
            <a:path path="shape"/>
          </a:gradFill>
          <a:ln xmlns:a="http://schemas.openxmlformats.org/drawingml/2006/main">
            <a:noFill/>
          </a:ln>
        </p:spPr>
      </p:sp>
      <p:sp>
        <p:nvSpPr>
          <p:cNvPr id="75" name="">
            <a:extLst xmlns:a="http://schemas.openxmlformats.org/drawingml/2006/main">
              <a:ext uri="{FF2B5EF4-FFF2-40B4-BE49-F238E27FC236}">
                <a16:creationId xmlns:a16="http://schemas.microsoft.com/office/drawing/2014/main" id="{2545D497-096F-41B4-A140-9E4AC7704592}"/>
              </a:ext>
            </a:extLst>
          </p:cNvPr>
          <p:cNvSpPr>
            <a:spLocks xmlns:a="http://schemas.openxmlformats.org/drawingml/2006/main" noGrp="1"/>
          </p:cNvSpPr>
          <p:nvPr/>
        </p:nvSpPr>
        <p:spPr>
          <a:xfrm xmlns:a="http://schemas.openxmlformats.org/drawingml/2006/main">
            <a:off x="7505700" y="5019675"/>
            <a:ext cx="123825" cy="123825"/>
          </a:xfrm>
          <a:prstGeom xmlns:a="http://schemas.openxmlformats.org/drawingml/2006/main" prst="ellipse">
            <a:avLst/>
          </a:prstGeom>
          <a:solidFill xmlns:a="http://schemas.openxmlformats.org/drawingml/2006/main">
            <a:srgbClr val="4FD8FF"/>
          </a:solidFill>
          <a:ln xmlns:a="http://schemas.openxmlformats.org/drawingml/2006/main">
            <a:noFill/>
          </a:ln>
        </p:spPr>
      </p:sp>
      <p:sp>
        <p:nvSpPr>
          <p:cNvPr id="76" name="">
            <a:extLst xmlns:a="http://schemas.openxmlformats.org/drawingml/2006/main">
              <a:ext uri="{FF2B5EF4-FFF2-40B4-BE49-F238E27FC236}">
                <a16:creationId xmlns:a16="http://schemas.microsoft.com/office/drawing/2014/main" id="{F3861000-4FFC-4C28-A56E-BB2C77398763}"/>
              </a:ext>
            </a:extLst>
          </p:cNvPr>
          <p:cNvSpPr>
            <a:spLocks xmlns:a="http://schemas.openxmlformats.org/drawingml/2006/main" noGrp="1"/>
          </p:cNvSpPr>
          <p:nvPr/>
        </p:nvSpPr>
        <p:spPr>
          <a:xfrm xmlns:a="http://schemas.openxmlformats.org/drawingml/2006/main">
            <a:off x="7353300"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FFFFFF"/>
                </a:solidFill>
                <a:latin typeface="微软雅黑"/>
                <a:ea typeface="微软雅黑"/>
                <a:cs typeface="微软雅黑"/>
              </a:defRPr>
            </a:pPr>
            <a:r>
              <a:rPr sz="750" b="0">
                <a:solidFill>
                  <a:srgbClr val="FFFFFF"/>
                </a:solidFill>
                <a:latin typeface="微软雅黑"/>
                <a:ea typeface="微软雅黑"/>
                <a:cs typeface="微软雅黑"/>
              </a:rPr>
              <a:t>背景</a:t>
            </a:r>
          </a:p>
        </p:txBody>
      </p:sp>
      <p:sp>
        <p:nvSpPr>
          <p:cNvPr id="77" name="">
            <a:extLst xmlns:a="http://schemas.openxmlformats.org/drawingml/2006/main">
              <a:ext uri="{FF2B5EF4-FFF2-40B4-BE49-F238E27FC236}">
                <a16:creationId xmlns:a16="http://schemas.microsoft.com/office/drawing/2014/main" id="{41E5B2D9-348F-45B0-AD5C-D158CDB2804E}"/>
              </a:ext>
            </a:extLst>
          </p:cNvPr>
          <p:cNvSpPr>
            <a:spLocks xmlns:a="http://schemas.openxmlformats.org/drawingml/2006/main" noGrp="1"/>
          </p:cNvSpPr>
          <p:nvPr/>
        </p:nvSpPr>
        <p:spPr>
          <a:xfrm xmlns:a="http://schemas.openxmlformats.org/drawingml/2006/main">
            <a:off x="8162925"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78" name="">
            <a:extLst xmlns:a="http://schemas.openxmlformats.org/drawingml/2006/main">
              <a:ext uri="{FF2B5EF4-FFF2-40B4-BE49-F238E27FC236}">
                <a16:creationId xmlns:a16="http://schemas.microsoft.com/office/drawing/2014/main" id="{6136FADE-593C-40DC-A79D-4663974931FC}"/>
              </a:ext>
            </a:extLst>
          </p:cNvPr>
          <p:cNvSpPr>
            <a:spLocks xmlns:a="http://schemas.openxmlformats.org/drawingml/2006/main" noGrp="1"/>
          </p:cNvSpPr>
          <p:nvPr/>
        </p:nvSpPr>
        <p:spPr>
          <a:xfrm xmlns:a="http://schemas.openxmlformats.org/drawingml/2006/main">
            <a:off x="8010525"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方案</a:t>
            </a:r>
          </a:p>
        </p:txBody>
      </p:sp>
      <p:sp>
        <p:nvSpPr>
          <p:cNvPr id="79" name="">
            <a:extLst xmlns:a="http://schemas.openxmlformats.org/drawingml/2006/main">
              <a:ext uri="{FF2B5EF4-FFF2-40B4-BE49-F238E27FC236}">
                <a16:creationId xmlns:a16="http://schemas.microsoft.com/office/drawing/2014/main" id="{E191BE79-907A-4A5D-A1DA-A97F6B732689}"/>
              </a:ext>
            </a:extLst>
          </p:cNvPr>
          <p:cNvSpPr>
            <a:spLocks xmlns:a="http://schemas.openxmlformats.org/drawingml/2006/main" noGrp="1"/>
          </p:cNvSpPr>
          <p:nvPr/>
        </p:nvSpPr>
        <p:spPr>
          <a:xfrm xmlns:a="http://schemas.openxmlformats.org/drawingml/2006/main">
            <a:off x="8820150"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80" name="">
            <a:extLst xmlns:a="http://schemas.openxmlformats.org/drawingml/2006/main">
              <a:ext uri="{FF2B5EF4-FFF2-40B4-BE49-F238E27FC236}">
                <a16:creationId xmlns:a16="http://schemas.microsoft.com/office/drawing/2014/main" id="{BC3C9C0F-9A20-4110-A318-E147E81B175A}"/>
              </a:ext>
            </a:extLst>
          </p:cNvPr>
          <p:cNvSpPr>
            <a:spLocks xmlns:a="http://schemas.openxmlformats.org/drawingml/2006/main" noGrp="1"/>
          </p:cNvSpPr>
          <p:nvPr/>
        </p:nvSpPr>
        <p:spPr>
          <a:xfrm xmlns:a="http://schemas.openxmlformats.org/drawingml/2006/main">
            <a:off x="8667750"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算法</a:t>
            </a:r>
          </a:p>
        </p:txBody>
      </p:sp>
      <p:sp>
        <p:nvSpPr>
          <p:cNvPr id="81" name="">
            <a:extLst xmlns:a="http://schemas.openxmlformats.org/drawingml/2006/main">
              <a:ext uri="{FF2B5EF4-FFF2-40B4-BE49-F238E27FC236}">
                <a16:creationId xmlns:a16="http://schemas.microsoft.com/office/drawing/2014/main" id="{4AB8DC52-61B9-4623-9ADE-924F3E201E4C}"/>
              </a:ext>
            </a:extLst>
          </p:cNvPr>
          <p:cNvSpPr>
            <a:spLocks xmlns:a="http://schemas.openxmlformats.org/drawingml/2006/main" noGrp="1"/>
          </p:cNvSpPr>
          <p:nvPr/>
        </p:nvSpPr>
        <p:spPr>
          <a:xfrm xmlns:a="http://schemas.openxmlformats.org/drawingml/2006/main">
            <a:off x="9477375"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82" name="">
            <a:extLst xmlns:a="http://schemas.openxmlformats.org/drawingml/2006/main">
              <a:ext uri="{FF2B5EF4-FFF2-40B4-BE49-F238E27FC236}">
                <a16:creationId xmlns:a16="http://schemas.microsoft.com/office/drawing/2014/main" id="{15AB8771-C1ED-4CA5-A664-EB565BCF5553}"/>
              </a:ext>
            </a:extLst>
          </p:cNvPr>
          <p:cNvSpPr>
            <a:spLocks xmlns:a="http://schemas.openxmlformats.org/drawingml/2006/main" noGrp="1"/>
          </p:cNvSpPr>
          <p:nvPr/>
        </p:nvSpPr>
        <p:spPr>
          <a:xfrm xmlns:a="http://schemas.openxmlformats.org/drawingml/2006/main">
            <a:off x="9324975"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系统</a:t>
            </a:r>
          </a:p>
        </p:txBody>
      </p:sp>
      <p:sp>
        <p:nvSpPr>
          <p:cNvPr id="83" name="">
            <a:extLst xmlns:a="http://schemas.openxmlformats.org/drawingml/2006/main">
              <a:ext uri="{FF2B5EF4-FFF2-40B4-BE49-F238E27FC236}">
                <a16:creationId xmlns:a16="http://schemas.microsoft.com/office/drawing/2014/main" id="{9F3E79C6-876F-4DD9-B7C9-959734255823}"/>
              </a:ext>
            </a:extLst>
          </p:cNvPr>
          <p:cNvSpPr>
            <a:spLocks xmlns:a="http://schemas.openxmlformats.org/drawingml/2006/main" noGrp="1"/>
          </p:cNvSpPr>
          <p:nvPr/>
        </p:nvSpPr>
        <p:spPr>
          <a:xfrm xmlns:a="http://schemas.openxmlformats.org/drawingml/2006/main">
            <a:off x="10134600"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84" name="">
            <a:extLst xmlns:a="http://schemas.openxmlformats.org/drawingml/2006/main">
              <a:ext uri="{FF2B5EF4-FFF2-40B4-BE49-F238E27FC236}">
                <a16:creationId xmlns:a16="http://schemas.microsoft.com/office/drawing/2014/main" id="{4C6DC926-7DFA-4CF6-B372-271B156F99A1}"/>
              </a:ext>
            </a:extLst>
          </p:cNvPr>
          <p:cNvSpPr>
            <a:spLocks xmlns:a="http://schemas.openxmlformats.org/drawingml/2006/main" noGrp="1"/>
          </p:cNvSpPr>
          <p:nvPr/>
        </p:nvSpPr>
        <p:spPr>
          <a:xfrm xmlns:a="http://schemas.openxmlformats.org/drawingml/2006/main">
            <a:off x="9982200"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验证</a:t>
            </a:r>
          </a:p>
        </p:txBody>
      </p:sp>
      <p:sp>
        <p:nvSpPr>
          <p:cNvPr id="85" name="">
            <a:extLst xmlns:a="http://schemas.openxmlformats.org/drawingml/2006/main">
              <a:ext uri="{FF2B5EF4-FFF2-40B4-BE49-F238E27FC236}">
                <a16:creationId xmlns:a16="http://schemas.microsoft.com/office/drawing/2014/main" id="{4815CC0D-4CBF-49F1-9859-2B6750EC10A9}"/>
              </a:ext>
            </a:extLst>
          </p:cNvPr>
          <p:cNvSpPr>
            <a:spLocks xmlns:a="http://schemas.openxmlformats.org/drawingml/2006/main" noGrp="1"/>
          </p:cNvSpPr>
          <p:nvPr/>
        </p:nvSpPr>
        <p:spPr>
          <a:xfrm xmlns:a="http://schemas.openxmlformats.org/drawingml/2006/main">
            <a:off x="10791825"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86" name="">
            <a:extLst xmlns:a="http://schemas.openxmlformats.org/drawingml/2006/main">
              <a:ext uri="{FF2B5EF4-FFF2-40B4-BE49-F238E27FC236}">
                <a16:creationId xmlns:a16="http://schemas.microsoft.com/office/drawing/2014/main" id="{0767FCE6-0392-4ECD-90F7-4D139D06947B}"/>
              </a:ext>
            </a:extLst>
          </p:cNvPr>
          <p:cNvSpPr>
            <a:spLocks xmlns:a="http://schemas.openxmlformats.org/drawingml/2006/main" noGrp="1"/>
          </p:cNvSpPr>
          <p:nvPr/>
        </p:nvSpPr>
        <p:spPr>
          <a:xfrm xmlns:a="http://schemas.openxmlformats.org/drawingml/2006/main">
            <a:off x="10639425"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价值</a:t>
            </a:r>
          </a:p>
        </p:txBody>
      </p:sp>
      <p:sp>
        <p:nvSpPr>
          <p:cNvPr id="87" name="">
            <a:extLst xmlns:a="http://schemas.openxmlformats.org/drawingml/2006/main">
              <a:ext uri="{FF2B5EF4-FFF2-40B4-BE49-F238E27FC236}">
                <a16:creationId xmlns:a16="http://schemas.microsoft.com/office/drawing/2014/main" id="{4560DDEF-B642-47A9-9376-38FBFA2E3909}"/>
              </a:ext>
            </a:extLst>
          </p:cNvPr>
          <p:cNvSpPr>
            <a:spLocks xmlns:a="http://schemas.openxmlformats.org/drawingml/2006/main" noGrp="1"/>
          </p:cNvSpPr>
          <p:nvPr/>
        </p:nvSpPr>
        <p:spPr>
          <a:xfrm xmlns:a="http://schemas.openxmlformats.org/drawingml/2006/main">
            <a:off x="7239000" y="4648200"/>
            <a:ext cx="3962400" cy="14478"/>
          </a:xfrm>
          <a:prstGeom xmlns:a="http://schemas.openxmlformats.org/drawingml/2006/main" prst="rect">
            <a:avLst/>
          </a:prstGeom>
          <a:gradFill xmlns:a="http://schemas.openxmlformats.org/drawingml/2006/main">
            <a:gsLst>
              <a:gs pos="0">
                <a:srgbClr val="FFD24A"/>
              </a:gs>
              <a:gs pos="100000">
                <a:srgbClr val="FFD24A">
                  <a:alpha val="0"/>
                </a:srgbClr>
              </a:gs>
            </a:gsLst>
            <a:lin ang="0"/>
          </a:gradFill>
          <a:ln xmlns:a="http://schemas.openxmlformats.org/drawingml/2006/main">
            <a:noFill/>
          </a:ln>
        </p:spPr>
      </p:sp>
      <p:sp>
        <p:nvSpPr>
          <p:cNvPr id="88" name="">
            <a:extLst xmlns:a="http://schemas.openxmlformats.org/drawingml/2006/main">
              <a:ext uri="{FF2B5EF4-FFF2-40B4-BE49-F238E27FC236}">
                <a16:creationId xmlns:a16="http://schemas.microsoft.com/office/drawing/2014/main" id="{ABA1B20E-26D4-4A0E-A1A4-30D2D798540C}"/>
              </a:ext>
            </a:extLst>
          </p:cNvPr>
          <p:cNvSpPr>
            <a:spLocks xmlns:a="http://schemas.openxmlformats.org/drawingml/2006/main" noGrp="1"/>
          </p:cNvSpPr>
          <p:nvPr/>
        </p:nvSpPr>
        <p:spPr>
          <a:xfrm xmlns:a="http://schemas.openxmlformats.org/drawingml/2006/main">
            <a:off x="7239000" y="4743450"/>
            <a:ext cx="39624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spc="1">
                <a:solidFill>
                  <a:srgbClr val="C6DDFF"/>
                </a:solidFill>
                <a:latin typeface="微软雅黑"/>
                <a:ea typeface="微软雅黑"/>
                <a:cs typeface="微软雅黑"/>
              </a:defRPr>
            </a:pPr>
            <a:r>
              <a:rPr sz="938" b="0" spc="1">
                <a:solidFill>
                  <a:srgbClr val="C6DDFF"/>
                </a:solidFill>
                <a:latin typeface="微软雅黑"/>
                <a:ea typeface="微软雅黑"/>
                <a:cs typeface="微软雅黑"/>
              </a:rPr>
              <a:t>答辩结构 </a:t>
            </a:r>
            <a:r>
              <a:rPr sz="938" b="0" spc="1">
                <a:solidFill>
                  <a:srgbClr val="C6DDFF"/>
                </a:solidFill>
                <a:latin typeface="微软雅黑"/>
                <a:ea typeface="微软雅黑"/>
                <a:cs typeface="微软雅黑"/>
              </a:rPr>
              <a:t>· </a:t>
            </a:r>
            <a:r>
              <a:rPr sz="938" b="0" spc="1">
                <a:solidFill>
                  <a:srgbClr val="C6DDFF"/>
                </a:solidFill>
                <a:latin typeface="微软雅黑"/>
                <a:ea typeface="微软雅黑"/>
                <a:cs typeface="微软雅黑"/>
              </a:rPr>
              <a:t>六章推进</a:t>
            </a:r>
          </a:p>
        </p:txBody>
      </p:sp>
      <p:sp>
        <p:nvSpPr>
          <p:cNvPr id="89" name="">
            <a:extLst xmlns:a="http://schemas.openxmlformats.org/drawingml/2006/main">
              <a:ext uri="{FF2B5EF4-FFF2-40B4-BE49-F238E27FC236}">
                <a16:creationId xmlns:a16="http://schemas.microsoft.com/office/drawing/2014/main" id="{71774A00-F7B8-4EE3-B0E8-6B43D3AC315B}"/>
              </a:ext>
            </a:extLst>
          </p:cNvPr>
          <p:cNvSpPr>
            <a:spLocks xmlns:a="http://schemas.openxmlformats.org/drawingml/2006/main" noGrp="1"/>
          </p:cNvSpPr>
          <p:nvPr/>
        </p:nvSpPr>
        <p:spPr>
          <a:xfrm xmlns:a="http://schemas.openxmlformats.org/drawingml/2006/main">
            <a:off x="819150" y="1390650"/>
            <a:ext cx="30480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75" spc="3">
                <a:latin typeface="Bahnschrift SemiBold"/>
                <a:ea typeface="Bahnschrift SemiBold"/>
                <a:cs typeface="Bahnschrift SemiBold"/>
              </a:defRPr>
            </a:pPr>
            <a:r>
              <a:rPr sz="975" spc="3">
                <a:solidFill>
                  <a:srgbClr val="9DBEE8"/>
                </a:solidFill>
                <a:latin typeface="Bahnschrift SemiBold"/>
                <a:ea typeface="Bahnschrift SemiBold"/>
                <a:cs typeface="Bahnschrift SemiBold"/>
              </a:rPr>
              <a:t>SECTION </a:t>
            </a:r>
            <a:r>
              <a:rPr sz="975" b="1" spc="3">
                <a:solidFill>
                  <a:srgbClr val="FFD24A"/>
                </a:solidFill>
                <a:latin typeface="Bahnschrift SemiBold"/>
                <a:ea typeface="Bahnschrift SemiBold"/>
                <a:cs typeface="Bahnschrift SemiBold"/>
              </a:rPr>
              <a:t>01</a:t>
            </a:r>
            <a:r>
              <a:rPr sz="975" spc="3">
                <a:solidFill>
                  <a:srgbClr val="9DBEE8"/>
                </a:solidFill>
                <a:latin typeface="Bahnschrift SemiBold"/>
                <a:ea typeface="Bahnschrift SemiBold"/>
                <a:cs typeface="Bahnschrift SemiBold"/>
              </a:rPr>
              <a:t> / 06</a:t>
            </a:r>
          </a:p>
        </p:txBody>
      </p:sp>
      <p:sp>
        <p:nvSpPr>
          <p:cNvPr id="90" name="">
            <a:extLst xmlns:a="http://schemas.openxmlformats.org/drawingml/2006/main">
              <a:ext uri="{FF2B5EF4-FFF2-40B4-BE49-F238E27FC236}">
                <a16:creationId xmlns:a16="http://schemas.microsoft.com/office/drawing/2014/main" id="{FB7C741D-B326-4E4B-821A-F8D7F42F87B2}"/>
              </a:ext>
            </a:extLst>
          </p:cNvPr>
          <p:cNvSpPr>
            <a:spLocks xmlns:a="http://schemas.openxmlformats.org/drawingml/2006/main" noGrp="1"/>
          </p:cNvSpPr>
          <p:nvPr/>
        </p:nvSpPr>
        <p:spPr>
          <a:xfrm xmlns:a="http://schemas.openxmlformats.org/drawingml/2006/main">
            <a:off x="819150" y="1695450"/>
            <a:ext cx="800100" cy="19050"/>
          </a:xfrm>
          <a:prstGeom xmlns:a="http://schemas.openxmlformats.org/drawingml/2006/main" prst="rect">
            <a:avLst/>
          </a:prstGeom>
          <a:gradFill xmlns:a="http://schemas.openxmlformats.org/drawingml/2006/main">
            <a:gsLst>
              <a:gs pos="0">
                <a:srgbClr val="4FD8FF"/>
              </a:gs>
              <a:gs pos="100000">
                <a:srgbClr val="4FD8FF">
                  <a:alpha val="0"/>
                </a:srgbClr>
              </a:gs>
            </a:gsLst>
            <a:lin ang="0"/>
          </a:gradFill>
          <a:ln xmlns:a="http://schemas.openxmlformats.org/drawingml/2006/main">
            <a:noFill/>
          </a:ln>
        </p:spPr>
      </p:sp>
      <p:sp>
        <p:nvSpPr>
          <p:cNvPr id="91" name="">
            <a:extLst xmlns:a="http://schemas.openxmlformats.org/drawingml/2006/main">
              <a:ext uri="{FF2B5EF4-FFF2-40B4-BE49-F238E27FC236}">
                <a16:creationId xmlns:a16="http://schemas.microsoft.com/office/drawing/2014/main" id="{02BB6CA1-0D6B-4230-AF35-ED4FAC381BE3}"/>
              </a:ext>
            </a:extLst>
          </p:cNvPr>
          <p:cNvSpPr>
            <a:spLocks xmlns:a="http://schemas.openxmlformats.org/drawingml/2006/main" noGrp="1"/>
          </p:cNvSpPr>
          <p:nvPr/>
        </p:nvSpPr>
        <p:spPr>
          <a:xfrm xmlns:a="http://schemas.openxmlformats.org/drawingml/2006/main">
            <a:off x="800100" y="1905000"/>
            <a:ext cx="59055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3900" b="1" spc="3">
                <a:solidFill>
                  <a:srgbClr val="FFFFFF"/>
                </a:solidFill>
                <a:latin typeface="微软雅黑"/>
                <a:ea typeface="微软雅黑"/>
                <a:cs typeface="微软雅黑"/>
              </a:defRPr>
            </a:pPr>
            <a:r>
              <a:rPr sz="3900" b="1" spc="3">
                <a:solidFill>
                  <a:srgbClr val="FFFFFF"/>
                </a:solidFill>
                <a:latin typeface="微软雅黑"/>
                <a:ea typeface="微软雅黑"/>
                <a:cs typeface="微软雅黑"/>
              </a:rPr>
              <a:t>项目背景</a:t>
            </a:r>
          </a:p>
        </p:txBody>
      </p:sp>
      <p:sp>
        <p:nvSpPr>
          <p:cNvPr id="92" name="">
            <a:extLst xmlns:a="http://schemas.openxmlformats.org/drawingml/2006/main">
              <a:ext uri="{FF2B5EF4-FFF2-40B4-BE49-F238E27FC236}">
                <a16:creationId xmlns:a16="http://schemas.microsoft.com/office/drawing/2014/main" id="{09F4BD71-D29D-43F7-B0C9-58DEAE88D7B6}"/>
              </a:ext>
            </a:extLst>
          </p:cNvPr>
          <p:cNvSpPr>
            <a:spLocks xmlns:a="http://schemas.openxmlformats.org/drawingml/2006/main" noGrp="1"/>
          </p:cNvSpPr>
          <p:nvPr/>
        </p:nvSpPr>
        <p:spPr>
          <a:xfrm xmlns:a="http://schemas.openxmlformats.org/drawingml/2006/main">
            <a:off x="838200" y="2705100"/>
            <a:ext cx="5905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013" b="0" spc="3">
                <a:solidFill>
                  <a:srgbClr val="4FD8FF"/>
                </a:solidFill>
                <a:latin typeface="Bahnschrift"/>
                <a:ea typeface="Bahnschrift"/>
                <a:cs typeface="Bahnschrift"/>
              </a:defRPr>
            </a:pPr>
            <a:r>
              <a:rPr sz="1013" b="0" spc="3">
                <a:solidFill>
                  <a:srgbClr val="4FD8FF"/>
                </a:solidFill>
                <a:latin typeface="Bahnschrift"/>
                <a:ea typeface="Bahnschrift"/>
                <a:cs typeface="Bahnschrift"/>
              </a:rPr>
              <a:t>BACKGROUND · WHY INDUSTRIAL TRAINING</a:t>
            </a:r>
          </a:p>
        </p:txBody>
      </p:sp>
      <p:sp>
        <p:nvSpPr>
          <p:cNvPr id="93" name="">
            <a:extLst xmlns:a="http://schemas.openxmlformats.org/drawingml/2006/main">
              <a:ext uri="{FF2B5EF4-FFF2-40B4-BE49-F238E27FC236}">
                <a16:creationId xmlns:a16="http://schemas.microsoft.com/office/drawing/2014/main" id="{97D78A3F-59E3-4889-A651-213443916FFA}"/>
              </a:ext>
            </a:extLst>
          </p:cNvPr>
          <p:cNvSpPr>
            <a:spLocks xmlns:a="http://schemas.openxmlformats.org/drawingml/2006/main" noGrp="1"/>
          </p:cNvSpPr>
          <p:nvPr/>
        </p:nvSpPr>
        <p:spPr>
          <a:xfrm xmlns:a="http://schemas.openxmlformats.org/drawingml/2006/main">
            <a:off x="838200" y="3105150"/>
            <a:ext cx="1257300" cy="28575"/>
          </a:xfrm>
          <a:prstGeom xmlns:a="http://schemas.openxmlformats.org/drawingml/2006/main" prst="rect">
            <a:avLst/>
          </a:prstGeom>
          <a:gradFill xmlns:a="http://schemas.openxmlformats.org/drawingml/2006/main">
            <a:gsLst>
              <a:gs pos="0">
                <a:srgbClr val="FFD24A"/>
              </a:gs>
              <a:gs pos="100000">
                <a:srgbClr val="FFD24A">
                  <a:alpha val="0"/>
                </a:srgbClr>
              </a:gs>
            </a:gsLst>
            <a:lin ang="0"/>
          </a:gradFill>
          <a:ln xmlns:a="http://schemas.openxmlformats.org/drawingml/2006/main">
            <a:noFill/>
          </a:ln>
        </p:spPr>
      </p:sp>
      <p:sp>
        <p:nvSpPr>
          <p:cNvPr id="94" name="">
            <a:extLst xmlns:a="http://schemas.openxmlformats.org/drawingml/2006/main">
              <a:ext uri="{FF2B5EF4-FFF2-40B4-BE49-F238E27FC236}">
                <a16:creationId xmlns:a16="http://schemas.microsoft.com/office/drawing/2014/main" id="{EB6B7ED2-7993-4B97-8029-4B9E8DE75814}"/>
              </a:ext>
            </a:extLst>
          </p:cNvPr>
          <p:cNvSpPr>
            <a:spLocks xmlns:a="http://schemas.openxmlformats.org/drawingml/2006/main" noGrp="1"/>
          </p:cNvSpPr>
          <p:nvPr/>
        </p:nvSpPr>
        <p:spPr>
          <a:xfrm xmlns:a="http://schemas.openxmlformats.org/drawingml/2006/main">
            <a:off x="819150" y="3352800"/>
            <a:ext cx="5905500" cy="1428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从变电运维的隐性成本出发，说明「为什么要做工业智训」</a:t>
            </a:r>
          </a:p>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用法规条款、标准原文、行业压力与现场调研建立实证基础</a:t>
            </a:r>
          </a:p>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把行业现象收敛为三条可治理的价值缺口</a:t>
            </a:r>
          </a:p>
        </p:txBody>
      </p:sp>
      <p:sp>
        <p:nvSpPr>
          <p:cNvPr id="95" name="">
            <a:extLst xmlns:a="http://schemas.openxmlformats.org/drawingml/2006/main">
              <a:ext uri="{FF2B5EF4-FFF2-40B4-BE49-F238E27FC236}">
                <a16:creationId xmlns:a16="http://schemas.microsoft.com/office/drawing/2014/main" id="{1074F1D0-5873-4836-86BD-DE888ECB6E44}"/>
              </a:ext>
            </a:extLst>
          </p:cNvPr>
          <p:cNvSpPr>
            <a:spLocks xmlns:a="http://schemas.openxmlformats.org/drawingml/2006/main" noGrp="1"/>
          </p:cNvSpPr>
          <p:nvPr/>
        </p:nvSpPr>
        <p:spPr>
          <a:xfrm xmlns:a="http://schemas.openxmlformats.org/drawingml/2006/main">
            <a:off x="8191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4FD8FF">
                <a:alpha val="50000"/>
              </a:srgbClr>
            </a:solidFill>
            <a:prstDash val="solid"/>
          </a:ln>
        </p:spPr>
      </p:sp>
      <p:sp>
        <p:nvSpPr>
          <p:cNvPr id="96" name="">
            <a:extLst xmlns:a="http://schemas.openxmlformats.org/drawingml/2006/main">
              <a:ext uri="{FF2B5EF4-FFF2-40B4-BE49-F238E27FC236}">
                <a16:creationId xmlns:a16="http://schemas.microsoft.com/office/drawing/2014/main" id="{580B9B42-F751-4F75-B72A-9C3631441A56}"/>
              </a:ext>
            </a:extLst>
          </p:cNvPr>
          <p:cNvSpPr>
            <a:spLocks xmlns:a="http://schemas.openxmlformats.org/drawingml/2006/main" noGrp="1"/>
          </p:cNvSpPr>
          <p:nvPr/>
        </p:nvSpPr>
        <p:spPr>
          <a:xfrm xmlns:a="http://schemas.openxmlformats.org/drawingml/2006/main">
            <a:off x="819150" y="4953000"/>
            <a:ext cx="1809750" cy="28575"/>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97" name="">
            <a:extLst xmlns:a="http://schemas.openxmlformats.org/drawingml/2006/main">
              <a:ext uri="{FF2B5EF4-FFF2-40B4-BE49-F238E27FC236}">
                <a16:creationId xmlns:a16="http://schemas.microsoft.com/office/drawing/2014/main" id="{5717C56D-93CC-4FEC-A7F0-AEA3292E5115}"/>
              </a:ext>
            </a:extLst>
          </p:cNvPr>
          <p:cNvSpPr>
            <a:spLocks xmlns:a="http://schemas.openxmlformats.org/drawingml/2006/main" noGrp="1"/>
          </p:cNvSpPr>
          <p:nvPr/>
        </p:nvSpPr>
        <p:spPr>
          <a:xfrm xmlns:a="http://schemas.openxmlformats.org/drawingml/2006/main">
            <a:off x="971550" y="5048250"/>
            <a:ext cx="15621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4</a:t>
            </a:r>
          </a:p>
        </p:txBody>
      </p:sp>
      <p:sp>
        <p:nvSpPr>
          <p:cNvPr id="98" name="">
            <a:extLst xmlns:a="http://schemas.openxmlformats.org/drawingml/2006/main">
              <a:ext uri="{FF2B5EF4-FFF2-40B4-BE49-F238E27FC236}">
                <a16:creationId xmlns:a16="http://schemas.microsoft.com/office/drawing/2014/main" id="{3418EC44-49F4-45E0-96F5-2B058FA3838C}"/>
              </a:ext>
            </a:extLst>
          </p:cNvPr>
          <p:cNvSpPr>
            <a:spLocks xmlns:a="http://schemas.openxmlformats.org/drawingml/2006/main" noGrp="1"/>
          </p:cNvSpPr>
          <p:nvPr/>
        </p:nvSpPr>
        <p:spPr>
          <a:xfrm xmlns:a="http://schemas.openxmlformats.org/drawingml/2006/main">
            <a:off x="971550" y="5372100"/>
            <a:ext cx="1581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类公开可查依据来源</a:t>
            </a:r>
          </a:p>
        </p:txBody>
      </p:sp>
      <p:sp>
        <p:nvSpPr>
          <p:cNvPr id="99" name="">
            <a:extLst xmlns:a="http://schemas.openxmlformats.org/drawingml/2006/main">
              <a:ext uri="{FF2B5EF4-FFF2-40B4-BE49-F238E27FC236}">
                <a16:creationId xmlns:a16="http://schemas.microsoft.com/office/drawing/2014/main" id="{BD40E2F3-A6DA-447C-8A4E-7C974863F233}"/>
              </a:ext>
            </a:extLst>
          </p:cNvPr>
          <p:cNvSpPr>
            <a:spLocks xmlns:a="http://schemas.openxmlformats.org/drawingml/2006/main" noGrp="1"/>
          </p:cNvSpPr>
          <p:nvPr/>
        </p:nvSpPr>
        <p:spPr>
          <a:xfrm xmlns:a="http://schemas.openxmlformats.org/drawingml/2006/main">
            <a:off x="28003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4FD8FF">
                <a:alpha val="50000"/>
              </a:srgbClr>
            </a:solidFill>
            <a:prstDash val="solid"/>
          </a:ln>
        </p:spPr>
      </p:sp>
      <p:sp>
        <p:nvSpPr>
          <p:cNvPr id="100" name="">
            <a:extLst xmlns:a="http://schemas.openxmlformats.org/drawingml/2006/main">
              <a:ext uri="{FF2B5EF4-FFF2-40B4-BE49-F238E27FC236}">
                <a16:creationId xmlns:a16="http://schemas.microsoft.com/office/drawing/2014/main" id="{A3A02FF6-70FE-4071-81C3-4E00DA037510}"/>
              </a:ext>
            </a:extLst>
          </p:cNvPr>
          <p:cNvSpPr>
            <a:spLocks xmlns:a="http://schemas.openxmlformats.org/drawingml/2006/main" noGrp="1"/>
          </p:cNvSpPr>
          <p:nvPr/>
        </p:nvSpPr>
        <p:spPr>
          <a:xfrm xmlns:a="http://schemas.openxmlformats.org/drawingml/2006/main">
            <a:off x="2800350" y="4953000"/>
            <a:ext cx="1809750" cy="28575"/>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01" name="">
            <a:extLst xmlns:a="http://schemas.openxmlformats.org/drawingml/2006/main">
              <a:ext uri="{FF2B5EF4-FFF2-40B4-BE49-F238E27FC236}">
                <a16:creationId xmlns:a16="http://schemas.microsoft.com/office/drawing/2014/main" id="{D92564EC-8CDE-47FF-B89D-61296CF8D347}"/>
              </a:ext>
            </a:extLst>
          </p:cNvPr>
          <p:cNvSpPr>
            <a:spLocks xmlns:a="http://schemas.openxmlformats.org/drawingml/2006/main" noGrp="1"/>
          </p:cNvSpPr>
          <p:nvPr/>
        </p:nvSpPr>
        <p:spPr>
          <a:xfrm xmlns:a="http://schemas.openxmlformats.org/drawingml/2006/main">
            <a:off x="2952750" y="5048250"/>
            <a:ext cx="15621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4</a:t>
            </a:r>
          </a:p>
        </p:txBody>
      </p:sp>
      <p:sp>
        <p:nvSpPr>
          <p:cNvPr id="102" name="">
            <a:extLst xmlns:a="http://schemas.openxmlformats.org/drawingml/2006/main">
              <a:ext uri="{FF2B5EF4-FFF2-40B4-BE49-F238E27FC236}">
                <a16:creationId xmlns:a16="http://schemas.microsoft.com/office/drawing/2014/main" id="{2DCF4EFC-A753-4DD3-9A48-6B6878739D8C}"/>
              </a:ext>
            </a:extLst>
          </p:cNvPr>
          <p:cNvSpPr>
            <a:spLocks xmlns:a="http://schemas.openxmlformats.org/drawingml/2006/main" noGrp="1"/>
          </p:cNvSpPr>
          <p:nvPr/>
        </p:nvSpPr>
        <p:spPr>
          <a:xfrm xmlns:a="http://schemas.openxmlformats.org/drawingml/2006/main">
            <a:off x="2952750" y="5372100"/>
            <a:ext cx="1581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条行业转型压力线</a:t>
            </a:r>
          </a:p>
        </p:txBody>
      </p:sp>
      <p:sp>
        <p:nvSpPr>
          <p:cNvPr id="103" name="">
            <a:extLst xmlns:a="http://schemas.openxmlformats.org/drawingml/2006/main">
              <a:ext uri="{FF2B5EF4-FFF2-40B4-BE49-F238E27FC236}">
                <a16:creationId xmlns:a16="http://schemas.microsoft.com/office/drawing/2014/main" id="{9941FB9B-2034-4519-92BF-F69DB8654C8B}"/>
              </a:ext>
            </a:extLst>
          </p:cNvPr>
          <p:cNvSpPr>
            <a:spLocks xmlns:a="http://schemas.openxmlformats.org/drawingml/2006/main" noGrp="1"/>
          </p:cNvSpPr>
          <p:nvPr/>
        </p:nvSpPr>
        <p:spPr>
          <a:xfrm xmlns:a="http://schemas.openxmlformats.org/drawingml/2006/main">
            <a:off x="47815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4FD8FF">
                <a:alpha val="50000"/>
              </a:srgbClr>
            </a:solidFill>
            <a:prstDash val="solid"/>
          </a:ln>
        </p:spPr>
      </p:sp>
      <p:sp>
        <p:nvSpPr>
          <p:cNvPr id="104" name="">
            <a:extLst xmlns:a="http://schemas.openxmlformats.org/drawingml/2006/main">
              <a:ext uri="{FF2B5EF4-FFF2-40B4-BE49-F238E27FC236}">
                <a16:creationId xmlns:a16="http://schemas.microsoft.com/office/drawing/2014/main" id="{C8534249-F8E1-4E64-82F7-99E27C5022D5}"/>
              </a:ext>
            </a:extLst>
          </p:cNvPr>
          <p:cNvSpPr>
            <a:spLocks xmlns:a="http://schemas.openxmlformats.org/drawingml/2006/main" noGrp="1"/>
          </p:cNvSpPr>
          <p:nvPr/>
        </p:nvSpPr>
        <p:spPr>
          <a:xfrm xmlns:a="http://schemas.openxmlformats.org/drawingml/2006/main">
            <a:off x="4781550" y="4953000"/>
            <a:ext cx="1809750" cy="28575"/>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105" name="">
            <a:extLst xmlns:a="http://schemas.openxmlformats.org/drawingml/2006/main">
              <a:ext uri="{FF2B5EF4-FFF2-40B4-BE49-F238E27FC236}">
                <a16:creationId xmlns:a16="http://schemas.microsoft.com/office/drawing/2014/main" id="{C3DED6B9-7EC4-4411-A9DD-8E3FA432B493}"/>
              </a:ext>
            </a:extLst>
          </p:cNvPr>
          <p:cNvSpPr>
            <a:spLocks xmlns:a="http://schemas.openxmlformats.org/drawingml/2006/main" noGrp="1"/>
          </p:cNvSpPr>
          <p:nvPr/>
        </p:nvSpPr>
        <p:spPr>
          <a:xfrm xmlns:a="http://schemas.openxmlformats.org/drawingml/2006/main">
            <a:off x="4933950" y="5048250"/>
            <a:ext cx="15621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3</a:t>
            </a:r>
          </a:p>
        </p:txBody>
      </p:sp>
      <p:sp>
        <p:nvSpPr>
          <p:cNvPr id="106" name="">
            <a:extLst xmlns:a="http://schemas.openxmlformats.org/drawingml/2006/main">
              <a:ext uri="{FF2B5EF4-FFF2-40B4-BE49-F238E27FC236}">
                <a16:creationId xmlns:a16="http://schemas.microsoft.com/office/drawing/2014/main" id="{7544D2C8-4490-4F78-AC91-590A9EF90B9F}"/>
              </a:ext>
            </a:extLst>
          </p:cNvPr>
          <p:cNvSpPr>
            <a:spLocks xmlns:a="http://schemas.openxmlformats.org/drawingml/2006/main" noGrp="1"/>
          </p:cNvSpPr>
          <p:nvPr/>
        </p:nvSpPr>
        <p:spPr>
          <a:xfrm xmlns:a="http://schemas.openxmlformats.org/drawingml/2006/main">
            <a:off x="4933950" y="5372100"/>
            <a:ext cx="1581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条可治理价值缺口</a:t>
            </a:r>
          </a:p>
        </p:txBody>
      </p:sp>
      <p:sp>
        <p:nvSpPr>
          <p:cNvPr id="107" name="">
            <a:extLst xmlns:a="http://schemas.openxmlformats.org/drawingml/2006/main">
              <a:ext uri="{FF2B5EF4-FFF2-40B4-BE49-F238E27FC236}">
                <a16:creationId xmlns:a16="http://schemas.microsoft.com/office/drawing/2014/main" id="{EEC5B0FD-DEC9-430D-88AD-1D9D4315D770}"/>
              </a:ext>
            </a:extLst>
          </p:cNvPr>
          <p:cNvSpPr>
            <a:spLocks xmlns:a="http://schemas.openxmlformats.org/drawingml/2006/main" noGrp="1"/>
          </p:cNvSpPr>
          <p:nvPr/>
        </p:nvSpPr>
        <p:spPr>
          <a:xfrm xmlns:a="http://schemas.openxmlformats.org/drawingml/2006/main">
            <a:off x="819150" y="5962650"/>
            <a:ext cx="5143500" cy="14478"/>
          </a:xfrm>
          <a:prstGeom xmlns:a="http://schemas.openxmlformats.org/drawingml/2006/main" prst="rect">
            <a:avLst/>
          </a:prstGeom>
          <a:gradFill xmlns:a="http://schemas.openxmlformats.org/drawingml/2006/main">
            <a:gsLst>
              <a:gs pos="0">
                <a:srgbClr val="4FD8FF"/>
              </a:gs>
              <a:gs pos="100000">
                <a:srgbClr val="4FD8FF">
                  <a:alpha val="0"/>
                </a:srgbClr>
              </a:gs>
            </a:gsLst>
            <a:lin ang="0"/>
          </a:gradFill>
          <a:ln xmlns:a="http://schemas.openxmlformats.org/drawingml/2006/main">
            <a:noFill/>
          </a:ln>
        </p:spPr>
      </p:sp>
      <p:sp>
        <p:nvSpPr>
          <p:cNvPr id="108" name="">
            <a:extLst xmlns:a="http://schemas.openxmlformats.org/drawingml/2006/main">
              <a:ext uri="{FF2B5EF4-FFF2-40B4-BE49-F238E27FC236}">
                <a16:creationId xmlns:a16="http://schemas.microsoft.com/office/drawing/2014/main" id="{B28B8953-A0B6-42C4-B1A8-E25E3E0D5FA8}"/>
              </a:ext>
            </a:extLst>
          </p:cNvPr>
          <p:cNvSpPr>
            <a:spLocks xmlns:a="http://schemas.openxmlformats.org/drawingml/2006/main" noGrp="1"/>
          </p:cNvSpPr>
          <p:nvPr/>
        </p:nvSpPr>
        <p:spPr>
          <a:xfrm xmlns:a="http://schemas.openxmlformats.org/drawingml/2006/main">
            <a:off x="819150" y="6096000"/>
            <a:ext cx="24765" cy="24765"/>
          </a:xfrm>
          <a:prstGeom xmlns:a="http://schemas.openxmlformats.org/drawingml/2006/main" prst="ellipse">
            <a:avLst/>
          </a:prstGeom>
          <a:solidFill xmlns:a="http://schemas.openxmlformats.org/drawingml/2006/main">
            <a:srgbClr val="4FD8FF">
              <a:alpha val="60000"/>
            </a:srgbClr>
          </a:solidFill>
          <a:ln xmlns:a="http://schemas.openxmlformats.org/drawingml/2006/main">
            <a:noFill/>
          </a:ln>
        </p:spPr>
      </p:sp>
      <p:sp>
        <p:nvSpPr>
          <p:cNvPr id="109" name="">
            <a:extLst xmlns:a="http://schemas.openxmlformats.org/drawingml/2006/main">
              <a:ext uri="{FF2B5EF4-FFF2-40B4-BE49-F238E27FC236}">
                <a16:creationId xmlns:a16="http://schemas.microsoft.com/office/drawing/2014/main" id="{A5E0D60B-3C71-45F1-B690-9B3E1BC690D7}"/>
              </a:ext>
            </a:extLst>
          </p:cNvPr>
          <p:cNvSpPr>
            <a:spLocks xmlns:a="http://schemas.openxmlformats.org/drawingml/2006/main" noGrp="1"/>
          </p:cNvSpPr>
          <p:nvPr/>
        </p:nvSpPr>
        <p:spPr>
          <a:xfrm xmlns:a="http://schemas.openxmlformats.org/drawingml/2006/main">
            <a:off x="885825" y="6096000"/>
            <a:ext cx="24765" cy="24765"/>
          </a:xfrm>
          <a:prstGeom xmlns:a="http://schemas.openxmlformats.org/drawingml/2006/main" prst="ellipse">
            <a:avLst/>
          </a:prstGeom>
          <a:solidFill xmlns:a="http://schemas.openxmlformats.org/drawingml/2006/main">
            <a:srgbClr val="4FD8FF">
              <a:alpha val="60000"/>
            </a:srgbClr>
          </a:solidFill>
          <a:ln xmlns:a="http://schemas.openxmlformats.org/drawingml/2006/main">
            <a:noFill/>
          </a:ln>
        </p:spPr>
      </p:sp>
      <p:sp>
        <p:nvSpPr>
          <p:cNvPr id="110" name="">
            <a:extLst xmlns:a="http://schemas.openxmlformats.org/drawingml/2006/main">
              <a:ext uri="{FF2B5EF4-FFF2-40B4-BE49-F238E27FC236}">
                <a16:creationId xmlns:a16="http://schemas.microsoft.com/office/drawing/2014/main" id="{AFEA5748-27C1-4DFD-A2D1-F9E2279CC94D}"/>
              </a:ext>
            </a:extLst>
          </p:cNvPr>
          <p:cNvSpPr>
            <a:spLocks xmlns:a="http://schemas.openxmlformats.org/drawingml/2006/main" noGrp="1"/>
          </p:cNvSpPr>
          <p:nvPr/>
        </p:nvSpPr>
        <p:spPr>
          <a:xfrm xmlns:a="http://schemas.openxmlformats.org/drawingml/2006/main">
            <a:off x="952500" y="6096000"/>
            <a:ext cx="24765" cy="24765"/>
          </a:xfrm>
          <a:prstGeom xmlns:a="http://schemas.openxmlformats.org/drawingml/2006/main" prst="ellipse">
            <a:avLst/>
          </a:prstGeom>
          <a:solidFill xmlns:a="http://schemas.openxmlformats.org/drawingml/2006/main">
            <a:srgbClr val="4FD8FF">
              <a:alpha val="60000"/>
            </a:srgbClr>
          </a:solidFill>
          <a:ln xmlns:a="http://schemas.openxmlformats.org/drawingml/2006/main">
            <a:noFill/>
          </a:ln>
        </p:spPr>
      </p:sp>
    </p:spTree>
    <p:extLst>
      <p:ext uri="{BB962C8B-B14F-4D97-AF65-F5344CB8AC3E}">
        <p14:creationId xmlns:p14="http://schemas.microsoft.com/office/powerpoint/2010/main" val="488338686"/>
      </p:ext>
    </p:extLst>
  </p:cSld>
</p:sld>
</file>

<file path=ppt/slides/slide4.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f086e986ace54d29"/>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D9C31EC-645D-4E15-BE13-7CF7E164ED2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AAD21136-BBE9-4AAC-8ADA-40FBE70CDA8E}"/>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34C376B7-E6EF-49C0-AD29-BBF1F2A218C8}"/>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B287BA60-FC64-4CEF-A15E-60F503838224}"/>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B400CB1C-FB25-4068-820B-AC5C271CE70B}"/>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E77BDBCD-3EFB-4A31-A418-81C7B14FECD4}"/>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ABB29A73-CC7B-4FC5-98C4-ACB5EA4F7D5B}"/>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72A83181-ECA0-45F4-98C1-51695779BF84}"/>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225DDCA2-A831-488F-859E-B43181A45501}"/>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4FD8FF">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B0B3825E-624A-41C0-BA32-C9A05000686F}"/>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4FD8FF">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BAD97F64-5173-4B19-A626-E752B85AD0D2}"/>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6F47B977-5BEC-4945-AEC8-6B6C77D3ADC6}"/>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4FD8FF"/>
                </a:solidFill>
                <a:latin typeface="微软雅黑"/>
                <a:ea typeface="微软雅黑"/>
                <a:cs typeface="微软雅黑"/>
              </a:defRPr>
            </a:pPr>
            <a:r>
              <a:rPr sz="863" b="1" spc="1">
                <a:solidFill>
                  <a:srgbClr val="4FD8FF"/>
                </a:solidFill>
                <a:latin typeface="微软雅黑"/>
                <a:ea typeface="微软雅黑"/>
                <a:cs typeface="微软雅黑"/>
              </a:rPr>
              <a:t>01　</a:t>
            </a:r>
            <a:r>
              <a:rPr sz="863" b="1" spc="1">
                <a:solidFill>
                  <a:srgbClr val="4FD8FF"/>
                </a:solidFill>
                <a:latin typeface="微软雅黑"/>
                <a:ea typeface="微软雅黑"/>
                <a:cs typeface="微软雅黑"/>
              </a:rPr>
              <a:t>项目背景</a:t>
            </a:r>
          </a:p>
        </p:txBody>
      </p:sp>
      <p:sp>
        <p:nvSpPr>
          <p:cNvPr id="14" name="">
            <a:extLst xmlns:a="http://schemas.openxmlformats.org/drawingml/2006/main">
              <a:ext uri="{FF2B5EF4-FFF2-40B4-BE49-F238E27FC236}">
                <a16:creationId xmlns:a16="http://schemas.microsoft.com/office/drawing/2014/main" id="{64F8C1A2-F5FA-45B1-B01A-F220C3A72E24}"/>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监管依据与检索范围</a:t>
            </a:r>
          </a:p>
        </p:txBody>
      </p:sp>
      <p:sp>
        <p:nvSpPr>
          <p:cNvPr id="15" name="">
            <a:extLst xmlns:a="http://schemas.openxmlformats.org/drawingml/2006/main">
              <a:ext uri="{FF2B5EF4-FFF2-40B4-BE49-F238E27FC236}">
                <a16:creationId xmlns:a16="http://schemas.microsoft.com/office/drawing/2014/main" id="{98D0E7AA-625F-400B-B32D-CAE69F05BD8F}"/>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C1C17BB9-EF08-492A-B6B7-77771DEB11E5}"/>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2363C289-FB7D-4313-911A-5BEC16FB7AAE}"/>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F4A53473-9830-4C21-B00B-286B67288D89}"/>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679832AE-8AB9-4035-85F3-59B717B069CB}"/>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培训是法定刚性项：依据来自法规条款、标准原文与需求方材料三类公开可查来源。</a:t>
            </a:r>
          </a:p>
        </p:txBody>
      </p:sp>
      <p:sp>
        <p:nvSpPr>
          <p:cNvPr id="20" name="">
            <a:extLst xmlns:a="http://schemas.openxmlformats.org/drawingml/2006/main">
              <a:ext uri="{FF2B5EF4-FFF2-40B4-BE49-F238E27FC236}">
                <a16:creationId xmlns:a16="http://schemas.microsoft.com/office/drawing/2014/main" id="{B4DF9260-8955-40EF-B3AE-D4CD6F9607EB}"/>
              </a:ext>
            </a:extLst>
          </p:cNvPr>
          <p:cNvSpPr>
            <a:spLocks xmlns:a="http://schemas.openxmlformats.org/drawingml/2006/main" noGrp="1"/>
          </p:cNvSpPr>
          <p:nvPr/>
        </p:nvSpPr>
        <p:spPr>
          <a:xfrm xmlns:a="http://schemas.openxmlformats.org/drawingml/2006/main">
            <a:off x="285750" y="1333500"/>
            <a:ext cx="5753100" cy="3390900"/>
          </a:xfrm>
          <a:prstGeom xmlns:a="http://schemas.openxmlformats.org/drawingml/2006/main" prst="roundRect">
            <a:avLst>
              <a:gd name="adj" fmla="val 2528"/>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1" name="">
            <a:extLst xmlns:a="http://schemas.openxmlformats.org/drawingml/2006/main">
              <a:ext uri="{FF2B5EF4-FFF2-40B4-BE49-F238E27FC236}">
                <a16:creationId xmlns:a16="http://schemas.microsoft.com/office/drawing/2014/main" id="{4742B255-930F-4FCF-8CE8-C619C48F591B}"/>
              </a:ext>
            </a:extLst>
          </p:cNvPr>
          <p:cNvSpPr>
            <a:spLocks xmlns:a="http://schemas.openxmlformats.org/drawingml/2006/main" noGrp="1"/>
          </p:cNvSpPr>
          <p:nvPr/>
        </p:nvSpPr>
        <p:spPr>
          <a:xfrm xmlns:a="http://schemas.openxmlformats.org/drawingml/2006/main">
            <a:off x="285750" y="1333500"/>
            <a:ext cx="5753100" cy="47625"/>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530DC25A-C2DC-4D06-A335-7C54ED3FEFD4}"/>
              </a:ext>
            </a:extLst>
          </p:cNvPr>
          <p:cNvSpPr>
            <a:spLocks xmlns:a="http://schemas.openxmlformats.org/drawingml/2006/main" noGrp="1"/>
          </p:cNvSpPr>
          <p:nvPr/>
        </p:nvSpPr>
        <p:spPr>
          <a:xfrm xmlns:a="http://schemas.openxmlformats.org/drawingml/2006/main">
            <a:off x="476250" y="1504950"/>
            <a:ext cx="53340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4FD8FF"/>
                </a:solidFill>
                <a:latin typeface="微软雅黑"/>
                <a:ea typeface="微软雅黑"/>
                <a:cs typeface="微软雅黑"/>
              </a:defRPr>
            </a:pPr>
            <a:r>
              <a:rPr sz="1275" b="1">
                <a:solidFill>
                  <a:srgbClr val="4FD8FF"/>
                </a:solidFill>
                <a:latin typeface="微软雅黑"/>
                <a:ea typeface="微软雅黑"/>
                <a:cs typeface="微软雅黑"/>
              </a:rPr>
              <a:t>一、法规依据：培训是法定刚性项，且有档案要求</a:t>
            </a:r>
          </a:p>
        </p:txBody>
      </p:sp>
      <p:sp>
        <p:nvSpPr>
          <p:cNvPr id="23" name="">
            <a:extLst xmlns:a="http://schemas.openxmlformats.org/drawingml/2006/main">
              <a:ext uri="{FF2B5EF4-FFF2-40B4-BE49-F238E27FC236}">
                <a16:creationId xmlns:a16="http://schemas.microsoft.com/office/drawing/2014/main" id="{1602C5F3-6D9A-4BEC-AEE1-572AB6A8919A}"/>
              </a:ext>
            </a:extLst>
          </p:cNvPr>
          <p:cNvSpPr>
            <a:spLocks xmlns:a="http://schemas.openxmlformats.org/drawingml/2006/main" noGrp="1"/>
          </p:cNvSpPr>
          <p:nvPr/>
        </p:nvSpPr>
        <p:spPr>
          <a:xfrm xmlns:a="http://schemas.openxmlformats.org/drawingml/2006/main">
            <a:off x="476250" y="1924050"/>
            <a:ext cx="5334000" cy="876300"/>
          </a:xfrm>
          <a:prstGeom xmlns:a="http://schemas.openxmlformats.org/drawingml/2006/main" prst="roundRect">
            <a:avLst>
              <a:gd name="adj" fmla="val 9783"/>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24" name="">
            <a:extLst xmlns:a="http://schemas.openxmlformats.org/drawingml/2006/main">
              <a:ext uri="{FF2B5EF4-FFF2-40B4-BE49-F238E27FC236}">
                <a16:creationId xmlns:a16="http://schemas.microsoft.com/office/drawing/2014/main" id="{088901E5-EEAB-41DE-BFF4-E1871F9B2864}"/>
              </a:ext>
            </a:extLst>
          </p:cNvPr>
          <p:cNvSpPr>
            <a:spLocks xmlns:a="http://schemas.openxmlformats.org/drawingml/2006/main" noGrp="1"/>
          </p:cNvSpPr>
          <p:nvPr/>
        </p:nvSpPr>
        <p:spPr>
          <a:xfrm xmlns:a="http://schemas.openxmlformats.org/drawingml/2006/main">
            <a:off x="609600" y="2019300"/>
            <a:ext cx="495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88" b="1">
                <a:solidFill>
                  <a:srgbClr val="FFD24A"/>
                </a:solidFill>
                <a:latin typeface="微软雅黑"/>
                <a:ea typeface="微软雅黑"/>
                <a:cs typeface="微软雅黑"/>
              </a:defRPr>
            </a:pPr>
            <a:r>
              <a:rPr sz="1088" b="1">
                <a:solidFill>
                  <a:srgbClr val="FFD24A"/>
                </a:solidFill>
                <a:latin typeface="微软雅黑"/>
                <a:ea typeface="微软雅黑"/>
                <a:cs typeface="微软雅黑"/>
              </a:rPr>
              <a:t>《安全生产法》</a:t>
            </a:r>
          </a:p>
        </p:txBody>
      </p:sp>
      <p:sp>
        <p:nvSpPr>
          <p:cNvPr id="25" name="">
            <a:extLst xmlns:a="http://schemas.openxmlformats.org/drawingml/2006/main">
              <a:ext uri="{FF2B5EF4-FFF2-40B4-BE49-F238E27FC236}">
                <a16:creationId xmlns:a16="http://schemas.microsoft.com/office/drawing/2014/main" id="{2BCED311-D9FA-4E38-ABE3-2A35F4F601C0}"/>
              </a:ext>
            </a:extLst>
          </p:cNvPr>
          <p:cNvSpPr>
            <a:spLocks xmlns:a="http://schemas.openxmlformats.org/drawingml/2006/main" noGrp="1"/>
          </p:cNvSpPr>
          <p:nvPr/>
        </p:nvSpPr>
        <p:spPr>
          <a:xfrm xmlns:a="http://schemas.openxmlformats.org/drawingml/2006/main">
            <a:off x="609600" y="2266950"/>
            <a:ext cx="506730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生产经营单位应当对从业人员进行安全生产教育和培训；未经培训合格的人员，不得上岗作业，并须如实记录培训情况。</a:t>
            </a:r>
          </a:p>
        </p:txBody>
      </p:sp>
      <p:sp>
        <p:nvSpPr>
          <p:cNvPr id="26" name="">
            <a:extLst xmlns:a="http://schemas.openxmlformats.org/drawingml/2006/main">
              <a:ext uri="{FF2B5EF4-FFF2-40B4-BE49-F238E27FC236}">
                <a16:creationId xmlns:a16="http://schemas.microsoft.com/office/drawing/2014/main" id="{07B9387E-B14F-40A8-A5EF-CDEBEEC5BDC0}"/>
              </a:ext>
            </a:extLst>
          </p:cNvPr>
          <p:cNvSpPr>
            <a:spLocks xmlns:a="http://schemas.openxmlformats.org/drawingml/2006/main" noGrp="1"/>
          </p:cNvSpPr>
          <p:nvPr/>
        </p:nvSpPr>
        <p:spPr>
          <a:xfrm xmlns:a="http://schemas.openxmlformats.org/drawingml/2006/main">
            <a:off x="476250" y="2914650"/>
            <a:ext cx="5334000" cy="876300"/>
          </a:xfrm>
          <a:prstGeom xmlns:a="http://schemas.openxmlformats.org/drawingml/2006/main" prst="roundRect">
            <a:avLst>
              <a:gd name="adj" fmla="val 9783"/>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27" name="">
            <a:extLst xmlns:a="http://schemas.openxmlformats.org/drawingml/2006/main">
              <a:ext uri="{FF2B5EF4-FFF2-40B4-BE49-F238E27FC236}">
                <a16:creationId xmlns:a16="http://schemas.microsoft.com/office/drawing/2014/main" id="{CB2AF2EA-EEB2-4927-B445-3DDD93AD1340}"/>
              </a:ext>
            </a:extLst>
          </p:cNvPr>
          <p:cNvSpPr>
            <a:spLocks xmlns:a="http://schemas.openxmlformats.org/drawingml/2006/main" noGrp="1"/>
          </p:cNvSpPr>
          <p:nvPr/>
        </p:nvSpPr>
        <p:spPr>
          <a:xfrm xmlns:a="http://schemas.openxmlformats.org/drawingml/2006/main">
            <a:off x="609600" y="3009900"/>
            <a:ext cx="495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88" b="1">
                <a:solidFill>
                  <a:srgbClr val="FFD24A"/>
                </a:solidFill>
                <a:latin typeface="微软雅黑"/>
                <a:ea typeface="微软雅黑"/>
                <a:cs typeface="微软雅黑"/>
              </a:defRPr>
            </a:pPr>
            <a:r>
              <a:rPr sz="1088" b="1">
                <a:solidFill>
                  <a:srgbClr val="FFD24A"/>
                </a:solidFill>
                <a:latin typeface="微软雅黑"/>
                <a:ea typeface="微软雅黑"/>
                <a:cs typeface="微软雅黑"/>
              </a:rPr>
              <a:t>《生产经营单位安全培训规定》</a:t>
            </a:r>
          </a:p>
        </p:txBody>
      </p:sp>
      <p:sp>
        <p:nvSpPr>
          <p:cNvPr id="28" name="">
            <a:extLst xmlns:a="http://schemas.openxmlformats.org/drawingml/2006/main">
              <a:ext uri="{FF2B5EF4-FFF2-40B4-BE49-F238E27FC236}">
                <a16:creationId xmlns:a16="http://schemas.microsoft.com/office/drawing/2014/main" id="{49E9F62C-A202-472A-AF0D-C46FCFBFFC8A}"/>
              </a:ext>
            </a:extLst>
          </p:cNvPr>
          <p:cNvSpPr>
            <a:spLocks xmlns:a="http://schemas.openxmlformats.org/drawingml/2006/main" noGrp="1"/>
          </p:cNvSpPr>
          <p:nvPr/>
        </p:nvSpPr>
        <p:spPr>
          <a:xfrm xmlns:a="http://schemas.openxmlformats.org/drawingml/2006/main">
            <a:off x="609600" y="3257550"/>
            <a:ext cx="506730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对初次安全培训与每年再培训的学时设有下限；应当建立安全培训档案，如实记录培训时间、内容与考核结果。</a:t>
            </a:r>
          </a:p>
        </p:txBody>
      </p:sp>
      <p:sp>
        <p:nvSpPr>
          <p:cNvPr id="29" name="">
            <a:extLst xmlns:a="http://schemas.openxmlformats.org/drawingml/2006/main">
              <a:ext uri="{FF2B5EF4-FFF2-40B4-BE49-F238E27FC236}">
                <a16:creationId xmlns:a16="http://schemas.microsoft.com/office/drawing/2014/main" id="{99A5AE38-C75A-4773-9623-8C377255FD26}"/>
              </a:ext>
            </a:extLst>
          </p:cNvPr>
          <p:cNvSpPr>
            <a:spLocks xmlns:a="http://schemas.openxmlformats.org/drawingml/2006/main" noGrp="1"/>
          </p:cNvSpPr>
          <p:nvPr/>
        </p:nvSpPr>
        <p:spPr>
          <a:xfrm xmlns:a="http://schemas.openxmlformats.org/drawingml/2006/main">
            <a:off x="476250" y="3943350"/>
            <a:ext cx="5334000" cy="628650"/>
          </a:xfrm>
          <a:prstGeom xmlns:a="http://schemas.openxmlformats.org/drawingml/2006/main" prst="roundRect">
            <a:avLst>
              <a:gd name="adj" fmla="val 13636"/>
            </a:avLst>
          </a:prstGeom>
          <a:solidFill xmlns:a="http://schemas.openxmlformats.org/drawingml/2006/main">
            <a:srgbClr val="7A5A1A">
              <a:alpha val="70000"/>
            </a:srgbClr>
          </a:solidFill>
          <a:ln xmlns:a="http://schemas.openxmlformats.org/drawingml/2006/main" w="11430">
            <a:solidFill>
              <a:srgbClr val="FFD24A"/>
            </a:solidFill>
            <a:prstDash val="solid"/>
          </a:ln>
        </p:spPr>
      </p:sp>
      <p:sp>
        <p:nvSpPr>
          <p:cNvPr id="30" name="">
            <a:extLst xmlns:a="http://schemas.openxmlformats.org/drawingml/2006/main">
              <a:ext uri="{FF2B5EF4-FFF2-40B4-BE49-F238E27FC236}">
                <a16:creationId xmlns:a16="http://schemas.microsoft.com/office/drawing/2014/main" id="{E2766263-7F94-442D-8E4B-1621B776E87B}"/>
              </a:ext>
            </a:extLst>
          </p:cNvPr>
          <p:cNvSpPr>
            <a:spLocks xmlns:a="http://schemas.openxmlformats.org/drawingml/2006/main" noGrp="1"/>
          </p:cNvSpPr>
          <p:nvPr/>
        </p:nvSpPr>
        <p:spPr>
          <a:xfrm xmlns:a="http://schemas.openxmlformats.org/drawingml/2006/main">
            <a:off x="609600" y="3943350"/>
            <a:ext cx="5067300" cy="628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975" b="1">
                <a:solidFill>
                  <a:srgbClr val="FFFFFF"/>
                </a:solidFill>
                <a:latin typeface="微软雅黑"/>
                <a:ea typeface="微软雅黑"/>
                <a:cs typeface="微软雅黑"/>
              </a:defRPr>
            </a:pPr>
            <a:r>
              <a:rPr sz="975" b="1">
                <a:solidFill>
                  <a:srgbClr val="FFFFFF"/>
                </a:solidFill>
                <a:latin typeface="微软雅黑"/>
                <a:ea typeface="微软雅黑"/>
                <a:cs typeface="微软雅黑"/>
              </a:rPr>
              <a:t>监管检查的共同要求：培训要有记录、考核要有结果、上岗要有依据</a:t>
            </a:r>
            <a:r>
              <a:rPr sz="975" b="1">
                <a:solidFill>
                  <a:srgbClr val="FFFFFF"/>
                </a:solidFill>
                <a:latin typeface="微软雅黑"/>
                <a:ea typeface="微软雅黑"/>
                <a:cs typeface="微软雅黑"/>
              </a:rPr>
              <a:t>——</a:t>
            </a:r>
            <a:r>
              <a:rPr sz="975" b="1">
                <a:solidFill>
                  <a:srgbClr val="FFFFFF"/>
                </a:solidFill>
                <a:latin typeface="微软雅黑"/>
                <a:ea typeface="微软雅黑"/>
                <a:cs typeface="微软雅黑"/>
              </a:rPr>
              <a:t>三项都指向同一件事：能力数据必须可查。</a:t>
            </a:r>
          </a:p>
        </p:txBody>
      </p:sp>
      <p:sp>
        <p:nvSpPr>
          <p:cNvPr id="31" name="">
            <a:extLst xmlns:a="http://schemas.openxmlformats.org/drawingml/2006/main">
              <a:ext uri="{FF2B5EF4-FFF2-40B4-BE49-F238E27FC236}">
                <a16:creationId xmlns:a16="http://schemas.microsoft.com/office/drawing/2014/main" id="{A29D2AD0-364D-4C15-AEE8-29D495962201}"/>
              </a:ext>
            </a:extLst>
          </p:cNvPr>
          <p:cNvSpPr>
            <a:spLocks xmlns:a="http://schemas.openxmlformats.org/drawingml/2006/main" noGrp="1"/>
          </p:cNvSpPr>
          <p:nvPr/>
        </p:nvSpPr>
        <p:spPr>
          <a:xfrm xmlns:a="http://schemas.openxmlformats.org/drawingml/2006/main">
            <a:off x="6153150" y="1333500"/>
            <a:ext cx="5753100" cy="3390900"/>
          </a:xfrm>
          <a:prstGeom xmlns:a="http://schemas.openxmlformats.org/drawingml/2006/main" prst="roundRect">
            <a:avLst>
              <a:gd name="adj" fmla="val 2528"/>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2" name="">
            <a:extLst xmlns:a="http://schemas.openxmlformats.org/drawingml/2006/main">
              <a:ext uri="{FF2B5EF4-FFF2-40B4-BE49-F238E27FC236}">
                <a16:creationId xmlns:a16="http://schemas.microsoft.com/office/drawing/2014/main" id="{AB8981C0-895F-46AA-B157-8E6A349CC3B2}"/>
              </a:ext>
            </a:extLst>
          </p:cNvPr>
          <p:cNvSpPr>
            <a:spLocks xmlns:a="http://schemas.openxmlformats.org/drawingml/2006/main" noGrp="1"/>
          </p:cNvSpPr>
          <p:nvPr/>
        </p:nvSpPr>
        <p:spPr>
          <a:xfrm xmlns:a="http://schemas.openxmlformats.org/drawingml/2006/main">
            <a:off x="6153150" y="1333500"/>
            <a:ext cx="5753100" cy="47625"/>
          </a:xfrm>
          <a:prstGeom xmlns:a="http://schemas.openxmlformats.org/drawingml/2006/main" prst="rect">
            <a:avLst/>
          </a:prstGeom>
          <a:solidFill xmlns:a="http://schemas.openxmlformats.org/drawingml/2006/main">
            <a:srgbClr val="4FE0C8"/>
          </a:solidFill>
          <a:ln xmlns:a="http://schemas.openxmlformats.org/drawingml/2006/main">
            <a:noFill/>
          </a:ln>
        </p:spPr>
      </p:sp>
      <p:sp>
        <p:nvSpPr>
          <p:cNvPr id="33" name="">
            <a:extLst xmlns:a="http://schemas.openxmlformats.org/drawingml/2006/main">
              <a:ext uri="{FF2B5EF4-FFF2-40B4-BE49-F238E27FC236}">
                <a16:creationId xmlns:a16="http://schemas.microsoft.com/office/drawing/2014/main" id="{E1DD226F-2146-4B9B-9E8F-963B9B5DEA65}"/>
              </a:ext>
            </a:extLst>
          </p:cNvPr>
          <p:cNvSpPr>
            <a:spLocks xmlns:a="http://schemas.openxmlformats.org/drawingml/2006/main" noGrp="1"/>
          </p:cNvSpPr>
          <p:nvPr/>
        </p:nvSpPr>
        <p:spPr>
          <a:xfrm xmlns:a="http://schemas.openxmlformats.org/drawingml/2006/main">
            <a:off x="6343650" y="1504950"/>
            <a:ext cx="53340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4FE0C8"/>
                </a:solidFill>
                <a:latin typeface="微软雅黑"/>
                <a:ea typeface="微软雅黑"/>
                <a:cs typeface="微软雅黑"/>
              </a:defRPr>
            </a:pPr>
            <a:r>
              <a:rPr sz="1275" b="1">
                <a:solidFill>
                  <a:srgbClr val="4FE0C8"/>
                </a:solidFill>
                <a:latin typeface="微软雅黑"/>
                <a:ea typeface="微软雅黑"/>
                <a:cs typeface="微软雅黑"/>
              </a:rPr>
              <a:t>二、依据清单与检索范围（公开可查）</a:t>
            </a:r>
          </a:p>
        </p:txBody>
      </p:sp>
      <p:sp>
        <p:nvSpPr>
          <p:cNvPr id="34" name="">
            <a:extLst xmlns:a="http://schemas.openxmlformats.org/drawingml/2006/main">
              <a:ext uri="{FF2B5EF4-FFF2-40B4-BE49-F238E27FC236}">
                <a16:creationId xmlns:a16="http://schemas.microsoft.com/office/drawing/2014/main" id="{26DCF3B6-7785-4F65-BC38-4F38349536F8}"/>
              </a:ext>
            </a:extLst>
          </p:cNvPr>
          <p:cNvSpPr>
            <a:spLocks xmlns:a="http://schemas.openxmlformats.org/drawingml/2006/main" noGrp="1"/>
          </p:cNvSpPr>
          <p:nvPr/>
        </p:nvSpPr>
        <p:spPr>
          <a:xfrm xmlns:a="http://schemas.openxmlformats.org/drawingml/2006/main">
            <a:off x="6343650" y="1924050"/>
            <a:ext cx="5372100" cy="438150"/>
          </a:xfrm>
          <a:prstGeom xmlns:a="http://schemas.openxmlformats.org/drawingml/2006/main" prst="roundRect">
            <a:avLst>
              <a:gd name="adj" fmla="val 19565"/>
            </a:avLst>
          </a:prstGeom>
          <a:gradFill xmlns:a="http://schemas.openxmlformats.org/drawingml/2006/main">
            <a:gsLst>
              <a:gs pos="0">
                <a:srgbClr val="295EA2"/>
              </a:gs>
              <a:gs pos="62000">
                <a:srgbClr val="0E4A96"/>
              </a:gs>
              <a:gs pos="100000">
                <a:srgbClr val="0B3A75"/>
              </a:gs>
            </a:gsLst>
            <a:lin ang="8100000"/>
          </a:gradFill>
          <a:ln xmlns:a="http://schemas.openxmlformats.org/drawingml/2006/main" w="9525">
            <a:solidFill>
              <a:srgbClr val="5FA8E8"/>
            </a:solidFill>
            <a:prstDash val="solid"/>
          </a:ln>
        </p:spPr>
      </p:sp>
      <p:sp>
        <p:nvSpPr>
          <p:cNvPr id="35" name="">
            <a:extLst xmlns:a="http://schemas.openxmlformats.org/drawingml/2006/main">
              <a:ext uri="{FF2B5EF4-FFF2-40B4-BE49-F238E27FC236}">
                <a16:creationId xmlns:a16="http://schemas.microsoft.com/office/drawing/2014/main" id="{56D9527C-A1B5-4F5B-9A7B-A219451EF5D9}"/>
              </a:ext>
            </a:extLst>
          </p:cNvPr>
          <p:cNvSpPr>
            <a:spLocks xmlns:a="http://schemas.openxmlformats.org/drawingml/2006/main" noGrp="1"/>
          </p:cNvSpPr>
          <p:nvPr/>
        </p:nvSpPr>
        <p:spPr>
          <a:xfrm xmlns:a="http://schemas.openxmlformats.org/drawingml/2006/main">
            <a:off x="6477000" y="1924050"/>
            <a:ext cx="11811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9FE6FF"/>
                </a:solidFill>
                <a:latin typeface="微软雅黑"/>
                <a:ea typeface="微软雅黑"/>
                <a:cs typeface="微软雅黑"/>
              </a:defRPr>
            </a:pPr>
            <a:r>
              <a:rPr sz="975" b="1">
                <a:solidFill>
                  <a:srgbClr val="9FE6FF"/>
                </a:solidFill>
                <a:latin typeface="微软雅黑"/>
                <a:ea typeface="微软雅黑"/>
                <a:cs typeface="微软雅黑"/>
              </a:rPr>
              <a:t>国家标准</a:t>
            </a:r>
          </a:p>
        </p:txBody>
      </p:sp>
      <p:sp>
        <p:nvSpPr>
          <p:cNvPr id="36" name="">
            <a:extLst xmlns:a="http://schemas.openxmlformats.org/drawingml/2006/main">
              <a:ext uri="{FF2B5EF4-FFF2-40B4-BE49-F238E27FC236}">
                <a16:creationId xmlns:a16="http://schemas.microsoft.com/office/drawing/2014/main" id="{8E2920DC-183F-4C5F-9A95-3774404337D3}"/>
              </a:ext>
            </a:extLst>
          </p:cNvPr>
          <p:cNvSpPr>
            <a:spLocks xmlns:a="http://schemas.openxmlformats.org/drawingml/2006/main" noGrp="1"/>
          </p:cNvSpPr>
          <p:nvPr/>
        </p:nvSpPr>
        <p:spPr>
          <a:xfrm xmlns:a="http://schemas.openxmlformats.org/drawingml/2006/main">
            <a:off x="7715250" y="1924050"/>
            <a:ext cx="386715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国家标准全文公开系统（</a:t>
            </a:r>
            <a:r>
              <a:rPr sz="938" b="0">
                <a:solidFill>
                  <a:srgbClr val="EEF5FF"/>
                </a:solidFill>
                <a:latin typeface="微软雅黑"/>
                <a:ea typeface="微软雅黑"/>
                <a:cs typeface="微软雅黑"/>
              </a:rPr>
              <a:t>GB / GBZ / GB/T </a:t>
            </a:r>
            <a:r>
              <a:rPr sz="938" b="0">
                <a:solidFill>
                  <a:srgbClr val="EEF5FF"/>
                </a:solidFill>
                <a:latin typeface="微软雅黑"/>
                <a:ea typeface="微软雅黑"/>
                <a:cs typeface="微软雅黑"/>
              </a:rPr>
              <a:t>系列）</a:t>
            </a:r>
          </a:p>
        </p:txBody>
      </p:sp>
      <p:sp>
        <p:nvSpPr>
          <p:cNvPr id="37" name="">
            <a:extLst xmlns:a="http://schemas.openxmlformats.org/drawingml/2006/main">
              <a:ext uri="{FF2B5EF4-FFF2-40B4-BE49-F238E27FC236}">
                <a16:creationId xmlns:a16="http://schemas.microsoft.com/office/drawing/2014/main" id="{4324C1A1-F8D9-4AAD-AB7D-6BD61CC40565}"/>
              </a:ext>
            </a:extLst>
          </p:cNvPr>
          <p:cNvSpPr>
            <a:spLocks xmlns:a="http://schemas.openxmlformats.org/drawingml/2006/main" noGrp="1"/>
          </p:cNvSpPr>
          <p:nvPr/>
        </p:nvSpPr>
        <p:spPr>
          <a:xfrm xmlns:a="http://schemas.openxmlformats.org/drawingml/2006/main">
            <a:off x="6343650" y="2457450"/>
            <a:ext cx="5372100" cy="438150"/>
          </a:xfrm>
          <a:prstGeom xmlns:a="http://schemas.openxmlformats.org/drawingml/2006/main" prst="roundRect">
            <a:avLst>
              <a:gd name="adj" fmla="val 19565"/>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38" name="">
            <a:extLst xmlns:a="http://schemas.openxmlformats.org/drawingml/2006/main">
              <a:ext uri="{FF2B5EF4-FFF2-40B4-BE49-F238E27FC236}">
                <a16:creationId xmlns:a16="http://schemas.microsoft.com/office/drawing/2014/main" id="{83E7B1AA-4BD3-46CB-B113-7943F225315D}"/>
              </a:ext>
            </a:extLst>
          </p:cNvPr>
          <p:cNvSpPr>
            <a:spLocks xmlns:a="http://schemas.openxmlformats.org/drawingml/2006/main" noGrp="1"/>
          </p:cNvSpPr>
          <p:nvPr/>
        </p:nvSpPr>
        <p:spPr>
          <a:xfrm xmlns:a="http://schemas.openxmlformats.org/drawingml/2006/main">
            <a:off x="6477000" y="2457450"/>
            <a:ext cx="11811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9FE6FF"/>
                </a:solidFill>
                <a:latin typeface="微软雅黑"/>
                <a:ea typeface="微软雅黑"/>
                <a:cs typeface="微软雅黑"/>
              </a:defRPr>
            </a:pPr>
            <a:r>
              <a:rPr sz="975" b="1">
                <a:solidFill>
                  <a:srgbClr val="9FE6FF"/>
                </a:solidFill>
                <a:latin typeface="微软雅黑"/>
                <a:ea typeface="微软雅黑"/>
                <a:cs typeface="微软雅黑"/>
              </a:rPr>
              <a:t>行业标准</a:t>
            </a:r>
          </a:p>
        </p:txBody>
      </p:sp>
      <p:sp>
        <p:nvSpPr>
          <p:cNvPr id="39" name="">
            <a:extLst xmlns:a="http://schemas.openxmlformats.org/drawingml/2006/main">
              <a:ext uri="{FF2B5EF4-FFF2-40B4-BE49-F238E27FC236}">
                <a16:creationId xmlns:a16="http://schemas.microsoft.com/office/drawing/2014/main" id="{A7A664CB-88CD-4074-B552-A713580B4F14}"/>
              </a:ext>
            </a:extLst>
          </p:cNvPr>
          <p:cNvSpPr>
            <a:spLocks xmlns:a="http://schemas.openxmlformats.org/drawingml/2006/main" noGrp="1"/>
          </p:cNvSpPr>
          <p:nvPr/>
        </p:nvSpPr>
        <p:spPr>
          <a:xfrm xmlns:a="http://schemas.openxmlformats.org/drawingml/2006/main">
            <a:off x="7715250" y="2457450"/>
            <a:ext cx="386715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电力行业标准 </a:t>
            </a:r>
            <a:r>
              <a:rPr sz="938" b="0">
                <a:solidFill>
                  <a:srgbClr val="EEF5FF"/>
                </a:solidFill>
                <a:latin typeface="微软雅黑"/>
                <a:ea typeface="微软雅黑"/>
                <a:cs typeface="微软雅黑"/>
              </a:rPr>
              <a:t>DL/T </a:t>
            </a:r>
            <a:r>
              <a:rPr sz="938" b="0">
                <a:solidFill>
                  <a:srgbClr val="EEF5FF"/>
                </a:solidFill>
                <a:latin typeface="微软雅黑"/>
                <a:ea typeface="微软雅黑"/>
                <a:cs typeface="微软雅黑"/>
              </a:rPr>
              <a:t>系列（六氟化硫防护、预防性试验等）</a:t>
            </a:r>
          </a:p>
        </p:txBody>
      </p:sp>
      <p:sp>
        <p:nvSpPr>
          <p:cNvPr id="40" name="">
            <a:extLst xmlns:a="http://schemas.openxmlformats.org/drawingml/2006/main">
              <a:ext uri="{FF2B5EF4-FFF2-40B4-BE49-F238E27FC236}">
                <a16:creationId xmlns:a16="http://schemas.microsoft.com/office/drawing/2014/main" id="{9C04EBE8-BDA1-40F0-8819-3338F01AE20F}"/>
              </a:ext>
            </a:extLst>
          </p:cNvPr>
          <p:cNvSpPr>
            <a:spLocks xmlns:a="http://schemas.openxmlformats.org/drawingml/2006/main" noGrp="1"/>
          </p:cNvSpPr>
          <p:nvPr/>
        </p:nvSpPr>
        <p:spPr>
          <a:xfrm xmlns:a="http://schemas.openxmlformats.org/drawingml/2006/main">
            <a:off x="6343650" y="2990850"/>
            <a:ext cx="5372100" cy="438150"/>
          </a:xfrm>
          <a:prstGeom xmlns:a="http://schemas.openxmlformats.org/drawingml/2006/main" prst="roundRect">
            <a:avLst>
              <a:gd name="adj" fmla="val 19565"/>
            </a:avLst>
          </a:prstGeom>
          <a:gradFill xmlns:a="http://schemas.openxmlformats.org/drawingml/2006/main">
            <a:gsLst>
              <a:gs pos="0">
                <a:srgbClr val="295EA2"/>
              </a:gs>
              <a:gs pos="62000">
                <a:srgbClr val="0E4A96"/>
              </a:gs>
              <a:gs pos="100000">
                <a:srgbClr val="0B3A75"/>
              </a:gs>
            </a:gsLst>
            <a:lin ang="8100000"/>
          </a:gradFill>
          <a:ln xmlns:a="http://schemas.openxmlformats.org/drawingml/2006/main" w="9525">
            <a:solidFill>
              <a:srgbClr val="5FA8E8"/>
            </a:solidFill>
            <a:prstDash val="solid"/>
          </a:ln>
        </p:spPr>
      </p:sp>
      <p:sp>
        <p:nvSpPr>
          <p:cNvPr id="41" name="">
            <a:extLst xmlns:a="http://schemas.openxmlformats.org/drawingml/2006/main">
              <a:ext uri="{FF2B5EF4-FFF2-40B4-BE49-F238E27FC236}">
                <a16:creationId xmlns:a16="http://schemas.microsoft.com/office/drawing/2014/main" id="{3B91955A-3BA0-49D5-9125-1797B5469CFC}"/>
              </a:ext>
            </a:extLst>
          </p:cNvPr>
          <p:cNvSpPr>
            <a:spLocks xmlns:a="http://schemas.openxmlformats.org/drawingml/2006/main" noGrp="1"/>
          </p:cNvSpPr>
          <p:nvPr/>
        </p:nvSpPr>
        <p:spPr>
          <a:xfrm xmlns:a="http://schemas.openxmlformats.org/drawingml/2006/main">
            <a:off x="6477000" y="2990850"/>
            <a:ext cx="11811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9FE6FF"/>
                </a:solidFill>
                <a:latin typeface="微软雅黑"/>
                <a:ea typeface="微软雅黑"/>
                <a:cs typeface="微软雅黑"/>
              </a:defRPr>
            </a:pPr>
            <a:r>
              <a:rPr sz="975" b="1">
                <a:solidFill>
                  <a:srgbClr val="9FE6FF"/>
                </a:solidFill>
                <a:latin typeface="微软雅黑"/>
                <a:ea typeface="微软雅黑"/>
                <a:cs typeface="微软雅黑"/>
              </a:rPr>
              <a:t>法规规章</a:t>
            </a:r>
          </a:p>
        </p:txBody>
      </p:sp>
      <p:sp>
        <p:nvSpPr>
          <p:cNvPr id="42" name="">
            <a:extLst xmlns:a="http://schemas.openxmlformats.org/drawingml/2006/main">
              <a:ext uri="{FF2B5EF4-FFF2-40B4-BE49-F238E27FC236}">
                <a16:creationId xmlns:a16="http://schemas.microsoft.com/office/drawing/2014/main" id="{150903EA-B866-4CF2-A3DE-975060615260}"/>
              </a:ext>
            </a:extLst>
          </p:cNvPr>
          <p:cNvSpPr>
            <a:spLocks xmlns:a="http://schemas.openxmlformats.org/drawingml/2006/main" noGrp="1"/>
          </p:cNvSpPr>
          <p:nvPr/>
        </p:nvSpPr>
        <p:spPr>
          <a:xfrm xmlns:a="http://schemas.openxmlformats.org/drawingml/2006/main">
            <a:off x="7715250" y="2990850"/>
            <a:ext cx="386715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应急管理部规章与安全生产法律法规数据库</a:t>
            </a:r>
          </a:p>
        </p:txBody>
      </p:sp>
      <p:sp>
        <p:nvSpPr>
          <p:cNvPr id="43" name="">
            <a:extLst xmlns:a="http://schemas.openxmlformats.org/drawingml/2006/main">
              <a:ext uri="{FF2B5EF4-FFF2-40B4-BE49-F238E27FC236}">
                <a16:creationId xmlns:a16="http://schemas.microsoft.com/office/drawing/2014/main" id="{01FE3E11-89BE-4135-BE99-0354AE07D3AB}"/>
              </a:ext>
            </a:extLst>
          </p:cNvPr>
          <p:cNvSpPr>
            <a:spLocks xmlns:a="http://schemas.openxmlformats.org/drawingml/2006/main" noGrp="1"/>
          </p:cNvSpPr>
          <p:nvPr/>
        </p:nvSpPr>
        <p:spPr>
          <a:xfrm xmlns:a="http://schemas.openxmlformats.org/drawingml/2006/main">
            <a:off x="6343650" y="3524250"/>
            <a:ext cx="5372100" cy="438150"/>
          </a:xfrm>
          <a:prstGeom xmlns:a="http://schemas.openxmlformats.org/drawingml/2006/main" prst="roundRect">
            <a:avLst>
              <a:gd name="adj" fmla="val 19565"/>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44" name="">
            <a:extLst xmlns:a="http://schemas.openxmlformats.org/drawingml/2006/main">
              <a:ext uri="{FF2B5EF4-FFF2-40B4-BE49-F238E27FC236}">
                <a16:creationId xmlns:a16="http://schemas.microsoft.com/office/drawing/2014/main" id="{362A40CB-2515-4406-9333-EB1036D1A5D6}"/>
              </a:ext>
            </a:extLst>
          </p:cNvPr>
          <p:cNvSpPr>
            <a:spLocks xmlns:a="http://schemas.openxmlformats.org/drawingml/2006/main" noGrp="1"/>
          </p:cNvSpPr>
          <p:nvPr/>
        </p:nvSpPr>
        <p:spPr>
          <a:xfrm xmlns:a="http://schemas.openxmlformats.org/drawingml/2006/main">
            <a:off x="6477000" y="3524250"/>
            <a:ext cx="11811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9FE6FF"/>
                </a:solidFill>
                <a:latin typeface="微软雅黑"/>
                <a:ea typeface="微软雅黑"/>
                <a:cs typeface="微软雅黑"/>
              </a:defRPr>
            </a:pPr>
            <a:r>
              <a:rPr sz="975" b="1">
                <a:solidFill>
                  <a:srgbClr val="9FE6FF"/>
                </a:solidFill>
                <a:latin typeface="微软雅黑"/>
                <a:ea typeface="微软雅黑"/>
                <a:cs typeface="微软雅黑"/>
              </a:rPr>
              <a:t>企业材料</a:t>
            </a:r>
          </a:p>
        </p:txBody>
      </p:sp>
      <p:sp>
        <p:nvSpPr>
          <p:cNvPr id="45" name="">
            <a:extLst xmlns:a="http://schemas.openxmlformats.org/drawingml/2006/main">
              <a:ext uri="{FF2B5EF4-FFF2-40B4-BE49-F238E27FC236}">
                <a16:creationId xmlns:a16="http://schemas.microsoft.com/office/drawing/2014/main" id="{EFFF6793-F288-435C-83B7-17F446BD9E8D}"/>
              </a:ext>
            </a:extLst>
          </p:cNvPr>
          <p:cNvSpPr>
            <a:spLocks xmlns:a="http://schemas.openxmlformats.org/drawingml/2006/main" noGrp="1"/>
          </p:cNvSpPr>
          <p:nvPr/>
        </p:nvSpPr>
        <p:spPr>
          <a:xfrm xmlns:a="http://schemas.openxmlformats.org/drawingml/2006/main">
            <a:off x="7715250" y="3524250"/>
            <a:ext cx="386715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需求方岗位说明书、培训档案、实操报告模板</a:t>
            </a:r>
          </a:p>
        </p:txBody>
      </p:sp>
      <p:sp>
        <p:nvSpPr>
          <p:cNvPr id="46" name="">
            <a:extLst xmlns:a="http://schemas.openxmlformats.org/drawingml/2006/main">
              <a:ext uri="{FF2B5EF4-FFF2-40B4-BE49-F238E27FC236}">
                <a16:creationId xmlns:a16="http://schemas.microsoft.com/office/drawing/2014/main" id="{B56EAC53-EB4F-45F9-9D4F-0552087AF93D}"/>
              </a:ext>
            </a:extLst>
          </p:cNvPr>
          <p:cNvSpPr>
            <a:spLocks xmlns:a="http://schemas.openxmlformats.org/drawingml/2006/main" noGrp="1"/>
          </p:cNvSpPr>
          <p:nvPr/>
        </p:nvSpPr>
        <p:spPr>
          <a:xfrm xmlns:a="http://schemas.openxmlformats.org/drawingml/2006/main">
            <a:off x="6343650" y="4152900"/>
            <a:ext cx="53721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900" b="0">
                <a:solidFill>
                  <a:srgbClr val="9DBEE8"/>
                </a:solidFill>
                <a:latin typeface="微软雅黑"/>
                <a:ea typeface="微软雅黑"/>
                <a:cs typeface="微软雅黑"/>
              </a:defRPr>
            </a:pPr>
            <a:r>
              <a:rPr sz="900" b="0">
                <a:solidFill>
                  <a:srgbClr val="9DBEE8"/>
                </a:solidFill>
                <a:latin typeface="微软雅黑"/>
                <a:ea typeface="微软雅黑"/>
                <a:cs typeface="微软雅黑"/>
              </a:rPr>
              <a:t>引用纪律：以现行有效版本为准，逐条核对条款号与数值；标准更新时只改数据库字典，不重新编译发布。</a:t>
            </a:r>
          </a:p>
        </p:txBody>
      </p:sp>
      <p:sp>
        <p:nvSpPr>
          <p:cNvPr id="47" name="">
            <a:extLst xmlns:a="http://schemas.openxmlformats.org/drawingml/2006/main">
              <a:ext uri="{FF2B5EF4-FFF2-40B4-BE49-F238E27FC236}">
                <a16:creationId xmlns:a16="http://schemas.microsoft.com/office/drawing/2014/main" id="{55B4571A-1E89-4D6B-B2F0-547CD8E93256}"/>
              </a:ext>
            </a:extLst>
          </p:cNvPr>
          <p:cNvSpPr>
            <a:spLocks xmlns:a="http://schemas.openxmlformats.org/drawingml/2006/main" noGrp="1"/>
          </p:cNvSpPr>
          <p:nvPr/>
        </p:nvSpPr>
        <p:spPr>
          <a:xfrm xmlns:a="http://schemas.openxmlformats.org/drawingml/2006/main">
            <a:off x="285750" y="4914900"/>
            <a:ext cx="11620500" cy="1162050"/>
          </a:xfrm>
          <a:prstGeom xmlns:a="http://schemas.openxmlformats.org/drawingml/2006/main" prst="roundRect">
            <a:avLst>
              <a:gd name="adj" fmla="val 7377"/>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48" name="">
            <a:extLst xmlns:a="http://schemas.openxmlformats.org/drawingml/2006/main">
              <a:ext uri="{FF2B5EF4-FFF2-40B4-BE49-F238E27FC236}">
                <a16:creationId xmlns:a16="http://schemas.microsoft.com/office/drawing/2014/main" id="{BF78DD47-411D-4B06-967A-2A58AADA0150}"/>
              </a:ext>
            </a:extLst>
          </p:cNvPr>
          <p:cNvSpPr>
            <a:spLocks xmlns:a="http://schemas.openxmlformats.org/drawingml/2006/main" noGrp="1"/>
          </p:cNvSpPr>
          <p:nvPr/>
        </p:nvSpPr>
        <p:spPr>
          <a:xfrm xmlns:a="http://schemas.openxmlformats.org/drawingml/2006/main">
            <a:off x="457200" y="5010150"/>
            <a:ext cx="112776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FFFFFF"/>
                </a:solidFill>
                <a:latin typeface="微软雅黑"/>
                <a:ea typeface="微软雅黑"/>
                <a:cs typeface="微软雅黑"/>
              </a:defRPr>
            </a:pPr>
            <a:r>
              <a:rPr sz="1125" b="1">
                <a:solidFill>
                  <a:srgbClr val="FFFFFF"/>
                </a:solidFill>
                <a:latin typeface="微软雅黑"/>
                <a:ea typeface="微软雅黑"/>
                <a:cs typeface="微软雅黑"/>
              </a:rPr>
              <a:t>三、这三类依据分别解决什么问题</a:t>
            </a:r>
          </a:p>
        </p:txBody>
      </p:sp>
      <p:sp>
        <p:nvSpPr>
          <p:cNvPr id="49" name="">
            <a:extLst xmlns:a="http://schemas.openxmlformats.org/drawingml/2006/main">
              <a:ext uri="{FF2B5EF4-FFF2-40B4-BE49-F238E27FC236}">
                <a16:creationId xmlns:a16="http://schemas.microsoft.com/office/drawing/2014/main" id="{ED156576-98DE-4A98-875C-818F368EDFFA}"/>
              </a:ext>
            </a:extLst>
          </p:cNvPr>
          <p:cNvSpPr>
            <a:spLocks xmlns:a="http://schemas.openxmlformats.org/drawingml/2006/main" noGrp="1"/>
          </p:cNvSpPr>
          <p:nvPr/>
        </p:nvSpPr>
        <p:spPr>
          <a:xfrm xmlns:a="http://schemas.openxmlformats.org/drawingml/2006/main">
            <a:off x="457200" y="5295900"/>
            <a:ext cx="11277600" cy="704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法规条款 </a:t>
            </a: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回答「为什么必须做」：培训、考核、上岗、留档都是刚性要求，不是可选项。</a:t>
            </a:r>
          </a:p>
          <a:p xmlns:a="http://schemas.openxmlformats.org/drawingml/2006/main">
            <a:pPr algn="l">
              <a:lnSpc>
                <a:spcPct val="15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标准原文 </a:t>
            </a: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回答「按什么判定」：四组阈值全部回指标准条款，判定口径从「老师傅经验」变成「标准条款」。</a:t>
            </a:r>
          </a:p>
          <a:p xmlns:a="http://schemas.openxmlformats.org/drawingml/2006/main">
            <a:pPr algn="l">
              <a:lnSpc>
                <a:spcPct val="15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企业材料 </a:t>
            </a: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回答「现状差在哪」：岗位说明书、培训档案与实操报告模板是调研口径的来源（见后页调研与访谈）。</a:t>
            </a:r>
          </a:p>
        </p:txBody>
      </p:sp>
      <p:sp>
        <p:nvSpPr>
          <p:cNvPr id="50" name="">
            <a:extLst xmlns:a="http://schemas.openxmlformats.org/drawingml/2006/main">
              <a:ext uri="{FF2B5EF4-FFF2-40B4-BE49-F238E27FC236}">
                <a16:creationId xmlns:a16="http://schemas.microsoft.com/office/drawing/2014/main" id="{94ACB518-F1B2-4B3F-8C1E-B2EC77F0DEC0}"/>
              </a:ext>
            </a:extLst>
          </p:cNvPr>
          <p:cNvSpPr>
            <a:spLocks xmlns:a="http://schemas.openxmlformats.org/drawingml/2006/main" noGrp="1"/>
          </p:cNvSpPr>
          <p:nvPr/>
        </p:nvSpPr>
        <p:spPr>
          <a:xfrm xmlns:a="http://schemas.openxmlformats.org/drawingml/2006/main">
            <a:off x="285750" y="6172200"/>
            <a:ext cx="116205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口径说明：本页三项均为公开可查文件；法规与标准引用以现行有效版本为准，本页只列依据来源，不替客户作合规结论。</a:t>
            </a:r>
          </a:p>
        </p:txBody>
      </p:sp>
      <p:sp>
        <p:nvSpPr>
          <p:cNvPr id="51" name="">
            <a:extLst xmlns:a="http://schemas.openxmlformats.org/drawingml/2006/main">
              <a:ext uri="{FF2B5EF4-FFF2-40B4-BE49-F238E27FC236}">
                <a16:creationId xmlns:a16="http://schemas.microsoft.com/office/drawing/2014/main" id="{02EB41E4-E763-492A-8357-27105E606A09}"/>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52" name="">
            <a:extLst xmlns:a="http://schemas.openxmlformats.org/drawingml/2006/main">
              <a:ext uri="{FF2B5EF4-FFF2-40B4-BE49-F238E27FC236}">
                <a16:creationId xmlns:a16="http://schemas.microsoft.com/office/drawing/2014/main" id="{60D6A58F-13E2-4BFD-A065-E93ACEFB8FF5}"/>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53" name="">
            <a:extLst xmlns:a="http://schemas.openxmlformats.org/drawingml/2006/main">
              <a:ext uri="{FF2B5EF4-FFF2-40B4-BE49-F238E27FC236}">
                <a16:creationId xmlns:a16="http://schemas.microsoft.com/office/drawing/2014/main" id="{16C24F0D-C6F3-47B5-AAAE-6AD7BAF72EA7}"/>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54" name="">
            <a:extLst xmlns:a="http://schemas.openxmlformats.org/drawingml/2006/main">
              <a:ext uri="{FF2B5EF4-FFF2-40B4-BE49-F238E27FC236}">
                <a16:creationId xmlns:a16="http://schemas.microsoft.com/office/drawing/2014/main" id="{90B31F48-D0E9-4B55-B155-581BEFE67134}"/>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55" name="">
            <a:extLst xmlns:a="http://schemas.openxmlformats.org/drawingml/2006/main">
              <a:ext uri="{FF2B5EF4-FFF2-40B4-BE49-F238E27FC236}">
                <a16:creationId xmlns:a16="http://schemas.microsoft.com/office/drawing/2014/main" id="{8273A828-74EA-4C3E-8D64-A15E43A662EB}"/>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04</a:t>
            </a:r>
          </a:p>
        </p:txBody>
      </p:sp>
    </p:spTree>
    <p:extLst>
      <p:ext uri="{BB962C8B-B14F-4D97-AF65-F5344CB8AC3E}">
        <p14:creationId xmlns:p14="http://schemas.microsoft.com/office/powerpoint/2010/main" val="804451321"/>
      </p:ext>
    </p:extLst>
  </p:cSld>
</p:sld>
</file>

<file path=ppt/slides/slide5.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96cf9bac2d424c96"/>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6205C02-8096-4D9C-BD06-B278AD5AE9E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5D0F8862-CCF9-4963-9E24-AC9B95A09A9B}"/>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8ED07218-6F27-4E52-AD13-32ADD37426D6}"/>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42CA99D6-43EB-4257-96C3-205BA6BAE505}"/>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B2E8FC44-44AE-4C0B-B295-B1B00C42E4B9}"/>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66B8FD19-C543-4D3F-A77F-8771356B72BF}"/>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82C0933E-76B3-41DE-9CFA-847F83135173}"/>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CEDA94FC-7FC6-4323-9CD1-3EB289C95CF1}"/>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4F35984B-3AAE-4B67-8CF9-D3BDA4D210FF}"/>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4FD8FF">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30C899C6-E20E-4FD6-B69E-17AAA9B3F8B7}"/>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4FD8FF">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58D2791B-6E12-4FC2-8012-76FA4F4FE44A}"/>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25BAC264-58FA-4136-8E90-7CA1C1F60D5A}"/>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4FD8FF"/>
                </a:solidFill>
                <a:latin typeface="微软雅黑"/>
                <a:ea typeface="微软雅黑"/>
                <a:cs typeface="微软雅黑"/>
              </a:defRPr>
            </a:pPr>
            <a:r>
              <a:rPr sz="863" b="1" spc="1">
                <a:solidFill>
                  <a:srgbClr val="4FD8FF"/>
                </a:solidFill>
                <a:latin typeface="微软雅黑"/>
                <a:ea typeface="微软雅黑"/>
                <a:cs typeface="微软雅黑"/>
              </a:rPr>
              <a:t>01　</a:t>
            </a:r>
            <a:r>
              <a:rPr sz="863" b="1" spc="1">
                <a:solidFill>
                  <a:srgbClr val="4FD8FF"/>
                </a:solidFill>
                <a:latin typeface="微软雅黑"/>
                <a:ea typeface="微软雅黑"/>
                <a:cs typeface="微软雅黑"/>
              </a:rPr>
              <a:t>项目背景</a:t>
            </a:r>
          </a:p>
        </p:txBody>
      </p:sp>
      <p:sp>
        <p:nvSpPr>
          <p:cNvPr id="14" name="">
            <a:extLst xmlns:a="http://schemas.openxmlformats.org/drawingml/2006/main">
              <a:ext uri="{FF2B5EF4-FFF2-40B4-BE49-F238E27FC236}">
                <a16:creationId xmlns:a16="http://schemas.microsoft.com/office/drawing/2014/main" id="{8F333A26-E631-4CDF-BB95-8E510CFB0A33}"/>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判定阈值全部来自标准原文</a:t>
            </a:r>
          </a:p>
        </p:txBody>
      </p:sp>
      <p:sp>
        <p:nvSpPr>
          <p:cNvPr id="15" name="">
            <a:extLst xmlns:a="http://schemas.openxmlformats.org/drawingml/2006/main">
              <a:ext uri="{FF2B5EF4-FFF2-40B4-BE49-F238E27FC236}">
                <a16:creationId xmlns:a16="http://schemas.microsoft.com/office/drawing/2014/main" id="{2AB18661-8282-4C02-8A84-38853C6AA57B}"/>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F880C590-1536-4C20-9E42-8FD09206AF9E}"/>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7AF801E0-7335-47DA-A32E-BC8F702EE441}"/>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F4240111-6131-4406-98F7-A0E20C89C999}"/>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8A07D9E4-E035-49CA-B8FE-7F9392C56859}"/>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安全生产培训是监管刚性项：判定阈值不靠经验，全部来自国家 </a:t>
            </a:r>
            <a:r>
              <a:rPr sz="1238">
                <a:solidFill>
                  <a:srgbClr val="FFFFFF"/>
                </a:solidFill>
                <a:latin typeface="微软雅黑"/>
                <a:ea typeface="微软雅黑"/>
                <a:cs typeface="微软雅黑"/>
              </a:rPr>
              <a:t>/ </a:t>
            </a:r>
            <a:r>
              <a:rPr sz="1238">
                <a:solidFill>
                  <a:srgbClr val="FFFFFF"/>
                </a:solidFill>
                <a:latin typeface="微软雅黑"/>
                <a:ea typeface="微软雅黑"/>
                <a:cs typeface="微软雅黑"/>
              </a:rPr>
              <a:t>行业标准原文。</a:t>
            </a:r>
          </a:p>
        </p:txBody>
      </p:sp>
      <p:sp>
        <p:nvSpPr>
          <p:cNvPr id="20" name="">
            <a:extLst xmlns:a="http://schemas.openxmlformats.org/drawingml/2006/main">
              <a:ext uri="{FF2B5EF4-FFF2-40B4-BE49-F238E27FC236}">
                <a16:creationId xmlns:a16="http://schemas.microsoft.com/office/drawing/2014/main" id="{44440168-84D7-47B2-9AEC-A7FE77E8F15F}"/>
              </a:ext>
            </a:extLst>
          </p:cNvPr>
          <p:cNvSpPr>
            <a:spLocks xmlns:a="http://schemas.openxmlformats.org/drawingml/2006/main" noGrp="1"/>
          </p:cNvSpPr>
          <p:nvPr/>
        </p:nvSpPr>
        <p:spPr>
          <a:xfrm xmlns:a="http://schemas.openxmlformats.org/drawingml/2006/main">
            <a:off x="285750" y="1333500"/>
            <a:ext cx="8953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4FD8FF"/>
                </a:solidFill>
                <a:latin typeface="微软雅黑"/>
                <a:ea typeface="微软雅黑"/>
                <a:cs typeface="微软雅黑"/>
              </a:defRPr>
            </a:pPr>
            <a:r>
              <a:rPr sz="1125" b="1">
                <a:solidFill>
                  <a:srgbClr val="4FD8FF"/>
                </a:solidFill>
                <a:latin typeface="微软雅黑"/>
                <a:ea typeface="微软雅黑"/>
                <a:cs typeface="微软雅黑"/>
              </a:rPr>
              <a:t>一、四组判定阈值与它们的原文出处（已内置进系统气体字典，管理员改库即生效）</a:t>
            </a:r>
          </a:p>
        </p:txBody>
      </p:sp>
      <p:sp>
        <p:nvSpPr>
          <p:cNvPr id="21" name="">
            <a:extLst xmlns:a="http://schemas.openxmlformats.org/drawingml/2006/main">
              <a:ext uri="{FF2B5EF4-FFF2-40B4-BE49-F238E27FC236}">
                <a16:creationId xmlns:a16="http://schemas.microsoft.com/office/drawing/2014/main" id="{028E628D-3B37-4F9F-B2A2-B6DED12D3AD1}"/>
              </a:ext>
            </a:extLst>
          </p:cNvPr>
          <p:cNvSpPr>
            <a:spLocks xmlns:a="http://schemas.openxmlformats.org/drawingml/2006/main" noGrp="1"/>
          </p:cNvSpPr>
          <p:nvPr/>
        </p:nvSpPr>
        <p:spPr>
          <a:xfrm xmlns:a="http://schemas.openxmlformats.org/drawingml/2006/main">
            <a:off x="285750" y="1657350"/>
            <a:ext cx="5753100" cy="762000"/>
          </a:xfrm>
          <a:prstGeom xmlns:a="http://schemas.openxmlformats.org/drawingml/2006/main" prst="roundRect">
            <a:avLst>
              <a:gd name="adj" fmla="val 11250"/>
            </a:avLst>
          </a:prstGeom>
          <a:gradFill xmlns:a="http://schemas.openxmlformats.org/drawingml/2006/main">
            <a:gsLst>
              <a:gs pos="0">
                <a:srgbClr val="295EA2"/>
              </a:gs>
              <a:gs pos="62000">
                <a:srgbClr val="0E4A96"/>
              </a:gs>
              <a:gs pos="100000">
                <a:srgbClr val="0B3A75"/>
              </a:gs>
            </a:gsLst>
            <a:lin ang="8100000"/>
          </a:gradFill>
          <a:ln xmlns:a="http://schemas.openxmlformats.org/drawingml/2006/main" w="9525">
            <a:solidFill>
              <a:srgbClr val="5FA8E8"/>
            </a:solidFill>
            <a:prstDash val="solid"/>
          </a:ln>
        </p:spPr>
      </p:sp>
      <p:sp>
        <p:nvSpPr>
          <p:cNvPr id="22" name="">
            <a:extLst xmlns:a="http://schemas.openxmlformats.org/drawingml/2006/main">
              <a:ext uri="{FF2B5EF4-FFF2-40B4-BE49-F238E27FC236}">
                <a16:creationId xmlns:a16="http://schemas.microsoft.com/office/drawing/2014/main" id="{8596F756-0E07-4465-A50E-DDD60D16D344}"/>
              </a:ext>
            </a:extLst>
          </p:cNvPr>
          <p:cNvSpPr>
            <a:spLocks xmlns:a="http://schemas.openxmlformats.org/drawingml/2006/main" noGrp="1"/>
          </p:cNvSpPr>
          <p:nvPr/>
        </p:nvSpPr>
        <p:spPr>
          <a:xfrm xmlns:a="http://schemas.openxmlformats.org/drawingml/2006/main">
            <a:off x="285750" y="1657350"/>
            <a:ext cx="38100" cy="7620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23" name="">
            <a:extLst xmlns:a="http://schemas.openxmlformats.org/drawingml/2006/main">
              <a:ext uri="{FF2B5EF4-FFF2-40B4-BE49-F238E27FC236}">
                <a16:creationId xmlns:a16="http://schemas.microsoft.com/office/drawing/2014/main" id="{6ACDACF1-460F-44F0-AB4C-BD471F25B880}"/>
              </a:ext>
            </a:extLst>
          </p:cNvPr>
          <p:cNvSpPr>
            <a:spLocks xmlns:a="http://schemas.openxmlformats.org/drawingml/2006/main" noGrp="1"/>
          </p:cNvSpPr>
          <p:nvPr/>
        </p:nvSpPr>
        <p:spPr>
          <a:xfrm xmlns:a="http://schemas.openxmlformats.org/drawingml/2006/main">
            <a:off x="438150" y="1752600"/>
            <a:ext cx="2286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13" b="1">
                <a:solidFill>
                  <a:srgbClr val="FFD24A"/>
                </a:solidFill>
                <a:latin typeface="Bahnschrift"/>
                <a:ea typeface="Bahnschrift"/>
                <a:cs typeface="Bahnschrift"/>
              </a:defRPr>
            </a:pPr>
            <a:r>
              <a:rPr sz="1013" b="1">
                <a:solidFill>
                  <a:srgbClr val="FFD24A"/>
                </a:solidFill>
                <a:latin typeface="Bahnschrift"/>
                <a:ea typeface="Bahnschrift"/>
                <a:cs typeface="Bahnschrift"/>
              </a:rPr>
              <a:t>GBZ 2.1</a:t>
            </a:r>
          </a:p>
        </p:txBody>
      </p:sp>
      <p:sp>
        <p:nvSpPr>
          <p:cNvPr id="24" name="">
            <a:extLst xmlns:a="http://schemas.openxmlformats.org/drawingml/2006/main">
              <a:ext uri="{FF2B5EF4-FFF2-40B4-BE49-F238E27FC236}">
                <a16:creationId xmlns:a16="http://schemas.microsoft.com/office/drawing/2014/main" id="{C812EC88-1583-4AB8-8C9F-106E132988EE}"/>
              </a:ext>
            </a:extLst>
          </p:cNvPr>
          <p:cNvSpPr>
            <a:spLocks xmlns:a="http://schemas.openxmlformats.org/drawingml/2006/main" noGrp="1"/>
          </p:cNvSpPr>
          <p:nvPr/>
        </p:nvSpPr>
        <p:spPr>
          <a:xfrm xmlns:a="http://schemas.openxmlformats.org/drawingml/2006/main">
            <a:off x="438150" y="1981200"/>
            <a:ext cx="321945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《工作场所有害因素职业接触限值》</a:t>
            </a:r>
          </a:p>
        </p:txBody>
      </p:sp>
      <p:sp>
        <p:nvSpPr>
          <p:cNvPr id="25" name="">
            <a:extLst xmlns:a="http://schemas.openxmlformats.org/drawingml/2006/main">
              <a:ext uri="{FF2B5EF4-FFF2-40B4-BE49-F238E27FC236}">
                <a16:creationId xmlns:a16="http://schemas.microsoft.com/office/drawing/2014/main" id="{502FA058-8D38-43B7-ADD0-680E06EE8143}"/>
              </a:ext>
            </a:extLst>
          </p:cNvPr>
          <p:cNvSpPr>
            <a:spLocks xmlns:a="http://schemas.openxmlformats.org/drawingml/2006/main" noGrp="1"/>
          </p:cNvSpPr>
          <p:nvPr/>
        </p:nvSpPr>
        <p:spPr>
          <a:xfrm xmlns:a="http://schemas.openxmlformats.org/drawingml/2006/main">
            <a:off x="3714750" y="1752600"/>
            <a:ext cx="2171700" cy="57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FFFF"/>
                </a:solidFill>
                <a:latin typeface="微软雅黑"/>
                <a:ea typeface="微软雅黑"/>
                <a:cs typeface="微软雅黑"/>
              </a:defRPr>
            </a:pPr>
            <a:r>
              <a:rPr sz="975" b="1">
                <a:solidFill>
                  <a:srgbClr val="FFFFFF"/>
                </a:solidFill>
                <a:latin typeface="微软雅黑"/>
                <a:ea typeface="微软雅黑"/>
                <a:cs typeface="微软雅黑"/>
              </a:rPr>
              <a:t>硫化氢 </a:t>
            </a:r>
            <a:r>
              <a:rPr sz="975" b="1">
                <a:solidFill>
                  <a:srgbClr val="FFFFFF"/>
                </a:solidFill>
                <a:latin typeface="微软雅黑"/>
                <a:ea typeface="微软雅黑"/>
                <a:cs typeface="微软雅黑"/>
              </a:rPr>
              <a:t>10 ppm
</a:t>
            </a:r>
            <a:r>
              <a:rPr sz="975" b="1">
                <a:solidFill>
                  <a:srgbClr val="FFFFFF"/>
                </a:solidFill>
                <a:latin typeface="微软雅黑"/>
                <a:ea typeface="微软雅黑"/>
                <a:cs typeface="微软雅黑"/>
              </a:rPr>
              <a:t>一氧化碳 </a:t>
            </a:r>
            <a:r>
              <a:rPr sz="975" b="1">
                <a:solidFill>
                  <a:srgbClr val="FFFFFF"/>
                </a:solidFill>
                <a:latin typeface="微软雅黑"/>
                <a:ea typeface="微软雅黑"/>
                <a:cs typeface="微软雅黑"/>
              </a:rPr>
              <a:t>30 ppm</a:t>
            </a:r>
          </a:p>
        </p:txBody>
      </p:sp>
      <p:sp>
        <p:nvSpPr>
          <p:cNvPr id="26" name="">
            <a:extLst xmlns:a="http://schemas.openxmlformats.org/drawingml/2006/main">
              <a:ext uri="{FF2B5EF4-FFF2-40B4-BE49-F238E27FC236}">
                <a16:creationId xmlns:a16="http://schemas.microsoft.com/office/drawing/2014/main" id="{B29BBEDF-AC7E-44D4-8DA9-2A4DE22CE117}"/>
              </a:ext>
            </a:extLst>
          </p:cNvPr>
          <p:cNvSpPr>
            <a:spLocks xmlns:a="http://schemas.openxmlformats.org/drawingml/2006/main" noGrp="1"/>
          </p:cNvSpPr>
          <p:nvPr/>
        </p:nvSpPr>
        <p:spPr>
          <a:xfrm xmlns:a="http://schemas.openxmlformats.org/drawingml/2006/main">
            <a:off x="6153150" y="1657350"/>
            <a:ext cx="5753100" cy="762000"/>
          </a:xfrm>
          <a:prstGeom xmlns:a="http://schemas.openxmlformats.org/drawingml/2006/main" prst="roundRect">
            <a:avLst>
              <a:gd name="adj" fmla="val 11250"/>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27" name="">
            <a:extLst xmlns:a="http://schemas.openxmlformats.org/drawingml/2006/main">
              <a:ext uri="{FF2B5EF4-FFF2-40B4-BE49-F238E27FC236}">
                <a16:creationId xmlns:a16="http://schemas.microsoft.com/office/drawing/2014/main" id="{7446D91F-8B31-48FF-9E10-BCA862CEAF16}"/>
              </a:ext>
            </a:extLst>
          </p:cNvPr>
          <p:cNvSpPr>
            <a:spLocks xmlns:a="http://schemas.openxmlformats.org/drawingml/2006/main" noGrp="1"/>
          </p:cNvSpPr>
          <p:nvPr/>
        </p:nvSpPr>
        <p:spPr>
          <a:xfrm xmlns:a="http://schemas.openxmlformats.org/drawingml/2006/main">
            <a:off x="6153150" y="1657350"/>
            <a:ext cx="38100" cy="7620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28" name="">
            <a:extLst xmlns:a="http://schemas.openxmlformats.org/drawingml/2006/main">
              <a:ext uri="{FF2B5EF4-FFF2-40B4-BE49-F238E27FC236}">
                <a16:creationId xmlns:a16="http://schemas.microsoft.com/office/drawing/2014/main" id="{2256342C-90BE-4399-9082-336F1D24D03A}"/>
              </a:ext>
            </a:extLst>
          </p:cNvPr>
          <p:cNvSpPr>
            <a:spLocks xmlns:a="http://schemas.openxmlformats.org/drawingml/2006/main" noGrp="1"/>
          </p:cNvSpPr>
          <p:nvPr/>
        </p:nvSpPr>
        <p:spPr>
          <a:xfrm xmlns:a="http://schemas.openxmlformats.org/drawingml/2006/main">
            <a:off x="6305550" y="1752600"/>
            <a:ext cx="2286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13" b="1">
                <a:solidFill>
                  <a:srgbClr val="FFD24A"/>
                </a:solidFill>
                <a:latin typeface="Bahnschrift"/>
                <a:ea typeface="Bahnschrift"/>
                <a:cs typeface="Bahnschrift"/>
              </a:defRPr>
            </a:pPr>
            <a:r>
              <a:rPr sz="1013" b="1">
                <a:solidFill>
                  <a:srgbClr val="FFD24A"/>
                </a:solidFill>
                <a:latin typeface="Bahnschrift"/>
                <a:ea typeface="Bahnschrift"/>
                <a:cs typeface="Bahnschrift"/>
              </a:rPr>
              <a:t>GB 30871</a:t>
            </a:r>
          </a:p>
        </p:txBody>
      </p:sp>
      <p:sp>
        <p:nvSpPr>
          <p:cNvPr id="29" name="">
            <a:extLst xmlns:a="http://schemas.openxmlformats.org/drawingml/2006/main">
              <a:ext uri="{FF2B5EF4-FFF2-40B4-BE49-F238E27FC236}">
                <a16:creationId xmlns:a16="http://schemas.microsoft.com/office/drawing/2014/main" id="{0859E20F-7F8F-495D-A73B-07FB587C7B46}"/>
              </a:ext>
            </a:extLst>
          </p:cNvPr>
          <p:cNvSpPr>
            <a:spLocks xmlns:a="http://schemas.openxmlformats.org/drawingml/2006/main" noGrp="1"/>
          </p:cNvSpPr>
          <p:nvPr/>
        </p:nvSpPr>
        <p:spPr>
          <a:xfrm xmlns:a="http://schemas.openxmlformats.org/drawingml/2006/main">
            <a:off x="6305550" y="1981200"/>
            <a:ext cx="321945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《危险化学品企业特殊作业安全规范》</a:t>
            </a:r>
          </a:p>
        </p:txBody>
      </p:sp>
      <p:sp>
        <p:nvSpPr>
          <p:cNvPr id="30" name="">
            <a:extLst xmlns:a="http://schemas.openxmlformats.org/drawingml/2006/main">
              <a:ext uri="{FF2B5EF4-FFF2-40B4-BE49-F238E27FC236}">
                <a16:creationId xmlns:a16="http://schemas.microsoft.com/office/drawing/2014/main" id="{C7DA5434-18F2-4332-88C3-9E6F9D3466D5}"/>
              </a:ext>
            </a:extLst>
          </p:cNvPr>
          <p:cNvSpPr>
            <a:spLocks xmlns:a="http://schemas.openxmlformats.org/drawingml/2006/main" noGrp="1"/>
          </p:cNvSpPr>
          <p:nvPr/>
        </p:nvSpPr>
        <p:spPr>
          <a:xfrm xmlns:a="http://schemas.openxmlformats.org/drawingml/2006/main">
            <a:off x="9582150" y="1752600"/>
            <a:ext cx="2171700" cy="57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FFFF"/>
                </a:solidFill>
                <a:latin typeface="微软雅黑"/>
                <a:ea typeface="微软雅黑"/>
                <a:cs typeface="微软雅黑"/>
              </a:defRPr>
            </a:pPr>
            <a:r>
              <a:rPr sz="975" b="1">
                <a:solidFill>
                  <a:srgbClr val="FFFFFF"/>
                </a:solidFill>
                <a:latin typeface="微软雅黑"/>
                <a:ea typeface="微软雅黑"/>
                <a:cs typeface="微软雅黑"/>
              </a:rPr>
              <a:t>可燃气 </a:t>
            </a:r>
            <a:r>
              <a:rPr sz="975" b="1">
                <a:solidFill>
                  <a:srgbClr val="FFFFFF"/>
                </a:solidFill>
                <a:latin typeface="微软雅黑"/>
                <a:ea typeface="微软雅黑"/>
                <a:cs typeface="微软雅黑"/>
              </a:rPr>
              <a:t>10 %LEL</a:t>
            </a:r>
          </a:p>
        </p:txBody>
      </p:sp>
      <p:sp>
        <p:nvSpPr>
          <p:cNvPr id="31" name="">
            <a:extLst xmlns:a="http://schemas.openxmlformats.org/drawingml/2006/main">
              <a:ext uri="{FF2B5EF4-FFF2-40B4-BE49-F238E27FC236}">
                <a16:creationId xmlns:a16="http://schemas.microsoft.com/office/drawing/2014/main" id="{3C2CBA56-9765-47DE-8E68-D40D156426C7}"/>
              </a:ext>
            </a:extLst>
          </p:cNvPr>
          <p:cNvSpPr>
            <a:spLocks xmlns:a="http://schemas.openxmlformats.org/drawingml/2006/main" noGrp="1"/>
          </p:cNvSpPr>
          <p:nvPr/>
        </p:nvSpPr>
        <p:spPr>
          <a:xfrm xmlns:a="http://schemas.openxmlformats.org/drawingml/2006/main">
            <a:off x="285750" y="2533650"/>
            <a:ext cx="5753100" cy="762000"/>
          </a:xfrm>
          <a:prstGeom xmlns:a="http://schemas.openxmlformats.org/drawingml/2006/main" prst="roundRect">
            <a:avLst>
              <a:gd name="adj" fmla="val 11250"/>
            </a:avLst>
          </a:prstGeom>
          <a:gradFill xmlns:a="http://schemas.openxmlformats.org/drawingml/2006/main">
            <a:gsLst>
              <a:gs pos="0">
                <a:srgbClr val="295EA2"/>
              </a:gs>
              <a:gs pos="62000">
                <a:srgbClr val="0E4A96"/>
              </a:gs>
              <a:gs pos="100000">
                <a:srgbClr val="0B3A75"/>
              </a:gs>
            </a:gsLst>
            <a:lin ang="8100000"/>
          </a:gradFill>
          <a:ln xmlns:a="http://schemas.openxmlformats.org/drawingml/2006/main" w="9525">
            <a:solidFill>
              <a:srgbClr val="5FA8E8"/>
            </a:solidFill>
            <a:prstDash val="solid"/>
          </a:ln>
        </p:spPr>
      </p:sp>
      <p:sp>
        <p:nvSpPr>
          <p:cNvPr id="32" name="">
            <a:extLst xmlns:a="http://schemas.openxmlformats.org/drawingml/2006/main">
              <a:ext uri="{FF2B5EF4-FFF2-40B4-BE49-F238E27FC236}">
                <a16:creationId xmlns:a16="http://schemas.microsoft.com/office/drawing/2014/main" id="{7A311342-251B-46FC-81C7-F29C1D18B5AB}"/>
              </a:ext>
            </a:extLst>
          </p:cNvPr>
          <p:cNvSpPr>
            <a:spLocks xmlns:a="http://schemas.openxmlformats.org/drawingml/2006/main" noGrp="1"/>
          </p:cNvSpPr>
          <p:nvPr/>
        </p:nvSpPr>
        <p:spPr>
          <a:xfrm xmlns:a="http://schemas.openxmlformats.org/drawingml/2006/main">
            <a:off x="285750" y="2533650"/>
            <a:ext cx="38100" cy="7620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33" name="">
            <a:extLst xmlns:a="http://schemas.openxmlformats.org/drawingml/2006/main">
              <a:ext uri="{FF2B5EF4-FFF2-40B4-BE49-F238E27FC236}">
                <a16:creationId xmlns:a16="http://schemas.microsoft.com/office/drawing/2014/main" id="{398AE417-348B-4E44-865A-FADF5EF24703}"/>
              </a:ext>
            </a:extLst>
          </p:cNvPr>
          <p:cNvSpPr>
            <a:spLocks xmlns:a="http://schemas.openxmlformats.org/drawingml/2006/main" noGrp="1"/>
          </p:cNvSpPr>
          <p:nvPr/>
        </p:nvSpPr>
        <p:spPr>
          <a:xfrm xmlns:a="http://schemas.openxmlformats.org/drawingml/2006/main">
            <a:off x="438150" y="2628900"/>
            <a:ext cx="2286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13" b="1">
                <a:solidFill>
                  <a:srgbClr val="FFD24A"/>
                </a:solidFill>
                <a:latin typeface="Bahnschrift"/>
                <a:ea typeface="Bahnschrift"/>
                <a:cs typeface="Bahnschrift"/>
              </a:defRPr>
            </a:pPr>
            <a:r>
              <a:rPr sz="1013" b="1">
                <a:solidFill>
                  <a:srgbClr val="FFD24A"/>
                </a:solidFill>
                <a:latin typeface="Bahnschrift"/>
                <a:ea typeface="Bahnschrift"/>
                <a:cs typeface="Bahnschrift"/>
              </a:rPr>
              <a:t>DL/T 639</a:t>
            </a:r>
          </a:p>
        </p:txBody>
      </p:sp>
      <p:sp>
        <p:nvSpPr>
          <p:cNvPr id="34" name="">
            <a:extLst xmlns:a="http://schemas.openxmlformats.org/drawingml/2006/main">
              <a:ext uri="{FF2B5EF4-FFF2-40B4-BE49-F238E27FC236}">
                <a16:creationId xmlns:a16="http://schemas.microsoft.com/office/drawing/2014/main" id="{BA5EF001-7AD5-4F99-93E4-C7C27AD4B2A5}"/>
              </a:ext>
            </a:extLst>
          </p:cNvPr>
          <p:cNvSpPr>
            <a:spLocks xmlns:a="http://schemas.openxmlformats.org/drawingml/2006/main" noGrp="1"/>
          </p:cNvSpPr>
          <p:nvPr/>
        </p:nvSpPr>
        <p:spPr>
          <a:xfrm xmlns:a="http://schemas.openxmlformats.org/drawingml/2006/main">
            <a:off x="438150" y="2857500"/>
            <a:ext cx="321945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《六氟化硫电气设备运行、试验及检修人员安全防护细则》</a:t>
            </a:r>
          </a:p>
        </p:txBody>
      </p:sp>
      <p:sp>
        <p:nvSpPr>
          <p:cNvPr id="35" name="">
            <a:extLst xmlns:a="http://schemas.openxmlformats.org/drawingml/2006/main">
              <a:ext uri="{FF2B5EF4-FFF2-40B4-BE49-F238E27FC236}">
                <a16:creationId xmlns:a16="http://schemas.microsoft.com/office/drawing/2014/main" id="{F6EAF044-5EEF-4F18-B091-6AA31394638C}"/>
              </a:ext>
            </a:extLst>
          </p:cNvPr>
          <p:cNvSpPr>
            <a:spLocks xmlns:a="http://schemas.openxmlformats.org/drawingml/2006/main" noGrp="1"/>
          </p:cNvSpPr>
          <p:nvPr/>
        </p:nvSpPr>
        <p:spPr>
          <a:xfrm xmlns:a="http://schemas.openxmlformats.org/drawingml/2006/main">
            <a:off x="3714750" y="2628900"/>
            <a:ext cx="2171700" cy="57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FFFF"/>
                </a:solidFill>
                <a:latin typeface="微软雅黑"/>
                <a:ea typeface="微软雅黑"/>
                <a:cs typeface="微软雅黑"/>
              </a:defRPr>
            </a:pPr>
            <a:r>
              <a:rPr sz="975" b="1">
                <a:solidFill>
                  <a:srgbClr val="FFFFFF"/>
                </a:solidFill>
                <a:latin typeface="微软雅黑"/>
                <a:ea typeface="微软雅黑"/>
                <a:cs typeface="微软雅黑"/>
              </a:rPr>
              <a:t>六氟化硫 </a:t>
            </a:r>
            <a:r>
              <a:rPr sz="975" b="1">
                <a:solidFill>
                  <a:srgbClr val="FFFFFF"/>
                </a:solidFill>
                <a:latin typeface="微软雅黑"/>
                <a:ea typeface="微软雅黑"/>
                <a:cs typeface="微软雅黑"/>
              </a:rPr>
              <a:t>1000 ppm</a:t>
            </a:r>
          </a:p>
        </p:txBody>
      </p:sp>
      <p:sp>
        <p:nvSpPr>
          <p:cNvPr id="36" name="">
            <a:extLst xmlns:a="http://schemas.openxmlformats.org/drawingml/2006/main">
              <a:ext uri="{FF2B5EF4-FFF2-40B4-BE49-F238E27FC236}">
                <a16:creationId xmlns:a16="http://schemas.microsoft.com/office/drawing/2014/main" id="{A46257F1-D62B-4E6D-84CA-7397B3051A46}"/>
              </a:ext>
            </a:extLst>
          </p:cNvPr>
          <p:cNvSpPr>
            <a:spLocks xmlns:a="http://schemas.openxmlformats.org/drawingml/2006/main" noGrp="1"/>
          </p:cNvSpPr>
          <p:nvPr/>
        </p:nvSpPr>
        <p:spPr>
          <a:xfrm xmlns:a="http://schemas.openxmlformats.org/drawingml/2006/main">
            <a:off x="6153150" y="2533650"/>
            <a:ext cx="5753100" cy="762000"/>
          </a:xfrm>
          <a:prstGeom xmlns:a="http://schemas.openxmlformats.org/drawingml/2006/main" prst="roundRect">
            <a:avLst>
              <a:gd name="adj" fmla="val 11250"/>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37" name="">
            <a:extLst xmlns:a="http://schemas.openxmlformats.org/drawingml/2006/main">
              <a:ext uri="{FF2B5EF4-FFF2-40B4-BE49-F238E27FC236}">
                <a16:creationId xmlns:a16="http://schemas.microsoft.com/office/drawing/2014/main" id="{11F7A962-1852-442A-93EF-7791DA9B0524}"/>
              </a:ext>
            </a:extLst>
          </p:cNvPr>
          <p:cNvSpPr>
            <a:spLocks xmlns:a="http://schemas.openxmlformats.org/drawingml/2006/main" noGrp="1"/>
          </p:cNvSpPr>
          <p:nvPr/>
        </p:nvSpPr>
        <p:spPr>
          <a:xfrm xmlns:a="http://schemas.openxmlformats.org/drawingml/2006/main">
            <a:off x="6153150" y="2533650"/>
            <a:ext cx="38100" cy="7620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38" name="">
            <a:extLst xmlns:a="http://schemas.openxmlformats.org/drawingml/2006/main">
              <a:ext uri="{FF2B5EF4-FFF2-40B4-BE49-F238E27FC236}">
                <a16:creationId xmlns:a16="http://schemas.microsoft.com/office/drawing/2014/main" id="{DB76508B-8452-426D-AEA0-698A25EF0643}"/>
              </a:ext>
            </a:extLst>
          </p:cNvPr>
          <p:cNvSpPr>
            <a:spLocks xmlns:a="http://schemas.openxmlformats.org/drawingml/2006/main" noGrp="1"/>
          </p:cNvSpPr>
          <p:nvPr/>
        </p:nvSpPr>
        <p:spPr>
          <a:xfrm xmlns:a="http://schemas.openxmlformats.org/drawingml/2006/main">
            <a:off x="6305550" y="2628900"/>
            <a:ext cx="2286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13" b="1">
                <a:solidFill>
                  <a:srgbClr val="FFD24A"/>
                </a:solidFill>
                <a:latin typeface="Bahnschrift"/>
                <a:ea typeface="Bahnschrift"/>
                <a:cs typeface="Bahnschrift"/>
              </a:defRPr>
            </a:pPr>
            <a:r>
              <a:rPr sz="1013" b="1">
                <a:solidFill>
                  <a:srgbClr val="FFD24A"/>
                </a:solidFill>
                <a:latin typeface="Bahnschrift"/>
                <a:ea typeface="Bahnschrift"/>
                <a:cs typeface="Bahnschrift"/>
              </a:rPr>
              <a:t>GB/T 11022 · DL/T 596</a:t>
            </a:r>
          </a:p>
        </p:txBody>
      </p:sp>
      <p:sp>
        <p:nvSpPr>
          <p:cNvPr id="39" name="">
            <a:extLst xmlns:a="http://schemas.openxmlformats.org/drawingml/2006/main">
              <a:ext uri="{FF2B5EF4-FFF2-40B4-BE49-F238E27FC236}">
                <a16:creationId xmlns:a16="http://schemas.microsoft.com/office/drawing/2014/main" id="{78361208-68AF-43D6-A6AA-292B3EA6249B}"/>
              </a:ext>
            </a:extLst>
          </p:cNvPr>
          <p:cNvSpPr>
            <a:spLocks xmlns:a="http://schemas.openxmlformats.org/drawingml/2006/main" noGrp="1"/>
          </p:cNvSpPr>
          <p:nvPr/>
        </p:nvSpPr>
        <p:spPr>
          <a:xfrm xmlns:a="http://schemas.openxmlformats.org/drawingml/2006/main">
            <a:off x="6305550" y="2857500"/>
            <a:ext cx="321945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《电力设备预防性试验规程》</a:t>
            </a:r>
          </a:p>
        </p:txBody>
      </p:sp>
      <p:sp>
        <p:nvSpPr>
          <p:cNvPr id="40" name="">
            <a:extLst xmlns:a="http://schemas.openxmlformats.org/drawingml/2006/main">
              <a:ext uri="{FF2B5EF4-FFF2-40B4-BE49-F238E27FC236}">
                <a16:creationId xmlns:a16="http://schemas.microsoft.com/office/drawing/2014/main" id="{DB4742AE-C00B-4DF5-B552-6579B01EDFAB}"/>
              </a:ext>
            </a:extLst>
          </p:cNvPr>
          <p:cNvSpPr>
            <a:spLocks xmlns:a="http://schemas.openxmlformats.org/drawingml/2006/main" noGrp="1"/>
          </p:cNvSpPr>
          <p:nvPr/>
        </p:nvSpPr>
        <p:spPr>
          <a:xfrm xmlns:a="http://schemas.openxmlformats.org/drawingml/2006/main">
            <a:off x="9582150" y="2628900"/>
            <a:ext cx="2171700" cy="57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FFFF"/>
                </a:solidFill>
                <a:latin typeface="微软雅黑"/>
                <a:ea typeface="微软雅黑"/>
                <a:cs typeface="微软雅黑"/>
              </a:defRPr>
            </a:pPr>
            <a:r>
              <a:rPr sz="975" b="1">
                <a:solidFill>
                  <a:srgbClr val="FFFFFF"/>
                </a:solidFill>
                <a:latin typeface="微软雅黑"/>
                <a:ea typeface="微软雅黑"/>
                <a:cs typeface="微软雅黑"/>
              </a:rPr>
              <a:t>SF6 </a:t>
            </a:r>
            <a:r>
              <a:rPr sz="975" b="1">
                <a:solidFill>
                  <a:srgbClr val="FFFFFF"/>
                </a:solidFill>
                <a:latin typeface="微软雅黑"/>
                <a:ea typeface="微软雅黑"/>
                <a:cs typeface="微软雅黑"/>
              </a:rPr>
              <a:t>微水 </a:t>
            </a:r>
            <a:r>
              <a:rPr sz="975" b="1">
                <a:solidFill>
                  <a:srgbClr val="FFFFFF"/>
                </a:solidFill>
                <a:latin typeface="微软雅黑"/>
                <a:ea typeface="微软雅黑"/>
                <a:cs typeface="微软雅黑"/>
              </a:rPr>
              <a:t>150 μL/L</a:t>
            </a:r>
          </a:p>
        </p:txBody>
      </p:sp>
      <p:sp>
        <p:nvSpPr>
          <p:cNvPr id="41" name="">
            <a:extLst xmlns:a="http://schemas.openxmlformats.org/drawingml/2006/main">
              <a:ext uri="{FF2B5EF4-FFF2-40B4-BE49-F238E27FC236}">
                <a16:creationId xmlns:a16="http://schemas.microsoft.com/office/drawing/2014/main" id="{E6B4D80D-1E14-466C-95CE-3E34298D2EA8}"/>
              </a:ext>
            </a:extLst>
          </p:cNvPr>
          <p:cNvSpPr>
            <a:spLocks xmlns:a="http://schemas.openxmlformats.org/drawingml/2006/main" noGrp="1"/>
          </p:cNvSpPr>
          <p:nvPr/>
        </p:nvSpPr>
        <p:spPr>
          <a:xfrm xmlns:a="http://schemas.openxmlformats.org/drawingml/2006/main">
            <a:off x="285750" y="3486150"/>
            <a:ext cx="5753100" cy="2571750"/>
          </a:xfrm>
          <a:prstGeom xmlns:a="http://schemas.openxmlformats.org/drawingml/2006/main" prst="roundRect">
            <a:avLst>
              <a:gd name="adj" fmla="val 333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13335">
            <a:solidFill>
              <a:srgbClr val="FFD24A"/>
            </a:solidFill>
            <a:prstDash val="solid"/>
          </a:ln>
        </p:spPr>
      </p:sp>
      <p:sp>
        <p:nvSpPr>
          <p:cNvPr id="42" name="">
            <a:extLst xmlns:a="http://schemas.openxmlformats.org/drawingml/2006/main">
              <a:ext uri="{FF2B5EF4-FFF2-40B4-BE49-F238E27FC236}">
                <a16:creationId xmlns:a16="http://schemas.microsoft.com/office/drawing/2014/main" id="{FD0D5614-CE6C-47B2-953D-774779774148}"/>
              </a:ext>
            </a:extLst>
          </p:cNvPr>
          <p:cNvSpPr>
            <a:spLocks xmlns:a="http://schemas.openxmlformats.org/drawingml/2006/main" noGrp="1"/>
          </p:cNvSpPr>
          <p:nvPr/>
        </p:nvSpPr>
        <p:spPr>
          <a:xfrm xmlns:a="http://schemas.openxmlformats.org/drawingml/2006/main">
            <a:off x="495300" y="3638550"/>
            <a:ext cx="53340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FFD24A"/>
                </a:solidFill>
                <a:latin typeface="微软雅黑"/>
                <a:ea typeface="微软雅黑"/>
                <a:cs typeface="微软雅黑"/>
              </a:defRPr>
            </a:pPr>
            <a:r>
              <a:rPr sz="1050" b="1">
                <a:solidFill>
                  <a:srgbClr val="FFD24A"/>
                </a:solidFill>
                <a:latin typeface="微软雅黑"/>
                <a:ea typeface="微软雅黑"/>
                <a:cs typeface="微软雅黑"/>
              </a:rPr>
              <a:t>二、阈值入库之后，直接换来三件事</a:t>
            </a:r>
          </a:p>
        </p:txBody>
      </p:sp>
      <p:sp>
        <p:nvSpPr>
          <p:cNvPr id="43" name="">
            <a:extLst xmlns:a="http://schemas.openxmlformats.org/drawingml/2006/main">
              <a:ext uri="{FF2B5EF4-FFF2-40B4-BE49-F238E27FC236}">
                <a16:creationId xmlns:a16="http://schemas.microsoft.com/office/drawing/2014/main" id="{54CA74D1-0984-44D8-958E-3D11E880E788}"/>
              </a:ext>
            </a:extLst>
          </p:cNvPr>
          <p:cNvSpPr>
            <a:spLocks xmlns:a="http://schemas.openxmlformats.org/drawingml/2006/main" noGrp="1"/>
          </p:cNvSpPr>
          <p:nvPr/>
        </p:nvSpPr>
        <p:spPr>
          <a:xfrm xmlns:a="http://schemas.openxmlformats.org/drawingml/2006/main">
            <a:off x="495300" y="3981450"/>
            <a:ext cx="5353050" cy="1428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90000"/>
              </a:lnSpc>
              <a:buNone/>
              <a:defRPr sz="1013">
                <a:solidFill>
                  <a:srgbClr val="EEF5FF"/>
                </a:solidFill>
                <a:latin typeface="微软雅黑"/>
                <a:ea typeface="微软雅黑"/>
                <a:cs typeface="微软雅黑"/>
              </a:defRPr>
            </a:pP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判定不再由个人经验决定，避免「同一份报告、不同人不同结论」。</a:t>
            </a:r>
          </a:p>
          <a:p xmlns:a="http://schemas.openxmlformats.org/drawingml/2006/main">
            <a:pPr algn="l">
              <a:lnSpc>
                <a:spcPct val="190000"/>
              </a:lnSpc>
              <a:buNone/>
              <a:defRPr sz="1013">
                <a:solidFill>
                  <a:srgbClr val="EEF5FF"/>
                </a:solidFill>
                <a:latin typeface="微软雅黑"/>
                <a:ea typeface="微软雅黑"/>
                <a:cs typeface="微软雅黑"/>
              </a:defRPr>
            </a:pP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标准更新时只改数据库字典，不需要重新编译与发布。</a:t>
            </a:r>
          </a:p>
          <a:p xmlns:a="http://schemas.openxmlformats.org/drawingml/2006/main">
            <a:pPr algn="l">
              <a:lnSpc>
                <a:spcPct val="190000"/>
              </a:lnSpc>
              <a:buNone/>
              <a:defRPr sz="1013">
                <a:solidFill>
                  <a:srgbClr val="EEF5FF"/>
                </a:solidFill>
                <a:latin typeface="微软雅黑"/>
                <a:ea typeface="微软雅黑"/>
                <a:cs typeface="微软雅黑"/>
              </a:defRPr>
            </a:pP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每条超限判定都能回指到标准条款，答辩与审计时可直接引用。</a:t>
            </a:r>
          </a:p>
        </p:txBody>
      </p:sp>
      <p:sp>
        <p:nvSpPr>
          <p:cNvPr id="44" name="">
            <a:extLst xmlns:a="http://schemas.openxmlformats.org/drawingml/2006/main">
              <a:ext uri="{FF2B5EF4-FFF2-40B4-BE49-F238E27FC236}">
                <a16:creationId xmlns:a16="http://schemas.microsoft.com/office/drawing/2014/main" id="{D6493B44-BE6B-440F-A8BC-E7A1423B4B57}"/>
              </a:ext>
            </a:extLst>
          </p:cNvPr>
          <p:cNvSpPr>
            <a:spLocks xmlns:a="http://schemas.openxmlformats.org/drawingml/2006/main" noGrp="1"/>
          </p:cNvSpPr>
          <p:nvPr/>
        </p:nvSpPr>
        <p:spPr>
          <a:xfrm xmlns:a="http://schemas.openxmlformats.org/drawingml/2006/main">
            <a:off x="495300" y="5353050"/>
            <a:ext cx="5334000" cy="9525"/>
          </a:xfrm>
          <a:prstGeom xmlns:a="http://schemas.openxmlformats.org/drawingml/2006/main" prst="rect">
            <a:avLst/>
          </a:prstGeom>
          <a:solidFill xmlns:a="http://schemas.openxmlformats.org/drawingml/2006/main">
            <a:srgbClr val="5FA8E8">
              <a:alpha val="70000"/>
            </a:srgbClr>
          </a:solidFill>
          <a:ln xmlns:a="http://schemas.openxmlformats.org/drawingml/2006/main">
            <a:noFill/>
          </a:ln>
        </p:spPr>
      </p:sp>
      <p:sp>
        <p:nvSpPr>
          <p:cNvPr id="45" name="">
            <a:extLst xmlns:a="http://schemas.openxmlformats.org/drawingml/2006/main">
              <a:ext uri="{FF2B5EF4-FFF2-40B4-BE49-F238E27FC236}">
                <a16:creationId xmlns:a16="http://schemas.microsoft.com/office/drawing/2014/main" id="{7C450AF4-16CE-4AB5-B93D-4FC0AD2AA721}"/>
              </a:ext>
            </a:extLst>
          </p:cNvPr>
          <p:cNvSpPr>
            <a:spLocks xmlns:a="http://schemas.openxmlformats.org/drawingml/2006/main" noGrp="1"/>
          </p:cNvSpPr>
          <p:nvPr/>
        </p:nvSpPr>
        <p:spPr>
          <a:xfrm xmlns:a="http://schemas.openxmlformats.org/drawingml/2006/main">
            <a:off x="495300" y="5467350"/>
            <a:ext cx="53530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0">
                <a:solidFill>
                  <a:srgbClr val="FFD24A"/>
                </a:solidFill>
                <a:latin typeface="微软雅黑"/>
                <a:ea typeface="微软雅黑"/>
                <a:cs typeface="微软雅黑"/>
              </a:defRPr>
            </a:pPr>
            <a:r>
              <a:rPr sz="938" b="0">
                <a:solidFill>
                  <a:srgbClr val="FFD24A"/>
                </a:solidFill>
                <a:latin typeface="微软雅黑"/>
                <a:ea typeface="微软雅黑"/>
                <a:cs typeface="微软雅黑"/>
              </a:rPr>
              <a:t>所以：判定口径从「老师傅经验」变成「标准条款」</a:t>
            </a:r>
            <a:r>
              <a:rPr sz="938" b="0">
                <a:solidFill>
                  <a:srgbClr val="FFD24A"/>
                </a:solidFill>
                <a:latin typeface="微软雅黑"/>
                <a:ea typeface="微软雅黑"/>
                <a:cs typeface="微软雅黑"/>
              </a:rPr>
              <a:t>——</a:t>
            </a:r>
            <a:r>
              <a:rPr sz="938" b="0">
                <a:solidFill>
                  <a:srgbClr val="FFD24A"/>
                </a:solidFill>
                <a:latin typeface="微软雅黑"/>
                <a:ea typeface="微软雅黑"/>
                <a:cs typeface="微软雅黑"/>
              </a:rPr>
              <a:t>这是后续每条结论可复算、可审计的前提。</a:t>
            </a:r>
          </a:p>
        </p:txBody>
      </p:sp>
      <p:sp>
        <p:nvSpPr>
          <p:cNvPr id="46" name="">
            <a:extLst xmlns:a="http://schemas.openxmlformats.org/drawingml/2006/main">
              <a:ext uri="{FF2B5EF4-FFF2-40B4-BE49-F238E27FC236}">
                <a16:creationId xmlns:a16="http://schemas.microsoft.com/office/drawing/2014/main" id="{6991C7B3-B445-410B-B141-5D8BA5D0785D}"/>
              </a:ext>
            </a:extLst>
          </p:cNvPr>
          <p:cNvSpPr>
            <a:spLocks xmlns:a="http://schemas.openxmlformats.org/drawingml/2006/main" noGrp="1"/>
          </p:cNvSpPr>
          <p:nvPr/>
        </p:nvSpPr>
        <p:spPr>
          <a:xfrm xmlns:a="http://schemas.openxmlformats.org/drawingml/2006/main">
            <a:off x="6153150" y="3486150"/>
            <a:ext cx="5772150" cy="2571750"/>
          </a:xfrm>
          <a:prstGeom xmlns:a="http://schemas.openxmlformats.org/drawingml/2006/main" prst="roundRect">
            <a:avLst>
              <a:gd name="adj" fmla="val 333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11430">
            <a:solidFill>
              <a:srgbClr val="7FC4FF"/>
            </a:solidFill>
            <a:prstDash val="solid"/>
          </a:ln>
        </p:spPr>
      </p:sp>
      <p:sp>
        <p:nvSpPr>
          <p:cNvPr id="47" name="">
            <a:extLst xmlns:a="http://schemas.openxmlformats.org/drawingml/2006/main">
              <a:ext uri="{FF2B5EF4-FFF2-40B4-BE49-F238E27FC236}">
                <a16:creationId xmlns:a16="http://schemas.microsoft.com/office/drawing/2014/main" id="{546128B6-3299-42B3-9E35-4279E282FAAB}"/>
              </a:ext>
            </a:extLst>
          </p:cNvPr>
          <p:cNvSpPr>
            <a:spLocks xmlns:a="http://schemas.openxmlformats.org/drawingml/2006/main" noGrp="1"/>
          </p:cNvSpPr>
          <p:nvPr/>
        </p:nvSpPr>
        <p:spPr>
          <a:xfrm xmlns:a="http://schemas.openxmlformats.org/drawingml/2006/main">
            <a:off x="6362700" y="3638550"/>
            <a:ext cx="53530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4FD8FF"/>
                </a:solidFill>
                <a:latin typeface="微软雅黑"/>
                <a:ea typeface="微软雅黑"/>
                <a:cs typeface="微软雅黑"/>
              </a:defRPr>
            </a:pPr>
            <a:r>
              <a:rPr sz="1050" b="1">
                <a:solidFill>
                  <a:srgbClr val="4FD8FF"/>
                </a:solidFill>
                <a:latin typeface="微软雅黑"/>
                <a:ea typeface="微软雅黑"/>
                <a:cs typeface="微软雅黑"/>
              </a:rPr>
              <a:t>三、一条超限判定是怎么变成可追溯结论的</a:t>
            </a:r>
          </a:p>
        </p:txBody>
      </p:sp>
      <p:sp>
        <p:nvSpPr>
          <p:cNvPr id="48" name="">
            <a:extLst xmlns:a="http://schemas.openxmlformats.org/drawingml/2006/main">
              <a:ext uri="{FF2B5EF4-FFF2-40B4-BE49-F238E27FC236}">
                <a16:creationId xmlns:a16="http://schemas.microsoft.com/office/drawing/2014/main" id="{86FD2762-C07D-430F-AB71-AC5B9DFD5C6E}"/>
              </a:ext>
            </a:extLst>
          </p:cNvPr>
          <p:cNvSpPr>
            <a:spLocks xmlns:a="http://schemas.openxmlformats.org/drawingml/2006/main" noGrp="1"/>
          </p:cNvSpPr>
          <p:nvPr/>
        </p:nvSpPr>
        <p:spPr>
          <a:xfrm xmlns:a="http://schemas.openxmlformats.org/drawingml/2006/main">
            <a:off x="6362700" y="3981450"/>
            <a:ext cx="952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实测事实</a:t>
            </a:r>
          </a:p>
        </p:txBody>
      </p:sp>
      <p:sp>
        <p:nvSpPr>
          <p:cNvPr id="49" name="">
            <a:extLst xmlns:a="http://schemas.openxmlformats.org/drawingml/2006/main">
              <a:ext uri="{FF2B5EF4-FFF2-40B4-BE49-F238E27FC236}">
                <a16:creationId xmlns:a16="http://schemas.microsoft.com/office/drawing/2014/main" id="{A2F3388A-F331-4D1E-9AB2-E69CF0F8C86A}"/>
              </a:ext>
            </a:extLst>
          </p:cNvPr>
          <p:cNvSpPr>
            <a:spLocks xmlns:a="http://schemas.openxmlformats.org/drawingml/2006/main" noGrp="1"/>
          </p:cNvSpPr>
          <p:nvPr/>
        </p:nvSpPr>
        <p:spPr>
          <a:xfrm xmlns:a="http://schemas.openxmlformats.org/drawingml/2006/main">
            <a:off x="7372350" y="3943350"/>
            <a:ext cx="43815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110kV </a:t>
            </a:r>
            <a:r>
              <a:rPr sz="900" b="0">
                <a:solidFill>
                  <a:srgbClr val="EEF5FF"/>
                </a:solidFill>
                <a:latin typeface="微软雅黑"/>
                <a:ea typeface="微软雅黑"/>
                <a:cs typeface="微软雅黑"/>
              </a:rPr>
              <a:t>城北变电所 </a:t>
            </a:r>
            <a:r>
              <a:rPr sz="900" b="0">
                <a:solidFill>
                  <a:srgbClr val="EEF5FF"/>
                </a:solidFill>
                <a:latin typeface="微软雅黑"/>
                <a:ea typeface="微软雅黑"/>
                <a:cs typeface="微软雅黑"/>
              </a:rPr>
              <a:t>1 </a:t>
            </a:r>
            <a:r>
              <a:rPr sz="900" b="0">
                <a:solidFill>
                  <a:srgbClr val="EEF5FF"/>
                </a:solidFill>
                <a:latin typeface="微软雅黑"/>
                <a:ea typeface="微软雅黑"/>
                <a:cs typeface="微软雅黑"/>
              </a:rPr>
              <a:t>号检查井，氧气实测 </a:t>
            </a:r>
            <a:r>
              <a:rPr sz="900" b="0">
                <a:solidFill>
                  <a:srgbClr val="EEF5FF"/>
                </a:solidFill>
                <a:latin typeface="微软雅黑"/>
                <a:ea typeface="微软雅黑"/>
                <a:cs typeface="微软雅黑"/>
              </a:rPr>
              <a:t>18.2 %VOL</a:t>
            </a:r>
          </a:p>
        </p:txBody>
      </p:sp>
      <p:sp>
        <p:nvSpPr>
          <p:cNvPr id="50" name="">
            <a:extLst xmlns:a="http://schemas.openxmlformats.org/drawingml/2006/main">
              <a:ext uri="{FF2B5EF4-FFF2-40B4-BE49-F238E27FC236}">
                <a16:creationId xmlns:a16="http://schemas.microsoft.com/office/drawing/2014/main" id="{CBA8EE71-5B03-4661-A849-E5F6CF643617}"/>
              </a:ext>
            </a:extLst>
          </p:cNvPr>
          <p:cNvSpPr>
            <a:spLocks xmlns:a="http://schemas.openxmlformats.org/drawingml/2006/main" noGrp="1"/>
          </p:cNvSpPr>
          <p:nvPr/>
        </p:nvSpPr>
        <p:spPr>
          <a:xfrm xmlns:a="http://schemas.openxmlformats.org/drawingml/2006/main">
            <a:off x="6362700" y="4391025"/>
            <a:ext cx="5391150" cy="9525"/>
          </a:xfrm>
          <a:prstGeom xmlns:a="http://schemas.openxmlformats.org/drawingml/2006/main" prst="rect">
            <a:avLst/>
          </a:prstGeom>
          <a:solidFill xmlns:a="http://schemas.openxmlformats.org/drawingml/2006/main">
            <a:srgbClr val="5FA8E8">
              <a:alpha val="55000"/>
            </a:srgbClr>
          </a:solidFill>
          <a:ln xmlns:a="http://schemas.openxmlformats.org/drawingml/2006/main">
            <a:noFill/>
          </a:ln>
        </p:spPr>
      </p:sp>
      <p:sp>
        <p:nvSpPr>
          <p:cNvPr id="51" name="">
            <a:extLst xmlns:a="http://schemas.openxmlformats.org/drawingml/2006/main">
              <a:ext uri="{FF2B5EF4-FFF2-40B4-BE49-F238E27FC236}">
                <a16:creationId xmlns:a16="http://schemas.microsoft.com/office/drawing/2014/main" id="{3A3203E0-A0DA-4B3F-BEE5-F6D077422DAA}"/>
              </a:ext>
            </a:extLst>
          </p:cNvPr>
          <p:cNvSpPr>
            <a:spLocks xmlns:a="http://schemas.openxmlformats.org/drawingml/2006/main" noGrp="1"/>
          </p:cNvSpPr>
          <p:nvPr/>
        </p:nvSpPr>
        <p:spPr>
          <a:xfrm xmlns:a="http://schemas.openxmlformats.org/drawingml/2006/main">
            <a:off x="6362700" y="4457700"/>
            <a:ext cx="952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比较基准</a:t>
            </a:r>
          </a:p>
        </p:txBody>
      </p:sp>
      <p:sp>
        <p:nvSpPr>
          <p:cNvPr id="52" name="">
            <a:extLst xmlns:a="http://schemas.openxmlformats.org/drawingml/2006/main">
              <a:ext uri="{FF2B5EF4-FFF2-40B4-BE49-F238E27FC236}">
                <a16:creationId xmlns:a16="http://schemas.microsoft.com/office/drawing/2014/main" id="{3A462D35-9627-4CE8-A239-F692FF2C9C72}"/>
              </a:ext>
            </a:extLst>
          </p:cNvPr>
          <p:cNvSpPr>
            <a:spLocks xmlns:a="http://schemas.openxmlformats.org/drawingml/2006/main" noGrp="1"/>
          </p:cNvSpPr>
          <p:nvPr/>
        </p:nvSpPr>
        <p:spPr>
          <a:xfrm xmlns:a="http://schemas.openxmlformats.org/drawingml/2006/main">
            <a:off x="7372350" y="4419600"/>
            <a:ext cx="43815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系统字典默认阈值 </a:t>
            </a:r>
            <a:r>
              <a:rPr sz="900" b="0">
                <a:solidFill>
                  <a:srgbClr val="EEF5FF"/>
                </a:solidFill>
                <a:latin typeface="微软雅黑"/>
                <a:ea typeface="微软雅黑"/>
                <a:cs typeface="微软雅黑"/>
              </a:rPr>
              <a:t>19.5 %VOL</a:t>
            </a:r>
            <a:r>
              <a:rPr sz="900" b="0">
                <a:solidFill>
                  <a:srgbClr val="EEF5FF"/>
                </a:solidFill>
                <a:latin typeface="微软雅黑"/>
                <a:ea typeface="微软雅黑"/>
                <a:cs typeface="微软雅黑"/>
              </a:rPr>
              <a:t>（缺氧下限），管理员可改库</a:t>
            </a:r>
          </a:p>
        </p:txBody>
      </p:sp>
      <p:sp>
        <p:nvSpPr>
          <p:cNvPr id="53" name="">
            <a:extLst xmlns:a="http://schemas.openxmlformats.org/drawingml/2006/main">
              <a:ext uri="{FF2B5EF4-FFF2-40B4-BE49-F238E27FC236}">
                <a16:creationId xmlns:a16="http://schemas.microsoft.com/office/drawing/2014/main" id="{8E9B8CFC-D967-4C96-A7F4-88B0B9F19127}"/>
              </a:ext>
            </a:extLst>
          </p:cNvPr>
          <p:cNvSpPr>
            <a:spLocks xmlns:a="http://schemas.openxmlformats.org/drawingml/2006/main" noGrp="1"/>
          </p:cNvSpPr>
          <p:nvPr/>
        </p:nvSpPr>
        <p:spPr>
          <a:xfrm xmlns:a="http://schemas.openxmlformats.org/drawingml/2006/main">
            <a:off x="6362700" y="4867275"/>
            <a:ext cx="5391150" cy="9525"/>
          </a:xfrm>
          <a:prstGeom xmlns:a="http://schemas.openxmlformats.org/drawingml/2006/main" prst="rect">
            <a:avLst/>
          </a:prstGeom>
          <a:solidFill xmlns:a="http://schemas.openxmlformats.org/drawingml/2006/main">
            <a:srgbClr val="5FA8E8">
              <a:alpha val="55000"/>
            </a:srgbClr>
          </a:solidFill>
          <a:ln xmlns:a="http://schemas.openxmlformats.org/drawingml/2006/main">
            <a:noFill/>
          </a:ln>
        </p:spPr>
      </p:sp>
      <p:sp>
        <p:nvSpPr>
          <p:cNvPr id="54" name="">
            <a:extLst xmlns:a="http://schemas.openxmlformats.org/drawingml/2006/main">
              <a:ext uri="{FF2B5EF4-FFF2-40B4-BE49-F238E27FC236}">
                <a16:creationId xmlns:a16="http://schemas.microsoft.com/office/drawing/2014/main" id="{8736EB6F-5066-401D-826D-BAC66E175EF4}"/>
              </a:ext>
            </a:extLst>
          </p:cNvPr>
          <p:cNvSpPr>
            <a:spLocks xmlns:a="http://schemas.openxmlformats.org/drawingml/2006/main" noGrp="1"/>
          </p:cNvSpPr>
          <p:nvPr/>
        </p:nvSpPr>
        <p:spPr>
          <a:xfrm xmlns:a="http://schemas.openxmlformats.org/drawingml/2006/main">
            <a:off x="6362700" y="4933950"/>
            <a:ext cx="952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系统结论</a:t>
            </a:r>
          </a:p>
        </p:txBody>
      </p:sp>
      <p:sp>
        <p:nvSpPr>
          <p:cNvPr id="55" name="">
            <a:extLst xmlns:a="http://schemas.openxmlformats.org/drawingml/2006/main">
              <a:ext uri="{FF2B5EF4-FFF2-40B4-BE49-F238E27FC236}">
                <a16:creationId xmlns:a16="http://schemas.microsoft.com/office/drawing/2014/main" id="{EA524140-ED37-49B1-A34F-B11DF7814692}"/>
              </a:ext>
            </a:extLst>
          </p:cNvPr>
          <p:cNvSpPr>
            <a:spLocks xmlns:a="http://schemas.openxmlformats.org/drawingml/2006/main" noGrp="1"/>
          </p:cNvSpPr>
          <p:nvPr/>
        </p:nvSpPr>
        <p:spPr>
          <a:xfrm xmlns:a="http://schemas.openxmlformats.org/drawingml/2006/main">
            <a:off x="7372350" y="4895850"/>
            <a:ext cx="43815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命中规则 </a:t>
            </a:r>
            <a:r>
              <a:rPr sz="900" b="0">
                <a:solidFill>
                  <a:srgbClr val="EEF5FF"/>
                </a:solidFill>
                <a:latin typeface="微软雅黑"/>
                <a:ea typeface="微软雅黑"/>
                <a:cs typeface="微软雅黑"/>
              </a:rPr>
              <a:t>REPORT_GAS_OVER_MARGIN_MID
</a:t>
            </a:r>
            <a:r>
              <a:rPr sz="900" b="0">
                <a:solidFill>
                  <a:srgbClr val="EEF5FF"/>
                </a:solidFill>
                <a:latin typeface="微软雅黑"/>
                <a:ea typeface="微软雅黑"/>
                <a:cs typeface="微软雅黑"/>
              </a:rPr>
              <a:t>严重度判为「高」，并给出原因与处置措施</a:t>
            </a:r>
          </a:p>
        </p:txBody>
      </p:sp>
      <p:sp>
        <p:nvSpPr>
          <p:cNvPr id="56" name="">
            <a:extLst xmlns:a="http://schemas.openxmlformats.org/drawingml/2006/main">
              <a:ext uri="{FF2B5EF4-FFF2-40B4-BE49-F238E27FC236}">
                <a16:creationId xmlns:a16="http://schemas.microsoft.com/office/drawing/2014/main" id="{B9AA026F-84D1-4104-BBD9-07216973FDDD}"/>
              </a:ext>
            </a:extLst>
          </p:cNvPr>
          <p:cNvSpPr>
            <a:spLocks xmlns:a="http://schemas.openxmlformats.org/drawingml/2006/main" noGrp="1"/>
          </p:cNvSpPr>
          <p:nvPr/>
        </p:nvSpPr>
        <p:spPr>
          <a:xfrm xmlns:a="http://schemas.openxmlformats.org/drawingml/2006/main">
            <a:off x="6362700" y="5343525"/>
            <a:ext cx="5391150" cy="9525"/>
          </a:xfrm>
          <a:prstGeom xmlns:a="http://schemas.openxmlformats.org/drawingml/2006/main" prst="rect">
            <a:avLst/>
          </a:prstGeom>
          <a:solidFill xmlns:a="http://schemas.openxmlformats.org/drawingml/2006/main">
            <a:srgbClr val="5FA8E8">
              <a:alpha val="55000"/>
            </a:srgbClr>
          </a:solidFill>
          <a:ln xmlns:a="http://schemas.openxmlformats.org/drawingml/2006/main">
            <a:noFill/>
          </a:ln>
        </p:spPr>
      </p:sp>
      <p:sp>
        <p:nvSpPr>
          <p:cNvPr id="57" name="">
            <a:extLst xmlns:a="http://schemas.openxmlformats.org/drawingml/2006/main">
              <a:ext uri="{FF2B5EF4-FFF2-40B4-BE49-F238E27FC236}">
                <a16:creationId xmlns:a16="http://schemas.microsoft.com/office/drawing/2014/main" id="{C6C4C2A0-F16A-4F4B-903F-FF10D530C996}"/>
              </a:ext>
            </a:extLst>
          </p:cNvPr>
          <p:cNvSpPr>
            <a:spLocks xmlns:a="http://schemas.openxmlformats.org/drawingml/2006/main" noGrp="1"/>
          </p:cNvSpPr>
          <p:nvPr/>
        </p:nvSpPr>
        <p:spPr>
          <a:xfrm xmlns:a="http://schemas.openxmlformats.org/drawingml/2006/main">
            <a:off x="6362700" y="5410200"/>
            <a:ext cx="952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留痕</a:t>
            </a:r>
          </a:p>
        </p:txBody>
      </p:sp>
      <p:sp>
        <p:nvSpPr>
          <p:cNvPr id="58" name="">
            <a:extLst xmlns:a="http://schemas.openxmlformats.org/drawingml/2006/main">
              <a:ext uri="{FF2B5EF4-FFF2-40B4-BE49-F238E27FC236}">
                <a16:creationId xmlns:a16="http://schemas.microsoft.com/office/drawing/2014/main" id="{56BCF1F1-4294-446A-9CD3-732E80768A06}"/>
              </a:ext>
            </a:extLst>
          </p:cNvPr>
          <p:cNvSpPr>
            <a:spLocks xmlns:a="http://schemas.openxmlformats.org/drawingml/2006/main" noGrp="1"/>
          </p:cNvSpPr>
          <p:nvPr/>
        </p:nvSpPr>
        <p:spPr>
          <a:xfrm xmlns:a="http://schemas.openxmlformats.org/drawingml/2006/main">
            <a:off x="7372350" y="5372100"/>
            <a:ext cx="43815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结论回指阈值来源，班组长确认后写入决策留痕，全程可复算</a:t>
            </a:r>
          </a:p>
        </p:txBody>
      </p:sp>
      <p:sp>
        <p:nvSpPr>
          <p:cNvPr id="59" name="">
            <a:extLst xmlns:a="http://schemas.openxmlformats.org/drawingml/2006/main">
              <a:ext uri="{FF2B5EF4-FFF2-40B4-BE49-F238E27FC236}">
                <a16:creationId xmlns:a16="http://schemas.microsoft.com/office/drawing/2014/main" id="{89FA4001-3749-45B4-9F41-E631DC49B2E9}"/>
              </a:ext>
            </a:extLst>
          </p:cNvPr>
          <p:cNvSpPr>
            <a:spLocks xmlns:a="http://schemas.openxmlformats.org/drawingml/2006/main" noGrp="1"/>
          </p:cNvSpPr>
          <p:nvPr/>
        </p:nvSpPr>
        <p:spPr>
          <a:xfrm xmlns:a="http://schemas.openxmlformats.org/drawingml/2006/main">
            <a:off x="285750" y="6153150"/>
            <a:ext cx="116395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口径说明：标准阈值取自上述标准原文，作为系统气体字典默认值；成本参数取自本项目需求测算；现状描述来自项目调研与访谈，未做行业抽样统计。</a:t>
            </a:r>
          </a:p>
        </p:txBody>
      </p:sp>
      <p:sp>
        <p:nvSpPr>
          <p:cNvPr id="60" name="">
            <a:extLst xmlns:a="http://schemas.openxmlformats.org/drawingml/2006/main">
              <a:ext uri="{FF2B5EF4-FFF2-40B4-BE49-F238E27FC236}">
                <a16:creationId xmlns:a16="http://schemas.microsoft.com/office/drawing/2014/main" id="{6E1C64B4-7DA6-4233-ADCF-B059D30B98FE}"/>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61" name="">
            <a:extLst xmlns:a="http://schemas.openxmlformats.org/drawingml/2006/main">
              <a:ext uri="{FF2B5EF4-FFF2-40B4-BE49-F238E27FC236}">
                <a16:creationId xmlns:a16="http://schemas.microsoft.com/office/drawing/2014/main" id="{BA997D8F-60EE-4732-AEA0-22B801B81199}"/>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62" name="">
            <a:extLst xmlns:a="http://schemas.openxmlformats.org/drawingml/2006/main">
              <a:ext uri="{FF2B5EF4-FFF2-40B4-BE49-F238E27FC236}">
                <a16:creationId xmlns:a16="http://schemas.microsoft.com/office/drawing/2014/main" id="{5FE99515-5D79-4BB5-A69F-D7655E2C3A51}"/>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63" name="">
            <a:extLst xmlns:a="http://schemas.openxmlformats.org/drawingml/2006/main">
              <a:ext uri="{FF2B5EF4-FFF2-40B4-BE49-F238E27FC236}">
                <a16:creationId xmlns:a16="http://schemas.microsoft.com/office/drawing/2014/main" id="{9D17544D-A857-4A3F-9829-2167CBDD3EA1}"/>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64" name="">
            <a:extLst xmlns:a="http://schemas.openxmlformats.org/drawingml/2006/main">
              <a:ext uri="{FF2B5EF4-FFF2-40B4-BE49-F238E27FC236}">
                <a16:creationId xmlns:a16="http://schemas.microsoft.com/office/drawing/2014/main" id="{349E5129-019C-480F-B716-3EA284E78112}"/>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05</a:t>
            </a:r>
          </a:p>
        </p:txBody>
      </p:sp>
    </p:spTree>
    <p:extLst>
      <p:ext uri="{BB962C8B-B14F-4D97-AF65-F5344CB8AC3E}">
        <p14:creationId xmlns:p14="http://schemas.microsoft.com/office/powerpoint/2010/main" val="529901402"/>
      </p:ext>
    </p:extLst>
  </p:cSld>
</p:sld>
</file>

<file path=ppt/slides/slide6.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cd980313192c4225"/>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FB82214-F838-4F82-AD4F-3EEE9A492F3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E84E7DDF-F4E6-41AD-B240-246DE148F6FC}"/>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97DEED99-9CFE-4894-80F6-0522AF3D232F}"/>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0D5A7B80-C611-4121-BC55-D571C171FAEA}"/>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BF3C09D6-EA08-4128-96FF-7BA039549F61}"/>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CB0180FC-A9A7-4FBD-BAD9-1016BF04517E}"/>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23CBB23D-7C09-498E-8FFE-EA4D69E85574}"/>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240435CC-785D-489B-B410-2790F391C8A4}"/>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72397414-EDDA-4C27-91A7-82C6D312A736}"/>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4FD8FF">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2CE1C9BA-B4CD-4223-854D-C86802FF1FBC}"/>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4FD8FF">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47437A62-AAFB-44A6-93E1-7509E4C93C7F}"/>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20C063F3-4CA7-4212-92A8-E2A4B5508524}"/>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4FD8FF"/>
                </a:solidFill>
                <a:latin typeface="微软雅黑"/>
                <a:ea typeface="微软雅黑"/>
                <a:cs typeface="微软雅黑"/>
              </a:defRPr>
            </a:pPr>
            <a:r>
              <a:rPr sz="863" b="1" spc="1">
                <a:solidFill>
                  <a:srgbClr val="4FD8FF"/>
                </a:solidFill>
                <a:latin typeface="微软雅黑"/>
                <a:ea typeface="微软雅黑"/>
                <a:cs typeface="微软雅黑"/>
              </a:rPr>
              <a:t>01　</a:t>
            </a:r>
            <a:r>
              <a:rPr sz="863" b="1" spc="1">
                <a:solidFill>
                  <a:srgbClr val="4FD8FF"/>
                </a:solidFill>
                <a:latin typeface="微软雅黑"/>
                <a:ea typeface="微软雅黑"/>
                <a:cs typeface="微软雅黑"/>
              </a:rPr>
              <a:t>项目背景</a:t>
            </a:r>
          </a:p>
        </p:txBody>
      </p:sp>
      <p:sp>
        <p:nvSpPr>
          <p:cNvPr id="14" name="">
            <a:extLst xmlns:a="http://schemas.openxmlformats.org/drawingml/2006/main">
              <a:ext uri="{FF2B5EF4-FFF2-40B4-BE49-F238E27FC236}">
                <a16:creationId xmlns:a16="http://schemas.microsoft.com/office/drawing/2014/main" id="{F098157B-61FA-448C-9799-C8CCA7BCCD44}"/>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行业现状与转型压力</a:t>
            </a:r>
          </a:p>
        </p:txBody>
      </p:sp>
      <p:sp>
        <p:nvSpPr>
          <p:cNvPr id="15" name="">
            <a:extLst xmlns:a="http://schemas.openxmlformats.org/drawingml/2006/main">
              <a:ext uri="{FF2B5EF4-FFF2-40B4-BE49-F238E27FC236}">
                <a16:creationId xmlns:a16="http://schemas.microsoft.com/office/drawing/2014/main" id="{0DF16698-8422-4C04-A857-60930E3C76E2}"/>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17C4A1A0-730D-43C1-9C24-BDCF73B49F36}"/>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20A27D81-E89D-42AC-B30B-D05D4F263DD2}"/>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825534EA-2260-4688-B198-EAD0D4E69EDC}"/>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63554FB5-B49F-4201-81D5-4DF5F5826D9E}"/>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四条压力线同时收紧：站点增加、作业复杂度上升、人员备份不足、用人成本刚性。</a:t>
            </a:r>
          </a:p>
        </p:txBody>
      </p:sp>
      <p:sp>
        <p:nvSpPr>
          <p:cNvPr id="20" name="">
            <a:extLst xmlns:a="http://schemas.openxmlformats.org/drawingml/2006/main">
              <a:ext uri="{FF2B5EF4-FFF2-40B4-BE49-F238E27FC236}">
                <a16:creationId xmlns:a16="http://schemas.microsoft.com/office/drawing/2014/main" id="{1FDAAD62-C604-4473-9281-8CE479F2D705}"/>
              </a:ext>
            </a:extLst>
          </p:cNvPr>
          <p:cNvSpPr>
            <a:spLocks xmlns:a="http://schemas.openxmlformats.org/drawingml/2006/main" noGrp="1"/>
          </p:cNvSpPr>
          <p:nvPr/>
        </p:nvSpPr>
        <p:spPr>
          <a:xfrm xmlns:a="http://schemas.openxmlformats.org/drawingml/2006/main">
            <a:off x="285750" y="1333500"/>
            <a:ext cx="5753100" cy="1695450"/>
          </a:xfrm>
          <a:prstGeom xmlns:a="http://schemas.openxmlformats.org/drawingml/2006/main" prst="roundRect">
            <a:avLst>
              <a:gd name="adj" fmla="val 5056"/>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21" name="">
            <a:extLst xmlns:a="http://schemas.openxmlformats.org/drawingml/2006/main">
              <a:ext uri="{FF2B5EF4-FFF2-40B4-BE49-F238E27FC236}">
                <a16:creationId xmlns:a16="http://schemas.microsoft.com/office/drawing/2014/main" id="{847F77D9-9867-46EF-99E5-67B3BA573B5E}"/>
              </a:ext>
            </a:extLst>
          </p:cNvPr>
          <p:cNvSpPr>
            <a:spLocks xmlns:a="http://schemas.openxmlformats.org/drawingml/2006/main" noGrp="1"/>
          </p:cNvSpPr>
          <p:nvPr/>
        </p:nvSpPr>
        <p:spPr>
          <a:xfrm xmlns:a="http://schemas.openxmlformats.org/drawingml/2006/main">
            <a:off x="285750" y="1333500"/>
            <a:ext cx="5753100" cy="47625"/>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125B433F-D483-434F-AA6F-5CBC0F426A27}"/>
              </a:ext>
            </a:extLst>
          </p:cNvPr>
          <p:cNvSpPr>
            <a:spLocks xmlns:a="http://schemas.openxmlformats.org/drawingml/2006/main" noGrp="1"/>
          </p:cNvSpPr>
          <p:nvPr/>
        </p:nvSpPr>
        <p:spPr>
          <a:xfrm xmlns:a="http://schemas.openxmlformats.org/drawingml/2006/main">
            <a:off x="476250" y="1485900"/>
            <a:ext cx="24765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4FD8FF"/>
                </a:solidFill>
                <a:latin typeface="Bahnschrift"/>
                <a:ea typeface="Bahnschrift"/>
                <a:cs typeface="Bahnschrift"/>
              </a:defRPr>
            </a:pPr>
            <a:r>
              <a:rPr sz="2250" b="1">
                <a:solidFill>
                  <a:srgbClr val="4FD8FF"/>
                </a:solidFill>
                <a:latin typeface="Bahnschrift"/>
                <a:ea typeface="Bahnschrift"/>
                <a:cs typeface="Bahnschrift"/>
              </a:rPr>
              <a:t>+30%</a:t>
            </a:r>
          </a:p>
        </p:txBody>
      </p:sp>
      <p:sp>
        <p:nvSpPr>
          <p:cNvPr id="23" name="">
            <a:extLst xmlns:a="http://schemas.openxmlformats.org/drawingml/2006/main">
              <a:ext uri="{FF2B5EF4-FFF2-40B4-BE49-F238E27FC236}">
                <a16:creationId xmlns:a16="http://schemas.microsoft.com/office/drawing/2014/main" id="{FA7C1FC0-FEF9-4201-A51B-8BA2FFE0FAA6}"/>
              </a:ext>
            </a:extLst>
          </p:cNvPr>
          <p:cNvSpPr>
            <a:spLocks xmlns:a="http://schemas.openxmlformats.org/drawingml/2006/main" noGrp="1"/>
          </p:cNvSpPr>
          <p:nvPr/>
        </p:nvSpPr>
        <p:spPr>
          <a:xfrm xmlns:a="http://schemas.openxmlformats.org/drawingml/2006/main">
            <a:off x="476250" y="1943100"/>
            <a:ext cx="53340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088" b="1">
                <a:solidFill>
                  <a:srgbClr val="FFFFFF"/>
                </a:solidFill>
                <a:latin typeface="微软雅黑"/>
                <a:ea typeface="微软雅黑"/>
                <a:cs typeface="微软雅黑"/>
              </a:defRPr>
            </a:pPr>
            <a:r>
              <a:rPr sz="1088" b="1">
                <a:solidFill>
                  <a:srgbClr val="FFFFFF"/>
                </a:solidFill>
                <a:latin typeface="微软雅黑"/>
                <a:ea typeface="微软雅黑"/>
                <a:cs typeface="微软雅黑"/>
              </a:rPr>
              <a:t>站点增加，工作量同步上涨</a:t>
            </a:r>
          </a:p>
        </p:txBody>
      </p:sp>
      <p:sp>
        <p:nvSpPr>
          <p:cNvPr id="24" name="">
            <a:extLst xmlns:a="http://schemas.openxmlformats.org/drawingml/2006/main">
              <a:ext uri="{FF2B5EF4-FFF2-40B4-BE49-F238E27FC236}">
                <a16:creationId xmlns:a16="http://schemas.microsoft.com/office/drawing/2014/main" id="{498F6C32-34FF-4E7C-8352-1E3BF69C0C4F}"/>
              </a:ext>
            </a:extLst>
          </p:cNvPr>
          <p:cNvSpPr>
            <a:spLocks xmlns:a="http://schemas.openxmlformats.org/drawingml/2006/main" noGrp="1"/>
          </p:cNvSpPr>
          <p:nvPr/>
        </p:nvSpPr>
        <p:spPr>
          <a:xfrm xmlns:a="http://schemas.openxmlformats.org/drawingml/2006/main">
            <a:off x="476250" y="2228850"/>
            <a:ext cx="537210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4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需求方经营口径：明年新增 </a:t>
            </a:r>
            <a:r>
              <a:rPr sz="900">
                <a:solidFill>
                  <a:srgbClr val="EEF5FF"/>
                </a:solidFill>
                <a:latin typeface="微软雅黑"/>
                <a:ea typeface="微软雅黑"/>
                <a:cs typeface="微软雅黑"/>
              </a:rPr>
              <a:t>2 </a:t>
            </a:r>
            <a:r>
              <a:rPr sz="900">
                <a:solidFill>
                  <a:srgbClr val="EEF5FF"/>
                </a:solidFill>
                <a:latin typeface="微软雅黑"/>
                <a:ea typeface="微软雅黑"/>
                <a:cs typeface="微软雅黑"/>
              </a:rPr>
              <a:t>座 </a:t>
            </a:r>
            <a:r>
              <a:rPr sz="900">
                <a:solidFill>
                  <a:srgbClr val="EEF5FF"/>
                </a:solidFill>
                <a:latin typeface="微软雅黑"/>
                <a:ea typeface="微软雅黑"/>
                <a:cs typeface="微软雅黑"/>
              </a:rPr>
              <a:t>110kV </a:t>
            </a:r>
            <a:r>
              <a:rPr sz="900">
                <a:solidFill>
                  <a:srgbClr val="EEF5FF"/>
                </a:solidFill>
                <a:latin typeface="微软雅黑"/>
                <a:ea typeface="微软雅黑"/>
                <a:cs typeface="微软雅黑"/>
              </a:rPr>
              <a:t>变电站</a:t>
            </a:r>
          </a:p>
          <a:p xmlns:a="http://schemas.openxmlformats.org/drawingml/2006/main">
            <a:pPr algn="l">
              <a:lnSpc>
                <a:spcPct val="14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运维工作量预计增长 </a:t>
            </a:r>
            <a:r>
              <a:rPr sz="900">
                <a:solidFill>
                  <a:srgbClr val="EEF5FF"/>
                </a:solidFill>
                <a:latin typeface="微软雅黑"/>
                <a:ea typeface="微软雅黑"/>
                <a:cs typeface="微软雅黑"/>
              </a:rPr>
              <a:t>30%</a:t>
            </a:r>
            <a:r>
              <a:rPr sz="900">
                <a:solidFill>
                  <a:srgbClr val="EEF5FF"/>
                </a:solidFill>
                <a:latin typeface="微软雅黑"/>
                <a:ea typeface="微软雅黑"/>
                <a:cs typeface="微软雅黑"/>
              </a:rPr>
              <a:t>，而人员编制不增加</a:t>
            </a:r>
          </a:p>
          <a:p xmlns:a="http://schemas.openxmlformats.org/drawingml/2006/main">
            <a:pPr algn="l">
              <a:lnSpc>
                <a:spcPct val="14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培训与取证必须在现有工时内完成</a:t>
            </a:r>
          </a:p>
        </p:txBody>
      </p:sp>
      <p:sp>
        <p:nvSpPr>
          <p:cNvPr id="25" name="">
            <a:extLst xmlns:a="http://schemas.openxmlformats.org/drawingml/2006/main">
              <a:ext uri="{FF2B5EF4-FFF2-40B4-BE49-F238E27FC236}">
                <a16:creationId xmlns:a16="http://schemas.microsoft.com/office/drawing/2014/main" id="{180B9592-84D3-44A6-B094-76542D723909}"/>
              </a:ext>
            </a:extLst>
          </p:cNvPr>
          <p:cNvSpPr>
            <a:spLocks xmlns:a="http://schemas.openxmlformats.org/drawingml/2006/main" noGrp="1"/>
          </p:cNvSpPr>
          <p:nvPr/>
        </p:nvSpPr>
        <p:spPr>
          <a:xfrm xmlns:a="http://schemas.openxmlformats.org/drawingml/2006/main">
            <a:off x="6153150" y="1333500"/>
            <a:ext cx="5753100" cy="1695450"/>
          </a:xfrm>
          <a:prstGeom xmlns:a="http://schemas.openxmlformats.org/drawingml/2006/main" prst="roundRect">
            <a:avLst>
              <a:gd name="adj" fmla="val 5056"/>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6" name="">
            <a:extLst xmlns:a="http://schemas.openxmlformats.org/drawingml/2006/main">
              <a:ext uri="{FF2B5EF4-FFF2-40B4-BE49-F238E27FC236}">
                <a16:creationId xmlns:a16="http://schemas.microsoft.com/office/drawing/2014/main" id="{022F62AC-3010-44B1-8D9D-9D58C8BB6179}"/>
              </a:ext>
            </a:extLst>
          </p:cNvPr>
          <p:cNvSpPr>
            <a:spLocks xmlns:a="http://schemas.openxmlformats.org/drawingml/2006/main" noGrp="1"/>
          </p:cNvSpPr>
          <p:nvPr/>
        </p:nvSpPr>
        <p:spPr>
          <a:xfrm xmlns:a="http://schemas.openxmlformats.org/drawingml/2006/main">
            <a:off x="6153150" y="1333500"/>
            <a:ext cx="5753100" cy="47625"/>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27" name="">
            <a:extLst xmlns:a="http://schemas.openxmlformats.org/drawingml/2006/main">
              <a:ext uri="{FF2B5EF4-FFF2-40B4-BE49-F238E27FC236}">
                <a16:creationId xmlns:a16="http://schemas.microsoft.com/office/drawing/2014/main" id="{951E740A-7368-4B09-A1F6-F2A9E76E2C20}"/>
              </a:ext>
            </a:extLst>
          </p:cNvPr>
          <p:cNvSpPr>
            <a:spLocks xmlns:a="http://schemas.openxmlformats.org/drawingml/2006/main" noGrp="1"/>
          </p:cNvSpPr>
          <p:nvPr/>
        </p:nvSpPr>
        <p:spPr>
          <a:xfrm xmlns:a="http://schemas.openxmlformats.org/drawingml/2006/main">
            <a:off x="6343650" y="1485900"/>
            <a:ext cx="24765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FFD24A"/>
                </a:solidFill>
                <a:latin typeface="Bahnschrift"/>
                <a:ea typeface="Bahnschrift"/>
                <a:cs typeface="Bahnschrift"/>
              </a:defRPr>
            </a:pPr>
            <a:r>
              <a:rPr sz="2250" b="1">
                <a:solidFill>
                  <a:srgbClr val="FFD24A"/>
                </a:solidFill>
                <a:latin typeface="Bahnschrift"/>
                <a:ea typeface="Bahnschrift"/>
                <a:cs typeface="Bahnschrift"/>
              </a:rPr>
              <a:t>12 / 8</a:t>
            </a:r>
          </a:p>
        </p:txBody>
      </p:sp>
      <p:sp>
        <p:nvSpPr>
          <p:cNvPr id="28" name="">
            <a:extLst xmlns:a="http://schemas.openxmlformats.org/drawingml/2006/main">
              <a:ext uri="{FF2B5EF4-FFF2-40B4-BE49-F238E27FC236}">
                <a16:creationId xmlns:a16="http://schemas.microsoft.com/office/drawing/2014/main" id="{6F2C45A9-7798-4645-90AF-778A69E6AD76}"/>
              </a:ext>
            </a:extLst>
          </p:cNvPr>
          <p:cNvSpPr>
            <a:spLocks xmlns:a="http://schemas.openxmlformats.org/drawingml/2006/main" noGrp="1"/>
          </p:cNvSpPr>
          <p:nvPr/>
        </p:nvSpPr>
        <p:spPr>
          <a:xfrm xmlns:a="http://schemas.openxmlformats.org/drawingml/2006/main">
            <a:off x="6343650" y="1943100"/>
            <a:ext cx="53340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088" b="1">
                <a:solidFill>
                  <a:srgbClr val="FFFFFF"/>
                </a:solidFill>
                <a:latin typeface="微软雅黑"/>
                <a:ea typeface="微软雅黑"/>
                <a:cs typeface="微软雅黑"/>
              </a:defRPr>
            </a:pPr>
            <a:r>
              <a:rPr sz="1088" b="1">
                <a:solidFill>
                  <a:srgbClr val="FFFFFF"/>
                </a:solidFill>
                <a:latin typeface="微软雅黑"/>
                <a:ea typeface="微软雅黑"/>
                <a:cs typeface="微软雅黑"/>
              </a:rPr>
              <a:t>关键岗位需求大于现有，备份不足</a:t>
            </a:r>
          </a:p>
        </p:txBody>
      </p:sp>
      <p:sp>
        <p:nvSpPr>
          <p:cNvPr id="29" name="">
            <a:extLst xmlns:a="http://schemas.openxmlformats.org/drawingml/2006/main">
              <a:ext uri="{FF2B5EF4-FFF2-40B4-BE49-F238E27FC236}">
                <a16:creationId xmlns:a16="http://schemas.microsoft.com/office/drawing/2014/main" id="{BF407D86-EBA3-4D8B-987A-56B3B0CF0C87}"/>
              </a:ext>
            </a:extLst>
          </p:cNvPr>
          <p:cNvSpPr>
            <a:spLocks xmlns:a="http://schemas.openxmlformats.org/drawingml/2006/main" noGrp="1"/>
          </p:cNvSpPr>
          <p:nvPr/>
        </p:nvSpPr>
        <p:spPr>
          <a:xfrm xmlns:a="http://schemas.openxmlformats.org/drawingml/2006/main">
            <a:off x="6343650" y="2228850"/>
            <a:ext cx="537210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4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继电保护 </a:t>
            </a:r>
            <a:r>
              <a:rPr sz="900">
                <a:solidFill>
                  <a:srgbClr val="EEF5FF"/>
                </a:solidFill>
                <a:latin typeface="微软雅黑"/>
                <a:ea typeface="微软雅黑"/>
                <a:cs typeface="微软雅黑"/>
              </a:rPr>
              <a:t>L3 </a:t>
            </a:r>
            <a:r>
              <a:rPr sz="900">
                <a:solidFill>
                  <a:srgbClr val="EEF5FF"/>
                </a:solidFill>
                <a:latin typeface="微软雅黑"/>
                <a:ea typeface="微软雅黑"/>
                <a:cs typeface="微软雅黑"/>
              </a:rPr>
              <a:t>以上需求 </a:t>
            </a:r>
            <a:r>
              <a:rPr sz="900">
                <a:solidFill>
                  <a:srgbClr val="EEF5FF"/>
                </a:solidFill>
                <a:latin typeface="微软雅黑"/>
                <a:ea typeface="微软雅黑"/>
                <a:cs typeface="微软雅黑"/>
              </a:rPr>
              <a:t>12 </a:t>
            </a:r>
            <a:r>
              <a:rPr sz="900">
                <a:solidFill>
                  <a:srgbClr val="EEF5FF"/>
                </a:solidFill>
                <a:latin typeface="微软雅黑"/>
                <a:ea typeface="微软雅黑"/>
                <a:cs typeface="微软雅黑"/>
              </a:rPr>
              <a:t>人、现有 </a:t>
            </a:r>
            <a:r>
              <a:rPr sz="900">
                <a:solidFill>
                  <a:srgbClr val="EEF5FF"/>
                </a:solidFill>
                <a:latin typeface="微软雅黑"/>
                <a:ea typeface="微软雅黑"/>
                <a:cs typeface="微软雅黑"/>
              </a:rPr>
              <a:t>8 </a:t>
            </a:r>
            <a:r>
              <a:rPr sz="900">
                <a:solidFill>
                  <a:srgbClr val="EEF5FF"/>
                </a:solidFill>
                <a:latin typeface="微软雅黑"/>
                <a:ea typeface="微软雅黑"/>
                <a:cs typeface="微软雅黑"/>
              </a:rPr>
              <a:t>人</a:t>
            </a:r>
          </a:p>
          <a:p xmlns:a="http://schemas.openxmlformats.org/drawingml/2006/main">
            <a:pPr algn="l">
              <a:lnSpc>
                <a:spcPct val="14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高压试验需求 </a:t>
            </a:r>
            <a:r>
              <a:rPr sz="900">
                <a:solidFill>
                  <a:srgbClr val="EEF5FF"/>
                </a:solidFill>
                <a:latin typeface="微软雅黑"/>
                <a:ea typeface="微软雅黑"/>
                <a:cs typeface="微软雅黑"/>
              </a:rPr>
              <a:t>6 </a:t>
            </a:r>
            <a:r>
              <a:rPr sz="900">
                <a:solidFill>
                  <a:srgbClr val="EEF5FF"/>
                </a:solidFill>
                <a:latin typeface="微软雅黑"/>
                <a:ea typeface="微软雅黑"/>
                <a:cs typeface="微软雅黑"/>
              </a:rPr>
              <a:t>人、现有 </a:t>
            </a:r>
            <a:r>
              <a:rPr sz="900">
                <a:solidFill>
                  <a:srgbClr val="EEF5FF"/>
                </a:solidFill>
                <a:latin typeface="微软雅黑"/>
                <a:ea typeface="微软雅黑"/>
                <a:cs typeface="微软雅黑"/>
              </a:rPr>
              <a:t>3 </a:t>
            </a:r>
            <a:r>
              <a:rPr sz="900">
                <a:solidFill>
                  <a:srgbClr val="EEF5FF"/>
                </a:solidFill>
                <a:latin typeface="微软雅黑"/>
                <a:ea typeface="微软雅黑"/>
                <a:cs typeface="微软雅黑"/>
              </a:rPr>
              <a:t>人</a:t>
            </a:r>
          </a:p>
          <a:p xmlns:a="http://schemas.openxmlformats.org/drawingml/2006/main">
            <a:pPr algn="l">
              <a:lnSpc>
                <a:spcPct val="14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关键岗位一人请假即出现能力断点</a:t>
            </a:r>
          </a:p>
        </p:txBody>
      </p:sp>
      <p:sp>
        <p:nvSpPr>
          <p:cNvPr id="30" name="">
            <a:extLst xmlns:a="http://schemas.openxmlformats.org/drawingml/2006/main">
              <a:ext uri="{FF2B5EF4-FFF2-40B4-BE49-F238E27FC236}">
                <a16:creationId xmlns:a16="http://schemas.microsoft.com/office/drawing/2014/main" id="{90AC7DBD-7BCF-45A4-8642-251C4638EE49}"/>
              </a:ext>
            </a:extLst>
          </p:cNvPr>
          <p:cNvSpPr>
            <a:spLocks xmlns:a="http://schemas.openxmlformats.org/drawingml/2006/main" noGrp="1"/>
          </p:cNvSpPr>
          <p:nvPr/>
        </p:nvSpPr>
        <p:spPr>
          <a:xfrm xmlns:a="http://schemas.openxmlformats.org/drawingml/2006/main">
            <a:off x="285750" y="3105150"/>
            <a:ext cx="5753100" cy="1695450"/>
          </a:xfrm>
          <a:prstGeom xmlns:a="http://schemas.openxmlformats.org/drawingml/2006/main" prst="roundRect">
            <a:avLst>
              <a:gd name="adj" fmla="val 5056"/>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31" name="">
            <a:extLst xmlns:a="http://schemas.openxmlformats.org/drawingml/2006/main">
              <a:ext uri="{FF2B5EF4-FFF2-40B4-BE49-F238E27FC236}">
                <a16:creationId xmlns:a16="http://schemas.microsoft.com/office/drawing/2014/main" id="{A16AC4FF-ACE9-4F87-883C-9962E165C19B}"/>
              </a:ext>
            </a:extLst>
          </p:cNvPr>
          <p:cNvSpPr>
            <a:spLocks xmlns:a="http://schemas.openxmlformats.org/drawingml/2006/main" noGrp="1"/>
          </p:cNvSpPr>
          <p:nvPr/>
        </p:nvSpPr>
        <p:spPr>
          <a:xfrm xmlns:a="http://schemas.openxmlformats.org/drawingml/2006/main">
            <a:off x="285750" y="3105150"/>
            <a:ext cx="5753100" cy="47625"/>
          </a:xfrm>
          <a:prstGeom xmlns:a="http://schemas.openxmlformats.org/drawingml/2006/main" prst="rect">
            <a:avLst/>
          </a:prstGeom>
          <a:solidFill xmlns:a="http://schemas.openxmlformats.org/drawingml/2006/main">
            <a:srgbClr val="FF7A6B"/>
          </a:solidFill>
          <a:ln xmlns:a="http://schemas.openxmlformats.org/drawingml/2006/main">
            <a:noFill/>
          </a:ln>
        </p:spPr>
      </p:sp>
      <p:sp>
        <p:nvSpPr>
          <p:cNvPr id="32" name="">
            <a:extLst xmlns:a="http://schemas.openxmlformats.org/drawingml/2006/main">
              <a:ext uri="{FF2B5EF4-FFF2-40B4-BE49-F238E27FC236}">
                <a16:creationId xmlns:a16="http://schemas.microsoft.com/office/drawing/2014/main" id="{9199D3D6-B554-491C-801A-7382F5E75D68}"/>
              </a:ext>
            </a:extLst>
          </p:cNvPr>
          <p:cNvSpPr>
            <a:spLocks xmlns:a="http://schemas.openxmlformats.org/drawingml/2006/main" noGrp="1"/>
          </p:cNvSpPr>
          <p:nvPr/>
        </p:nvSpPr>
        <p:spPr>
          <a:xfrm xmlns:a="http://schemas.openxmlformats.org/drawingml/2006/main">
            <a:off x="476250" y="3257550"/>
            <a:ext cx="24765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FF7A6B"/>
                </a:solidFill>
                <a:latin typeface="Bahnschrift"/>
                <a:ea typeface="Bahnschrift"/>
                <a:cs typeface="Bahnschrift"/>
              </a:defRPr>
            </a:pPr>
            <a:r>
              <a:rPr sz="2250" b="1">
                <a:solidFill>
                  <a:srgbClr val="FF7A6B"/>
                </a:solidFill>
                <a:latin typeface="Bahnschrift"/>
                <a:ea typeface="Bahnschrift"/>
                <a:cs typeface="Bahnschrift"/>
              </a:rPr>
              <a:t>2·8·1.5</a:t>
            </a:r>
          </a:p>
        </p:txBody>
      </p:sp>
      <p:sp>
        <p:nvSpPr>
          <p:cNvPr id="33" name="">
            <a:extLst xmlns:a="http://schemas.openxmlformats.org/drawingml/2006/main">
              <a:ext uri="{FF2B5EF4-FFF2-40B4-BE49-F238E27FC236}">
                <a16:creationId xmlns:a16="http://schemas.microsoft.com/office/drawing/2014/main" id="{D6D375B5-E9B9-4C0E-91E7-B02870605FD5}"/>
              </a:ext>
            </a:extLst>
          </p:cNvPr>
          <p:cNvSpPr>
            <a:spLocks xmlns:a="http://schemas.openxmlformats.org/drawingml/2006/main" noGrp="1"/>
          </p:cNvSpPr>
          <p:nvPr/>
        </p:nvSpPr>
        <p:spPr>
          <a:xfrm xmlns:a="http://schemas.openxmlformats.org/drawingml/2006/main">
            <a:off x="476250" y="3714750"/>
            <a:ext cx="53340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088" b="1">
                <a:solidFill>
                  <a:srgbClr val="FFFFFF"/>
                </a:solidFill>
                <a:latin typeface="微软雅黑"/>
                <a:ea typeface="微软雅黑"/>
                <a:cs typeface="微软雅黑"/>
              </a:defRPr>
            </a:pPr>
            <a:r>
              <a:rPr sz="1088" b="1">
                <a:solidFill>
                  <a:srgbClr val="FFFFFF"/>
                </a:solidFill>
                <a:latin typeface="微软雅黑"/>
                <a:ea typeface="微软雅黑"/>
                <a:cs typeface="微软雅黑"/>
              </a:rPr>
              <a:t>用人成本刚性，招人比培养贵得多</a:t>
            </a:r>
          </a:p>
        </p:txBody>
      </p:sp>
      <p:sp>
        <p:nvSpPr>
          <p:cNvPr id="34" name="">
            <a:extLst xmlns:a="http://schemas.openxmlformats.org/drawingml/2006/main">
              <a:ext uri="{FF2B5EF4-FFF2-40B4-BE49-F238E27FC236}">
                <a16:creationId xmlns:a16="http://schemas.microsoft.com/office/drawing/2014/main" id="{ABE61F51-E72C-4768-97F7-D27C67DD48F2}"/>
              </a:ext>
            </a:extLst>
          </p:cNvPr>
          <p:cNvSpPr>
            <a:spLocks xmlns:a="http://schemas.openxmlformats.org/drawingml/2006/main" noGrp="1"/>
          </p:cNvSpPr>
          <p:nvPr/>
        </p:nvSpPr>
        <p:spPr>
          <a:xfrm xmlns:a="http://schemas.openxmlformats.org/drawingml/2006/main">
            <a:off x="476250" y="4000500"/>
            <a:ext cx="537210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4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内部转岗培训 </a:t>
            </a:r>
            <a:r>
              <a:rPr sz="900">
                <a:solidFill>
                  <a:srgbClr val="EEF5FF"/>
                </a:solidFill>
                <a:latin typeface="微软雅黑"/>
                <a:ea typeface="微软雅黑"/>
                <a:cs typeface="微软雅黑"/>
              </a:rPr>
              <a:t>≈ 2 </a:t>
            </a:r>
            <a:r>
              <a:rPr sz="900">
                <a:solidFill>
                  <a:srgbClr val="EEF5FF"/>
                </a:solidFill>
                <a:latin typeface="微软雅黑"/>
                <a:ea typeface="微软雅黑"/>
                <a:cs typeface="微软雅黑"/>
              </a:rPr>
              <a:t>万元 </a:t>
            </a: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人</a:t>
            </a:r>
          </a:p>
          <a:p xmlns:a="http://schemas.openxmlformats.org/drawingml/2006/main">
            <a:pPr algn="l">
              <a:lnSpc>
                <a:spcPct val="14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外部招聘 </a:t>
            </a:r>
            <a:r>
              <a:rPr sz="900">
                <a:solidFill>
                  <a:srgbClr val="EEF5FF"/>
                </a:solidFill>
                <a:latin typeface="微软雅黑"/>
                <a:ea typeface="微软雅黑"/>
                <a:cs typeface="微软雅黑"/>
              </a:rPr>
              <a:t>≈ 8 </a:t>
            </a:r>
            <a:r>
              <a:rPr sz="900">
                <a:solidFill>
                  <a:srgbClr val="EEF5FF"/>
                </a:solidFill>
                <a:latin typeface="微软雅黑"/>
                <a:ea typeface="微软雅黑"/>
                <a:cs typeface="微软雅黑"/>
              </a:rPr>
              <a:t>万元 </a:t>
            </a: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人</a:t>
            </a:r>
          </a:p>
          <a:p xmlns:a="http://schemas.openxmlformats.org/drawingml/2006/main">
            <a:pPr algn="l">
              <a:lnSpc>
                <a:spcPct val="14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外委 </a:t>
            </a:r>
            <a:r>
              <a:rPr sz="900">
                <a:solidFill>
                  <a:srgbClr val="EEF5FF"/>
                </a:solidFill>
                <a:latin typeface="微软雅黑"/>
                <a:ea typeface="微软雅黑"/>
                <a:cs typeface="微软雅黑"/>
              </a:rPr>
              <a:t>≈ 1.5 </a:t>
            </a:r>
            <a:r>
              <a:rPr sz="900">
                <a:solidFill>
                  <a:srgbClr val="EEF5FF"/>
                </a:solidFill>
                <a:latin typeface="微软雅黑"/>
                <a:ea typeface="微软雅黑"/>
                <a:cs typeface="微软雅黑"/>
              </a:rPr>
              <a:t>万元 </a:t>
            </a: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月；本案例年度用人成本 </a:t>
            </a:r>
            <a:r>
              <a:rPr sz="900">
                <a:solidFill>
                  <a:srgbClr val="EEF5FF"/>
                </a:solidFill>
                <a:latin typeface="微软雅黑"/>
                <a:ea typeface="微软雅黑"/>
                <a:cs typeface="微软雅黑"/>
              </a:rPr>
              <a:t>1,006,000 </a:t>
            </a:r>
            <a:r>
              <a:rPr sz="900">
                <a:solidFill>
                  <a:srgbClr val="EEF5FF"/>
                </a:solidFill>
                <a:latin typeface="微软雅黑"/>
                <a:ea typeface="微软雅黑"/>
                <a:cs typeface="微软雅黑"/>
              </a:rPr>
              <a:t>元</a:t>
            </a:r>
          </a:p>
        </p:txBody>
      </p:sp>
      <p:sp>
        <p:nvSpPr>
          <p:cNvPr id="35" name="">
            <a:extLst xmlns:a="http://schemas.openxmlformats.org/drawingml/2006/main">
              <a:ext uri="{FF2B5EF4-FFF2-40B4-BE49-F238E27FC236}">
                <a16:creationId xmlns:a16="http://schemas.microsoft.com/office/drawing/2014/main" id="{E63C2E83-9D5A-4949-9ABE-193D400A3083}"/>
              </a:ext>
            </a:extLst>
          </p:cNvPr>
          <p:cNvSpPr>
            <a:spLocks xmlns:a="http://schemas.openxmlformats.org/drawingml/2006/main" noGrp="1"/>
          </p:cNvSpPr>
          <p:nvPr/>
        </p:nvSpPr>
        <p:spPr>
          <a:xfrm xmlns:a="http://schemas.openxmlformats.org/drawingml/2006/main">
            <a:off x="6153150" y="3105150"/>
            <a:ext cx="5753100" cy="1695450"/>
          </a:xfrm>
          <a:prstGeom xmlns:a="http://schemas.openxmlformats.org/drawingml/2006/main" prst="roundRect">
            <a:avLst>
              <a:gd name="adj" fmla="val 5056"/>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6" name="">
            <a:extLst xmlns:a="http://schemas.openxmlformats.org/drawingml/2006/main">
              <a:ext uri="{FF2B5EF4-FFF2-40B4-BE49-F238E27FC236}">
                <a16:creationId xmlns:a16="http://schemas.microsoft.com/office/drawing/2014/main" id="{83583F51-434E-4DB1-8769-23E5E499D925}"/>
              </a:ext>
            </a:extLst>
          </p:cNvPr>
          <p:cNvSpPr>
            <a:spLocks xmlns:a="http://schemas.openxmlformats.org/drawingml/2006/main" noGrp="1"/>
          </p:cNvSpPr>
          <p:nvPr/>
        </p:nvSpPr>
        <p:spPr>
          <a:xfrm xmlns:a="http://schemas.openxmlformats.org/drawingml/2006/main">
            <a:off x="6153150" y="3105150"/>
            <a:ext cx="5753100" cy="47625"/>
          </a:xfrm>
          <a:prstGeom xmlns:a="http://schemas.openxmlformats.org/drawingml/2006/main" prst="rect">
            <a:avLst/>
          </a:prstGeom>
          <a:solidFill xmlns:a="http://schemas.openxmlformats.org/drawingml/2006/main">
            <a:srgbClr val="5FE3A1"/>
          </a:solidFill>
          <a:ln xmlns:a="http://schemas.openxmlformats.org/drawingml/2006/main">
            <a:noFill/>
          </a:ln>
        </p:spPr>
      </p:sp>
      <p:sp>
        <p:nvSpPr>
          <p:cNvPr id="37" name="">
            <a:extLst xmlns:a="http://schemas.openxmlformats.org/drawingml/2006/main">
              <a:ext uri="{FF2B5EF4-FFF2-40B4-BE49-F238E27FC236}">
                <a16:creationId xmlns:a16="http://schemas.microsoft.com/office/drawing/2014/main" id="{8565B33A-69B1-40E9-AF55-7905F60A28E0}"/>
              </a:ext>
            </a:extLst>
          </p:cNvPr>
          <p:cNvSpPr>
            <a:spLocks xmlns:a="http://schemas.openxmlformats.org/drawingml/2006/main" noGrp="1"/>
          </p:cNvSpPr>
          <p:nvPr/>
        </p:nvSpPr>
        <p:spPr>
          <a:xfrm xmlns:a="http://schemas.openxmlformats.org/drawingml/2006/main">
            <a:off x="6343650" y="3257550"/>
            <a:ext cx="24765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5FE3A1"/>
                </a:solidFill>
                <a:latin typeface="Bahnschrift"/>
                <a:ea typeface="Bahnschrift"/>
                <a:cs typeface="Bahnschrift"/>
              </a:defRPr>
            </a:pPr>
            <a:r>
              <a:rPr sz="2250" b="1">
                <a:solidFill>
                  <a:srgbClr val="5FE3A1"/>
                </a:solidFill>
                <a:latin typeface="Bahnschrift"/>
                <a:ea typeface="Bahnschrift"/>
                <a:cs typeface="Bahnschrift"/>
              </a:rPr>
              <a:t>86/9/5</a:t>
            </a:r>
          </a:p>
        </p:txBody>
      </p:sp>
      <p:sp>
        <p:nvSpPr>
          <p:cNvPr id="38" name="">
            <a:extLst xmlns:a="http://schemas.openxmlformats.org/drawingml/2006/main">
              <a:ext uri="{FF2B5EF4-FFF2-40B4-BE49-F238E27FC236}">
                <a16:creationId xmlns:a16="http://schemas.microsoft.com/office/drawing/2014/main" id="{AA9142D0-59D4-4CFE-93ED-8D7628424A76}"/>
              </a:ext>
            </a:extLst>
          </p:cNvPr>
          <p:cNvSpPr>
            <a:spLocks xmlns:a="http://schemas.openxmlformats.org/drawingml/2006/main" noGrp="1"/>
          </p:cNvSpPr>
          <p:nvPr/>
        </p:nvSpPr>
        <p:spPr>
          <a:xfrm xmlns:a="http://schemas.openxmlformats.org/drawingml/2006/main">
            <a:off x="6343650" y="3714750"/>
            <a:ext cx="53340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088" b="1">
                <a:solidFill>
                  <a:srgbClr val="FFFFFF"/>
                </a:solidFill>
                <a:latin typeface="微软雅黑"/>
                <a:ea typeface="微软雅黑"/>
                <a:cs typeface="微软雅黑"/>
              </a:defRPr>
            </a:pPr>
            <a:r>
              <a:rPr sz="1088" b="1">
                <a:solidFill>
                  <a:srgbClr val="FFFFFF"/>
                </a:solidFill>
                <a:latin typeface="微软雅黑"/>
                <a:ea typeface="微软雅黑"/>
                <a:cs typeface="微软雅黑"/>
              </a:rPr>
              <a:t>技能面广，一人多岗成为常态</a:t>
            </a:r>
          </a:p>
        </p:txBody>
      </p:sp>
      <p:sp>
        <p:nvSpPr>
          <p:cNvPr id="39" name="">
            <a:extLst xmlns:a="http://schemas.openxmlformats.org/drawingml/2006/main">
              <a:ext uri="{FF2B5EF4-FFF2-40B4-BE49-F238E27FC236}">
                <a16:creationId xmlns:a16="http://schemas.microsoft.com/office/drawing/2014/main" id="{91B30342-CEF2-42A8-8310-E7BAEAF7EEC8}"/>
              </a:ext>
            </a:extLst>
          </p:cNvPr>
          <p:cNvSpPr>
            <a:spLocks xmlns:a="http://schemas.openxmlformats.org/drawingml/2006/main" noGrp="1"/>
          </p:cNvSpPr>
          <p:nvPr/>
        </p:nvSpPr>
        <p:spPr>
          <a:xfrm xmlns:a="http://schemas.openxmlformats.org/drawingml/2006/main">
            <a:off x="6343650" y="4000500"/>
            <a:ext cx="537210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4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86 </a:t>
            </a:r>
            <a:r>
              <a:rPr sz="900">
                <a:solidFill>
                  <a:srgbClr val="EEF5FF"/>
                </a:solidFill>
                <a:latin typeface="微软雅黑"/>
                <a:ea typeface="微软雅黑"/>
                <a:cs typeface="微软雅黑"/>
              </a:rPr>
              <a:t>名运检人员、</a:t>
            </a:r>
            <a:r>
              <a:rPr sz="900">
                <a:solidFill>
                  <a:srgbClr val="EEF5FF"/>
                </a:solidFill>
                <a:latin typeface="微软雅黑"/>
                <a:ea typeface="微软雅黑"/>
                <a:cs typeface="微软雅黑"/>
              </a:rPr>
              <a:t>9 </a:t>
            </a:r>
            <a:r>
              <a:rPr sz="900">
                <a:solidFill>
                  <a:srgbClr val="EEF5FF"/>
                </a:solidFill>
                <a:latin typeface="微软雅黑"/>
                <a:ea typeface="微软雅黑"/>
                <a:cs typeface="微软雅黑"/>
              </a:rPr>
              <a:t>个班组</a:t>
            </a:r>
          </a:p>
          <a:p xmlns:a="http://schemas.openxmlformats.org/drawingml/2006/main">
            <a:pPr algn="l">
              <a:lnSpc>
                <a:spcPct val="14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覆盖继保、倒闸、高压试验、故障录波、安全规程 </a:t>
            </a:r>
            <a:r>
              <a:rPr sz="900">
                <a:solidFill>
                  <a:srgbClr val="EEF5FF"/>
                </a:solidFill>
                <a:latin typeface="微软雅黑"/>
                <a:ea typeface="微软雅黑"/>
                <a:cs typeface="微软雅黑"/>
              </a:rPr>
              <a:t>5 </a:t>
            </a:r>
            <a:r>
              <a:rPr sz="900">
                <a:solidFill>
                  <a:srgbClr val="EEF5FF"/>
                </a:solidFill>
                <a:latin typeface="微软雅黑"/>
                <a:ea typeface="微软雅黑"/>
                <a:cs typeface="微软雅黑"/>
              </a:rPr>
              <a:t>类核心技能</a:t>
            </a:r>
          </a:p>
          <a:p xmlns:a="http://schemas.openxmlformats.org/drawingml/2006/main">
            <a:pPr algn="l">
              <a:lnSpc>
                <a:spcPct val="14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能力底数只能人工统计，难以掌握</a:t>
            </a:r>
          </a:p>
        </p:txBody>
      </p:sp>
      <p:sp>
        <p:nvSpPr>
          <p:cNvPr id="40" name="">
            <a:extLst xmlns:a="http://schemas.openxmlformats.org/drawingml/2006/main">
              <a:ext uri="{FF2B5EF4-FFF2-40B4-BE49-F238E27FC236}">
                <a16:creationId xmlns:a16="http://schemas.microsoft.com/office/drawing/2014/main" id="{7BA7FE53-1FD9-4ED6-893D-1E92E2559922}"/>
              </a:ext>
            </a:extLst>
          </p:cNvPr>
          <p:cNvSpPr>
            <a:spLocks xmlns:a="http://schemas.openxmlformats.org/drawingml/2006/main" noGrp="1"/>
          </p:cNvSpPr>
          <p:nvPr/>
        </p:nvSpPr>
        <p:spPr>
          <a:xfrm xmlns:a="http://schemas.openxmlformats.org/drawingml/2006/main">
            <a:off x="285750" y="4914900"/>
            <a:ext cx="11620500" cy="1162050"/>
          </a:xfrm>
          <a:prstGeom xmlns:a="http://schemas.openxmlformats.org/drawingml/2006/main" prst="roundRect">
            <a:avLst>
              <a:gd name="adj" fmla="val 7377"/>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41" name="">
            <a:extLst xmlns:a="http://schemas.openxmlformats.org/drawingml/2006/main">
              <a:ext uri="{FF2B5EF4-FFF2-40B4-BE49-F238E27FC236}">
                <a16:creationId xmlns:a16="http://schemas.microsoft.com/office/drawing/2014/main" id="{1BDB9EE2-A0A3-4D17-A497-0462ABF4C3B5}"/>
              </a:ext>
            </a:extLst>
          </p:cNvPr>
          <p:cNvSpPr>
            <a:spLocks xmlns:a="http://schemas.openxmlformats.org/drawingml/2006/main" noGrp="1"/>
          </p:cNvSpPr>
          <p:nvPr/>
        </p:nvSpPr>
        <p:spPr>
          <a:xfrm xmlns:a="http://schemas.openxmlformats.org/drawingml/2006/main">
            <a:off x="457200" y="5010150"/>
            <a:ext cx="112776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FFFFFF"/>
                </a:solidFill>
                <a:latin typeface="微软雅黑"/>
                <a:ea typeface="微软雅黑"/>
                <a:cs typeface="微软雅黑"/>
              </a:defRPr>
            </a:pPr>
            <a:r>
              <a:rPr sz="1125" b="1">
                <a:solidFill>
                  <a:srgbClr val="FFFFFF"/>
                </a:solidFill>
                <a:latin typeface="微软雅黑"/>
                <a:ea typeface="微软雅黑"/>
                <a:cs typeface="微软雅黑"/>
              </a:rPr>
              <a:t>数据来源与口径</a:t>
            </a:r>
          </a:p>
        </p:txBody>
      </p:sp>
      <p:sp>
        <p:nvSpPr>
          <p:cNvPr id="42" name="">
            <a:extLst xmlns:a="http://schemas.openxmlformats.org/drawingml/2006/main">
              <a:ext uri="{FF2B5EF4-FFF2-40B4-BE49-F238E27FC236}">
                <a16:creationId xmlns:a16="http://schemas.microsoft.com/office/drawing/2014/main" id="{E61269AE-E057-4570-9A95-17A779EDE426}"/>
              </a:ext>
            </a:extLst>
          </p:cNvPr>
          <p:cNvSpPr>
            <a:spLocks xmlns:a="http://schemas.openxmlformats.org/drawingml/2006/main" noGrp="1"/>
          </p:cNvSpPr>
          <p:nvPr/>
        </p:nvSpPr>
        <p:spPr>
          <a:xfrm xmlns:a="http://schemas.openxmlformats.org/drawingml/2006/main">
            <a:off x="457200" y="5295900"/>
            <a:ext cx="11277600" cy="704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38">
                <a:solidFill>
                  <a:srgbClr val="EEF5FF"/>
                </a:solidFill>
                <a:latin typeface="微软雅黑"/>
                <a:ea typeface="微软雅黑"/>
                <a:cs typeface="微软雅黑"/>
              </a:defRPr>
            </a:pPr>
            <a:r>
              <a:rPr sz="938" b="1">
                <a:solidFill>
                  <a:srgbClr val="EEF5FF"/>
                </a:solidFill>
                <a:latin typeface="微软雅黑"/>
                <a:ea typeface="微软雅黑"/>
                <a:cs typeface="微软雅黑"/>
              </a:rPr>
              <a:t>已核实　</a:t>
            </a:r>
            <a:r>
              <a:rPr sz="938">
                <a:solidFill>
                  <a:srgbClr val="EEF5FF"/>
                </a:solidFill>
                <a:latin typeface="微软雅黑"/>
                <a:ea typeface="微软雅黑"/>
                <a:cs typeface="微软雅黑"/>
              </a:rPr>
              <a:t>四条压力线数字来自需求方提供的经营与岗位口径（需求调研），可与需求方逐条核对复算。</a:t>
            </a:r>
          </a:p>
          <a:p xmlns:a="http://schemas.openxmlformats.org/drawingml/2006/main">
            <a:pPr algn="l">
              <a:lnSpc>
                <a:spcPct val="150000"/>
              </a:lnSpc>
              <a:buNone/>
              <a:defRPr sz="938">
                <a:solidFill>
                  <a:srgbClr val="EEF5FF"/>
                </a:solidFill>
                <a:latin typeface="微软雅黑"/>
                <a:ea typeface="微软雅黑"/>
                <a:cs typeface="微软雅黑"/>
              </a:defRPr>
            </a:pPr>
            <a:r>
              <a:rPr sz="938" b="1">
                <a:solidFill>
                  <a:srgbClr val="EEF5FF"/>
                </a:solidFill>
                <a:latin typeface="微软雅黑"/>
                <a:ea typeface="微软雅黑"/>
                <a:cs typeface="微软雅黑"/>
              </a:rPr>
              <a:t>待补　</a:t>
            </a:r>
            <a:r>
              <a:rPr sz="938">
                <a:solidFill>
                  <a:srgbClr val="EEF5FF"/>
                </a:solidFill>
                <a:latin typeface="微软雅黑"/>
                <a:ea typeface="微软雅黑"/>
                <a:cs typeface="微软雅黑"/>
              </a:rPr>
              <a:t>公开行业报告数据需补年份与出处，建议来源：中电联《中国电力行业年度发展报告》、国家能源局全国电力工业统计数据、应急管理部有限空间作业事故通报。</a:t>
            </a:r>
          </a:p>
          <a:p xmlns:a="http://schemas.openxmlformats.org/drawingml/2006/main">
            <a:pPr algn="l">
              <a:lnSpc>
                <a:spcPct val="150000"/>
              </a:lnSpc>
              <a:buNone/>
              <a:defRPr sz="938">
                <a:solidFill>
                  <a:srgbClr val="EEF5FF"/>
                </a:solidFill>
                <a:latin typeface="微软雅黑"/>
                <a:ea typeface="微软雅黑"/>
                <a:cs typeface="微软雅黑"/>
              </a:defRPr>
            </a:pPr>
            <a:r>
              <a:rPr sz="938" b="1">
                <a:solidFill>
                  <a:srgbClr val="EEF5FF"/>
                </a:solidFill>
                <a:latin typeface="微软雅黑"/>
                <a:ea typeface="微软雅黑"/>
                <a:cs typeface="微软雅黑"/>
              </a:rPr>
              <a:t>口径纪律　</a:t>
            </a:r>
            <a:r>
              <a:rPr sz="938">
                <a:solidFill>
                  <a:srgbClr val="EEF5FF"/>
                </a:solidFill>
                <a:latin typeface="微软雅黑"/>
                <a:ea typeface="微软雅黑"/>
                <a:cs typeface="微软雅黑"/>
              </a:rPr>
              <a:t>未取得公开数据前，本页不写行业统计数字</a:t>
            </a:r>
            <a:r>
              <a:rPr sz="938">
                <a:solidFill>
                  <a:srgbClr val="EEF5FF"/>
                </a:solidFill>
                <a:latin typeface="微软雅黑"/>
                <a:ea typeface="微软雅黑"/>
                <a:cs typeface="微软雅黑"/>
              </a:rPr>
              <a:t>——</a:t>
            </a:r>
            <a:r>
              <a:rPr sz="938">
                <a:solidFill>
                  <a:srgbClr val="EEF5FF"/>
                </a:solidFill>
                <a:latin typeface="微软雅黑"/>
                <a:ea typeface="微软雅黑"/>
                <a:cs typeface="微软雅黑"/>
              </a:rPr>
              <a:t>避免把估算写成实测。</a:t>
            </a:r>
          </a:p>
        </p:txBody>
      </p:sp>
      <p:sp>
        <p:nvSpPr>
          <p:cNvPr id="43" name="">
            <a:extLst xmlns:a="http://schemas.openxmlformats.org/drawingml/2006/main">
              <a:ext uri="{FF2B5EF4-FFF2-40B4-BE49-F238E27FC236}">
                <a16:creationId xmlns:a16="http://schemas.microsoft.com/office/drawing/2014/main" id="{96247200-738E-41C0-A5A3-F3C43A82B9A5}"/>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44" name="">
            <a:extLst xmlns:a="http://schemas.openxmlformats.org/drawingml/2006/main">
              <a:ext uri="{FF2B5EF4-FFF2-40B4-BE49-F238E27FC236}">
                <a16:creationId xmlns:a16="http://schemas.microsoft.com/office/drawing/2014/main" id="{D2E0B2B6-1906-4E2C-BEDA-6139E9214FC4}"/>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45" name="">
            <a:extLst xmlns:a="http://schemas.openxmlformats.org/drawingml/2006/main">
              <a:ext uri="{FF2B5EF4-FFF2-40B4-BE49-F238E27FC236}">
                <a16:creationId xmlns:a16="http://schemas.microsoft.com/office/drawing/2014/main" id="{83460820-AB27-44E7-ABF9-98677D872F99}"/>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46" name="">
            <a:extLst xmlns:a="http://schemas.openxmlformats.org/drawingml/2006/main">
              <a:ext uri="{FF2B5EF4-FFF2-40B4-BE49-F238E27FC236}">
                <a16:creationId xmlns:a16="http://schemas.microsoft.com/office/drawing/2014/main" id="{31C65EDF-313C-4694-AE8B-553D08D976F3}"/>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47" name="">
            <a:extLst xmlns:a="http://schemas.openxmlformats.org/drawingml/2006/main">
              <a:ext uri="{FF2B5EF4-FFF2-40B4-BE49-F238E27FC236}">
                <a16:creationId xmlns:a16="http://schemas.microsoft.com/office/drawing/2014/main" id="{B45A01DF-7012-45DA-82C2-7FE2AA2B1D5B}"/>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06</a:t>
            </a:r>
          </a:p>
        </p:txBody>
      </p:sp>
    </p:spTree>
    <p:extLst>
      <p:ext uri="{BB962C8B-B14F-4D97-AF65-F5344CB8AC3E}">
        <p14:creationId xmlns:p14="http://schemas.microsoft.com/office/powerpoint/2010/main" val="1473345998"/>
      </p:ext>
    </p:extLst>
  </p:cSld>
</p:sld>
</file>

<file path=ppt/slides/slide7.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68" name=""/>
          <p:cNvPicPr>
            <a:picLocks xmlns:a="http://schemas.openxmlformats.org/drawingml/2006/main" noChangeAspect="1"/>
          </p:cNvPicPr>
          <p:nvPr/>
        </p:nvPicPr>
        <p:blipFill>
          <a:blip xmlns:r="http://schemas.openxmlformats.org/officeDocument/2006/relationships" xmlns:a="http://schemas.openxmlformats.org/drawingml/2006/main" r:embed="R5ec3eed64281405d"/>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A66830B-1553-4D93-A054-E7679C2C9D3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61CAC5F9-F664-4F7D-8824-330314EB5683}"/>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70C697FA-6CA5-4471-B0E8-8CA2A33852A8}"/>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ECFA3912-8791-4161-A8D0-A627A990CE76}"/>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ACE06A7F-404C-43BD-B975-EB72E35925ED}"/>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6E0D0CBA-9857-407E-861E-9673914A4C14}"/>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CB2B8B6F-F72F-4507-B891-5FDC6E23D148}"/>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AE860680-A7D8-4BAF-9C5E-7FE8D8E79535}"/>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7D281AC8-BCE4-4186-BD08-9A6198BF95D1}"/>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4FD8FF">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C74908B3-F74E-4D49-A8EB-947BE6F0DAF7}"/>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4FD8FF">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61620F03-A931-4039-A140-3BCD63E28243}"/>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BF3AFC2D-101C-409E-AA35-B2619C106CFB}"/>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4FD8FF"/>
                </a:solidFill>
                <a:latin typeface="微软雅黑"/>
                <a:ea typeface="微软雅黑"/>
                <a:cs typeface="微软雅黑"/>
              </a:defRPr>
            </a:pPr>
            <a:r>
              <a:rPr sz="863" b="1" spc="1">
                <a:solidFill>
                  <a:srgbClr val="4FD8FF"/>
                </a:solidFill>
                <a:latin typeface="微软雅黑"/>
                <a:ea typeface="微软雅黑"/>
                <a:cs typeface="微软雅黑"/>
              </a:rPr>
              <a:t>01　</a:t>
            </a:r>
            <a:r>
              <a:rPr sz="863" b="1" spc="1">
                <a:solidFill>
                  <a:srgbClr val="4FD8FF"/>
                </a:solidFill>
                <a:latin typeface="微软雅黑"/>
                <a:ea typeface="微软雅黑"/>
                <a:cs typeface="微软雅黑"/>
              </a:rPr>
              <a:t>项目背景</a:t>
            </a:r>
          </a:p>
        </p:txBody>
      </p:sp>
      <p:sp>
        <p:nvSpPr>
          <p:cNvPr id="14" name="">
            <a:extLst xmlns:a="http://schemas.openxmlformats.org/drawingml/2006/main">
              <a:ext uri="{FF2B5EF4-FFF2-40B4-BE49-F238E27FC236}">
                <a16:creationId xmlns:a16="http://schemas.microsoft.com/office/drawing/2014/main" id="{7BAF92FE-D62F-49AA-A5F9-9A141AD733C9}"/>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变电运维培训的四本账</a:t>
            </a:r>
          </a:p>
        </p:txBody>
      </p:sp>
      <p:sp>
        <p:nvSpPr>
          <p:cNvPr id="15" name="">
            <a:extLst xmlns:a="http://schemas.openxmlformats.org/drawingml/2006/main">
              <a:ext uri="{FF2B5EF4-FFF2-40B4-BE49-F238E27FC236}">
                <a16:creationId xmlns:a16="http://schemas.microsoft.com/office/drawing/2014/main" id="{627ACE91-60FA-4546-8302-7B02F249CC1C}"/>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F931B9CD-3245-43A2-B42A-C1782C0A1819}"/>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FA357D0D-F824-4790-83C7-C5202809FBE9}"/>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07089F6A-FAEA-4E48-9700-89B275348D11}"/>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62CCE27D-4F8B-4923-81C4-AC4416B97268}"/>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培训成本的大头不是「买系统的钱」，而是「人停下来的时间」和「做无用功的时间」。</a:t>
            </a:r>
          </a:p>
        </p:txBody>
      </p:sp>
      <p:sp>
        <p:nvSpPr>
          <p:cNvPr id="20" name="">
            <a:extLst xmlns:a="http://schemas.openxmlformats.org/drawingml/2006/main">
              <a:ext uri="{FF2B5EF4-FFF2-40B4-BE49-F238E27FC236}">
                <a16:creationId xmlns:a16="http://schemas.microsoft.com/office/drawing/2014/main" id="{593ED375-E884-4937-B383-6EE1EBEC97F4}"/>
              </a:ext>
            </a:extLst>
          </p:cNvPr>
          <p:cNvSpPr>
            <a:spLocks xmlns:a="http://schemas.openxmlformats.org/drawingml/2006/main" noGrp="1"/>
          </p:cNvSpPr>
          <p:nvPr/>
        </p:nvSpPr>
        <p:spPr>
          <a:xfrm xmlns:a="http://schemas.openxmlformats.org/drawingml/2006/main">
            <a:off x="285750" y="1333500"/>
            <a:ext cx="2781300" cy="2381250"/>
          </a:xfrm>
          <a:prstGeom xmlns:a="http://schemas.openxmlformats.org/drawingml/2006/main" prst="roundRect">
            <a:avLst>
              <a:gd name="adj" fmla="val 36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1" name="">
            <a:extLst xmlns:a="http://schemas.openxmlformats.org/drawingml/2006/main">
              <a:ext uri="{FF2B5EF4-FFF2-40B4-BE49-F238E27FC236}">
                <a16:creationId xmlns:a16="http://schemas.microsoft.com/office/drawing/2014/main" id="{08B1E9F6-87FC-4F43-9F42-2B2A71BC1027}"/>
              </a:ext>
            </a:extLst>
          </p:cNvPr>
          <p:cNvSpPr>
            <a:spLocks xmlns:a="http://schemas.openxmlformats.org/drawingml/2006/main" noGrp="1"/>
          </p:cNvSpPr>
          <p:nvPr/>
        </p:nvSpPr>
        <p:spPr>
          <a:xfrm xmlns:a="http://schemas.openxmlformats.org/drawingml/2006/main">
            <a:off x="285750" y="1333500"/>
            <a:ext cx="2781300" cy="47625"/>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DC43FCA3-0D86-4268-B4D7-BFA908B7A6D2}"/>
              </a:ext>
            </a:extLst>
          </p:cNvPr>
          <p:cNvSpPr>
            <a:spLocks xmlns:a="http://schemas.openxmlformats.org/drawingml/2006/main" noGrp="1"/>
          </p:cNvSpPr>
          <p:nvPr/>
        </p:nvSpPr>
        <p:spPr>
          <a:xfrm xmlns:a="http://schemas.openxmlformats.org/drawingml/2006/main">
            <a:off x="476250" y="1504950"/>
            <a:ext cx="2381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4FD8FF"/>
                </a:solidFill>
                <a:latin typeface="微软雅黑"/>
                <a:ea typeface="微软雅黑"/>
                <a:cs typeface="微软雅黑"/>
              </a:defRPr>
            </a:pPr>
            <a:r>
              <a:rPr sz="1575" b="1">
                <a:solidFill>
                  <a:srgbClr val="4FD8FF"/>
                </a:solidFill>
                <a:latin typeface="微软雅黑"/>
                <a:ea typeface="微软雅黑"/>
                <a:cs typeface="微软雅黑"/>
              </a:rPr>
              <a:t>工时账</a:t>
            </a:r>
          </a:p>
        </p:txBody>
      </p:sp>
      <p:sp>
        <p:nvSpPr>
          <p:cNvPr id="23" name="">
            <a:extLst xmlns:a="http://schemas.openxmlformats.org/drawingml/2006/main">
              <a:ext uri="{FF2B5EF4-FFF2-40B4-BE49-F238E27FC236}">
                <a16:creationId xmlns:a16="http://schemas.microsoft.com/office/drawing/2014/main" id="{EC137D73-1E21-4F9F-A315-AA80FBC3A104}"/>
              </a:ext>
            </a:extLst>
          </p:cNvPr>
          <p:cNvSpPr>
            <a:spLocks xmlns:a="http://schemas.openxmlformats.org/drawingml/2006/main" noGrp="1"/>
          </p:cNvSpPr>
          <p:nvPr/>
        </p:nvSpPr>
        <p:spPr>
          <a:xfrm xmlns:a="http://schemas.openxmlformats.org/drawingml/2006/main">
            <a:off x="476250" y="1885950"/>
            <a:ext cx="419100" cy="19050"/>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24" name="">
            <a:extLst xmlns:a="http://schemas.openxmlformats.org/drawingml/2006/main">
              <a:ext uri="{FF2B5EF4-FFF2-40B4-BE49-F238E27FC236}">
                <a16:creationId xmlns:a16="http://schemas.microsoft.com/office/drawing/2014/main" id="{B0AA8C8C-C7E8-4246-B7DA-CD8073A98CA0}"/>
              </a:ext>
            </a:extLst>
          </p:cNvPr>
          <p:cNvSpPr>
            <a:spLocks xmlns:a="http://schemas.openxmlformats.org/drawingml/2006/main" noGrp="1"/>
          </p:cNvSpPr>
          <p:nvPr/>
        </p:nvSpPr>
        <p:spPr>
          <a:xfrm xmlns:a="http://schemas.openxmlformats.org/drawingml/2006/main">
            <a:off x="476250" y="2038350"/>
            <a:ext cx="2438400" cy="16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老师傅现场带教占用产能</a:t>
            </a:r>
          </a:p>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集中培训挤占检修窗口</a:t>
            </a:r>
          </a:p>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同一技能被反复重复培训</a:t>
            </a:r>
          </a:p>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复训与补考继续挤占正常排期</a:t>
            </a:r>
          </a:p>
        </p:txBody>
      </p:sp>
      <p:sp>
        <p:nvSpPr>
          <p:cNvPr id="25" name="">
            <a:extLst xmlns:a="http://schemas.openxmlformats.org/drawingml/2006/main">
              <a:ext uri="{FF2B5EF4-FFF2-40B4-BE49-F238E27FC236}">
                <a16:creationId xmlns:a16="http://schemas.microsoft.com/office/drawing/2014/main" id="{C7B64E55-066A-4939-B60F-54517579A926}"/>
              </a:ext>
            </a:extLst>
          </p:cNvPr>
          <p:cNvSpPr>
            <a:spLocks xmlns:a="http://schemas.openxmlformats.org/drawingml/2006/main" noGrp="1"/>
          </p:cNvSpPr>
          <p:nvPr/>
        </p:nvSpPr>
        <p:spPr>
          <a:xfrm xmlns:a="http://schemas.openxmlformats.org/drawingml/2006/main">
            <a:off x="3219450" y="1333500"/>
            <a:ext cx="2781300" cy="2381250"/>
          </a:xfrm>
          <a:prstGeom xmlns:a="http://schemas.openxmlformats.org/drawingml/2006/main" prst="roundRect">
            <a:avLst>
              <a:gd name="adj" fmla="val 36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6" name="">
            <a:extLst xmlns:a="http://schemas.openxmlformats.org/drawingml/2006/main">
              <a:ext uri="{FF2B5EF4-FFF2-40B4-BE49-F238E27FC236}">
                <a16:creationId xmlns:a16="http://schemas.microsoft.com/office/drawing/2014/main" id="{526D12E8-BF2F-4C1A-AB6B-4CD1856F5998}"/>
              </a:ext>
            </a:extLst>
          </p:cNvPr>
          <p:cNvSpPr>
            <a:spLocks xmlns:a="http://schemas.openxmlformats.org/drawingml/2006/main" noGrp="1"/>
          </p:cNvSpPr>
          <p:nvPr/>
        </p:nvSpPr>
        <p:spPr>
          <a:xfrm xmlns:a="http://schemas.openxmlformats.org/drawingml/2006/main">
            <a:off x="3219450" y="1333500"/>
            <a:ext cx="2781300" cy="47625"/>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27" name="">
            <a:extLst xmlns:a="http://schemas.openxmlformats.org/drawingml/2006/main">
              <a:ext uri="{FF2B5EF4-FFF2-40B4-BE49-F238E27FC236}">
                <a16:creationId xmlns:a16="http://schemas.microsoft.com/office/drawing/2014/main" id="{12E52C59-27C7-4694-9267-5D8552DC1273}"/>
              </a:ext>
            </a:extLst>
          </p:cNvPr>
          <p:cNvSpPr>
            <a:spLocks xmlns:a="http://schemas.openxmlformats.org/drawingml/2006/main" noGrp="1"/>
          </p:cNvSpPr>
          <p:nvPr/>
        </p:nvSpPr>
        <p:spPr>
          <a:xfrm xmlns:a="http://schemas.openxmlformats.org/drawingml/2006/main">
            <a:off x="3409950" y="1504950"/>
            <a:ext cx="2381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FFD24A"/>
                </a:solidFill>
                <a:latin typeface="微软雅黑"/>
                <a:ea typeface="微软雅黑"/>
                <a:cs typeface="微软雅黑"/>
              </a:defRPr>
            </a:pPr>
            <a:r>
              <a:rPr sz="1575" b="1">
                <a:solidFill>
                  <a:srgbClr val="FFD24A"/>
                </a:solidFill>
                <a:latin typeface="微软雅黑"/>
                <a:ea typeface="微软雅黑"/>
                <a:cs typeface="微软雅黑"/>
              </a:rPr>
              <a:t>费用账</a:t>
            </a:r>
          </a:p>
        </p:txBody>
      </p:sp>
      <p:sp>
        <p:nvSpPr>
          <p:cNvPr id="28" name="">
            <a:extLst xmlns:a="http://schemas.openxmlformats.org/drawingml/2006/main">
              <a:ext uri="{FF2B5EF4-FFF2-40B4-BE49-F238E27FC236}">
                <a16:creationId xmlns:a16="http://schemas.microsoft.com/office/drawing/2014/main" id="{E7ABB953-52AA-43E3-9A8B-314A93A3B5BC}"/>
              </a:ext>
            </a:extLst>
          </p:cNvPr>
          <p:cNvSpPr>
            <a:spLocks xmlns:a="http://schemas.openxmlformats.org/drawingml/2006/main" noGrp="1"/>
          </p:cNvSpPr>
          <p:nvPr/>
        </p:nvSpPr>
        <p:spPr>
          <a:xfrm xmlns:a="http://schemas.openxmlformats.org/drawingml/2006/main">
            <a:off x="3409950" y="1885950"/>
            <a:ext cx="419100" cy="1905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29" name="">
            <a:extLst xmlns:a="http://schemas.openxmlformats.org/drawingml/2006/main">
              <a:ext uri="{FF2B5EF4-FFF2-40B4-BE49-F238E27FC236}">
                <a16:creationId xmlns:a16="http://schemas.microsoft.com/office/drawing/2014/main" id="{CE53F9B7-4465-42ED-AF4E-906F9589FCB3}"/>
              </a:ext>
            </a:extLst>
          </p:cNvPr>
          <p:cNvSpPr>
            <a:spLocks xmlns:a="http://schemas.openxmlformats.org/drawingml/2006/main" noGrp="1"/>
          </p:cNvSpPr>
          <p:nvPr/>
        </p:nvSpPr>
        <p:spPr>
          <a:xfrm xmlns:a="http://schemas.openxmlformats.org/drawingml/2006/main">
            <a:off x="3409950" y="2038350"/>
            <a:ext cx="2438400" cy="16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内部转岗培训 </a:t>
            </a:r>
            <a:r>
              <a:rPr sz="938">
                <a:solidFill>
                  <a:srgbClr val="EEF5FF"/>
                </a:solidFill>
                <a:latin typeface="微软雅黑"/>
                <a:ea typeface="微软雅黑"/>
                <a:cs typeface="微软雅黑"/>
              </a:rPr>
              <a:t>≈ 2 </a:t>
            </a:r>
            <a:r>
              <a:rPr sz="938">
                <a:solidFill>
                  <a:srgbClr val="EEF5FF"/>
                </a:solidFill>
                <a:latin typeface="微软雅黑"/>
                <a:ea typeface="微软雅黑"/>
                <a:cs typeface="微软雅黑"/>
              </a:rPr>
              <a:t>万元 </a:t>
            </a: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人</a:t>
            </a:r>
          </a:p>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外部招聘 </a:t>
            </a:r>
            <a:r>
              <a:rPr sz="938">
                <a:solidFill>
                  <a:srgbClr val="EEF5FF"/>
                </a:solidFill>
                <a:latin typeface="微软雅黑"/>
                <a:ea typeface="微软雅黑"/>
                <a:cs typeface="微软雅黑"/>
              </a:rPr>
              <a:t>≈ 8 </a:t>
            </a:r>
            <a:r>
              <a:rPr sz="938">
                <a:solidFill>
                  <a:srgbClr val="EEF5FF"/>
                </a:solidFill>
                <a:latin typeface="微软雅黑"/>
                <a:ea typeface="微软雅黑"/>
                <a:cs typeface="微软雅黑"/>
              </a:rPr>
              <a:t>万元 </a:t>
            </a: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人</a:t>
            </a:r>
          </a:p>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外委 </a:t>
            </a:r>
            <a:r>
              <a:rPr sz="938">
                <a:solidFill>
                  <a:srgbClr val="EEF5FF"/>
                </a:solidFill>
                <a:latin typeface="微软雅黑"/>
                <a:ea typeface="微软雅黑"/>
                <a:cs typeface="微软雅黑"/>
              </a:rPr>
              <a:t>≈ 1.5 </a:t>
            </a:r>
            <a:r>
              <a:rPr sz="938">
                <a:solidFill>
                  <a:srgbClr val="EEF5FF"/>
                </a:solidFill>
                <a:latin typeface="微软雅黑"/>
                <a:ea typeface="微软雅黑"/>
                <a:cs typeface="微软雅黑"/>
              </a:rPr>
              <a:t>万元 </a:t>
            </a: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月（</a:t>
            </a:r>
            <a:r>
              <a:rPr sz="938">
                <a:solidFill>
                  <a:srgbClr val="EEF5FF"/>
                </a:solidFill>
                <a:latin typeface="微软雅黑"/>
                <a:ea typeface="微软雅黑"/>
                <a:cs typeface="微软雅黑"/>
              </a:rPr>
              <a:t>≈18 </a:t>
            </a:r>
            <a:r>
              <a:rPr sz="938">
                <a:solidFill>
                  <a:srgbClr val="EEF5FF"/>
                </a:solidFill>
                <a:latin typeface="微软雅黑"/>
                <a:ea typeface="微软雅黑"/>
                <a:cs typeface="微软雅黑"/>
              </a:rPr>
              <a:t>万 </a:t>
            </a: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年）</a:t>
            </a:r>
          </a:p>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外委随工作量线性增长，不可复利</a:t>
            </a:r>
          </a:p>
        </p:txBody>
      </p:sp>
      <p:sp>
        <p:nvSpPr>
          <p:cNvPr id="30" name="">
            <a:extLst xmlns:a="http://schemas.openxmlformats.org/drawingml/2006/main">
              <a:ext uri="{FF2B5EF4-FFF2-40B4-BE49-F238E27FC236}">
                <a16:creationId xmlns:a16="http://schemas.microsoft.com/office/drawing/2014/main" id="{AE496E1E-E151-44B2-BB01-2683DBBFAC8D}"/>
              </a:ext>
            </a:extLst>
          </p:cNvPr>
          <p:cNvSpPr>
            <a:spLocks xmlns:a="http://schemas.openxmlformats.org/drawingml/2006/main" noGrp="1"/>
          </p:cNvSpPr>
          <p:nvPr/>
        </p:nvSpPr>
        <p:spPr>
          <a:xfrm xmlns:a="http://schemas.openxmlformats.org/drawingml/2006/main">
            <a:off x="6153150" y="1333500"/>
            <a:ext cx="2781300" cy="2381250"/>
          </a:xfrm>
          <a:prstGeom xmlns:a="http://schemas.openxmlformats.org/drawingml/2006/main" prst="roundRect">
            <a:avLst>
              <a:gd name="adj" fmla="val 36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1" name="">
            <a:extLst xmlns:a="http://schemas.openxmlformats.org/drawingml/2006/main">
              <a:ext uri="{FF2B5EF4-FFF2-40B4-BE49-F238E27FC236}">
                <a16:creationId xmlns:a16="http://schemas.microsoft.com/office/drawing/2014/main" id="{5A648AC6-AA93-412A-9FBD-E259A91050B5}"/>
              </a:ext>
            </a:extLst>
          </p:cNvPr>
          <p:cNvSpPr>
            <a:spLocks xmlns:a="http://schemas.openxmlformats.org/drawingml/2006/main" noGrp="1"/>
          </p:cNvSpPr>
          <p:nvPr/>
        </p:nvSpPr>
        <p:spPr>
          <a:xfrm xmlns:a="http://schemas.openxmlformats.org/drawingml/2006/main">
            <a:off x="6153150" y="1333500"/>
            <a:ext cx="2781300" cy="47625"/>
          </a:xfrm>
          <a:prstGeom xmlns:a="http://schemas.openxmlformats.org/drawingml/2006/main" prst="rect">
            <a:avLst/>
          </a:prstGeom>
          <a:solidFill xmlns:a="http://schemas.openxmlformats.org/drawingml/2006/main">
            <a:srgbClr val="FF7A6B"/>
          </a:solidFill>
          <a:ln xmlns:a="http://schemas.openxmlformats.org/drawingml/2006/main">
            <a:noFill/>
          </a:ln>
        </p:spPr>
      </p:sp>
      <p:sp>
        <p:nvSpPr>
          <p:cNvPr id="32" name="">
            <a:extLst xmlns:a="http://schemas.openxmlformats.org/drawingml/2006/main">
              <a:ext uri="{FF2B5EF4-FFF2-40B4-BE49-F238E27FC236}">
                <a16:creationId xmlns:a16="http://schemas.microsoft.com/office/drawing/2014/main" id="{3A896AA3-D0FD-4199-9CC3-738004B898B2}"/>
              </a:ext>
            </a:extLst>
          </p:cNvPr>
          <p:cNvSpPr>
            <a:spLocks xmlns:a="http://schemas.openxmlformats.org/drawingml/2006/main" noGrp="1"/>
          </p:cNvSpPr>
          <p:nvPr/>
        </p:nvSpPr>
        <p:spPr>
          <a:xfrm xmlns:a="http://schemas.openxmlformats.org/drawingml/2006/main">
            <a:off x="6343650" y="1504950"/>
            <a:ext cx="2381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FF7A6B"/>
                </a:solidFill>
                <a:latin typeface="微软雅黑"/>
                <a:ea typeface="微软雅黑"/>
                <a:cs typeface="微软雅黑"/>
              </a:defRPr>
            </a:pPr>
            <a:r>
              <a:rPr sz="1575" b="1">
                <a:solidFill>
                  <a:srgbClr val="FF7A6B"/>
                </a:solidFill>
                <a:latin typeface="微软雅黑"/>
                <a:ea typeface="微软雅黑"/>
                <a:cs typeface="微软雅黑"/>
              </a:rPr>
              <a:t>风险账</a:t>
            </a:r>
          </a:p>
        </p:txBody>
      </p:sp>
      <p:sp>
        <p:nvSpPr>
          <p:cNvPr id="33" name="">
            <a:extLst xmlns:a="http://schemas.openxmlformats.org/drawingml/2006/main">
              <a:ext uri="{FF2B5EF4-FFF2-40B4-BE49-F238E27FC236}">
                <a16:creationId xmlns:a16="http://schemas.microsoft.com/office/drawing/2014/main" id="{21A4F106-64DC-48C9-9B99-51EB2FEBD5C4}"/>
              </a:ext>
            </a:extLst>
          </p:cNvPr>
          <p:cNvSpPr>
            <a:spLocks xmlns:a="http://schemas.openxmlformats.org/drawingml/2006/main" noGrp="1"/>
          </p:cNvSpPr>
          <p:nvPr/>
        </p:nvSpPr>
        <p:spPr>
          <a:xfrm xmlns:a="http://schemas.openxmlformats.org/drawingml/2006/main">
            <a:off x="6343650" y="1885950"/>
            <a:ext cx="419100" cy="19050"/>
          </a:xfrm>
          <a:prstGeom xmlns:a="http://schemas.openxmlformats.org/drawingml/2006/main" prst="rect">
            <a:avLst/>
          </a:prstGeom>
          <a:solidFill xmlns:a="http://schemas.openxmlformats.org/drawingml/2006/main">
            <a:srgbClr val="FF7A6B"/>
          </a:solidFill>
          <a:ln xmlns:a="http://schemas.openxmlformats.org/drawingml/2006/main">
            <a:noFill/>
          </a:ln>
        </p:spPr>
      </p:sp>
      <p:sp>
        <p:nvSpPr>
          <p:cNvPr id="34" name="">
            <a:extLst xmlns:a="http://schemas.openxmlformats.org/drawingml/2006/main">
              <a:ext uri="{FF2B5EF4-FFF2-40B4-BE49-F238E27FC236}">
                <a16:creationId xmlns:a16="http://schemas.microsoft.com/office/drawing/2014/main" id="{A9AA391C-C539-4E9C-B5AB-EBB53109924B}"/>
              </a:ext>
            </a:extLst>
          </p:cNvPr>
          <p:cNvSpPr>
            <a:spLocks xmlns:a="http://schemas.openxmlformats.org/drawingml/2006/main" noGrp="1"/>
          </p:cNvSpPr>
          <p:nvPr/>
        </p:nvSpPr>
        <p:spPr>
          <a:xfrm xmlns:a="http://schemas.openxmlformats.org/drawingml/2006/main">
            <a:off x="6343650" y="2038350"/>
            <a:ext cx="2438400" cy="16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关键岗位备份不足，形成单点依赖</a:t>
            </a:r>
          </a:p>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一人请假即出现能力断点</a:t>
            </a:r>
          </a:p>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风险往往在停线之后才暴露</a:t>
            </a:r>
          </a:p>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继任与轮岗缺少量化依据</a:t>
            </a:r>
          </a:p>
        </p:txBody>
      </p:sp>
      <p:sp>
        <p:nvSpPr>
          <p:cNvPr id="35" name="">
            <a:extLst xmlns:a="http://schemas.openxmlformats.org/drawingml/2006/main">
              <a:ext uri="{FF2B5EF4-FFF2-40B4-BE49-F238E27FC236}">
                <a16:creationId xmlns:a16="http://schemas.microsoft.com/office/drawing/2014/main" id="{338ACA40-F36E-4F3F-957D-D5AC467FC399}"/>
              </a:ext>
            </a:extLst>
          </p:cNvPr>
          <p:cNvSpPr>
            <a:spLocks xmlns:a="http://schemas.openxmlformats.org/drawingml/2006/main" noGrp="1"/>
          </p:cNvSpPr>
          <p:nvPr/>
        </p:nvSpPr>
        <p:spPr>
          <a:xfrm xmlns:a="http://schemas.openxmlformats.org/drawingml/2006/main">
            <a:off x="9086850" y="1333500"/>
            <a:ext cx="2781300" cy="2381250"/>
          </a:xfrm>
          <a:prstGeom xmlns:a="http://schemas.openxmlformats.org/drawingml/2006/main" prst="roundRect">
            <a:avLst>
              <a:gd name="adj" fmla="val 36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6" name="">
            <a:extLst xmlns:a="http://schemas.openxmlformats.org/drawingml/2006/main">
              <a:ext uri="{FF2B5EF4-FFF2-40B4-BE49-F238E27FC236}">
                <a16:creationId xmlns:a16="http://schemas.microsoft.com/office/drawing/2014/main" id="{6ED266F3-8C8D-414F-B605-15DB57AF1D73}"/>
              </a:ext>
            </a:extLst>
          </p:cNvPr>
          <p:cNvSpPr>
            <a:spLocks xmlns:a="http://schemas.openxmlformats.org/drawingml/2006/main" noGrp="1"/>
          </p:cNvSpPr>
          <p:nvPr/>
        </p:nvSpPr>
        <p:spPr>
          <a:xfrm xmlns:a="http://schemas.openxmlformats.org/drawingml/2006/main">
            <a:off x="9086850" y="1333500"/>
            <a:ext cx="2781300" cy="47625"/>
          </a:xfrm>
          <a:prstGeom xmlns:a="http://schemas.openxmlformats.org/drawingml/2006/main" prst="rect">
            <a:avLst/>
          </a:prstGeom>
          <a:solidFill xmlns:a="http://schemas.openxmlformats.org/drawingml/2006/main">
            <a:srgbClr val="5FE3A1"/>
          </a:solidFill>
          <a:ln xmlns:a="http://schemas.openxmlformats.org/drawingml/2006/main">
            <a:noFill/>
          </a:ln>
        </p:spPr>
      </p:sp>
      <p:sp>
        <p:nvSpPr>
          <p:cNvPr id="37" name="">
            <a:extLst xmlns:a="http://schemas.openxmlformats.org/drawingml/2006/main">
              <a:ext uri="{FF2B5EF4-FFF2-40B4-BE49-F238E27FC236}">
                <a16:creationId xmlns:a16="http://schemas.microsoft.com/office/drawing/2014/main" id="{78A85228-CD53-4918-AD1A-1737C5F77AED}"/>
              </a:ext>
            </a:extLst>
          </p:cNvPr>
          <p:cNvSpPr>
            <a:spLocks xmlns:a="http://schemas.openxmlformats.org/drawingml/2006/main" noGrp="1"/>
          </p:cNvSpPr>
          <p:nvPr/>
        </p:nvSpPr>
        <p:spPr>
          <a:xfrm xmlns:a="http://schemas.openxmlformats.org/drawingml/2006/main">
            <a:off x="9277350" y="1504950"/>
            <a:ext cx="2381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5FE3A1"/>
                </a:solidFill>
                <a:latin typeface="微软雅黑"/>
                <a:ea typeface="微软雅黑"/>
                <a:cs typeface="微软雅黑"/>
              </a:defRPr>
            </a:pPr>
            <a:r>
              <a:rPr sz="1575" b="1">
                <a:solidFill>
                  <a:srgbClr val="5FE3A1"/>
                </a:solidFill>
                <a:latin typeface="微软雅黑"/>
                <a:ea typeface="微软雅黑"/>
                <a:cs typeface="微软雅黑"/>
              </a:rPr>
              <a:t>合规账</a:t>
            </a:r>
          </a:p>
        </p:txBody>
      </p:sp>
      <p:sp>
        <p:nvSpPr>
          <p:cNvPr id="38" name="">
            <a:extLst xmlns:a="http://schemas.openxmlformats.org/drawingml/2006/main">
              <a:ext uri="{FF2B5EF4-FFF2-40B4-BE49-F238E27FC236}">
                <a16:creationId xmlns:a16="http://schemas.microsoft.com/office/drawing/2014/main" id="{451C1C2F-15CE-450A-B241-D177A51F8C86}"/>
              </a:ext>
            </a:extLst>
          </p:cNvPr>
          <p:cNvSpPr>
            <a:spLocks xmlns:a="http://schemas.openxmlformats.org/drawingml/2006/main" noGrp="1"/>
          </p:cNvSpPr>
          <p:nvPr/>
        </p:nvSpPr>
        <p:spPr>
          <a:xfrm xmlns:a="http://schemas.openxmlformats.org/drawingml/2006/main">
            <a:off x="9277350" y="1885950"/>
            <a:ext cx="419100" cy="19050"/>
          </a:xfrm>
          <a:prstGeom xmlns:a="http://schemas.openxmlformats.org/drawingml/2006/main" prst="rect">
            <a:avLst/>
          </a:prstGeom>
          <a:solidFill xmlns:a="http://schemas.openxmlformats.org/drawingml/2006/main">
            <a:srgbClr val="5FE3A1"/>
          </a:solidFill>
          <a:ln xmlns:a="http://schemas.openxmlformats.org/drawingml/2006/main">
            <a:noFill/>
          </a:ln>
        </p:spPr>
      </p:sp>
      <p:sp>
        <p:nvSpPr>
          <p:cNvPr id="39" name="">
            <a:extLst xmlns:a="http://schemas.openxmlformats.org/drawingml/2006/main">
              <a:ext uri="{FF2B5EF4-FFF2-40B4-BE49-F238E27FC236}">
                <a16:creationId xmlns:a16="http://schemas.microsoft.com/office/drawing/2014/main" id="{8629946B-D88E-4DD1-9038-71C998B91679}"/>
              </a:ext>
            </a:extLst>
          </p:cNvPr>
          <p:cNvSpPr>
            <a:spLocks xmlns:a="http://schemas.openxmlformats.org/drawingml/2006/main" noGrp="1"/>
          </p:cNvSpPr>
          <p:nvPr/>
        </p:nvSpPr>
        <p:spPr>
          <a:xfrm xmlns:a="http://schemas.openxmlformats.org/drawingml/2006/main">
            <a:off x="9277350" y="2038350"/>
            <a:ext cx="2438400" cy="16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台账与证书分散在多张 </a:t>
            </a:r>
            <a:r>
              <a:rPr sz="938">
                <a:solidFill>
                  <a:srgbClr val="EEF5FF"/>
                </a:solidFill>
                <a:latin typeface="微软雅黑"/>
                <a:ea typeface="微软雅黑"/>
                <a:cs typeface="微软雅黑"/>
              </a:rPr>
              <a:t>Excel</a:t>
            </a:r>
          </a:p>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到期漏检需临时补材料</a:t>
            </a:r>
          </a:p>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迎检举证成本高、责任难界定</a:t>
            </a:r>
          </a:p>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同一资质在多个系统重复登记</a:t>
            </a:r>
          </a:p>
        </p:txBody>
      </p:sp>
      <p:sp>
        <p:nvSpPr>
          <p:cNvPr id="40" name="">
            <a:extLst xmlns:a="http://schemas.openxmlformats.org/drawingml/2006/main">
              <a:ext uri="{FF2B5EF4-FFF2-40B4-BE49-F238E27FC236}">
                <a16:creationId xmlns:a16="http://schemas.microsoft.com/office/drawing/2014/main" id="{F70A8FF0-6AF4-4E02-A432-D10CA2636482}"/>
              </a:ext>
            </a:extLst>
          </p:cNvPr>
          <p:cNvSpPr>
            <a:spLocks xmlns:a="http://schemas.openxmlformats.org/drawingml/2006/main" noGrp="1"/>
          </p:cNvSpPr>
          <p:nvPr/>
        </p:nvSpPr>
        <p:spPr>
          <a:xfrm xmlns:a="http://schemas.openxmlformats.org/drawingml/2006/main">
            <a:off x="285750" y="3867150"/>
            <a:ext cx="11620500" cy="990600"/>
          </a:xfrm>
          <a:prstGeom xmlns:a="http://schemas.openxmlformats.org/drawingml/2006/main" prst="roundRect">
            <a:avLst>
              <a:gd name="adj" fmla="val 8654"/>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41" name="">
            <a:extLst xmlns:a="http://schemas.openxmlformats.org/drawingml/2006/main">
              <a:ext uri="{FF2B5EF4-FFF2-40B4-BE49-F238E27FC236}">
                <a16:creationId xmlns:a16="http://schemas.microsoft.com/office/drawing/2014/main" id="{C3AAB99D-C8B3-4816-BED2-58ABE0675826}"/>
              </a:ext>
            </a:extLst>
          </p:cNvPr>
          <p:cNvSpPr>
            <a:spLocks xmlns:a="http://schemas.openxmlformats.org/drawingml/2006/main" noGrp="1"/>
          </p:cNvSpPr>
          <p:nvPr/>
        </p:nvSpPr>
        <p:spPr>
          <a:xfrm xmlns:a="http://schemas.openxmlformats.org/drawingml/2006/main">
            <a:off x="495300" y="3952875"/>
            <a:ext cx="8572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FFD24A"/>
                </a:solidFill>
                <a:latin typeface="微软雅黑"/>
                <a:ea typeface="微软雅黑"/>
                <a:cs typeface="微软雅黑"/>
              </a:defRPr>
            </a:pPr>
            <a:r>
              <a:rPr sz="1125" b="1">
                <a:solidFill>
                  <a:srgbClr val="FFD24A"/>
                </a:solidFill>
                <a:latin typeface="微软雅黑"/>
                <a:ea typeface="微软雅黑"/>
                <a:cs typeface="微软雅黑"/>
              </a:rPr>
              <a:t>需求测算示例：新增 </a:t>
            </a:r>
            <a:r>
              <a:rPr sz="1125" b="1">
                <a:solidFill>
                  <a:srgbClr val="FFD24A"/>
                </a:solidFill>
                <a:latin typeface="微软雅黑"/>
                <a:ea typeface="微软雅黑"/>
                <a:cs typeface="微软雅黑"/>
              </a:rPr>
              <a:t>2 </a:t>
            </a:r>
            <a:r>
              <a:rPr sz="1125" b="1">
                <a:solidFill>
                  <a:srgbClr val="FFD24A"/>
                </a:solidFill>
                <a:latin typeface="微软雅黑"/>
                <a:ea typeface="微软雅黑"/>
                <a:cs typeface="微软雅黑"/>
              </a:rPr>
              <a:t>座 </a:t>
            </a:r>
            <a:r>
              <a:rPr sz="1125" b="1">
                <a:solidFill>
                  <a:srgbClr val="FFD24A"/>
                </a:solidFill>
                <a:latin typeface="微软雅黑"/>
                <a:ea typeface="微软雅黑"/>
                <a:cs typeface="微软雅黑"/>
              </a:rPr>
              <a:t>110kV </a:t>
            </a:r>
            <a:r>
              <a:rPr sz="1125" b="1">
                <a:solidFill>
                  <a:srgbClr val="FFD24A"/>
                </a:solidFill>
                <a:latin typeface="微软雅黑"/>
                <a:ea typeface="微软雅黑"/>
                <a:cs typeface="微软雅黑"/>
              </a:rPr>
              <a:t>变电站，运维工作量预计 </a:t>
            </a:r>
            <a:r>
              <a:rPr sz="1125" b="1">
                <a:solidFill>
                  <a:srgbClr val="FFD24A"/>
                </a:solidFill>
                <a:latin typeface="微软雅黑"/>
                <a:ea typeface="微软雅黑"/>
                <a:cs typeface="微软雅黑"/>
              </a:rPr>
              <a:t>+30%</a:t>
            </a:r>
          </a:p>
        </p:txBody>
      </p:sp>
      <p:sp>
        <p:nvSpPr>
          <p:cNvPr id="42" name="">
            <a:extLst xmlns:a="http://schemas.openxmlformats.org/drawingml/2006/main">
              <a:ext uri="{FF2B5EF4-FFF2-40B4-BE49-F238E27FC236}">
                <a16:creationId xmlns:a16="http://schemas.microsoft.com/office/drawing/2014/main" id="{ADDA18CA-9FE7-4339-971A-418BA7FBA2ED}"/>
              </a:ext>
            </a:extLst>
          </p:cNvPr>
          <p:cNvSpPr>
            <a:spLocks xmlns:a="http://schemas.openxmlformats.org/drawingml/2006/main" noGrp="1"/>
          </p:cNvSpPr>
          <p:nvPr/>
        </p:nvSpPr>
        <p:spPr>
          <a:xfrm xmlns:a="http://schemas.openxmlformats.org/drawingml/2006/main">
            <a:off x="495300" y="4210050"/>
            <a:ext cx="26670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FFFFFF"/>
                </a:solidFill>
                <a:latin typeface="Bahnschrift"/>
                <a:ea typeface="Bahnschrift"/>
                <a:cs typeface="Bahnschrift"/>
              </a:defRPr>
            </a:pPr>
            <a:r>
              <a:rPr sz="2100" b="1">
                <a:solidFill>
                  <a:srgbClr val="FFFFFF"/>
                </a:solidFill>
                <a:latin typeface="Bahnschrift"/>
                <a:ea typeface="Bahnschrift"/>
                <a:cs typeface="Bahnschrift"/>
              </a:rPr>
              <a:t>+30%</a:t>
            </a:r>
          </a:p>
        </p:txBody>
      </p:sp>
      <p:sp>
        <p:nvSpPr>
          <p:cNvPr id="43" name="">
            <a:extLst xmlns:a="http://schemas.openxmlformats.org/drawingml/2006/main">
              <a:ext uri="{FF2B5EF4-FFF2-40B4-BE49-F238E27FC236}">
                <a16:creationId xmlns:a16="http://schemas.microsoft.com/office/drawing/2014/main" id="{F46C5467-517F-4EAE-A974-87699EB27446}"/>
              </a:ext>
            </a:extLst>
          </p:cNvPr>
          <p:cNvSpPr>
            <a:spLocks xmlns:a="http://schemas.openxmlformats.org/drawingml/2006/main" noGrp="1"/>
          </p:cNvSpPr>
          <p:nvPr/>
        </p:nvSpPr>
        <p:spPr>
          <a:xfrm xmlns:a="http://schemas.openxmlformats.org/drawingml/2006/main">
            <a:off x="495300" y="4572000"/>
            <a:ext cx="2667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C6DDFF"/>
                </a:solidFill>
                <a:latin typeface="微软雅黑"/>
                <a:ea typeface="微软雅黑"/>
                <a:cs typeface="微软雅黑"/>
              </a:defRPr>
            </a:pPr>
            <a:r>
              <a:rPr sz="900" b="0">
                <a:solidFill>
                  <a:srgbClr val="C6DDFF"/>
                </a:solidFill>
                <a:latin typeface="微软雅黑"/>
                <a:ea typeface="微软雅黑"/>
                <a:cs typeface="微软雅黑"/>
              </a:rPr>
              <a:t>运维工作量预计增长</a:t>
            </a:r>
          </a:p>
        </p:txBody>
      </p:sp>
      <p:sp>
        <p:nvSpPr>
          <p:cNvPr id="44" name="">
            <a:extLst xmlns:a="http://schemas.openxmlformats.org/drawingml/2006/main">
              <a:ext uri="{FF2B5EF4-FFF2-40B4-BE49-F238E27FC236}">
                <a16:creationId xmlns:a16="http://schemas.microsoft.com/office/drawing/2014/main" id="{B9E7795D-9584-4DA6-8827-348A8A2F9C0D}"/>
              </a:ext>
            </a:extLst>
          </p:cNvPr>
          <p:cNvSpPr>
            <a:spLocks xmlns:a="http://schemas.openxmlformats.org/drawingml/2006/main" noGrp="1"/>
          </p:cNvSpPr>
          <p:nvPr/>
        </p:nvSpPr>
        <p:spPr>
          <a:xfrm xmlns:a="http://schemas.openxmlformats.org/drawingml/2006/main">
            <a:off x="3352800" y="4210050"/>
            <a:ext cx="26670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FFFFFF"/>
                </a:solidFill>
                <a:latin typeface="Bahnschrift"/>
                <a:ea typeface="Bahnschrift"/>
                <a:cs typeface="Bahnschrift"/>
              </a:defRPr>
            </a:pPr>
            <a:r>
              <a:rPr sz="2100" b="1">
                <a:solidFill>
                  <a:srgbClr val="FFFFFF"/>
                </a:solidFill>
                <a:latin typeface="Bahnschrift"/>
                <a:ea typeface="Bahnschrift"/>
                <a:cs typeface="Bahnschrift"/>
              </a:rPr>
              <a:t>12 / 8</a:t>
            </a:r>
          </a:p>
        </p:txBody>
      </p:sp>
      <p:sp>
        <p:nvSpPr>
          <p:cNvPr id="45" name="">
            <a:extLst xmlns:a="http://schemas.openxmlformats.org/drawingml/2006/main">
              <a:ext uri="{FF2B5EF4-FFF2-40B4-BE49-F238E27FC236}">
                <a16:creationId xmlns:a16="http://schemas.microsoft.com/office/drawing/2014/main" id="{D9867952-FFFD-41E0-B575-DA6A5B8E7F07}"/>
              </a:ext>
            </a:extLst>
          </p:cNvPr>
          <p:cNvSpPr>
            <a:spLocks xmlns:a="http://schemas.openxmlformats.org/drawingml/2006/main" noGrp="1"/>
          </p:cNvSpPr>
          <p:nvPr/>
        </p:nvSpPr>
        <p:spPr>
          <a:xfrm xmlns:a="http://schemas.openxmlformats.org/drawingml/2006/main">
            <a:off x="3352800" y="4572000"/>
            <a:ext cx="2667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C6DDFF"/>
                </a:solidFill>
                <a:latin typeface="微软雅黑"/>
                <a:ea typeface="微软雅黑"/>
                <a:cs typeface="微软雅黑"/>
              </a:defRPr>
            </a:pPr>
            <a:r>
              <a:rPr sz="900" b="0">
                <a:solidFill>
                  <a:srgbClr val="C6DDFF"/>
                </a:solidFill>
                <a:latin typeface="微软雅黑"/>
                <a:ea typeface="微软雅黑"/>
                <a:cs typeface="微软雅黑"/>
              </a:rPr>
              <a:t>继保 </a:t>
            </a:r>
            <a:r>
              <a:rPr sz="900" b="0">
                <a:solidFill>
                  <a:srgbClr val="C6DDFF"/>
                </a:solidFill>
                <a:latin typeface="微软雅黑"/>
                <a:ea typeface="微软雅黑"/>
                <a:cs typeface="微软雅黑"/>
              </a:rPr>
              <a:t>L3 </a:t>
            </a:r>
            <a:r>
              <a:rPr sz="900" b="0">
                <a:solidFill>
                  <a:srgbClr val="C6DDFF"/>
                </a:solidFill>
                <a:latin typeface="微软雅黑"/>
                <a:ea typeface="微软雅黑"/>
                <a:cs typeface="微软雅黑"/>
              </a:rPr>
              <a:t>需求 </a:t>
            </a:r>
            <a:r>
              <a:rPr sz="900" b="0">
                <a:solidFill>
                  <a:srgbClr val="C6DDFF"/>
                </a:solidFill>
                <a:latin typeface="微软雅黑"/>
                <a:ea typeface="微软雅黑"/>
                <a:cs typeface="微软雅黑"/>
              </a:rPr>
              <a:t>/ </a:t>
            </a:r>
            <a:r>
              <a:rPr sz="900" b="0">
                <a:solidFill>
                  <a:srgbClr val="C6DDFF"/>
                </a:solidFill>
                <a:latin typeface="微软雅黑"/>
                <a:ea typeface="微软雅黑"/>
                <a:cs typeface="微软雅黑"/>
              </a:rPr>
              <a:t>现有</a:t>
            </a:r>
          </a:p>
        </p:txBody>
      </p:sp>
      <p:sp>
        <p:nvSpPr>
          <p:cNvPr id="46" name="">
            <a:extLst xmlns:a="http://schemas.openxmlformats.org/drawingml/2006/main">
              <a:ext uri="{FF2B5EF4-FFF2-40B4-BE49-F238E27FC236}">
                <a16:creationId xmlns:a16="http://schemas.microsoft.com/office/drawing/2014/main" id="{1608B776-B817-4F6C-825D-093FE9637736}"/>
              </a:ext>
            </a:extLst>
          </p:cNvPr>
          <p:cNvSpPr>
            <a:spLocks xmlns:a="http://schemas.openxmlformats.org/drawingml/2006/main" noGrp="1"/>
          </p:cNvSpPr>
          <p:nvPr/>
        </p:nvSpPr>
        <p:spPr>
          <a:xfrm xmlns:a="http://schemas.openxmlformats.org/drawingml/2006/main">
            <a:off x="6210300" y="4210050"/>
            <a:ext cx="26670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FFFFFF"/>
                </a:solidFill>
                <a:latin typeface="Bahnschrift"/>
                <a:ea typeface="Bahnschrift"/>
                <a:cs typeface="Bahnschrift"/>
              </a:defRPr>
            </a:pPr>
            <a:r>
              <a:rPr sz="2100" b="1">
                <a:solidFill>
                  <a:srgbClr val="FFFFFF"/>
                </a:solidFill>
                <a:latin typeface="Bahnschrift"/>
                <a:ea typeface="Bahnschrift"/>
                <a:cs typeface="Bahnschrift"/>
              </a:rPr>
              <a:t>6 / 3</a:t>
            </a:r>
          </a:p>
        </p:txBody>
      </p:sp>
      <p:sp>
        <p:nvSpPr>
          <p:cNvPr id="47" name="">
            <a:extLst xmlns:a="http://schemas.openxmlformats.org/drawingml/2006/main">
              <a:ext uri="{FF2B5EF4-FFF2-40B4-BE49-F238E27FC236}">
                <a16:creationId xmlns:a16="http://schemas.microsoft.com/office/drawing/2014/main" id="{6486B7AE-1876-4DCF-B9F1-9197EB43838E}"/>
              </a:ext>
            </a:extLst>
          </p:cNvPr>
          <p:cNvSpPr>
            <a:spLocks xmlns:a="http://schemas.openxmlformats.org/drawingml/2006/main" noGrp="1"/>
          </p:cNvSpPr>
          <p:nvPr/>
        </p:nvSpPr>
        <p:spPr>
          <a:xfrm xmlns:a="http://schemas.openxmlformats.org/drawingml/2006/main">
            <a:off x="6210300" y="4572000"/>
            <a:ext cx="2667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C6DDFF"/>
                </a:solidFill>
                <a:latin typeface="微软雅黑"/>
                <a:ea typeface="微软雅黑"/>
                <a:cs typeface="微软雅黑"/>
              </a:defRPr>
            </a:pPr>
            <a:r>
              <a:rPr sz="900" b="0">
                <a:solidFill>
                  <a:srgbClr val="C6DDFF"/>
                </a:solidFill>
                <a:latin typeface="微软雅黑"/>
                <a:ea typeface="微软雅黑"/>
                <a:cs typeface="微软雅黑"/>
              </a:rPr>
              <a:t>高压试验需求 </a:t>
            </a:r>
            <a:r>
              <a:rPr sz="900" b="0">
                <a:solidFill>
                  <a:srgbClr val="C6DDFF"/>
                </a:solidFill>
                <a:latin typeface="微软雅黑"/>
                <a:ea typeface="微软雅黑"/>
                <a:cs typeface="微软雅黑"/>
              </a:rPr>
              <a:t>/ </a:t>
            </a:r>
            <a:r>
              <a:rPr sz="900" b="0">
                <a:solidFill>
                  <a:srgbClr val="C6DDFF"/>
                </a:solidFill>
                <a:latin typeface="微软雅黑"/>
                <a:ea typeface="微软雅黑"/>
                <a:cs typeface="微软雅黑"/>
              </a:rPr>
              <a:t>现有</a:t>
            </a:r>
          </a:p>
        </p:txBody>
      </p:sp>
      <p:sp>
        <p:nvSpPr>
          <p:cNvPr id="48" name="">
            <a:extLst xmlns:a="http://schemas.openxmlformats.org/drawingml/2006/main">
              <a:ext uri="{FF2B5EF4-FFF2-40B4-BE49-F238E27FC236}">
                <a16:creationId xmlns:a16="http://schemas.microsoft.com/office/drawing/2014/main" id="{39A609C1-7AAF-444B-A11C-9E4320E93312}"/>
              </a:ext>
            </a:extLst>
          </p:cNvPr>
          <p:cNvSpPr>
            <a:spLocks xmlns:a="http://schemas.openxmlformats.org/drawingml/2006/main" noGrp="1"/>
          </p:cNvSpPr>
          <p:nvPr/>
        </p:nvSpPr>
        <p:spPr>
          <a:xfrm xmlns:a="http://schemas.openxmlformats.org/drawingml/2006/main">
            <a:off x="9067800" y="4210050"/>
            <a:ext cx="26670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FFFFFF"/>
                </a:solidFill>
                <a:latin typeface="Bahnschrift"/>
                <a:ea typeface="Bahnschrift"/>
                <a:cs typeface="Bahnschrift"/>
              </a:defRPr>
            </a:pPr>
            <a:r>
              <a:rPr sz="2100" b="1">
                <a:solidFill>
                  <a:srgbClr val="FFFFFF"/>
                </a:solidFill>
                <a:latin typeface="Bahnschrift"/>
                <a:ea typeface="Bahnschrift"/>
                <a:cs typeface="Bahnschrift"/>
              </a:rPr>
              <a:t>2 · 8 · 1.5</a:t>
            </a:r>
          </a:p>
        </p:txBody>
      </p:sp>
      <p:sp>
        <p:nvSpPr>
          <p:cNvPr id="49" name="">
            <a:extLst xmlns:a="http://schemas.openxmlformats.org/drawingml/2006/main">
              <a:ext uri="{FF2B5EF4-FFF2-40B4-BE49-F238E27FC236}">
                <a16:creationId xmlns:a16="http://schemas.microsoft.com/office/drawing/2014/main" id="{58DDE033-020F-4813-837D-B6442E39642B}"/>
              </a:ext>
            </a:extLst>
          </p:cNvPr>
          <p:cNvSpPr>
            <a:spLocks xmlns:a="http://schemas.openxmlformats.org/drawingml/2006/main" noGrp="1"/>
          </p:cNvSpPr>
          <p:nvPr/>
        </p:nvSpPr>
        <p:spPr>
          <a:xfrm xmlns:a="http://schemas.openxmlformats.org/drawingml/2006/main">
            <a:off x="9067800" y="4572000"/>
            <a:ext cx="2667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C6DDFF"/>
                </a:solidFill>
                <a:latin typeface="微软雅黑"/>
                <a:ea typeface="微软雅黑"/>
                <a:cs typeface="微软雅黑"/>
              </a:defRPr>
            </a:pPr>
            <a:r>
              <a:rPr sz="900" b="0">
                <a:solidFill>
                  <a:srgbClr val="C6DDFF"/>
                </a:solidFill>
                <a:latin typeface="微软雅黑"/>
                <a:ea typeface="微软雅黑"/>
                <a:cs typeface="微软雅黑"/>
              </a:rPr>
              <a:t>转岗万 </a:t>
            </a:r>
            <a:r>
              <a:rPr sz="900" b="0">
                <a:solidFill>
                  <a:srgbClr val="C6DDFF"/>
                </a:solidFill>
                <a:latin typeface="微软雅黑"/>
                <a:ea typeface="微软雅黑"/>
                <a:cs typeface="微软雅黑"/>
              </a:rPr>
              <a:t>/ </a:t>
            </a:r>
            <a:r>
              <a:rPr sz="900" b="0">
                <a:solidFill>
                  <a:srgbClr val="C6DDFF"/>
                </a:solidFill>
                <a:latin typeface="微软雅黑"/>
                <a:ea typeface="微软雅黑"/>
                <a:cs typeface="微软雅黑"/>
              </a:rPr>
              <a:t>招聘万 </a:t>
            </a:r>
            <a:r>
              <a:rPr sz="900" b="0">
                <a:solidFill>
                  <a:srgbClr val="C6DDFF"/>
                </a:solidFill>
                <a:latin typeface="微软雅黑"/>
                <a:ea typeface="微软雅黑"/>
                <a:cs typeface="微软雅黑"/>
              </a:rPr>
              <a:t>/ </a:t>
            </a:r>
            <a:r>
              <a:rPr sz="900" b="0">
                <a:solidFill>
                  <a:srgbClr val="C6DDFF"/>
                </a:solidFill>
                <a:latin typeface="微软雅黑"/>
                <a:ea typeface="微软雅黑"/>
                <a:cs typeface="微软雅黑"/>
              </a:rPr>
              <a:t>外委万</a:t>
            </a:r>
            <a:r>
              <a:rPr sz="900" b="0">
                <a:solidFill>
                  <a:srgbClr val="C6DDFF"/>
                </a:solidFill>
                <a:latin typeface="微软雅黑"/>
                <a:ea typeface="微软雅黑"/>
                <a:cs typeface="微软雅黑"/>
              </a:rPr>
              <a:t>·</a:t>
            </a:r>
            <a:r>
              <a:rPr sz="900" b="0">
                <a:solidFill>
                  <a:srgbClr val="C6DDFF"/>
                </a:solidFill>
                <a:latin typeface="微软雅黑"/>
                <a:ea typeface="微软雅黑"/>
                <a:cs typeface="微软雅黑"/>
              </a:rPr>
              <a:t>月</a:t>
            </a:r>
          </a:p>
        </p:txBody>
      </p:sp>
      <p:sp>
        <p:nvSpPr>
          <p:cNvPr id="50" name="">
            <a:extLst xmlns:a="http://schemas.openxmlformats.org/drawingml/2006/main">
              <a:ext uri="{FF2B5EF4-FFF2-40B4-BE49-F238E27FC236}">
                <a16:creationId xmlns:a16="http://schemas.microsoft.com/office/drawing/2014/main" id="{088ED72E-F64F-4FB8-9D7D-4073469877EB}"/>
              </a:ext>
            </a:extLst>
          </p:cNvPr>
          <p:cNvSpPr>
            <a:spLocks xmlns:a="http://schemas.openxmlformats.org/drawingml/2006/main" noGrp="1"/>
          </p:cNvSpPr>
          <p:nvPr/>
        </p:nvSpPr>
        <p:spPr>
          <a:xfrm xmlns:a="http://schemas.openxmlformats.org/drawingml/2006/main">
            <a:off x="285750" y="5143500"/>
            <a:ext cx="2781300" cy="1276350"/>
          </a:xfrm>
          <a:prstGeom xmlns:a="http://schemas.openxmlformats.org/drawingml/2006/main" prst="roundRect">
            <a:avLst>
              <a:gd name="adj" fmla="val 6716"/>
            </a:avLst>
          </a:prstGeom>
          <a:gradFill xmlns:a="http://schemas.openxmlformats.org/drawingml/2006/main">
            <a:gsLst>
              <a:gs pos="0">
                <a:srgbClr val="295EA2"/>
              </a:gs>
              <a:gs pos="62000">
                <a:srgbClr val="0E4A96"/>
              </a:gs>
              <a:gs pos="100000">
                <a:srgbClr val="0B3A75"/>
              </a:gs>
            </a:gsLst>
            <a:lin ang="8100000"/>
          </a:gradFill>
          <a:ln xmlns:a="http://schemas.openxmlformats.org/drawingml/2006/main" w="11430">
            <a:solidFill>
              <a:srgbClr val="4FD8FF"/>
            </a:solidFill>
            <a:prstDash val="solid"/>
          </a:ln>
        </p:spPr>
      </p:sp>
      <p:sp>
        <p:nvSpPr>
          <p:cNvPr id="51" name="">
            <a:extLst xmlns:a="http://schemas.openxmlformats.org/drawingml/2006/main">
              <a:ext uri="{FF2B5EF4-FFF2-40B4-BE49-F238E27FC236}">
                <a16:creationId xmlns:a16="http://schemas.microsoft.com/office/drawing/2014/main" id="{21EE0247-83E9-4FD6-87CB-F9585E47CB4C}"/>
              </a:ext>
            </a:extLst>
          </p:cNvPr>
          <p:cNvSpPr>
            <a:spLocks xmlns:a="http://schemas.openxmlformats.org/drawingml/2006/main" noGrp="1"/>
          </p:cNvSpPr>
          <p:nvPr/>
        </p:nvSpPr>
        <p:spPr>
          <a:xfrm xmlns:a="http://schemas.openxmlformats.org/drawingml/2006/main">
            <a:off x="457200" y="5257800"/>
            <a:ext cx="24574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4FD8FF"/>
                </a:solidFill>
                <a:latin typeface="微软雅黑"/>
                <a:ea typeface="微软雅黑"/>
                <a:cs typeface="微软雅黑"/>
              </a:defRPr>
            </a:pPr>
            <a:r>
              <a:rPr sz="975" b="1">
                <a:solidFill>
                  <a:srgbClr val="4FD8FF"/>
                </a:solidFill>
                <a:latin typeface="微软雅黑"/>
                <a:ea typeface="微软雅黑"/>
                <a:cs typeface="微软雅黑"/>
              </a:rPr>
              <a:t>工时账 </a:t>
            </a:r>
            <a:r>
              <a:rPr sz="975" b="1">
                <a:solidFill>
                  <a:srgbClr val="4FD8FF"/>
                </a:solidFill>
                <a:latin typeface="微软雅黑"/>
                <a:ea typeface="微软雅黑"/>
                <a:cs typeface="微软雅黑"/>
              </a:rPr>
              <a:t>· </a:t>
            </a:r>
            <a:r>
              <a:rPr sz="975" b="1">
                <a:solidFill>
                  <a:srgbClr val="4FD8FF"/>
                </a:solidFill>
                <a:latin typeface="微软雅黑"/>
                <a:ea typeface="微软雅黑"/>
                <a:cs typeface="微软雅黑"/>
              </a:rPr>
              <a:t>核算口径</a:t>
            </a:r>
          </a:p>
        </p:txBody>
      </p:sp>
      <p:sp>
        <p:nvSpPr>
          <p:cNvPr id="52" name="">
            <a:extLst xmlns:a="http://schemas.openxmlformats.org/drawingml/2006/main">
              <a:ext uri="{FF2B5EF4-FFF2-40B4-BE49-F238E27FC236}">
                <a16:creationId xmlns:a16="http://schemas.microsoft.com/office/drawing/2014/main" id="{962F0C28-3D17-4092-9CD7-E8D28657C207}"/>
              </a:ext>
            </a:extLst>
          </p:cNvPr>
          <p:cNvSpPr>
            <a:spLocks xmlns:a="http://schemas.openxmlformats.org/drawingml/2006/main" noGrp="1"/>
          </p:cNvSpPr>
          <p:nvPr/>
        </p:nvSpPr>
        <p:spPr>
          <a:xfrm xmlns:a="http://schemas.openxmlformats.org/drawingml/2006/main">
            <a:off x="457200" y="5543550"/>
            <a:ext cx="2476500" cy="8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人均年培训工时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参训人数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人工时成本</a:t>
            </a:r>
          </a:p>
        </p:txBody>
      </p:sp>
      <p:sp>
        <p:nvSpPr>
          <p:cNvPr id="53" name="">
            <a:extLst xmlns:a="http://schemas.openxmlformats.org/drawingml/2006/main">
              <a:ext uri="{FF2B5EF4-FFF2-40B4-BE49-F238E27FC236}">
                <a16:creationId xmlns:a16="http://schemas.microsoft.com/office/drawing/2014/main" id="{D176CF76-7123-4663-9B38-0B1FFBB48DC0}"/>
              </a:ext>
            </a:extLst>
          </p:cNvPr>
          <p:cNvSpPr>
            <a:spLocks xmlns:a="http://schemas.openxmlformats.org/drawingml/2006/main" noGrp="1"/>
          </p:cNvSpPr>
          <p:nvPr/>
        </p:nvSpPr>
        <p:spPr>
          <a:xfrm xmlns:a="http://schemas.openxmlformats.org/drawingml/2006/main">
            <a:off x="3219450" y="5143500"/>
            <a:ext cx="2781300" cy="1276350"/>
          </a:xfrm>
          <a:prstGeom xmlns:a="http://schemas.openxmlformats.org/drawingml/2006/main" prst="roundRect">
            <a:avLst>
              <a:gd name="adj" fmla="val 6716"/>
            </a:avLst>
          </a:prstGeom>
          <a:gradFill xmlns:a="http://schemas.openxmlformats.org/drawingml/2006/main">
            <a:gsLst>
              <a:gs pos="0">
                <a:srgbClr val="295EA2"/>
              </a:gs>
              <a:gs pos="62000">
                <a:srgbClr val="0E4A96"/>
              </a:gs>
              <a:gs pos="100000">
                <a:srgbClr val="0B3A75"/>
              </a:gs>
            </a:gsLst>
            <a:lin ang="8100000"/>
          </a:gradFill>
          <a:ln xmlns:a="http://schemas.openxmlformats.org/drawingml/2006/main" w="11430">
            <a:solidFill>
              <a:srgbClr val="FFD24A"/>
            </a:solidFill>
            <a:prstDash val="solid"/>
          </a:ln>
        </p:spPr>
      </p:sp>
      <p:sp>
        <p:nvSpPr>
          <p:cNvPr id="54" name="">
            <a:extLst xmlns:a="http://schemas.openxmlformats.org/drawingml/2006/main">
              <a:ext uri="{FF2B5EF4-FFF2-40B4-BE49-F238E27FC236}">
                <a16:creationId xmlns:a16="http://schemas.microsoft.com/office/drawing/2014/main" id="{566EC233-244D-49D8-8405-771311AB6974}"/>
              </a:ext>
            </a:extLst>
          </p:cNvPr>
          <p:cNvSpPr>
            <a:spLocks xmlns:a="http://schemas.openxmlformats.org/drawingml/2006/main" noGrp="1"/>
          </p:cNvSpPr>
          <p:nvPr/>
        </p:nvSpPr>
        <p:spPr>
          <a:xfrm xmlns:a="http://schemas.openxmlformats.org/drawingml/2006/main">
            <a:off x="3390900" y="5257800"/>
            <a:ext cx="24574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FFD24A"/>
                </a:solidFill>
                <a:latin typeface="微软雅黑"/>
                <a:ea typeface="微软雅黑"/>
                <a:cs typeface="微软雅黑"/>
              </a:defRPr>
            </a:pPr>
            <a:r>
              <a:rPr sz="975" b="1">
                <a:solidFill>
                  <a:srgbClr val="FFD24A"/>
                </a:solidFill>
                <a:latin typeface="微软雅黑"/>
                <a:ea typeface="微软雅黑"/>
                <a:cs typeface="微软雅黑"/>
              </a:rPr>
              <a:t>费用账 </a:t>
            </a:r>
            <a:r>
              <a:rPr sz="975" b="1">
                <a:solidFill>
                  <a:srgbClr val="FFD24A"/>
                </a:solidFill>
                <a:latin typeface="微软雅黑"/>
                <a:ea typeface="微软雅黑"/>
                <a:cs typeface="微软雅黑"/>
              </a:rPr>
              <a:t>· </a:t>
            </a:r>
            <a:r>
              <a:rPr sz="975" b="1">
                <a:solidFill>
                  <a:srgbClr val="FFD24A"/>
                </a:solidFill>
                <a:latin typeface="微软雅黑"/>
                <a:ea typeface="微软雅黑"/>
                <a:cs typeface="微软雅黑"/>
              </a:rPr>
              <a:t>核算口径</a:t>
            </a:r>
          </a:p>
        </p:txBody>
      </p:sp>
      <p:sp>
        <p:nvSpPr>
          <p:cNvPr id="55" name="">
            <a:extLst xmlns:a="http://schemas.openxmlformats.org/drawingml/2006/main">
              <a:ext uri="{FF2B5EF4-FFF2-40B4-BE49-F238E27FC236}">
                <a16:creationId xmlns:a16="http://schemas.microsoft.com/office/drawing/2014/main" id="{4D5FF644-460E-48B9-BEE7-D285B5753506}"/>
              </a:ext>
            </a:extLst>
          </p:cNvPr>
          <p:cNvSpPr>
            <a:spLocks xmlns:a="http://schemas.openxmlformats.org/drawingml/2006/main" noGrp="1"/>
          </p:cNvSpPr>
          <p:nvPr/>
        </p:nvSpPr>
        <p:spPr>
          <a:xfrm xmlns:a="http://schemas.openxmlformats.org/drawingml/2006/main">
            <a:off x="3390900" y="5543550"/>
            <a:ext cx="2476500" cy="8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转岗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招聘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外委单价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实际人数（外委按月计）</a:t>
            </a:r>
          </a:p>
        </p:txBody>
      </p:sp>
      <p:sp>
        <p:nvSpPr>
          <p:cNvPr id="56" name="">
            <a:extLst xmlns:a="http://schemas.openxmlformats.org/drawingml/2006/main">
              <a:ext uri="{FF2B5EF4-FFF2-40B4-BE49-F238E27FC236}">
                <a16:creationId xmlns:a16="http://schemas.microsoft.com/office/drawing/2014/main" id="{F95BF914-B435-409C-AE7E-29230F3FC854}"/>
              </a:ext>
            </a:extLst>
          </p:cNvPr>
          <p:cNvSpPr>
            <a:spLocks xmlns:a="http://schemas.openxmlformats.org/drawingml/2006/main" noGrp="1"/>
          </p:cNvSpPr>
          <p:nvPr/>
        </p:nvSpPr>
        <p:spPr>
          <a:xfrm xmlns:a="http://schemas.openxmlformats.org/drawingml/2006/main">
            <a:off x="6153150" y="5143500"/>
            <a:ext cx="2781300" cy="1276350"/>
          </a:xfrm>
          <a:prstGeom xmlns:a="http://schemas.openxmlformats.org/drawingml/2006/main" prst="roundRect">
            <a:avLst>
              <a:gd name="adj" fmla="val 6716"/>
            </a:avLst>
          </a:prstGeom>
          <a:gradFill xmlns:a="http://schemas.openxmlformats.org/drawingml/2006/main">
            <a:gsLst>
              <a:gs pos="0">
                <a:srgbClr val="295EA2"/>
              </a:gs>
              <a:gs pos="62000">
                <a:srgbClr val="0E4A96"/>
              </a:gs>
              <a:gs pos="100000">
                <a:srgbClr val="0B3A75"/>
              </a:gs>
            </a:gsLst>
            <a:lin ang="8100000"/>
          </a:gradFill>
          <a:ln xmlns:a="http://schemas.openxmlformats.org/drawingml/2006/main" w="11430">
            <a:solidFill>
              <a:srgbClr val="FF7A6B"/>
            </a:solidFill>
            <a:prstDash val="solid"/>
          </a:ln>
        </p:spPr>
      </p:sp>
      <p:sp>
        <p:nvSpPr>
          <p:cNvPr id="57" name="">
            <a:extLst xmlns:a="http://schemas.openxmlformats.org/drawingml/2006/main">
              <a:ext uri="{FF2B5EF4-FFF2-40B4-BE49-F238E27FC236}">
                <a16:creationId xmlns:a16="http://schemas.microsoft.com/office/drawing/2014/main" id="{F131346F-8A8F-44DF-9801-EE8D2BC704D6}"/>
              </a:ext>
            </a:extLst>
          </p:cNvPr>
          <p:cNvSpPr>
            <a:spLocks xmlns:a="http://schemas.openxmlformats.org/drawingml/2006/main" noGrp="1"/>
          </p:cNvSpPr>
          <p:nvPr/>
        </p:nvSpPr>
        <p:spPr>
          <a:xfrm xmlns:a="http://schemas.openxmlformats.org/drawingml/2006/main">
            <a:off x="6324600" y="5257800"/>
            <a:ext cx="24574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FF7A6B"/>
                </a:solidFill>
                <a:latin typeface="微软雅黑"/>
                <a:ea typeface="微软雅黑"/>
                <a:cs typeface="微软雅黑"/>
              </a:defRPr>
            </a:pPr>
            <a:r>
              <a:rPr sz="975" b="1">
                <a:solidFill>
                  <a:srgbClr val="FF7A6B"/>
                </a:solidFill>
                <a:latin typeface="微软雅黑"/>
                <a:ea typeface="微软雅黑"/>
                <a:cs typeface="微软雅黑"/>
              </a:rPr>
              <a:t>风险账 </a:t>
            </a:r>
            <a:r>
              <a:rPr sz="975" b="1">
                <a:solidFill>
                  <a:srgbClr val="FF7A6B"/>
                </a:solidFill>
                <a:latin typeface="微软雅黑"/>
                <a:ea typeface="微软雅黑"/>
                <a:cs typeface="微软雅黑"/>
              </a:rPr>
              <a:t>· </a:t>
            </a:r>
            <a:r>
              <a:rPr sz="975" b="1">
                <a:solidFill>
                  <a:srgbClr val="FF7A6B"/>
                </a:solidFill>
                <a:latin typeface="微软雅黑"/>
                <a:ea typeface="微软雅黑"/>
                <a:cs typeface="微软雅黑"/>
              </a:rPr>
              <a:t>核算口径</a:t>
            </a:r>
          </a:p>
        </p:txBody>
      </p:sp>
      <p:sp>
        <p:nvSpPr>
          <p:cNvPr id="58" name="">
            <a:extLst xmlns:a="http://schemas.openxmlformats.org/drawingml/2006/main">
              <a:ext uri="{FF2B5EF4-FFF2-40B4-BE49-F238E27FC236}">
                <a16:creationId xmlns:a16="http://schemas.microsoft.com/office/drawing/2014/main" id="{E5866B42-FA57-4827-884C-A9E130204E28}"/>
              </a:ext>
            </a:extLst>
          </p:cNvPr>
          <p:cNvSpPr>
            <a:spLocks xmlns:a="http://schemas.openxmlformats.org/drawingml/2006/main" noGrp="1"/>
          </p:cNvSpPr>
          <p:nvPr/>
        </p:nvSpPr>
        <p:spPr>
          <a:xfrm xmlns:a="http://schemas.openxmlformats.org/drawingml/2006/main">
            <a:off x="6324600" y="5543550"/>
            <a:ext cx="2476500" cy="8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关键岗位备份人数 </a:t>
            </a:r>
            <a:r>
              <a:rPr sz="900" b="0">
                <a:solidFill>
                  <a:srgbClr val="EEF5FF"/>
                </a:solidFill>
                <a:latin typeface="微软雅黑"/>
                <a:ea typeface="微软雅黑"/>
                <a:cs typeface="微软雅黑"/>
              </a:rPr>
              <a:t>&lt; 2 </a:t>
            </a:r>
            <a:r>
              <a:rPr sz="900" b="0">
                <a:solidFill>
                  <a:srgbClr val="EEF5FF"/>
                </a:solidFill>
                <a:latin typeface="微软雅黑"/>
                <a:ea typeface="微软雅黑"/>
                <a:cs typeface="微软雅黑"/>
              </a:rPr>
              <a:t>即预警，按岗位逐个核</a:t>
            </a:r>
          </a:p>
        </p:txBody>
      </p:sp>
      <p:sp>
        <p:nvSpPr>
          <p:cNvPr id="59" name="">
            <a:extLst xmlns:a="http://schemas.openxmlformats.org/drawingml/2006/main">
              <a:ext uri="{FF2B5EF4-FFF2-40B4-BE49-F238E27FC236}">
                <a16:creationId xmlns:a16="http://schemas.microsoft.com/office/drawing/2014/main" id="{02B36E52-124C-4E2A-BA6C-68C3D6808A97}"/>
              </a:ext>
            </a:extLst>
          </p:cNvPr>
          <p:cNvSpPr>
            <a:spLocks xmlns:a="http://schemas.openxmlformats.org/drawingml/2006/main" noGrp="1"/>
          </p:cNvSpPr>
          <p:nvPr/>
        </p:nvSpPr>
        <p:spPr>
          <a:xfrm xmlns:a="http://schemas.openxmlformats.org/drawingml/2006/main">
            <a:off x="9086850" y="5143500"/>
            <a:ext cx="2781300" cy="1276350"/>
          </a:xfrm>
          <a:prstGeom xmlns:a="http://schemas.openxmlformats.org/drawingml/2006/main" prst="roundRect">
            <a:avLst>
              <a:gd name="adj" fmla="val 6716"/>
            </a:avLst>
          </a:prstGeom>
          <a:gradFill xmlns:a="http://schemas.openxmlformats.org/drawingml/2006/main">
            <a:gsLst>
              <a:gs pos="0">
                <a:srgbClr val="295EA2"/>
              </a:gs>
              <a:gs pos="62000">
                <a:srgbClr val="0E4A96"/>
              </a:gs>
              <a:gs pos="100000">
                <a:srgbClr val="0B3A75"/>
              </a:gs>
            </a:gsLst>
            <a:lin ang="8100000"/>
          </a:gradFill>
          <a:ln xmlns:a="http://schemas.openxmlformats.org/drawingml/2006/main" w="11430">
            <a:solidFill>
              <a:srgbClr val="5FE3A1"/>
            </a:solidFill>
            <a:prstDash val="solid"/>
          </a:ln>
        </p:spPr>
      </p:sp>
      <p:sp>
        <p:nvSpPr>
          <p:cNvPr id="60" name="">
            <a:extLst xmlns:a="http://schemas.openxmlformats.org/drawingml/2006/main">
              <a:ext uri="{FF2B5EF4-FFF2-40B4-BE49-F238E27FC236}">
                <a16:creationId xmlns:a16="http://schemas.microsoft.com/office/drawing/2014/main" id="{D82A4BFD-49CE-40CA-8787-CD584C88662F}"/>
              </a:ext>
            </a:extLst>
          </p:cNvPr>
          <p:cNvSpPr>
            <a:spLocks xmlns:a="http://schemas.openxmlformats.org/drawingml/2006/main" noGrp="1"/>
          </p:cNvSpPr>
          <p:nvPr/>
        </p:nvSpPr>
        <p:spPr>
          <a:xfrm xmlns:a="http://schemas.openxmlformats.org/drawingml/2006/main">
            <a:off x="9258300" y="5257800"/>
            <a:ext cx="24574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5FE3A1"/>
                </a:solidFill>
                <a:latin typeface="微软雅黑"/>
                <a:ea typeface="微软雅黑"/>
                <a:cs typeface="微软雅黑"/>
              </a:defRPr>
            </a:pPr>
            <a:r>
              <a:rPr sz="975" b="1">
                <a:solidFill>
                  <a:srgbClr val="5FE3A1"/>
                </a:solidFill>
                <a:latin typeface="微软雅黑"/>
                <a:ea typeface="微软雅黑"/>
                <a:cs typeface="微软雅黑"/>
              </a:rPr>
              <a:t>合规账 </a:t>
            </a:r>
            <a:r>
              <a:rPr sz="975" b="1">
                <a:solidFill>
                  <a:srgbClr val="5FE3A1"/>
                </a:solidFill>
                <a:latin typeface="微软雅黑"/>
                <a:ea typeface="微软雅黑"/>
                <a:cs typeface="微软雅黑"/>
              </a:rPr>
              <a:t>· </a:t>
            </a:r>
            <a:r>
              <a:rPr sz="975" b="1">
                <a:solidFill>
                  <a:srgbClr val="5FE3A1"/>
                </a:solidFill>
                <a:latin typeface="微软雅黑"/>
                <a:ea typeface="微软雅黑"/>
                <a:cs typeface="微软雅黑"/>
              </a:rPr>
              <a:t>核算口径</a:t>
            </a:r>
          </a:p>
        </p:txBody>
      </p:sp>
      <p:sp>
        <p:nvSpPr>
          <p:cNvPr id="61" name="">
            <a:extLst xmlns:a="http://schemas.openxmlformats.org/drawingml/2006/main">
              <a:ext uri="{FF2B5EF4-FFF2-40B4-BE49-F238E27FC236}">
                <a16:creationId xmlns:a16="http://schemas.microsoft.com/office/drawing/2014/main" id="{ADFF596C-81B0-4638-AC59-A77ECF385C27}"/>
              </a:ext>
            </a:extLst>
          </p:cNvPr>
          <p:cNvSpPr>
            <a:spLocks xmlns:a="http://schemas.openxmlformats.org/drawingml/2006/main" noGrp="1"/>
          </p:cNvSpPr>
          <p:nvPr/>
        </p:nvSpPr>
        <p:spPr>
          <a:xfrm xmlns:a="http://schemas.openxmlformats.org/drawingml/2006/main">
            <a:off x="9258300" y="5543550"/>
            <a:ext cx="2476500" cy="8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证书有效期与台账一键导出，错漏数可复核</a:t>
            </a:r>
          </a:p>
        </p:txBody>
      </p:sp>
      <p:sp>
        <p:nvSpPr>
          <p:cNvPr id="62" name="">
            <a:extLst xmlns:a="http://schemas.openxmlformats.org/drawingml/2006/main">
              <a:ext uri="{FF2B5EF4-FFF2-40B4-BE49-F238E27FC236}">
                <a16:creationId xmlns:a16="http://schemas.microsoft.com/office/drawing/2014/main" id="{95AC3264-D6C5-4A77-A661-371ED085E71D}"/>
              </a:ext>
            </a:extLst>
          </p:cNvPr>
          <p:cNvSpPr>
            <a:spLocks xmlns:a="http://schemas.openxmlformats.org/drawingml/2006/main" noGrp="1"/>
          </p:cNvSpPr>
          <p:nvPr/>
        </p:nvSpPr>
        <p:spPr>
          <a:xfrm xmlns:a="http://schemas.openxmlformats.org/drawingml/2006/main">
            <a:off x="285750" y="4924425"/>
            <a:ext cx="116205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13" b="1">
                <a:solidFill>
                  <a:srgbClr val="5FE3A1"/>
                </a:solidFill>
                <a:latin typeface="微软雅黑"/>
                <a:ea typeface="微软雅黑"/>
                <a:cs typeface="微软雅黑"/>
              </a:defRPr>
            </a:pPr>
            <a:r>
              <a:rPr sz="1013" b="1">
                <a:solidFill>
                  <a:srgbClr val="5FE3A1"/>
                </a:solidFill>
                <a:latin typeface="微软雅黑"/>
                <a:ea typeface="微软雅黑"/>
                <a:cs typeface="微软雅黑"/>
              </a:rPr>
              <a:t>四本账落到可核算的口径上（口径来源见表注，全部可复算）</a:t>
            </a:r>
          </a:p>
        </p:txBody>
      </p:sp>
      <p:sp>
        <p:nvSpPr>
          <p:cNvPr id="63" name="">
            <a:extLst xmlns:a="http://schemas.openxmlformats.org/drawingml/2006/main">
              <a:ext uri="{FF2B5EF4-FFF2-40B4-BE49-F238E27FC236}">
                <a16:creationId xmlns:a16="http://schemas.microsoft.com/office/drawing/2014/main" id="{AE7A8895-C6C1-47D5-8256-1218E98AD759}"/>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64" name="">
            <a:extLst xmlns:a="http://schemas.openxmlformats.org/drawingml/2006/main">
              <a:ext uri="{FF2B5EF4-FFF2-40B4-BE49-F238E27FC236}">
                <a16:creationId xmlns:a16="http://schemas.microsoft.com/office/drawing/2014/main" id="{58A4CD13-D188-4943-8BED-FDD992075653}"/>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65" name="">
            <a:extLst xmlns:a="http://schemas.openxmlformats.org/drawingml/2006/main">
              <a:ext uri="{FF2B5EF4-FFF2-40B4-BE49-F238E27FC236}">
                <a16:creationId xmlns:a16="http://schemas.microsoft.com/office/drawing/2014/main" id="{B40EFB5E-7851-4B2D-BCF1-835CC8E81A1D}"/>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66" name="">
            <a:extLst xmlns:a="http://schemas.openxmlformats.org/drawingml/2006/main">
              <a:ext uri="{FF2B5EF4-FFF2-40B4-BE49-F238E27FC236}">
                <a16:creationId xmlns:a16="http://schemas.microsoft.com/office/drawing/2014/main" id="{CEED9560-B6C9-4F7C-A1E6-1E2CF3218622}"/>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67" name="">
            <a:extLst xmlns:a="http://schemas.openxmlformats.org/drawingml/2006/main">
              <a:ext uri="{FF2B5EF4-FFF2-40B4-BE49-F238E27FC236}">
                <a16:creationId xmlns:a16="http://schemas.microsoft.com/office/drawing/2014/main" id="{5A75A227-A7C8-4869-8D33-E01E12CDAD77}"/>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07</a:t>
            </a:r>
          </a:p>
        </p:txBody>
      </p:sp>
    </p:spTree>
    <p:extLst>
      <p:ext uri="{BB962C8B-B14F-4D97-AF65-F5344CB8AC3E}">
        <p14:creationId xmlns:p14="http://schemas.microsoft.com/office/powerpoint/2010/main" val="2070294885"/>
      </p:ext>
    </p:extLst>
  </p:cSld>
</p:sld>
</file>

<file path=ppt/slides/slide8.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77" name=""/>
          <p:cNvPicPr>
            <a:picLocks xmlns:a="http://schemas.openxmlformats.org/drawingml/2006/main" noChangeAspect="1"/>
          </p:cNvPicPr>
          <p:nvPr/>
        </p:nvPicPr>
        <p:blipFill>
          <a:blip xmlns:r="http://schemas.openxmlformats.org/officeDocument/2006/relationships" xmlns:a="http://schemas.openxmlformats.org/drawingml/2006/main" r:embed="Re4e387eb2c3e49ef"/>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0F81B37-A74F-44FC-A1FA-FCAEEBC51B3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4CFF93FD-3EED-4A69-900D-1252A36417E6}"/>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FB3F86AD-B7ED-4C9F-83BB-BB3A752EB058}"/>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64AF3FD3-DF06-41EE-9C39-DE4ECE7F2F26}"/>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A58CACAF-1400-4195-9B96-E5A4F452BD23}"/>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21FF9B95-5970-4DEA-8BD8-7CB1832AACC5}"/>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D94BBC44-8E2D-4604-9A90-B72DF20BB7A5}"/>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5DE4E9E8-44E7-450B-9F6C-65E2A74CD3AD}"/>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FD06BF62-9901-40E4-A393-EA9BAD014CD4}"/>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4FD8FF">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5B2419C0-26F2-4054-8743-C8F9E1B0A30A}"/>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4FD8FF">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428685D8-177B-466D-8FC3-2A111B9BE550}"/>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56153957-1FA3-4502-9164-FA828FCEF1F5}"/>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4FD8FF"/>
                </a:solidFill>
                <a:latin typeface="微软雅黑"/>
                <a:ea typeface="微软雅黑"/>
                <a:cs typeface="微软雅黑"/>
              </a:defRPr>
            </a:pPr>
            <a:r>
              <a:rPr sz="863" b="1" spc="1">
                <a:solidFill>
                  <a:srgbClr val="4FD8FF"/>
                </a:solidFill>
                <a:latin typeface="微软雅黑"/>
                <a:ea typeface="微软雅黑"/>
                <a:cs typeface="微软雅黑"/>
              </a:rPr>
              <a:t>01　</a:t>
            </a:r>
            <a:r>
              <a:rPr sz="863" b="1" spc="1">
                <a:solidFill>
                  <a:srgbClr val="4FD8FF"/>
                </a:solidFill>
                <a:latin typeface="微软雅黑"/>
                <a:ea typeface="微软雅黑"/>
                <a:cs typeface="微软雅黑"/>
              </a:rPr>
              <a:t>项目背景</a:t>
            </a:r>
          </a:p>
        </p:txBody>
      </p:sp>
      <p:sp>
        <p:nvSpPr>
          <p:cNvPr id="14" name="">
            <a:extLst xmlns:a="http://schemas.openxmlformats.org/drawingml/2006/main">
              <a:ext uri="{FF2B5EF4-FFF2-40B4-BE49-F238E27FC236}">
                <a16:creationId xmlns:a16="http://schemas.microsoft.com/office/drawing/2014/main" id="{42DB8DC7-E1B4-459E-990A-0057860A9845}"/>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企业调研与专家访谈</a:t>
            </a:r>
          </a:p>
        </p:txBody>
      </p:sp>
      <p:sp>
        <p:nvSpPr>
          <p:cNvPr id="15" name="">
            <a:extLst xmlns:a="http://schemas.openxmlformats.org/drawingml/2006/main">
              <a:ext uri="{FF2B5EF4-FFF2-40B4-BE49-F238E27FC236}">
                <a16:creationId xmlns:a16="http://schemas.microsoft.com/office/drawing/2014/main" id="{71069A6E-0285-488E-A0C6-A3975FC6935B}"/>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3E9643BB-B660-4D9D-B51F-9D9DDF02B929}"/>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9DF30196-C71D-4139-BF72-2260180CE8BA}"/>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8E64C582-7398-4EE5-9EB0-166CB3613BB6}"/>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765606AD-68F6-42D4-8B02-752EC502649F}"/>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现状判断来自现场走访与岗位访谈；照片与访谈记录按下方位置补齐后，本页即为影像实证。</a:t>
            </a:r>
          </a:p>
        </p:txBody>
      </p:sp>
      <p:sp>
        <p:nvSpPr>
          <p:cNvPr id="20" name="">
            <a:extLst xmlns:a="http://schemas.openxmlformats.org/drawingml/2006/main">
              <a:ext uri="{FF2B5EF4-FFF2-40B4-BE49-F238E27FC236}">
                <a16:creationId xmlns:a16="http://schemas.microsoft.com/office/drawing/2014/main" id="{D178AB3D-8F04-4AC1-A92D-F8DB5ABE7652}"/>
              </a:ext>
            </a:extLst>
          </p:cNvPr>
          <p:cNvSpPr>
            <a:spLocks xmlns:a="http://schemas.openxmlformats.org/drawingml/2006/main" noGrp="1"/>
          </p:cNvSpPr>
          <p:nvPr/>
        </p:nvSpPr>
        <p:spPr>
          <a:xfrm xmlns:a="http://schemas.openxmlformats.org/drawingml/2006/main">
            <a:off x="285750" y="1333500"/>
            <a:ext cx="3771900" cy="1600200"/>
          </a:xfrm>
          <a:prstGeom xmlns:a="http://schemas.openxmlformats.org/drawingml/2006/main" prst="roundRect">
            <a:avLst>
              <a:gd name="adj" fmla="val 5952"/>
            </a:avLst>
          </a:prstGeom>
          <a:solidFill xmlns:a="http://schemas.openxmlformats.org/drawingml/2006/main">
            <a:srgbClr val="0A2F6B">
              <a:alpha val="82000"/>
            </a:srgbClr>
          </a:solidFill>
          <a:ln xmlns:a="http://schemas.openxmlformats.org/drawingml/2006/main" w="11430">
            <a:solidFill>
              <a:srgbClr val="7FC4FF">
                <a:alpha val="70000"/>
              </a:srgbClr>
            </a:solidFill>
            <a:prstDash val="solid"/>
          </a:ln>
        </p:spPr>
      </p:sp>
      <p:sp>
        <p:nvSpPr>
          <p:cNvPr id="21" name="">
            <a:extLst xmlns:a="http://schemas.openxmlformats.org/drawingml/2006/main">
              <a:ext uri="{FF2B5EF4-FFF2-40B4-BE49-F238E27FC236}">
                <a16:creationId xmlns:a16="http://schemas.microsoft.com/office/drawing/2014/main" id="{28D3221D-1928-4237-BD80-51D29C0F8E1E}"/>
              </a:ext>
            </a:extLst>
          </p:cNvPr>
          <p:cNvSpPr>
            <a:spLocks xmlns:a="http://schemas.openxmlformats.org/drawingml/2006/main" noGrp="1"/>
          </p:cNvSpPr>
          <p:nvPr/>
        </p:nvSpPr>
        <p:spPr>
          <a:xfrm xmlns:a="http://schemas.openxmlformats.org/drawingml/2006/main">
            <a:off x="438150" y="1447800"/>
            <a:ext cx="34671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13" b="1">
                <a:solidFill>
                  <a:srgbClr val="4FD8FF"/>
                </a:solidFill>
                <a:latin typeface="微软雅黑"/>
                <a:ea typeface="微软雅黑"/>
                <a:cs typeface="微软雅黑"/>
              </a:defRPr>
            </a:pPr>
            <a:r>
              <a:rPr sz="1013" b="1">
                <a:solidFill>
                  <a:srgbClr val="4FD8FF"/>
                </a:solidFill>
                <a:latin typeface="微软雅黑"/>
                <a:ea typeface="微软雅黑"/>
                <a:cs typeface="微软雅黑"/>
              </a:rPr>
              <a:t>照片位 </a:t>
            </a:r>
            <a:r>
              <a:rPr sz="1013" b="1">
                <a:solidFill>
                  <a:srgbClr val="4FD8FF"/>
                </a:solidFill>
                <a:latin typeface="微软雅黑"/>
                <a:ea typeface="微软雅黑"/>
                <a:cs typeface="微软雅黑"/>
              </a:rPr>
              <a:t>1 · </a:t>
            </a:r>
            <a:r>
              <a:rPr sz="1013" b="1">
                <a:solidFill>
                  <a:srgbClr val="4FD8FF"/>
                </a:solidFill>
                <a:latin typeface="微软雅黑"/>
                <a:ea typeface="微软雅黑"/>
                <a:cs typeface="微软雅黑"/>
              </a:rPr>
              <a:t>企业调研现场</a:t>
            </a:r>
          </a:p>
        </p:txBody>
      </p:sp>
      <p:sp>
        <p:nvSpPr>
          <p:cNvPr id="22" name="">
            <a:extLst xmlns:a="http://schemas.openxmlformats.org/drawingml/2006/main">
              <a:ext uri="{FF2B5EF4-FFF2-40B4-BE49-F238E27FC236}">
                <a16:creationId xmlns:a16="http://schemas.microsoft.com/office/drawing/2014/main" id="{5FFB925B-3D51-4D2B-B3CC-3E01A7FE0C67}"/>
              </a:ext>
            </a:extLst>
          </p:cNvPr>
          <p:cNvSpPr>
            <a:spLocks xmlns:a="http://schemas.openxmlformats.org/drawingml/2006/main" noGrp="1"/>
          </p:cNvSpPr>
          <p:nvPr/>
        </p:nvSpPr>
        <p:spPr>
          <a:xfrm xmlns:a="http://schemas.openxmlformats.org/drawingml/2006/main">
            <a:off x="438150" y="1695450"/>
            <a:ext cx="3467100" cy="704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1125" b="0">
                <a:solidFill>
                  <a:srgbClr val="7FC4FF">
                    <a:alpha val="65000"/>
                  </a:srgbClr>
                </a:solidFill>
                <a:latin typeface="微软雅黑"/>
                <a:ea typeface="微软雅黑"/>
                <a:cs typeface="微软雅黑"/>
              </a:defRPr>
            </a:pPr>
            <a:r>
              <a:rPr sz="1125" b="0">
                <a:solidFill>
                  <a:srgbClr val="7FC4FF">
                    <a:alpha val="65000"/>
                  </a:srgbClr>
                </a:solidFill>
                <a:latin typeface="微软雅黑"/>
                <a:ea typeface="微软雅黑"/>
                <a:cs typeface="微软雅黑"/>
              </a:rPr>
              <a:t>（待补现场照片）</a:t>
            </a:r>
          </a:p>
        </p:txBody>
      </p:sp>
      <p:sp>
        <p:nvSpPr>
          <p:cNvPr id="23" name="">
            <a:extLst xmlns:a="http://schemas.openxmlformats.org/drawingml/2006/main">
              <a:ext uri="{FF2B5EF4-FFF2-40B4-BE49-F238E27FC236}">
                <a16:creationId xmlns:a16="http://schemas.microsoft.com/office/drawing/2014/main" id="{7B6D5F7E-0DD2-49C9-932A-02C084B07E33}"/>
              </a:ext>
            </a:extLst>
          </p:cNvPr>
          <p:cNvSpPr>
            <a:spLocks xmlns:a="http://schemas.openxmlformats.org/drawingml/2006/main" noGrp="1"/>
          </p:cNvSpPr>
          <p:nvPr/>
        </p:nvSpPr>
        <p:spPr>
          <a:xfrm xmlns:a="http://schemas.openxmlformats.org/drawingml/2006/main">
            <a:off x="438150" y="2438400"/>
            <a:ext cx="3467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ctr">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与需求方座谈、翻阅培训档案与台账</a:t>
            </a:r>
          </a:p>
        </p:txBody>
      </p:sp>
      <p:sp>
        <p:nvSpPr>
          <p:cNvPr id="24" name="">
            <a:extLst xmlns:a="http://schemas.openxmlformats.org/drawingml/2006/main">
              <a:ext uri="{FF2B5EF4-FFF2-40B4-BE49-F238E27FC236}">
                <a16:creationId xmlns:a16="http://schemas.microsoft.com/office/drawing/2014/main" id="{CD74A75D-8FB9-4B4C-A091-051F2C59B584}"/>
              </a:ext>
            </a:extLst>
          </p:cNvPr>
          <p:cNvSpPr>
            <a:spLocks xmlns:a="http://schemas.openxmlformats.org/drawingml/2006/main" noGrp="1"/>
          </p:cNvSpPr>
          <p:nvPr/>
        </p:nvSpPr>
        <p:spPr>
          <a:xfrm xmlns:a="http://schemas.openxmlformats.org/drawingml/2006/main">
            <a:off x="438150" y="2647950"/>
            <a:ext cx="3467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ctr">
              <a:defRPr sz="863" b="0">
                <a:solidFill>
                  <a:srgbClr val="5FE3A1"/>
                </a:solidFill>
                <a:latin typeface="微软雅黑"/>
                <a:ea typeface="微软雅黑"/>
                <a:cs typeface="微软雅黑"/>
              </a:defRPr>
            </a:pPr>
            <a:r>
              <a:rPr sz="863" b="0">
                <a:solidFill>
                  <a:srgbClr val="5FE3A1"/>
                </a:solidFill>
                <a:latin typeface="微软雅黑"/>
                <a:ea typeface="微软雅黑"/>
                <a:cs typeface="微软雅黑"/>
              </a:rPr>
              <a:t>可核验：档案形式、学时记录方式</a:t>
            </a:r>
          </a:p>
        </p:txBody>
      </p:sp>
      <p:sp>
        <p:nvSpPr>
          <p:cNvPr id="25" name="">
            <a:extLst xmlns:a="http://schemas.openxmlformats.org/drawingml/2006/main">
              <a:ext uri="{FF2B5EF4-FFF2-40B4-BE49-F238E27FC236}">
                <a16:creationId xmlns:a16="http://schemas.microsoft.com/office/drawing/2014/main" id="{10C1645C-1173-485F-BBCD-55DD7F77F56C}"/>
              </a:ext>
            </a:extLst>
          </p:cNvPr>
          <p:cNvSpPr>
            <a:spLocks xmlns:a="http://schemas.openxmlformats.org/drawingml/2006/main" noGrp="1"/>
          </p:cNvSpPr>
          <p:nvPr/>
        </p:nvSpPr>
        <p:spPr>
          <a:xfrm xmlns:a="http://schemas.openxmlformats.org/drawingml/2006/main">
            <a:off x="4229100" y="1333500"/>
            <a:ext cx="3771900" cy="1600200"/>
          </a:xfrm>
          <a:prstGeom xmlns:a="http://schemas.openxmlformats.org/drawingml/2006/main" prst="roundRect">
            <a:avLst>
              <a:gd name="adj" fmla="val 5952"/>
            </a:avLst>
          </a:prstGeom>
          <a:solidFill xmlns:a="http://schemas.openxmlformats.org/drawingml/2006/main">
            <a:srgbClr val="0A2F6B">
              <a:alpha val="82000"/>
            </a:srgbClr>
          </a:solidFill>
          <a:ln xmlns:a="http://schemas.openxmlformats.org/drawingml/2006/main" w="11430">
            <a:solidFill>
              <a:srgbClr val="7FC4FF">
                <a:alpha val="70000"/>
              </a:srgbClr>
            </a:solidFill>
            <a:prstDash val="solid"/>
          </a:ln>
        </p:spPr>
      </p:sp>
      <p:sp>
        <p:nvSpPr>
          <p:cNvPr id="26" name="">
            <a:extLst xmlns:a="http://schemas.openxmlformats.org/drawingml/2006/main">
              <a:ext uri="{FF2B5EF4-FFF2-40B4-BE49-F238E27FC236}">
                <a16:creationId xmlns:a16="http://schemas.microsoft.com/office/drawing/2014/main" id="{F17296F0-7D75-4680-94D9-456C926D170C}"/>
              </a:ext>
            </a:extLst>
          </p:cNvPr>
          <p:cNvSpPr>
            <a:spLocks xmlns:a="http://schemas.openxmlformats.org/drawingml/2006/main" noGrp="1"/>
          </p:cNvSpPr>
          <p:nvPr/>
        </p:nvSpPr>
        <p:spPr>
          <a:xfrm xmlns:a="http://schemas.openxmlformats.org/drawingml/2006/main">
            <a:off x="4381500" y="1447800"/>
            <a:ext cx="34671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13" b="1">
                <a:solidFill>
                  <a:srgbClr val="4FD8FF"/>
                </a:solidFill>
                <a:latin typeface="微软雅黑"/>
                <a:ea typeface="微软雅黑"/>
                <a:cs typeface="微软雅黑"/>
              </a:defRPr>
            </a:pPr>
            <a:r>
              <a:rPr sz="1013" b="1">
                <a:solidFill>
                  <a:srgbClr val="4FD8FF"/>
                </a:solidFill>
                <a:latin typeface="微软雅黑"/>
                <a:ea typeface="微软雅黑"/>
                <a:cs typeface="微软雅黑"/>
              </a:rPr>
              <a:t>照片位 </a:t>
            </a:r>
            <a:r>
              <a:rPr sz="1013" b="1">
                <a:solidFill>
                  <a:srgbClr val="4FD8FF"/>
                </a:solidFill>
                <a:latin typeface="微软雅黑"/>
                <a:ea typeface="微软雅黑"/>
                <a:cs typeface="微软雅黑"/>
              </a:rPr>
              <a:t>2 · </a:t>
            </a:r>
            <a:r>
              <a:rPr sz="1013" b="1">
                <a:solidFill>
                  <a:srgbClr val="4FD8FF"/>
                </a:solidFill>
                <a:latin typeface="微软雅黑"/>
                <a:ea typeface="微软雅黑"/>
                <a:cs typeface="微软雅黑"/>
              </a:rPr>
              <a:t>现场走访</a:t>
            </a:r>
          </a:p>
        </p:txBody>
      </p:sp>
      <p:sp>
        <p:nvSpPr>
          <p:cNvPr id="27" name="">
            <a:extLst xmlns:a="http://schemas.openxmlformats.org/drawingml/2006/main">
              <a:ext uri="{FF2B5EF4-FFF2-40B4-BE49-F238E27FC236}">
                <a16:creationId xmlns:a16="http://schemas.microsoft.com/office/drawing/2014/main" id="{62699ADB-09D7-41DD-A3B1-F47ACCFB7133}"/>
              </a:ext>
            </a:extLst>
          </p:cNvPr>
          <p:cNvSpPr>
            <a:spLocks xmlns:a="http://schemas.openxmlformats.org/drawingml/2006/main" noGrp="1"/>
          </p:cNvSpPr>
          <p:nvPr/>
        </p:nvSpPr>
        <p:spPr>
          <a:xfrm xmlns:a="http://schemas.openxmlformats.org/drawingml/2006/main">
            <a:off x="4381500" y="1695450"/>
            <a:ext cx="3467100" cy="704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1125" b="0">
                <a:solidFill>
                  <a:srgbClr val="7FC4FF">
                    <a:alpha val="65000"/>
                  </a:srgbClr>
                </a:solidFill>
                <a:latin typeface="微软雅黑"/>
                <a:ea typeface="微软雅黑"/>
                <a:cs typeface="微软雅黑"/>
              </a:defRPr>
            </a:pPr>
            <a:r>
              <a:rPr sz="1125" b="0">
                <a:solidFill>
                  <a:srgbClr val="7FC4FF">
                    <a:alpha val="65000"/>
                  </a:srgbClr>
                </a:solidFill>
                <a:latin typeface="微软雅黑"/>
                <a:ea typeface="微软雅黑"/>
                <a:cs typeface="微软雅黑"/>
              </a:rPr>
              <a:t>（待补现场照片）</a:t>
            </a:r>
          </a:p>
        </p:txBody>
      </p:sp>
      <p:sp>
        <p:nvSpPr>
          <p:cNvPr id="28" name="">
            <a:extLst xmlns:a="http://schemas.openxmlformats.org/drawingml/2006/main">
              <a:ext uri="{FF2B5EF4-FFF2-40B4-BE49-F238E27FC236}">
                <a16:creationId xmlns:a16="http://schemas.microsoft.com/office/drawing/2014/main" id="{1B1DC032-DE19-4DC9-9949-94445388EDBC}"/>
              </a:ext>
            </a:extLst>
          </p:cNvPr>
          <p:cNvSpPr>
            <a:spLocks xmlns:a="http://schemas.openxmlformats.org/drawingml/2006/main" noGrp="1"/>
          </p:cNvSpPr>
          <p:nvPr/>
        </p:nvSpPr>
        <p:spPr>
          <a:xfrm xmlns:a="http://schemas.openxmlformats.org/drawingml/2006/main">
            <a:off x="4381500" y="2438400"/>
            <a:ext cx="3467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ctr">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变电站一次设备区 </a:t>
            </a:r>
            <a:r>
              <a:rPr sz="863" b="0">
                <a:solidFill>
                  <a:srgbClr val="C6DDFF"/>
                </a:solidFill>
                <a:latin typeface="微软雅黑"/>
                <a:ea typeface="微软雅黑"/>
                <a:cs typeface="微软雅黑"/>
              </a:rPr>
              <a:t>/ </a:t>
            </a:r>
            <a:r>
              <a:rPr sz="863" b="0">
                <a:solidFill>
                  <a:srgbClr val="C6DDFF"/>
                </a:solidFill>
                <a:latin typeface="微软雅黑"/>
                <a:ea typeface="微软雅黑"/>
                <a:cs typeface="微软雅黑"/>
              </a:rPr>
              <a:t>电缆沟检查井作业</a:t>
            </a:r>
          </a:p>
        </p:txBody>
      </p:sp>
      <p:sp>
        <p:nvSpPr>
          <p:cNvPr id="29" name="">
            <a:extLst xmlns:a="http://schemas.openxmlformats.org/drawingml/2006/main">
              <a:ext uri="{FF2B5EF4-FFF2-40B4-BE49-F238E27FC236}">
                <a16:creationId xmlns:a16="http://schemas.microsoft.com/office/drawing/2014/main" id="{BAC66FF7-79BE-434C-AF0B-9CA381E4344F}"/>
              </a:ext>
            </a:extLst>
          </p:cNvPr>
          <p:cNvSpPr>
            <a:spLocks xmlns:a="http://schemas.openxmlformats.org/drawingml/2006/main" noGrp="1"/>
          </p:cNvSpPr>
          <p:nvPr/>
        </p:nvSpPr>
        <p:spPr>
          <a:xfrm xmlns:a="http://schemas.openxmlformats.org/drawingml/2006/main">
            <a:off x="4381500" y="2647950"/>
            <a:ext cx="3467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ctr">
              <a:defRPr sz="863" b="0">
                <a:solidFill>
                  <a:srgbClr val="5FE3A1"/>
                </a:solidFill>
                <a:latin typeface="微软雅黑"/>
                <a:ea typeface="微软雅黑"/>
                <a:cs typeface="微软雅黑"/>
              </a:defRPr>
            </a:pPr>
            <a:r>
              <a:rPr sz="863" b="0">
                <a:solidFill>
                  <a:srgbClr val="5FE3A1"/>
                </a:solidFill>
                <a:latin typeface="微软雅黑"/>
                <a:ea typeface="微软雅黑"/>
                <a:cs typeface="微软雅黑"/>
              </a:rPr>
              <a:t>可核验：作业环境、</a:t>
            </a:r>
            <a:r>
              <a:rPr sz="863" b="0">
                <a:solidFill>
                  <a:srgbClr val="5FE3A1"/>
                </a:solidFill>
                <a:latin typeface="微软雅黑"/>
                <a:ea typeface="微软雅黑"/>
                <a:cs typeface="微软雅黑"/>
              </a:rPr>
              <a:t>SOP </a:t>
            </a:r>
            <a:r>
              <a:rPr sz="863" b="0">
                <a:solidFill>
                  <a:srgbClr val="5FE3A1"/>
                </a:solidFill>
                <a:latin typeface="微软雅黑"/>
                <a:ea typeface="微软雅黑"/>
                <a:cs typeface="微软雅黑"/>
              </a:rPr>
              <a:t>执行情况</a:t>
            </a:r>
          </a:p>
        </p:txBody>
      </p:sp>
      <p:sp>
        <p:nvSpPr>
          <p:cNvPr id="30" name="">
            <a:extLst xmlns:a="http://schemas.openxmlformats.org/drawingml/2006/main">
              <a:ext uri="{FF2B5EF4-FFF2-40B4-BE49-F238E27FC236}">
                <a16:creationId xmlns:a16="http://schemas.microsoft.com/office/drawing/2014/main" id="{50D83CF8-8E63-4E71-AB68-880FAA5F073A}"/>
              </a:ext>
            </a:extLst>
          </p:cNvPr>
          <p:cNvSpPr>
            <a:spLocks xmlns:a="http://schemas.openxmlformats.org/drawingml/2006/main" noGrp="1"/>
          </p:cNvSpPr>
          <p:nvPr/>
        </p:nvSpPr>
        <p:spPr>
          <a:xfrm xmlns:a="http://schemas.openxmlformats.org/drawingml/2006/main">
            <a:off x="8172450" y="1333500"/>
            <a:ext cx="3771900" cy="1600200"/>
          </a:xfrm>
          <a:prstGeom xmlns:a="http://schemas.openxmlformats.org/drawingml/2006/main" prst="roundRect">
            <a:avLst>
              <a:gd name="adj" fmla="val 5952"/>
            </a:avLst>
          </a:prstGeom>
          <a:solidFill xmlns:a="http://schemas.openxmlformats.org/drawingml/2006/main">
            <a:srgbClr val="0A2F6B">
              <a:alpha val="82000"/>
            </a:srgbClr>
          </a:solidFill>
          <a:ln xmlns:a="http://schemas.openxmlformats.org/drawingml/2006/main" w="11430">
            <a:solidFill>
              <a:srgbClr val="7FC4FF">
                <a:alpha val="70000"/>
              </a:srgbClr>
            </a:solidFill>
            <a:prstDash val="solid"/>
          </a:ln>
        </p:spPr>
      </p:sp>
      <p:sp>
        <p:nvSpPr>
          <p:cNvPr id="31" name="">
            <a:extLst xmlns:a="http://schemas.openxmlformats.org/drawingml/2006/main">
              <a:ext uri="{FF2B5EF4-FFF2-40B4-BE49-F238E27FC236}">
                <a16:creationId xmlns:a16="http://schemas.microsoft.com/office/drawing/2014/main" id="{B2C26F5C-3E43-4AE1-8317-722BFEB6EB8C}"/>
              </a:ext>
            </a:extLst>
          </p:cNvPr>
          <p:cNvSpPr>
            <a:spLocks xmlns:a="http://schemas.openxmlformats.org/drawingml/2006/main" noGrp="1"/>
          </p:cNvSpPr>
          <p:nvPr/>
        </p:nvSpPr>
        <p:spPr>
          <a:xfrm xmlns:a="http://schemas.openxmlformats.org/drawingml/2006/main">
            <a:off x="8324850" y="1447800"/>
            <a:ext cx="34671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13" b="1">
                <a:solidFill>
                  <a:srgbClr val="4FD8FF"/>
                </a:solidFill>
                <a:latin typeface="微软雅黑"/>
                <a:ea typeface="微软雅黑"/>
                <a:cs typeface="微软雅黑"/>
              </a:defRPr>
            </a:pPr>
            <a:r>
              <a:rPr sz="1013" b="1">
                <a:solidFill>
                  <a:srgbClr val="4FD8FF"/>
                </a:solidFill>
                <a:latin typeface="微软雅黑"/>
                <a:ea typeface="微软雅黑"/>
                <a:cs typeface="微软雅黑"/>
              </a:rPr>
              <a:t>照片位 </a:t>
            </a:r>
            <a:r>
              <a:rPr sz="1013" b="1">
                <a:solidFill>
                  <a:srgbClr val="4FD8FF"/>
                </a:solidFill>
                <a:latin typeface="微软雅黑"/>
                <a:ea typeface="微软雅黑"/>
                <a:cs typeface="微软雅黑"/>
              </a:rPr>
              <a:t>3 · </a:t>
            </a:r>
            <a:r>
              <a:rPr sz="1013" b="1">
                <a:solidFill>
                  <a:srgbClr val="4FD8FF"/>
                </a:solidFill>
                <a:latin typeface="微软雅黑"/>
                <a:ea typeface="微软雅黑"/>
                <a:cs typeface="微软雅黑"/>
              </a:rPr>
              <a:t>专家访谈</a:t>
            </a:r>
          </a:p>
        </p:txBody>
      </p:sp>
      <p:sp>
        <p:nvSpPr>
          <p:cNvPr id="32" name="">
            <a:extLst xmlns:a="http://schemas.openxmlformats.org/drawingml/2006/main">
              <a:ext uri="{FF2B5EF4-FFF2-40B4-BE49-F238E27FC236}">
                <a16:creationId xmlns:a16="http://schemas.microsoft.com/office/drawing/2014/main" id="{43340617-3CED-42DA-AA0B-83B39FC0A913}"/>
              </a:ext>
            </a:extLst>
          </p:cNvPr>
          <p:cNvSpPr>
            <a:spLocks xmlns:a="http://schemas.openxmlformats.org/drawingml/2006/main" noGrp="1"/>
          </p:cNvSpPr>
          <p:nvPr/>
        </p:nvSpPr>
        <p:spPr>
          <a:xfrm xmlns:a="http://schemas.openxmlformats.org/drawingml/2006/main">
            <a:off x="8324850" y="1695450"/>
            <a:ext cx="3467100" cy="704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1125" b="0">
                <a:solidFill>
                  <a:srgbClr val="7FC4FF">
                    <a:alpha val="65000"/>
                  </a:srgbClr>
                </a:solidFill>
                <a:latin typeface="微软雅黑"/>
                <a:ea typeface="微软雅黑"/>
                <a:cs typeface="微软雅黑"/>
              </a:defRPr>
            </a:pPr>
            <a:r>
              <a:rPr sz="1125" b="0">
                <a:solidFill>
                  <a:srgbClr val="7FC4FF">
                    <a:alpha val="65000"/>
                  </a:srgbClr>
                </a:solidFill>
                <a:latin typeface="微软雅黑"/>
                <a:ea typeface="微软雅黑"/>
                <a:cs typeface="微软雅黑"/>
              </a:rPr>
              <a:t>（待补现场照片）</a:t>
            </a:r>
          </a:p>
        </p:txBody>
      </p:sp>
      <p:sp>
        <p:nvSpPr>
          <p:cNvPr id="33" name="">
            <a:extLst xmlns:a="http://schemas.openxmlformats.org/drawingml/2006/main">
              <a:ext uri="{FF2B5EF4-FFF2-40B4-BE49-F238E27FC236}">
                <a16:creationId xmlns:a16="http://schemas.microsoft.com/office/drawing/2014/main" id="{F4E4F8FF-1D97-4280-B6DE-E0A815AF775D}"/>
              </a:ext>
            </a:extLst>
          </p:cNvPr>
          <p:cNvSpPr>
            <a:spLocks xmlns:a="http://schemas.openxmlformats.org/drawingml/2006/main" noGrp="1"/>
          </p:cNvSpPr>
          <p:nvPr/>
        </p:nvSpPr>
        <p:spPr>
          <a:xfrm xmlns:a="http://schemas.openxmlformats.org/drawingml/2006/main">
            <a:off x="8324850" y="2438400"/>
            <a:ext cx="3467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ctr">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指导教师或行业专家访谈画面截图</a:t>
            </a:r>
          </a:p>
        </p:txBody>
      </p:sp>
      <p:sp>
        <p:nvSpPr>
          <p:cNvPr id="34" name="">
            <a:extLst xmlns:a="http://schemas.openxmlformats.org/drawingml/2006/main">
              <a:ext uri="{FF2B5EF4-FFF2-40B4-BE49-F238E27FC236}">
                <a16:creationId xmlns:a16="http://schemas.microsoft.com/office/drawing/2014/main" id="{A9F68C96-9A56-45E7-A22F-52942E1F977A}"/>
              </a:ext>
            </a:extLst>
          </p:cNvPr>
          <p:cNvSpPr>
            <a:spLocks xmlns:a="http://schemas.openxmlformats.org/drawingml/2006/main" noGrp="1"/>
          </p:cNvSpPr>
          <p:nvPr/>
        </p:nvSpPr>
        <p:spPr>
          <a:xfrm xmlns:a="http://schemas.openxmlformats.org/drawingml/2006/main">
            <a:off x="8324850" y="2647950"/>
            <a:ext cx="3467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ctr">
              <a:defRPr sz="863" b="0">
                <a:solidFill>
                  <a:srgbClr val="5FE3A1"/>
                </a:solidFill>
                <a:latin typeface="微软雅黑"/>
                <a:ea typeface="微软雅黑"/>
                <a:cs typeface="微软雅黑"/>
              </a:defRPr>
            </a:pPr>
            <a:r>
              <a:rPr sz="863" b="0">
                <a:solidFill>
                  <a:srgbClr val="5FE3A1"/>
                </a:solidFill>
                <a:latin typeface="微软雅黑"/>
                <a:ea typeface="微软雅黑"/>
                <a:cs typeface="微软雅黑"/>
              </a:rPr>
              <a:t>可核验：结论来源与访谈时间</a:t>
            </a:r>
          </a:p>
        </p:txBody>
      </p:sp>
      <p:sp>
        <p:nvSpPr>
          <p:cNvPr id="35" name="">
            <a:extLst xmlns:a="http://schemas.openxmlformats.org/drawingml/2006/main">
              <a:ext uri="{FF2B5EF4-FFF2-40B4-BE49-F238E27FC236}">
                <a16:creationId xmlns:a16="http://schemas.microsoft.com/office/drawing/2014/main" id="{2082CE54-B98C-41E9-90B9-A0BDEC97C03E}"/>
              </a:ext>
            </a:extLst>
          </p:cNvPr>
          <p:cNvSpPr>
            <a:spLocks xmlns:a="http://schemas.openxmlformats.org/drawingml/2006/main" noGrp="1"/>
          </p:cNvSpPr>
          <p:nvPr/>
        </p:nvSpPr>
        <p:spPr>
          <a:xfrm xmlns:a="http://schemas.openxmlformats.org/drawingml/2006/main">
            <a:off x="285750" y="3067050"/>
            <a:ext cx="5753100" cy="3009900"/>
          </a:xfrm>
          <a:prstGeom xmlns:a="http://schemas.openxmlformats.org/drawingml/2006/main" prst="roundRect">
            <a:avLst>
              <a:gd name="adj" fmla="val 2848"/>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6" name="">
            <a:extLst xmlns:a="http://schemas.openxmlformats.org/drawingml/2006/main">
              <a:ext uri="{FF2B5EF4-FFF2-40B4-BE49-F238E27FC236}">
                <a16:creationId xmlns:a16="http://schemas.microsoft.com/office/drawing/2014/main" id="{B25F7BAE-E385-4294-ADB5-E13EF87A76FC}"/>
              </a:ext>
            </a:extLst>
          </p:cNvPr>
          <p:cNvSpPr>
            <a:spLocks xmlns:a="http://schemas.openxmlformats.org/drawingml/2006/main" noGrp="1"/>
          </p:cNvSpPr>
          <p:nvPr/>
        </p:nvSpPr>
        <p:spPr>
          <a:xfrm xmlns:a="http://schemas.openxmlformats.org/drawingml/2006/main">
            <a:off x="285750" y="3067050"/>
            <a:ext cx="5753100" cy="47625"/>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37" name="">
            <a:extLst xmlns:a="http://schemas.openxmlformats.org/drawingml/2006/main">
              <a:ext uri="{FF2B5EF4-FFF2-40B4-BE49-F238E27FC236}">
                <a16:creationId xmlns:a16="http://schemas.microsoft.com/office/drawing/2014/main" id="{2C874F11-F2D0-4C38-8651-30E872EB7EE4}"/>
              </a:ext>
            </a:extLst>
          </p:cNvPr>
          <p:cNvSpPr>
            <a:spLocks xmlns:a="http://schemas.openxmlformats.org/drawingml/2006/main" noGrp="1"/>
          </p:cNvSpPr>
          <p:nvPr/>
        </p:nvSpPr>
        <p:spPr>
          <a:xfrm xmlns:a="http://schemas.openxmlformats.org/drawingml/2006/main">
            <a:off x="476250" y="3219450"/>
            <a:ext cx="53340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4FD8FF"/>
                </a:solidFill>
                <a:latin typeface="微软雅黑"/>
                <a:ea typeface="微软雅黑"/>
                <a:cs typeface="微软雅黑"/>
              </a:defRPr>
            </a:pPr>
            <a:r>
              <a:rPr sz="1200" b="1">
                <a:solidFill>
                  <a:srgbClr val="4FD8FF"/>
                </a:solidFill>
                <a:latin typeface="微软雅黑"/>
                <a:ea typeface="微软雅黑"/>
                <a:cs typeface="微软雅黑"/>
              </a:rPr>
              <a:t>已获取的调研结论（四条，可逐条指认）</a:t>
            </a:r>
          </a:p>
        </p:txBody>
      </p:sp>
      <p:sp>
        <p:nvSpPr>
          <p:cNvPr id="38" name="">
            <a:extLst xmlns:a="http://schemas.openxmlformats.org/drawingml/2006/main">
              <a:ext uri="{FF2B5EF4-FFF2-40B4-BE49-F238E27FC236}">
                <a16:creationId xmlns:a16="http://schemas.microsoft.com/office/drawing/2014/main" id="{872DEE31-6C61-4E39-8FCF-F3CCCE659C65}"/>
              </a:ext>
            </a:extLst>
          </p:cNvPr>
          <p:cNvSpPr>
            <a:spLocks xmlns:a="http://schemas.openxmlformats.org/drawingml/2006/main" noGrp="1"/>
          </p:cNvSpPr>
          <p:nvPr/>
        </p:nvSpPr>
        <p:spPr>
          <a:xfrm xmlns:a="http://schemas.openxmlformats.org/drawingml/2006/main">
            <a:off x="476250" y="3581400"/>
            <a:ext cx="5372100" cy="514350"/>
          </a:xfrm>
          <a:prstGeom xmlns:a="http://schemas.openxmlformats.org/drawingml/2006/main" prst="roundRect">
            <a:avLst>
              <a:gd name="adj" fmla="val 16667"/>
            </a:avLst>
          </a:prstGeom>
          <a:gradFill xmlns:a="http://schemas.openxmlformats.org/drawingml/2006/main">
            <a:gsLst>
              <a:gs pos="0">
                <a:srgbClr val="295EA2"/>
              </a:gs>
              <a:gs pos="62000">
                <a:srgbClr val="0E4A96"/>
              </a:gs>
              <a:gs pos="100000">
                <a:srgbClr val="0B3A75"/>
              </a:gs>
            </a:gsLst>
            <a:lin ang="8100000"/>
          </a:gradFill>
          <a:ln xmlns:a="http://schemas.openxmlformats.org/drawingml/2006/main" w="9525">
            <a:solidFill>
              <a:srgbClr val="1763B8"/>
            </a:solidFill>
            <a:prstDash val="solid"/>
          </a:ln>
        </p:spPr>
      </p:sp>
      <p:sp>
        <p:nvSpPr>
          <p:cNvPr id="39" name="">
            <a:extLst xmlns:a="http://schemas.openxmlformats.org/drawingml/2006/main">
              <a:ext uri="{FF2B5EF4-FFF2-40B4-BE49-F238E27FC236}">
                <a16:creationId xmlns:a16="http://schemas.microsoft.com/office/drawing/2014/main" id="{7BCE4BBF-AB95-4632-9AFD-E03AFE39A8B1}"/>
              </a:ext>
            </a:extLst>
          </p:cNvPr>
          <p:cNvSpPr>
            <a:spLocks xmlns:a="http://schemas.openxmlformats.org/drawingml/2006/main" noGrp="1"/>
          </p:cNvSpPr>
          <p:nvPr/>
        </p:nvSpPr>
        <p:spPr>
          <a:xfrm xmlns:a="http://schemas.openxmlformats.org/drawingml/2006/main">
            <a:off x="609600" y="3581400"/>
            <a:ext cx="10096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1">
                <a:solidFill>
                  <a:srgbClr val="FFD24A"/>
                </a:solidFill>
                <a:latin typeface="微软雅黑"/>
                <a:ea typeface="微软雅黑"/>
                <a:cs typeface="微软雅黑"/>
              </a:defRPr>
            </a:pPr>
            <a:r>
              <a:rPr sz="938" b="1">
                <a:solidFill>
                  <a:srgbClr val="FFD24A"/>
                </a:solidFill>
                <a:latin typeface="微软雅黑"/>
                <a:ea typeface="微软雅黑"/>
                <a:cs typeface="微软雅黑"/>
              </a:rPr>
              <a:t>档案形式</a:t>
            </a:r>
          </a:p>
        </p:txBody>
      </p:sp>
      <p:sp>
        <p:nvSpPr>
          <p:cNvPr id="40" name="">
            <a:extLst xmlns:a="http://schemas.openxmlformats.org/drawingml/2006/main">
              <a:ext uri="{FF2B5EF4-FFF2-40B4-BE49-F238E27FC236}">
                <a16:creationId xmlns:a16="http://schemas.microsoft.com/office/drawing/2014/main" id="{28F1B184-2B18-4519-A8CC-52DCCD3D92AD}"/>
              </a:ext>
            </a:extLst>
          </p:cNvPr>
          <p:cNvSpPr>
            <a:spLocks xmlns:a="http://schemas.openxmlformats.org/drawingml/2006/main" noGrp="1"/>
          </p:cNvSpPr>
          <p:nvPr/>
        </p:nvSpPr>
        <p:spPr>
          <a:xfrm xmlns:a="http://schemas.openxmlformats.org/drawingml/2006/main">
            <a:off x="1695450" y="3581400"/>
            <a:ext cx="40576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培训档案以纸质签到 </a:t>
            </a:r>
            <a:r>
              <a:rPr sz="900" b="0">
                <a:solidFill>
                  <a:srgbClr val="EEF5FF"/>
                </a:solidFill>
                <a:latin typeface="微软雅黑"/>
                <a:ea typeface="微软雅黑"/>
                <a:cs typeface="微软雅黑"/>
              </a:rPr>
              <a:t>+ Excel </a:t>
            </a:r>
            <a:r>
              <a:rPr sz="900" b="0">
                <a:solidFill>
                  <a:srgbClr val="EEF5FF"/>
                </a:solidFill>
                <a:latin typeface="微软雅黑"/>
                <a:ea typeface="微软雅黑"/>
                <a:cs typeface="微软雅黑"/>
              </a:rPr>
              <a:t>台账为主，学时代签、事后难核实</a:t>
            </a:r>
          </a:p>
        </p:txBody>
      </p:sp>
      <p:sp>
        <p:nvSpPr>
          <p:cNvPr id="41" name="">
            <a:extLst xmlns:a="http://schemas.openxmlformats.org/drawingml/2006/main">
              <a:ext uri="{FF2B5EF4-FFF2-40B4-BE49-F238E27FC236}">
                <a16:creationId xmlns:a16="http://schemas.microsoft.com/office/drawing/2014/main" id="{05C2E3E7-5290-46C3-953E-3C165163CC3A}"/>
              </a:ext>
            </a:extLst>
          </p:cNvPr>
          <p:cNvSpPr>
            <a:spLocks xmlns:a="http://schemas.openxmlformats.org/drawingml/2006/main" noGrp="1"/>
          </p:cNvSpPr>
          <p:nvPr/>
        </p:nvSpPr>
        <p:spPr>
          <a:xfrm xmlns:a="http://schemas.openxmlformats.org/drawingml/2006/main">
            <a:off x="476250" y="4171950"/>
            <a:ext cx="5372100" cy="514350"/>
          </a:xfrm>
          <a:prstGeom xmlns:a="http://schemas.openxmlformats.org/drawingml/2006/main" prst="roundRect">
            <a:avLst>
              <a:gd name="adj" fmla="val 16667"/>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1763B8"/>
            </a:solidFill>
            <a:prstDash val="solid"/>
          </a:ln>
        </p:spPr>
      </p:sp>
      <p:sp>
        <p:nvSpPr>
          <p:cNvPr id="42" name="">
            <a:extLst xmlns:a="http://schemas.openxmlformats.org/drawingml/2006/main">
              <a:ext uri="{FF2B5EF4-FFF2-40B4-BE49-F238E27FC236}">
                <a16:creationId xmlns:a16="http://schemas.microsoft.com/office/drawing/2014/main" id="{3F6FEAEC-8C87-4F04-B2A3-64A0DE3854BE}"/>
              </a:ext>
            </a:extLst>
          </p:cNvPr>
          <p:cNvSpPr>
            <a:spLocks xmlns:a="http://schemas.openxmlformats.org/drawingml/2006/main" noGrp="1"/>
          </p:cNvSpPr>
          <p:nvPr/>
        </p:nvSpPr>
        <p:spPr>
          <a:xfrm xmlns:a="http://schemas.openxmlformats.org/drawingml/2006/main">
            <a:off x="609600" y="4171950"/>
            <a:ext cx="10096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1">
                <a:solidFill>
                  <a:srgbClr val="FFD24A"/>
                </a:solidFill>
                <a:latin typeface="微软雅黑"/>
                <a:ea typeface="微软雅黑"/>
                <a:cs typeface="微软雅黑"/>
              </a:defRPr>
            </a:pPr>
            <a:r>
              <a:rPr sz="938" b="1">
                <a:solidFill>
                  <a:srgbClr val="FFD24A"/>
                </a:solidFill>
                <a:latin typeface="微软雅黑"/>
                <a:ea typeface="微软雅黑"/>
                <a:cs typeface="微软雅黑"/>
              </a:rPr>
              <a:t>考核方式</a:t>
            </a:r>
          </a:p>
        </p:txBody>
      </p:sp>
      <p:sp>
        <p:nvSpPr>
          <p:cNvPr id="43" name="">
            <a:extLst xmlns:a="http://schemas.openxmlformats.org/drawingml/2006/main">
              <a:ext uri="{FF2B5EF4-FFF2-40B4-BE49-F238E27FC236}">
                <a16:creationId xmlns:a16="http://schemas.microsoft.com/office/drawing/2014/main" id="{2DD73204-523E-44E9-BD97-B249789622D5}"/>
              </a:ext>
            </a:extLst>
          </p:cNvPr>
          <p:cNvSpPr>
            <a:spLocks xmlns:a="http://schemas.openxmlformats.org/drawingml/2006/main" noGrp="1"/>
          </p:cNvSpPr>
          <p:nvPr/>
        </p:nvSpPr>
        <p:spPr>
          <a:xfrm xmlns:a="http://schemas.openxmlformats.org/drawingml/2006/main">
            <a:off x="1695450" y="4171950"/>
            <a:ext cx="40576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资料学完即止，缺少岗位化题库与短板复盘，考核与岗位脱节</a:t>
            </a:r>
          </a:p>
        </p:txBody>
      </p:sp>
      <p:sp>
        <p:nvSpPr>
          <p:cNvPr id="44" name="">
            <a:extLst xmlns:a="http://schemas.openxmlformats.org/drawingml/2006/main">
              <a:ext uri="{FF2B5EF4-FFF2-40B4-BE49-F238E27FC236}">
                <a16:creationId xmlns:a16="http://schemas.microsoft.com/office/drawing/2014/main" id="{5C3FAA94-478A-4CA8-8CEB-5D9E72091213}"/>
              </a:ext>
            </a:extLst>
          </p:cNvPr>
          <p:cNvSpPr>
            <a:spLocks xmlns:a="http://schemas.openxmlformats.org/drawingml/2006/main" noGrp="1"/>
          </p:cNvSpPr>
          <p:nvPr/>
        </p:nvSpPr>
        <p:spPr>
          <a:xfrm xmlns:a="http://schemas.openxmlformats.org/drawingml/2006/main">
            <a:off x="476250" y="4762500"/>
            <a:ext cx="5372100" cy="514350"/>
          </a:xfrm>
          <a:prstGeom xmlns:a="http://schemas.openxmlformats.org/drawingml/2006/main" prst="roundRect">
            <a:avLst>
              <a:gd name="adj" fmla="val 16667"/>
            </a:avLst>
          </a:prstGeom>
          <a:gradFill xmlns:a="http://schemas.openxmlformats.org/drawingml/2006/main">
            <a:gsLst>
              <a:gs pos="0">
                <a:srgbClr val="295EA2"/>
              </a:gs>
              <a:gs pos="62000">
                <a:srgbClr val="0E4A96"/>
              </a:gs>
              <a:gs pos="100000">
                <a:srgbClr val="0B3A75"/>
              </a:gs>
            </a:gsLst>
            <a:lin ang="8100000"/>
          </a:gradFill>
          <a:ln xmlns:a="http://schemas.openxmlformats.org/drawingml/2006/main" w="9525">
            <a:solidFill>
              <a:srgbClr val="1763B8"/>
            </a:solidFill>
            <a:prstDash val="solid"/>
          </a:ln>
        </p:spPr>
      </p:sp>
      <p:sp>
        <p:nvSpPr>
          <p:cNvPr id="45" name="">
            <a:extLst xmlns:a="http://schemas.openxmlformats.org/drawingml/2006/main">
              <a:ext uri="{FF2B5EF4-FFF2-40B4-BE49-F238E27FC236}">
                <a16:creationId xmlns:a16="http://schemas.microsoft.com/office/drawing/2014/main" id="{A31E33DB-B116-4DB9-B8F7-971E8033B985}"/>
              </a:ext>
            </a:extLst>
          </p:cNvPr>
          <p:cNvSpPr>
            <a:spLocks xmlns:a="http://schemas.openxmlformats.org/drawingml/2006/main" noGrp="1"/>
          </p:cNvSpPr>
          <p:nvPr/>
        </p:nvSpPr>
        <p:spPr>
          <a:xfrm xmlns:a="http://schemas.openxmlformats.org/drawingml/2006/main">
            <a:off x="609600" y="4762500"/>
            <a:ext cx="10096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1">
                <a:solidFill>
                  <a:srgbClr val="FFD24A"/>
                </a:solidFill>
                <a:latin typeface="微软雅黑"/>
                <a:ea typeface="微软雅黑"/>
                <a:cs typeface="微软雅黑"/>
              </a:defRPr>
            </a:pPr>
            <a:r>
              <a:rPr sz="938" b="1">
                <a:solidFill>
                  <a:srgbClr val="FFD24A"/>
                </a:solidFill>
                <a:latin typeface="微软雅黑"/>
                <a:ea typeface="微软雅黑"/>
                <a:cs typeface="微软雅黑"/>
              </a:rPr>
              <a:t>归因口径</a:t>
            </a:r>
          </a:p>
        </p:txBody>
      </p:sp>
      <p:sp>
        <p:nvSpPr>
          <p:cNvPr id="46" name="">
            <a:extLst xmlns:a="http://schemas.openxmlformats.org/drawingml/2006/main">
              <a:ext uri="{FF2B5EF4-FFF2-40B4-BE49-F238E27FC236}">
                <a16:creationId xmlns:a16="http://schemas.microsoft.com/office/drawing/2014/main" id="{899C03B6-B491-4E14-94D8-90CF7389C176}"/>
              </a:ext>
            </a:extLst>
          </p:cNvPr>
          <p:cNvSpPr>
            <a:spLocks xmlns:a="http://schemas.openxmlformats.org/drawingml/2006/main" noGrp="1"/>
          </p:cNvSpPr>
          <p:nvPr/>
        </p:nvSpPr>
        <p:spPr>
          <a:xfrm xmlns:a="http://schemas.openxmlformats.org/drawingml/2006/main">
            <a:off x="1695450" y="4762500"/>
            <a:ext cx="40576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同一份气体检测报告，不同人给出不同归因结论，无法复算</a:t>
            </a:r>
          </a:p>
        </p:txBody>
      </p:sp>
      <p:sp>
        <p:nvSpPr>
          <p:cNvPr id="47" name="">
            <a:extLst xmlns:a="http://schemas.openxmlformats.org/drawingml/2006/main">
              <a:ext uri="{FF2B5EF4-FFF2-40B4-BE49-F238E27FC236}">
                <a16:creationId xmlns:a16="http://schemas.microsoft.com/office/drawing/2014/main" id="{3617C507-E4AE-46AE-B7B7-DD9084010FDC}"/>
              </a:ext>
            </a:extLst>
          </p:cNvPr>
          <p:cNvSpPr>
            <a:spLocks xmlns:a="http://schemas.openxmlformats.org/drawingml/2006/main" noGrp="1"/>
          </p:cNvSpPr>
          <p:nvPr/>
        </p:nvSpPr>
        <p:spPr>
          <a:xfrm xmlns:a="http://schemas.openxmlformats.org/drawingml/2006/main">
            <a:off x="476250" y="5353050"/>
            <a:ext cx="5372100" cy="514350"/>
          </a:xfrm>
          <a:prstGeom xmlns:a="http://schemas.openxmlformats.org/drawingml/2006/main" prst="roundRect">
            <a:avLst>
              <a:gd name="adj" fmla="val 16667"/>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1763B8"/>
            </a:solidFill>
            <a:prstDash val="solid"/>
          </a:ln>
        </p:spPr>
      </p:sp>
      <p:sp>
        <p:nvSpPr>
          <p:cNvPr id="48" name="">
            <a:extLst xmlns:a="http://schemas.openxmlformats.org/drawingml/2006/main">
              <a:ext uri="{FF2B5EF4-FFF2-40B4-BE49-F238E27FC236}">
                <a16:creationId xmlns:a16="http://schemas.microsoft.com/office/drawing/2014/main" id="{512E70D4-8A7F-48F3-AAA6-B830D692246B}"/>
              </a:ext>
            </a:extLst>
          </p:cNvPr>
          <p:cNvSpPr>
            <a:spLocks xmlns:a="http://schemas.openxmlformats.org/drawingml/2006/main" noGrp="1"/>
          </p:cNvSpPr>
          <p:nvPr/>
        </p:nvSpPr>
        <p:spPr>
          <a:xfrm xmlns:a="http://schemas.openxmlformats.org/drawingml/2006/main">
            <a:off x="609600" y="5353050"/>
            <a:ext cx="10096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1">
                <a:solidFill>
                  <a:srgbClr val="FFD24A"/>
                </a:solidFill>
                <a:latin typeface="微软雅黑"/>
                <a:ea typeface="微软雅黑"/>
                <a:cs typeface="微软雅黑"/>
              </a:defRPr>
            </a:pPr>
            <a:r>
              <a:rPr sz="938" b="1">
                <a:solidFill>
                  <a:srgbClr val="FFD24A"/>
                </a:solidFill>
                <a:latin typeface="微软雅黑"/>
                <a:ea typeface="微软雅黑"/>
                <a:cs typeface="微软雅黑"/>
              </a:rPr>
              <a:t>证书管理</a:t>
            </a:r>
          </a:p>
        </p:txBody>
      </p:sp>
      <p:sp>
        <p:nvSpPr>
          <p:cNvPr id="49" name="">
            <a:extLst xmlns:a="http://schemas.openxmlformats.org/drawingml/2006/main">
              <a:ext uri="{FF2B5EF4-FFF2-40B4-BE49-F238E27FC236}">
                <a16:creationId xmlns:a16="http://schemas.microsoft.com/office/drawing/2014/main" id="{1E11271F-6D6C-408D-8CE5-3FBB405A20FF}"/>
              </a:ext>
            </a:extLst>
          </p:cNvPr>
          <p:cNvSpPr>
            <a:spLocks xmlns:a="http://schemas.openxmlformats.org/drawingml/2006/main" noGrp="1"/>
          </p:cNvSpPr>
          <p:nvPr/>
        </p:nvSpPr>
        <p:spPr>
          <a:xfrm xmlns:a="http://schemas.openxmlformats.org/drawingml/2006/main">
            <a:off x="1695450" y="5353050"/>
            <a:ext cx="40576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有效期靠人工翻台账，漏检即形成合规风险</a:t>
            </a:r>
          </a:p>
        </p:txBody>
      </p:sp>
      <p:sp>
        <p:nvSpPr>
          <p:cNvPr id="50" name="">
            <a:extLst xmlns:a="http://schemas.openxmlformats.org/drawingml/2006/main">
              <a:ext uri="{FF2B5EF4-FFF2-40B4-BE49-F238E27FC236}">
                <a16:creationId xmlns:a16="http://schemas.microsoft.com/office/drawing/2014/main" id="{C3948354-29B0-43D5-9367-0EE550775B66}"/>
              </a:ext>
            </a:extLst>
          </p:cNvPr>
          <p:cNvSpPr>
            <a:spLocks xmlns:a="http://schemas.openxmlformats.org/drawingml/2006/main" noGrp="1"/>
          </p:cNvSpPr>
          <p:nvPr/>
        </p:nvSpPr>
        <p:spPr>
          <a:xfrm xmlns:a="http://schemas.openxmlformats.org/drawingml/2006/main">
            <a:off x="6153150" y="3067050"/>
            <a:ext cx="5753100" cy="3009900"/>
          </a:xfrm>
          <a:prstGeom xmlns:a="http://schemas.openxmlformats.org/drawingml/2006/main" prst="roundRect">
            <a:avLst>
              <a:gd name="adj" fmla="val 2848"/>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51" name="">
            <a:extLst xmlns:a="http://schemas.openxmlformats.org/drawingml/2006/main">
              <a:ext uri="{FF2B5EF4-FFF2-40B4-BE49-F238E27FC236}">
                <a16:creationId xmlns:a16="http://schemas.microsoft.com/office/drawing/2014/main" id="{D9E1E011-3F0C-4EF4-A2C6-FDE4535E9E78}"/>
              </a:ext>
            </a:extLst>
          </p:cNvPr>
          <p:cNvSpPr>
            <a:spLocks xmlns:a="http://schemas.openxmlformats.org/drawingml/2006/main" noGrp="1"/>
          </p:cNvSpPr>
          <p:nvPr/>
        </p:nvSpPr>
        <p:spPr>
          <a:xfrm xmlns:a="http://schemas.openxmlformats.org/drawingml/2006/main">
            <a:off x="6153150" y="3067050"/>
            <a:ext cx="5753100" cy="47625"/>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52" name="">
            <a:extLst xmlns:a="http://schemas.openxmlformats.org/drawingml/2006/main">
              <a:ext uri="{FF2B5EF4-FFF2-40B4-BE49-F238E27FC236}">
                <a16:creationId xmlns:a16="http://schemas.microsoft.com/office/drawing/2014/main" id="{9BAD161D-025D-4187-9B75-A927B6A410C1}"/>
              </a:ext>
            </a:extLst>
          </p:cNvPr>
          <p:cNvSpPr>
            <a:spLocks xmlns:a="http://schemas.openxmlformats.org/drawingml/2006/main" noGrp="1"/>
          </p:cNvSpPr>
          <p:nvPr/>
        </p:nvSpPr>
        <p:spPr>
          <a:xfrm xmlns:a="http://schemas.openxmlformats.org/drawingml/2006/main">
            <a:off x="6343650" y="3219450"/>
            <a:ext cx="53340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FFD24A"/>
                </a:solidFill>
                <a:latin typeface="微软雅黑"/>
                <a:ea typeface="微软雅黑"/>
                <a:cs typeface="微软雅黑"/>
              </a:defRPr>
            </a:pPr>
            <a:r>
              <a:rPr sz="1200" b="1">
                <a:solidFill>
                  <a:srgbClr val="FFD24A"/>
                </a:solidFill>
                <a:latin typeface="微软雅黑"/>
                <a:ea typeface="微软雅黑"/>
                <a:cs typeface="微软雅黑"/>
              </a:rPr>
              <a:t>访谈记录要素（按此补齐，逐次登记）</a:t>
            </a:r>
          </a:p>
        </p:txBody>
      </p:sp>
      <p:sp>
        <p:nvSpPr>
          <p:cNvPr id="53" name="">
            <a:extLst xmlns:a="http://schemas.openxmlformats.org/drawingml/2006/main">
              <a:ext uri="{FF2B5EF4-FFF2-40B4-BE49-F238E27FC236}">
                <a16:creationId xmlns:a16="http://schemas.microsoft.com/office/drawing/2014/main" id="{E55C1AD3-7A1D-4E71-8639-FC6CB4796D5D}"/>
              </a:ext>
            </a:extLst>
          </p:cNvPr>
          <p:cNvSpPr>
            <a:spLocks xmlns:a="http://schemas.openxmlformats.org/drawingml/2006/main" noGrp="1"/>
          </p:cNvSpPr>
          <p:nvPr/>
        </p:nvSpPr>
        <p:spPr>
          <a:xfrm xmlns:a="http://schemas.openxmlformats.org/drawingml/2006/main">
            <a:off x="6362700" y="3600450"/>
            <a:ext cx="12573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1">
                <a:solidFill>
                  <a:srgbClr val="C6DDFF"/>
                </a:solidFill>
                <a:latin typeface="微软雅黑"/>
                <a:ea typeface="微软雅黑"/>
                <a:cs typeface="微软雅黑"/>
              </a:defRPr>
            </a:pPr>
            <a:r>
              <a:rPr sz="938" b="1">
                <a:solidFill>
                  <a:srgbClr val="C6DDFF"/>
                </a:solidFill>
                <a:latin typeface="微软雅黑"/>
                <a:ea typeface="微软雅黑"/>
                <a:cs typeface="微软雅黑"/>
              </a:rPr>
              <a:t>访谈时间</a:t>
            </a:r>
          </a:p>
        </p:txBody>
      </p:sp>
      <p:sp>
        <p:nvSpPr>
          <p:cNvPr id="54" name="">
            <a:extLst xmlns:a="http://schemas.openxmlformats.org/drawingml/2006/main">
              <a:ext uri="{FF2B5EF4-FFF2-40B4-BE49-F238E27FC236}">
                <a16:creationId xmlns:a16="http://schemas.microsoft.com/office/drawing/2014/main" id="{A894526E-214A-4719-96FA-393C121FE77E}"/>
              </a:ext>
            </a:extLst>
          </p:cNvPr>
          <p:cNvSpPr>
            <a:spLocks xmlns:a="http://schemas.openxmlformats.org/drawingml/2006/main" noGrp="1"/>
          </p:cNvSpPr>
          <p:nvPr/>
        </p:nvSpPr>
        <p:spPr>
          <a:xfrm xmlns:a="http://schemas.openxmlformats.org/drawingml/2006/main">
            <a:off x="7677150" y="3600450"/>
            <a:ext cx="40576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a:solidFill>
                  <a:srgbClr val="EEF5FF"/>
                </a:solidFill>
                <a:latin typeface="Bahnschrift"/>
                <a:ea typeface="Bahnschrift"/>
                <a:cs typeface="Bahnschrift"/>
              </a:defRPr>
            </a:pPr>
            <a:r>
              <a:rPr sz="938" b="0">
                <a:solidFill>
                  <a:srgbClr val="EEF5FF"/>
                </a:solidFill>
                <a:latin typeface="Bahnschrift"/>
                <a:ea typeface="Bahnschrift"/>
                <a:cs typeface="Bahnschrift"/>
              </a:rPr>
              <a:t>____ </a:t>
            </a:r>
            <a:r>
              <a:rPr sz="938" b="0">
                <a:solidFill>
                  <a:srgbClr val="EEF5FF"/>
                </a:solidFill>
                <a:latin typeface="Bahnschrift"/>
                <a:ea typeface="Bahnschrift"/>
                <a:cs typeface="Bahnschrift"/>
              </a:rPr>
              <a:t>年 </a:t>
            </a:r>
            <a:r>
              <a:rPr sz="938" b="0">
                <a:solidFill>
                  <a:srgbClr val="EEF5FF"/>
                </a:solidFill>
                <a:latin typeface="Bahnschrift"/>
                <a:ea typeface="Bahnschrift"/>
                <a:cs typeface="Bahnschrift"/>
              </a:rPr>
              <a:t>__ </a:t>
            </a:r>
            <a:r>
              <a:rPr sz="938" b="0">
                <a:solidFill>
                  <a:srgbClr val="EEF5FF"/>
                </a:solidFill>
                <a:latin typeface="Bahnschrift"/>
                <a:ea typeface="Bahnschrift"/>
                <a:cs typeface="Bahnschrift"/>
              </a:rPr>
              <a:t>月 </a:t>
            </a:r>
            <a:r>
              <a:rPr sz="938" b="0">
                <a:solidFill>
                  <a:srgbClr val="EEF5FF"/>
                </a:solidFill>
                <a:latin typeface="Bahnschrift"/>
                <a:ea typeface="Bahnschrift"/>
                <a:cs typeface="Bahnschrift"/>
              </a:rPr>
              <a:t>__ </a:t>
            </a:r>
            <a:r>
              <a:rPr sz="938" b="0">
                <a:solidFill>
                  <a:srgbClr val="EEF5FF"/>
                </a:solidFill>
                <a:latin typeface="Bahnschrift"/>
                <a:ea typeface="Bahnschrift"/>
                <a:cs typeface="Bahnschrift"/>
              </a:rPr>
              <a:t>日</a:t>
            </a:r>
          </a:p>
        </p:txBody>
      </p:sp>
      <p:sp>
        <p:nvSpPr>
          <p:cNvPr id="55" name="">
            <a:extLst xmlns:a="http://schemas.openxmlformats.org/drawingml/2006/main">
              <a:ext uri="{FF2B5EF4-FFF2-40B4-BE49-F238E27FC236}">
                <a16:creationId xmlns:a16="http://schemas.microsoft.com/office/drawing/2014/main" id="{71FBC2D0-6B19-4B4D-A62C-EDE01F3F2A13}"/>
              </a:ext>
            </a:extLst>
          </p:cNvPr>
          <p:cNvSpPr>
            <a:spLocks xmlns:a="http://schemas.openxmlformats.org/drawingml/2006/main" noGrp="1"/>
          </p:cNvSpPr>
          <p:nvPr/>
        </p:nvSpPr>
        <p:spPr>
          <a:xfrm xmlns:a="http://schemas.openxmlformats.org/drawingml/2006/main">
            <a:off x="6362700" y="3905250"/>
            <a:ext cx="5391150" cy="9525"/>
          </a:xfrm>
          <a:prstGeom xmlns:a="http://schemas.openxmlformats.org/drawingml/2006/main" prst="rect">
            <a:avLst/>
          </a:prstGeom>
          <a:solidFill xmlns:a="http://schemas.openxmlformats.org/drawingml/2006/main">
            <a:srgbClr val="7FC4FF">
              <a:alpha val="28000"/>
            </a:srgbClr>
          </a:solidFill>
          <a:ln xmlns:a="http://schemas.openxmlformats.org/drawingml/2006/main">
            <a:noFill/>
          </a:ln>
        </p:spPr>
      </p:sp>
      <p:sp>
        <p:nvSpPr>
          <p:cNvPr id="56" name="">
            <a:extLst xmlns:a="http://schemas.openxmlformats.org/drawingml/2006/main">
              <a:ext uri="{FF2B5EF4-FFF2-40B4-BE49-F238E27FC236}">
                <a16:creationId xmlns:a16="http://schemas.microsoft.com/office/drawing/2014/main" id="{509ED6D6-0970-4581-A16C-96819DD3A937}"/>
              </a:ext>
            </a:extLst>
          </p:cNvPr>
          <p:cNvSpPr>
            <a:spLocks xmlns:a="http://schemas.openxmlformats.org/drawingml/2006/main" noGrp="1"/>
          </p:cNvSpPr>
          <p:nvPr/>
        </p:nvSpPr>
        <p:spPr>
          <a:xfrm xmlns:a="http://schemas.openxmlformats.org/drawingml/2006/main">
            <a:off x="6362700" y="3981450"/>
            <a:ext cx="12573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1">
                <a:solidFill>
                  <a:srgbClr val="C6DDFF"/>
                </a:solidFill>
                <a:latin typeface="微软雅黑"/>
                <a:ea typeface="微软雅黑"/>
                <a:cs typeface="微软雅黑"/>
              </a:defRPr>
            </a:pPr>
            <a:r>
              <a:rPr sz="938" b="1">
                <a:solidFill>
                  <a:srgbClr val="C6DDFF"/>
                </a:solidFill>
                <a:latin typeface="微软雅黑"/>
                <a:ea typeface="微软雅黑"/>
                <a:cs typeface="微软雅黑"/>
              </a:rPr>
              <a:t>受访单位</a:t>
            </a:r>
          </a:p>
        </p:txBody>
      </p:sp>
      <p:sp>
        <p:nvSpPr>
          <p:cNvPr id="57" name="">
            <a:extLst xmlns:a="http://schemas.openxmlformats.org/drawingml/2006/main">
              <a:ext uri="{FF2B5EF4-FFF2-40B4-BE49-F238E27FC236}">
                <a16:creationId xmlns:a16="http://schemas.microsoft.com/office/drawing/2014/main" id="{1ADD99E0-D1C9-44C2-819F-5C7704871D37}"/>
              </a:ext>
            </a:extLst>
          </p:cNvPr>
          <p:cNvSpPr>
            <a:spLocks xmlns:a="http://schemas.openxmlformats.org/drawingml/2006/main" noGrp="1"/>
          </p:cNvSpPr>
          <p:nvPr/>
        </p:nvSpPr>
        <p:spPr>
          <a:xfrm xmlns:a="http://schemas.openxmlformats.org/drawingml/2006/main">
            <a:off x="7677150" y="3981450"/>
            <a:ext cx="40576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a:solidFill>
                  <a:srgbClr val="EEF5FF"/>
                </a:solidFill>
                <a:latin typeface="Bahnschrift"/>
                <a:ea typeface="Bahnschrift"/>
                <a:cs typeface="Bahnschrift"/>
              </a:defRPr>
            </a:pPr>
            <a:r>
              <a:rPr sz="938" b="0">
                <a:solidFill>
                  <a:srgbClr val="EEF5FF"/>
                </a:solidFill>
                <a:latin typeface="Bahnschrift"/>
                <a:ea typeface="Bahnschrift"/>
                <a:cs typeface="Bahnschrift"/>
              </a:rPr>
              <a:t>________________</a:t>
            </a:r>
          </a:p>
        </p:txBody>
      </p:sp>
      <p:sp>
        <p:nvSpPr>
          <p:cNvPr id="58" name="">
            <a:extLst xmlns:a="http://schemas.openxmlformats.org/drawingml/2006/main">
              <a:ext uri="{FF2B5EF4-FFF2-40B4-BE49-F238E27FC236}">
                <a16:creationId xmlns:a16="http://schemas.microsoft.com/office/drawing/2014/main" id="{1D092E3D-8D7C-4F17-966D-F26E2330EEB9}"/>
              </a:ext>
            </a:extLst>
          </p:cNvPr>
          <p:cNvSpPr>
            <a:spLocks xmlns:a="http://schemas.openxmlformats.org/drawingml/2006/main" noGrp="1"/>
          </p:cNvSpPr>
          <p:nvPr/>
        </p:nvSpPr>
        <p:spPr>
          <a:xfrm xmlns:a="http://schemas.openxmlformats.org/drawingml/2006/main">
            <a:off x="6362700" y="4286250"/>
            <a:ext cx="5391150" cy="9525"/>
          </a:xfrm>
          <a:prstGeom xmlns:a="http://schemas.openxmlformats.org/drawingml/2006/main" prst="rect">
            <a:avLst/>
          </a:prstGeom>
          <a:solidFill xmlns:a="http://schemas.openxmlformats.org/drawingml/2006/main">
            <a:srgbClr val="7FC4FF">
              <a:alpha val="28000"/>
            </a:srgbClr>
          </a:solidFill>
          <a:ln xmlns:a="http://schemas.openxmlformats.org/drawingml/2006/main">
            <a:noFill/>
          </a:ln>
        </p:spPr>
      </p:sp>
      <p:sp>
        <p:nvSpPr>
          <p:cNvPr id="59" name="">
            <a:extLst xmlns:a="http://schemas.openxmlformats.org/drawingml/2006/main">
              <a:ext uri="{FF2B5EF4-FFF2-40B4-BE49-F238E27FC236}">
                <a16:creationId xmlns:a16="http://schemas.microsoft.com/office/drawing/2014/main" id="{D6854D75-4322-4ADE-ABC9-95DD00645747}"/>
              </a:ext>
            </a:extLst>
          </p:cNvPr>
          <p:cNvSpPr>
            <a:spLocks xmlns:a="http://schemas.openxmlformats.org/drawingml/2006/main" noGrp="1"/>
          </p:cNvSpPr>
          <p:nvPr/>
        </p:nvSpPr>
        <p:spPr>
          <a:xfrm xmlns:a="http://schemas.openxmlformats.org/drawingml/2006/main">
            <a:off x="6362700" y="4362450"/>
            <a:ext cx="12573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1">
                <a:solidFill>
                  <a:srgbClr val="C6DDFF"/>
                </a:solidFill>
                <a:latin typeface="微软雅黑"/>
                <a:ea typeface="微软雅黑"/>
                <a:cs typeface="微软雅黑"/>
              </a:defRPr>
            </a:pPr>
            <a:r>
              <a:rPr sz="938" b="1">
                <a:solidFill>
                  <a:srgbClr val="C6DDFF"/>
                </a:solidFill>
                <a:latin typeface="微软雅黑"/>
                <a:ea typeface="微软雅黑"/>
                <a:cs typeface="微软雅黑"/>
              </a:rPr>
              <a:t>对象 </a:t>
            </a:r>
            <a:r>
              <a:rPr sz="938" b="1">
                <a:solidFill>
                  <a:srgbClr val="C6DDFF"/>
                </a:solidFill>
                <a:latin typeface="微软雅黑"/>
                <a:ea typeface="微软雅黑"/>
                <a:cs typeface="微软雅黑"/>
              </a:rPr>
              <a:t>/ </a:t>
            </a:r>
            <a:r>
              <a:rPr sz="938" b="1">
                <a:solidFill>
                  <a:srgbClr val="C6DDFF"/>
                </a:solidFill>
                <a:latin typeface="微软雅黑"/>
                <a:ea typeface="微软雅黑"/>
                <a:cs typeface="微软雅黑"/>
              </a:rPr>
              <a:t>岗位</a:t>
            </a:r>
          </a:p>
        </p:txBody>
      </p:sp>
      <p:sp>
        <p:nvSpPr>
          <p:cNvPr id="60" name="">
            <a:extLst xmlns:a="http://schemas.openxmlformats.org/drawingml/2006/main">
              <a:ext uri="{FF2B5EF4-FFF2-40B4-BE49-F238E27FC236}">
                <a16:creationId xmlns:a16="http://schemas.microsoft.com/office/drawing/2014/main" id="{9BF0B7E8-52EC-4A1C-950B-585880C9C2B4}"/>
              </a:ext>
            </a:extLst>
          </p:cNvPr>
          <p:cNvSpPr>
            <a:spLocks xmlns:a="http://schemas.openxmlformats.org/drawingml/2006/main" noGrp="1"/>
          </p:cNvSpPr>
          <p:nvPr/>
        </p:nvSpPr>
        <p:spPr>
          <a:xfrm xmlns:a="http://schemas.openxmlformats.org/drawingml/2006/main">
            <a:off x="7677150" y="4362450"/>
            <a:ext cx="40576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a:solidFill>
                  <a:srgbClr val="EEF5FF"/>
                </a:solidFill>
                <a:latin typeface="Bahnschrift"/>
                <a:ea typeface="Bahnschrift"/>
                <a:cs typeface="Bahnschrift"/>
              </a:defRPr>
            </a:pPr>
            <a:r>
              <a:rPr sz="938" b="0">
                <a:solidFill>
                  <a:srgbClr val="EEF5FF"/>
                </a:solidFill>
                <a:latin typeface="Bahnschrift"/>
                <a:ea typeface="Bahnschrift"/>
                <a:cs typeface="Bahnschrift"/>
              </a:rPr>
              <a:t>________________</a:t>
            </a:r>
          </a:p>
        </p:txBody>
      </p:sp>
      <p:sp>
        <p:nvSpPr>
          <p:cNvPr id="61" name="">
            <a:extLst xmlns:a="http://schemas.openxmlformats.org/drawingml/2006/main">
              <a:ext uri="{FF2B5EF4-FFF2-40B4-BE49-F238E27FC236}">
                <a16:creationId xmlns:a16="http://schemas.microsoft.com/office/drawing/2014/main" id="{2C00497A-3D4B-49CC-8749-D4826685D650}"/>
              </a:ext>
            </a:extLst>
          </p:cNvPr>
          <p:cNvSpPr>
            <a:spLocks xmlns:a="http://schemas.openxmlformats.org/drawingml/2006/main" noGrp="1"/>
          </p:cNvSpPr>
          <p:nvPr/>
        </p:nvSpPr>
        <p:spPr>
          <a:xfrm xmlns:a="http://schemas.openxmlformats.org/drawingml/2006/main">
            <a:off x="6362700" y="4667250"/>
            <a:ext cx="5391150" cy="9525"/>
          </a:xfrm>
          <a:prstGeom xmlns:a="http://schemas.openxmlformats.org/drawingml/2006/main" prst="rect">
            <a:avLst/>
          </a:prstGeom>
          <a:solidFill xmlns:a="http://schemas.openxmlformats.org/drawingml/2006/main">
            <a:srgbClr val="7FC4FF">
              <a:alpha val="28000"/>
            </a:srgbClr>
          </a:solidFill>
          <a:ln xmlns:a="http://schemas.openxmlformats.org/drawingml/2006/main">
            <a:noFill/>
          </a:ln>
        </p:spPr>
      </p:sp>
      <p:sp>
        <p:nvSpPr>
          <p:cNvPr id="62" name="">
            <a:extLst xmlns:a="http://schemas.openxmlformats.org/drawingml/2006/main">
              <a:ext uri="{FF2B5EF4-FFF2-40B4-BE49-F238E27FC236}">
                <a16:creationId xmlns:a16="http://schemas.microsoft.com/office/drawing/2014/main" id="{D6A3A990-4986-44CF-8875-38AB08ECEC67}"/>
              </a:ext>
            </a:extLst>
          </p:cNvPr>
          <p:cNvSpPr>
            <a:spLocks xmlns:a="http://schemas.openxmlformats.org/drawingml/2006/main" noGrp="1"/>
          </p:cNvSpPr>
          <p:nvPr/>
        </p:nvSpPr>
        <p:spPr>
          <a:xfrm xmlns:a="http://schemas.openxmlformats.org/drawingml/2006/main">
            <a:off x="6362700" y="4743450"/>
            <a:ext cx="12573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1">
                <a:solidFill>
                  <a:srgbClr val="C6DDFF"/>
                </a:solidFill>
                <a:latin typeface="微软雅黑"/>
                <a:ea typeface="微软雅黑"/>
                <a:cs typeface="微软雅黑"/>
              </a:defRPr>
            </a:pPr>
            <a:r>
              <a:rPr sz="938" b="1">
                <a:solidFill>
                  <a:srgbClr val="C6DDFF"/>
                </a:solidFill>
                <a:latin typeface="微软雅黑"/>
                <a:ea typeface="微软雅黑"/>
                <a:cs typeface="微软雅黑"/>
              </a:rPr>
              <a:t>形式 </a:t>
            </a:r>
            <a:r>
              <a:rPr sz="938" b="1">
                <a:solidFill>
                  <a:srgbClr val="C6DDFF"/>
                </a:solidFill>
                <a:latin typeface="微软雅黑"/>
                <a:ea typeface="微软雅黑"/>
                <a:cs typeface="微软雅黑"/>
              </a:rPr>
              <a:t>/ </a:t>
            </a:r>
            <a:r>
              <a:rPr sz="938" b="1">
                <a:solidFill>
                  <a:srgbClr val="C6DDFF"/>
                </a:solidFill>
                <a:latin typeface="微软雅黑"/>
                <a:ea typeface="微软雅黑"/>
                <a:cs typeface="微软雅黑"/>
              </a:rPr>
              <a:t>人数</a:t>
            </a:r>
          </a:p>
        </p:txBody>
      </p:sp>
      <p:sp>
        <p:nvSpPr>
          <p:cNvPr id="63" name="">
            <a:extLst xmlns:a="http://schemas.openxmlformats.org/drawingml/2006/main">
              <a:ext uri="{FF2B5EF4-FFF2-40B4-BE49-F238E27FC236}">
                <a16:creationId xmlns:a16="http://schemas.microsoft.com/office/drawing/2014/main" id="{13D64B75-CAC3-4774-92B1-7506A5DF906D}"/>
              </a:ext>
            </a:extLst>
          </p:cNvPr>
          <p:cNvSpPr>
            <a:spLocks xmlns:a="http://schemas.openxmlformats.org/drawingml/2006/main" noGrp="1"/>
          </p:cNvSpPr>
          <p:nvPr/>
        </p:nvSpPr>
        <p:spPr>
          <a:xfrm xmlns:a="http://schemas.openxmlformats.org/drawingml/2006/main">
            <a:off x="7677150" y="4743450"/>
            <a:ext cx="40576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a:solidFill>
                  <a:srgbClr val="EEF5FF"/>
                </a:solidFill>
                <a:latin typeface="Bahnschrift"/>
                <a:ea typeface="Bahnschrift"/>
                <a:cs typeface="Bahnschrift"/>
              </a:defRPr>
            </a:pPr>
            <a:r>
              <a:rPr sz="938" b="0">
                <a:solidFill>
                  <a:srgbClr val="EEF5FF"/>
                </a:solidFill>
                <a:latin typeface="Bahnschrift"/>
                <a:ea typeface="Bahnschrift"/>
                <a:cs typeface="Bahnschrift"/>
              </a:rPr>
              <a:t>座谈 </a:t>
            </a:r>
            <a:r>
              <a:rPr sz="938" b="0">
                <a:solidFill>
                  <a:srgbClr val="EEF5FF"/>
                </a:solidFill>
                <a:latin typeface="Bahnschrift"/>
                <a:ea typeface="Bahnschrift"/>
                <a:cs typeface="Bahnschrift"/>
              </a:rPr>
              <a:t>/ </a:t>
            </a:r>
            <a:r>
              <a:rPr sz="938" b="0">
                <a:solidFill>
                  <a:srgbClr val="EEF5FF"/>
                </a:solidFill>
                <a:latin typeface="Bahnschrift"/>
                <a:ea typeface="Bahnschrift"/>
                <a:cs typeface="Bahnschrift"/>
              </a:rPr>
              <a:t>走访 </a:t>
            </a:r>
            <a:r>
              <a:rPr sz="938" b="0">
                <a:solidFill>
                  <a:srgbClr val="EEF5FF"/>
                </a:solidFill>
                <a:latin typeface="Bahnschrift"/>
                <a:ea typeface="Bahnschrift"/>
                <a:cs typeface="Bahnschrift"/>
              </a:rPr>
              <a:t>/ </a:t>
            </a:r>
            <a:r>
              <a:rPr sz="938" b="0">
                <a:solidFill>
                  <a:srgbClr val="EEF5FF"/>
                </a:solidFill>
                <a:latin typeface="Bahnschrift"/>
                <a:ea typeface="Bahnschrift"/>
                <a:cs typeface="Bahnschrift"/>
              </a:rPr>
              <a:t>线上　共 </a:t>
            </a:r>
            <a:r>
              <a:rPr sz="938" b="0">
                <a:solidFill>
                  <a:srgbClr val="EEF5FF"/>
                </a:solidFill>
                <a:latin typeface="Bahnschrift"/>
                <a:ea typeface="Bahnschrift"/>
                <a:cs typeface="Bahnschrift"/>
              </a:rPr>
              <a:t>__ </a:t>
            </a:r>
            <a:r>
              <a:rPr sz="938" b="0">
                <a:solidFill>
                  <a:srgbClr val="EEF5FF"/>
                </a:solidFill>
                <a:latin typeface="Bahnschrift"/>
                <a:ea typeface="Bahnschrift"/>
                <a:cs typeface="Bahnschrift"/>
              </a:rPr>
              <a:t>人</a:t>
            </a:r>
          </a:p>
        </p:txBody>
      </p:sp>
      <p:sp>
        <p:nvSpPr>
          <p:cNvPr id="64" name="">
            <a:extLst xmlns:a="http://schemas.openxmlformats.org/drawingml/2006/main">
              <a:ext uri="{FF2B5EF4-FFF2-40B4-BE49-F238E27FC236}">
                <a16:creationId xmlns:a16="http://schemas.microsoft.com/office/drawing/2014/main" id="{28308F2D-DE73-4AAE-AD7B-78EA523C0F55}"/>
              </a:ext>
            </a:extLst>
          </p:cNvPr>
          <p:cNvSpPr>
            <a:spLocks xmlns:a="http://schemas.openxmlformats.org/drawingml/2006/main" noGrp="1"/>
          </p:cNvSpPr>
          <p:nvPr/>
        </p:nvSpPr>
        <p:spPr>
          <a:xfrm xmlns:a="http://schemas.openxmlformats.org/drawingml/2006/main">
            <a:off x="6362700" y="5048250"/>
            <a:ext cx="5391150" cy="9525"/>
          </a:xfrm>
          <a:prstGeom xmlns:a="http://schemas.openxmlformats.org/drawingml/2006/main" prst="rect">
            <a:avLst/>
          </a:prstGeom>
          <a:solidFill xmlns:a="http://schemas.openxmlformats.org/drawingml/2006/main">
            <a:srgbClr val="7FC4FF">
              <a:alpha val="28000"/>
            </a:srgbClr>
          </a:solidFill>
          <a:ln xmlns:a="http://schemas.openxmlformats.org/drawingml/2006/main">
            <a:noFill/>
          </a:ln>
        </p:spPr>
      </p:sp>
      <p:sp>
        <p:nvSpPr>
          <p:cNvPr id="65" name="">
            <a:extLst xmlns:a="http://schemas.openxmlformats.org/drawingml/2006/main">
              <a:ext uri="{FF2B5EF4-FFF2-40B4-BE49-F238E27FC236}">
                <a16:creationId xmlns:a16="http://schemas.microsoft.com/office/drawing/2014/main" id="{E961A575-E702-4FCD-AF18-E44509239965}"/>
              </a:ext>
            </a:extLst>
          </p:cNvPr>
          <p:cNvSpPr>
            <a:spLocks xmlns:a="http://schemas.openxmlformats.org/drawingml/2006/main" noGrp="1"/>
          </p:cNvSpPr>
          <p:nvPr/>
        </p:nvSpPr>
        <p:spPr>
          <a:xfrm xmlns:a="http://schemas.openxmlformats.org/drawingml/2006/main">
            <a:off x="6362700" y="5124450"/>
            <a:ext cx="12573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1">
                <a:solidFill>
                  <a:srgbClr val="C6DDFF"/>
                </a:solidFill>
                <a:latin typeface="微软雅黑"/>
                <a:ea typeface="微软雅黑"/>
                <a:cs typeface="微软雅黑"/>
              </a:defRPr>
            </a:pPr>
            <a:r>
              <a:rPr sz="938" b="1">
                <a:solidFill>
                  <a:srgbClr val="C6DDFF"/>
                </a:solidFill>
                <a:latin typeface="微软雅黑"/>
                <a:ea typeface="微软雅黑"/>
                <a:cs typeface="微软雅黑"/>
              </a:rPr>
              <a:t>关键结论</a:t>
            </a:r>
          </a:p>
        </p:txBody>
      </p:sp>
      <p:sp>
        <p:nvSpPr>
          <p:cNvPr id="66" name="">
            <a:extLst xmlns:a="http://schemas.openxmlformats.org/drawingml/2006/main">
              <a:ext uri="{FF2B5EF4-FFF2-40B4-BE49-F238E27FC236}">
                <a16:creationId xmlns:a16="http://schemas.microsoft.com/office/drawing/2014/main" id="{1A53680D-48F4-4AB1-BA2A-DE4155CF3246}"/>
              </a:ext>
            </a:extLst>
          </p:cNvPr>
          <p:cNvSpPr>
            <a:spLocks xmlns:a="http://schemas.openxmlformats.org/drawingml/2006/main" noGrp="1"/>
          </p:cNvSpPr>
          <p:nvPr/>
        </p:nvSpPr>
        <p:spPr>
          <a:xfrm xmlns:a="http://schemas.openxmlformats.org/drawingml/2006/main">
            <a:off x="7677150" y="5124450"/>
            <a:ext cx="40576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a:solidFill>
                  <a:srgbClr val="EEF5FF"/>
                </a:solidFill>
                <a:latin typeface="Bahnschrift"/>
                <a:ea typeface="Bahnschrift"/>
                <a:cs typeface="Bahnschrift"/>
              </a:defRPr>
            </a:pPr>
            <a:r>
              <a:rPr sz="938" b="0">
                <a:solidFill>
                  <a:srgbClr val="EEF5FF"/>
                </a:solidFill>
                <a:latin typeface="Bahnschrift"/>
                <a:ea typeface="Bahnschrift"/>
                <a:cs typeface="Bahnschrift"/>
              </a:rPr>
              <a:t>________________</a:t>
            </a:r>
          </a:p>
        </p:txBody>
      </p:sp>
      <p:sp>
        <p:nvSpPr>
          <p:cNvPr id="67" name="">
            <a:extLst xmlns:a="http://schemas.openxmlformats.org/drawingml/2006/main">
              <a:ext uri="{FF2B5EF4-FFF2-40B4-BE49-F238E27FC236}">
                <a16:creationId xmlns:a16="http://schemas.microsoft.com/office/drawing/2014/main" id="{D17D168E-2D1D-4DFB-A79F-D7F9E32CB611}"/>
              </a:ext>
            </a:extLst>
          </p:cNvPr>
          <p:cNvSpPr>
            <a:spLocks xmlns:a="http://schemas.openxmlformats.org/drawingml/2006/main" noGrp="1"/>
          </p:cNvSpPr>
          <p:nvPr/>
        </p:nvSpPr>
        <p:spPr>
          <a:xfrm xmlns:a="http://schemas.openxmlformats.org/drawingml/2006/main">
            <a:off x="6362700" y="5429250"/>
            <a:ext cx="5391150" cy="9525"/>
          </a:xfrm>
          <a:prstGeom xmlns:a="http://schemas.openxmlformats.org/drawingml/2006/main" prst="rect">
            <a:avLst/>
          </a:prstGeom>
          <a:solidFill xmlns:a="http://schemas.openxmlformats.org/drawingml/2006/main">
            <a:srgbClr val="7FC4FF">
              <a:alpha val="28000"/>
            </a:srgbClr>
          </a:solidFill>
          <a:ln xmlns:a="http://schemas.openxmlformats.org/drawingml/2006/main">
            <a:noFill/>
          </a:ln>
        </p:spPr>
      </p:sp>
      <p:sp>
        <p:nvSpPr>
          <p:cNvPr id="68" name="">
            <a:extLst xmlns:a="http://schemas.openxmlformats.org/drawingml/2006/main">
              <a:ext uri="{FF2B5EF4-FFF2-40B4-BE49-F238E27FC236}">
                <a16:creationId xmlns:a16="http://schemas.microsoft.com/office/drawing/2014/main" id="{054E006F-B63A-4CAB-B587-8C2B3F19CB04}"/>
              </a:ext>
            </a:extLst>
          </p:cNvPr>
          <p:cNvSpPr>
            <a:spLocks xmlns:a="http://schemas.openxmlformats.org/drawingml/2006/main" noGrp="1"/>
          </p:cNvSpPr>
          <p:nvPr/>
        </p:nvSpPr>
        <p:spPr>
          <a:xfrm xmlns:a="http://schemas.openxmlformats.org/drawingml/2006/main">
            <a:off x="6362700" y="5505450"/>
            <a:ext cx="12573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1">
                <a:solidFill>
                  <a:srgbClr val="C6DDFF"/>
                </a:solidFill>
                <a:latin typeface="微软雅黑"/>
                <a:ea typeface="微软雅黑"/>
                <a:cs typeface="微软雅黑"/>
              </a:defRPr>
            </a:pPr>
            <a:r>
              <a:rPr sz="938" b="1">
                <a:solidFill>
                  <a:srgbClr val="C6DDFF"/>
                </a:solidFill>
                <a:latin typeface="微软雅黑"/>
                <a:ea typeface="微软雅黑"/>
                <a:cs typeface="微软雅黑"/>
              </a:rPr>
              <a:t>可核验材料</a:t>
            </a:r>
          </a:p>
        </p:txBody>
      </p:sp>
      <p:sp>
        <p:nvSpPr>
          <p:cNvPr id="69" name="">
            <a:extLst xmlns:a="http://schemas.openxmlformats.org/drawingml/2006/main">
              <a:ext uri="{FF2B5EF4-FFF2-40B4-BE49-F238E27FC236}">
                <a16:creationId xmlns:a16="http://schemas.microsoft.com/office/drawing/2014/main" id="{6921FF2E-7C27-4FE2-87FF-63509021D8B4}"/>
              </a:ext>
            </a:extLst>
          </p:cNvPr>
          <p:cNvSpPr>
            <a:spLocks xmlns:a="http://schemas.openxmlformats.org/drawingml/2006/main" noGrp="1"/>
          </p:cNvSpPr>
          <p:nvPr/>
        </p:nvSpPr>
        <p:spPr>
          <a:xfrm xmlns:a="http://schemas.openxmlformats.org/drawingml/2006/main">
            <a:off x="7677150" y="5505450"/>
            <a:ext cx="40576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a:solidFill>
                  <a:srgbClr val="EEF5FF"/>
                </a:solidFill>
                <a:latin typeface="Bahnschrift"/>
                <a:ea typeface="Bahnschrift"/>
                <a:cs typeface="Bahnschrift"/>
              </a:defRPr>
            </a:pPr>
            <a:r>
              <a:rPr sz="938" b="0">
                <a:solidFill>
                  <a:srgbClr val="EEF5FF"/>
                </a:solidFill>
                <a:latin typeface="Bahnschrift"/>
                <a:ea typeface="Bahnschrift"/>
                <a:cs typeface="Bahnschrift"/>
              </a:rPr>
              <a:t>照片 </a:t>
            </a:r>
            <a:r>
              <a:rPr sz="938" b="0">
                <a:solidFill>
                  <a:srgbClr val="EEF5FF"/>
                </a:solidFill>
                <a:latin typeface="Bahnschrift"/>
                <a:ea typeface="Bahnschrift"/>
                <a:cs typeface="Bahnschrift"/>
              </a:rPr>
              <a:t>/ </a:t>
            </a:r>
            <a:r>
              <a:rPr sz="938" b="0">
                <a:solidFill>
                  <a:srgbClr val="EEF5FF"/>
                </a:solidFill>
                <a:latin typeface="Bahnschrift"/>
                <a:ea typeface="Bahnschrift"/>
                <a:cs typeface="Bahnschrift"/>
              </a:rPr>
              <a:t>录音 </a:t>
            </a:r>
            <a:r>
              <a:rPr sz="938" b="0">
                <a:solidFill>
                  <a:srgbClr val="EEF5FF"/>
                </a:solidFill>
                <a:latin typeface="Bahnschrift"/>
                <a:ea typeface="Bahnschrift"/>
                <a:cs typeface="Bahnschrift"/>
              </a:rPr>
              <a:t>/ </a:t>
            </a:r>
            <a:r>
              <a:rPr sz="938" b="0">
                <a:solidFill>
                  <a:srgbClr val="EEF5FF"/>
                </a:solidFill>
                <a:latin typeface="Bahnschrift"/>
                <a:ea typeface="Bahnschrift"/>
                <a:cs typeface="Bahnschrift"/>
              </a:rPr>
              <a:t>纪要编号</a:t>
            </a:r>
          </a:p>
        </p:txBody>
      </p:sp>
      <p:sp>
        <p:nvSpPr>
          <p:cNvPr id="70" name="">
            <a:extLst xmlns:a="http://schemas.openxmlformats.org/drawingml/2006/main">
              <a:ext uri="{FF2B5EF4-FFF2-40B4-BE49-F238E27FC236}">
                <a16:creationId xmlns:a16="http://schemas.microsoft.com/office/drawing/2014/main" id="{42507038-34A9-4255-A365-5D84A2E4CB7B}"/>
              </a:ext>
            </a:extLst>
          </p:cNvPr>
          <p:cNvSpPr>
            <a:spLocks xmlns:a="http://schemas.openxmlformats.org/drawingml/2006/main" noGrp="1"/>
          </p:cNvSpPr>
          <p:nvPr/>
        </p:nvSpPr>
        <p:spPr>
          <a:xfrm xmlns:a="http://schemas.openxmlformats.org/drawingml/2006/main">
            <a:off x="6362700" y="5810250"/>
            <a:ext cx="5391150" cy="9525"/>
          </a:xfrm>
          <a:prstGeom xmlns:a="http://schemas.openxmlformats.org/drawingml/2006/main" prst="rect">
            <a:avLst/>
          </a:prstGeom>
          <a:solidFill xmlns:a="http://schemas.openxmlformats.org/drawingml/2006/main">
            <a:srgbClr val="7FC4FF">
              <a:alpha val="28000"/>
            </a:srgbClr>
          </a:solidFill>
          <a:ln xmlns:a="http://schemas.openxmlformats.org/drawingml/2006/main">
            <a:noFill/>
          </a:ln>
        </p:spPr>
      </p:sp>
      <p:sp>
        <p:nvSpPr>
          <p:cNvPr id="71" name="">
            <a:extLst xmlns:a="http://schemas.openxmlformats.org/drawingml/2006/main">
              <a:ext uri="{FF2B5EF4-FFF2-40B4-BE49-F238E27FC236}">
                <a16:creationId xmlns:a16="http://schemas.microsoft.com/office/drawing/2014/main" id="{A6B79738-A151-4603-896D-CC94982CD514}"/>
              </a:ext>
            </a:extLst>
          </p:cNvPr>
          <p:cNvSpPr>
            <a:spLocks xmlns:a="http://schemas.openxmlformats.org/drawingml/2006/main" noGrp="1"/>
          </p:cNvSpPr>
          <p:nvPr/>
        </p:nvSpPr>
        <p:spPr>
          <a:xfrm xmlns:a="http://schemas.openxmlformats.org/drawingml/2006/main">
            <a:off x="6343650" y="5867400"/>
            <a:ext cx="53911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照片与纪要由团队在现场补拍补登；未补齐前本页按占位呈现，不虚构调研证据。</a:t>
            </a:r>
          </a:p>
        </p:txBody>
      </p:sp>
      <p:sp>
        <p:nvSpPr>
          <p:cNvPr id="72" name="">
            <a:extLst xmlns:a="http://schemas.openxmlformats.org/drawingml/2006/main">
              <a:ext uri="{FF2B5EF4-FFF2-40B4-BE49-F238E27FC236}">
                <a16:creationId xmlns:a16="http://schemas.microsoft.com/office/drawing/2014/main" id="{855194A9-27F4-4D58-BB13-75B0B3E4EC0D}"/>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73" name="">
            <a:extLst xmlns:a="http://schemas.openxmlformats.org/drawingml/2006/main">
              <a:ext uri="{FF2B5EF4-FFF2-40B4-BE49-F238E27FC236}">
                <a16:creationId xmlns:a16="http://schemas.microsoft.com/office/drawing/2014/main" id="{B8E32E7C-3A32-462C-9AB8-A470D53A4877}"/>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74" name="">
            <a:extLst xmlns:a="http://schemas.openxmlformats.org/drawingml/2006/main">
              <a:ext uri="{FF2B5EF4-FFF2-40B4-BE49-F238E27FC236}">
                <a16:creationId xmlns:a16="http://schemas.microsoft.com/office/drawing/2014/main" id="{862BD78B-2B1E-467C-8D42-E53671A7AFF3}"/>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75" name="">
            <a:extLst xmlns:a="http://schemas.openxmlformats.org/drawingml/2006/main">
              <a:ext uri="{FF2B5EF4-FFF2-40B4-BE49-F238E27FC236}">
                <a16:creationId xmlns:a16="http://schemas.microsoft.com/office/drawing/2014/main" id="{0C1364C3-E80B-4ECF-967A-FD881E8FEB9C}"/>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76" name="">
            <a:extLst xmlns:a="http://schemas.openxmlformats.org/drawingml/2006/main">
              <a:ext uri="{FF2B5EF4-FFF2-40B4-BE49-F238E27FC236}">
                <a16:creationId xmlns:a16="http://schemas.microsoft.com/office/drawing/2014/main" id="{8756D344-4059-490D-B27B-ADD223E603FB}"/>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08</a:t>
            </a:r>
          </a:p>
        </p:txBody>
      </p:sp>
    </p:spTree>
    <p:extLst>
      <p:ext uri="{BB962C8B-B14F-4D97-AF65-F5344CB8AC3E}">
        <p14:creationId xmlns:p14="http://schemas.microsoft.com/office/powerpoint/2010/main" val="150756680"/>
      </p:ext>
    </p:extLst>
  </p:cSld>
</p:sld>
</file>

<file path=ppt/slides/slide9.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3a0fb8e82e314b89"/>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07B7C29-3315-4E51-A350-D5F2C51FC8E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853E9FB4-0283-4B53-9BDB-5527270F53F6}"/>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12061FF0-DAA5-43E2-B075-33AB93E61940}"/>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3E0DB3A8-4877-4A5D-8E7F-A689BE5DB206}"/>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8B00A06F-2FD4-475A-8074-D54174FDCB5E}"/>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00B4ABEC-1C39-4FE9-97DA-A79EC61B172C}"/>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43F43ACB-D05D-4014-8380-ED38128D82BF}"/>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2E4E80D7-E68D-4CD0-85E3-932DCD5BD6D9}"/>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F9F87A7D-3695-409E-9C3D-B4A9FB62A00F}"/>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4FD8FF">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20E78CD2-B310-4B5C-A459-6F1924772B47}"/>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4FD8FF">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065BAF3A-7703-4F09-A3D8-7698B3616F51}"/>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DAF6662C-300C-498C-8D3E-E0CEE0410E94}"/>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4FD8FF"/>
                </a:solidFill>
                <a:latin typeface="微软雅黑"/>
                <a:ea typeface="微软雅黑"/>
                <a:cs typeface="微软雅黑"/>
              </a:defRPr>
            </a:pPr>
            <a:r>
              <a:rPr sz="863" b="1" spc="1">
                <a:solidFill>
                  <a:srgbClr val="4FD8FF"/>
                </a:solidFill>
                <a:latin typeface="微软雅黑"/>
                <a:ea typeface="微软雅黑"/>
                <a:cs typeface="微软雅黑"/>
              </a:rPr>
              <a:t>01　</a:t>
            </a:r>
            <a:r>
              <a:rPr sz="863" b="1" spc="1">
                <a:solidFill>
                  <a:srgbClr val="4FD8FF"/>
                </a:solidFill>
                <a:latin typeface="微软雅黑"/>
                <a:ea typeface="微软雅黑"/>
                <a:cs typeface="微软雅黑"/>
              </a:rPr>
              <a:t>项目背景</a:t>
            </a:r>
          </a:p>
        </p:txBody>
      </p:sp>
      <p:sp>
        <p:nvSpPr>
          <p:cNvPr id="14" name="">
            <a:extLst xmlns:a="http://schemas.openxmlformats.org/drawingml/2006/main">
              <a:ext uri="{FF2B5EF4-FFF2-40B4-BE49-F238E27FC236}">
                <a16:creationId xmlns:a16="http://schemas.microsoft.com/office/drawing/2014/main" id="{C0FEFDAF-4533-4247-84D5-778528803E9D}"/>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典型行业场景</a:t>
            </a:r>
          </a:p>
        </p:txBody>
      </p:sp>
      <p:sp>
        <p:nvSpPr>
          <p:cNvPr id="15" name="">
            <a:extLst xmlns:a="http://schemas.openxmlformats.org/drawingml/2006/main">
              <a:ext uri="{FF2B5EF4-FFF2-40B4-BE49-F238E27FC236}">
                <a16:creationId xmlns:a16="http://schemas.microsoft.com/office/drawing/2014/main" id="{F094CB2E-D4D9-492F-B166-9E3FE8302986}"/>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61B17385-57F9-4F9D-9078-2B37BBA030B5}"/>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EF47C9FD-0A7C-4651-84E8-0FC6621DCFCE}"/>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AEF5472A-71DA-431C-B4DD-7BD5CBECD977}"/>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97CCBFFE-499B-44A9-BE77-4BC420418B3B}"/>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三类场景的共同点是</a:t>
            </a:r>
            <a:r>
              <a:rPr sz="1238">
                <a:solidFill>
                  <a:srgbClr val="FFFFFF"/>
                </a:solidFill>
                <a:latin typeface="微软雅黑"/>
                <a:ea typeface="微软雅黑"/>
                <a:cs typeface="微软雅黑"/>
              </a:rPr>
              <a:t>——</a:t>
            </a:r>
            <a:r>
              <a:rPr sz="1238">
                <a:solidFill>
                  <a:srgbClr val="FFFFFF"/>
                </a:solidFill>
                <a:latin typeface="微软雅黑"/>
                <a:ea typeface="微软雅黑"/>
                <a:cs typeface="微软雅黑"/>
              </a:rPr>
              <a:t>「人的能力数据」不在系统里，所以培训、用人、归因只能靠经验。</a:t>
            </a:r>
          </a:p>
        </p:txBody>
      </p:sp>
      <p:sp>
        <p:nvSpPr>
          <p:cNvPr id="20" name="">
            <a:extLst xmlns:a="http://schemas.openxmlformats.org/drawingml/2006/main">
              <a:ext uri="{FF2B5EF4-FFF2-40B4-BE49-F238E27FC236}">
                <a16:creationId xmlns:a16="http://schemas.microsoft.com/office/drawing/2014/main" id="{0C9544E2-D335-496B-876C-EE3FB0276674}"/>
              </a:ext>
            </a:extLst>
          </p:cNvPr>
          <p:cNvSpPr>
            <a:spLocks xmlns:a="http://schemas.openxmlformats.org/drawingml/2006/main" noGrp="1"/>
          </p:cNvSpPr>
          <p:nvPr/>
        </p:nvSpPr>
        <p:spPr>
          <a:xfrm xmlns:a="http://schemas.openxmlformats.org/drawingml/2006/main">
            <a:off x="285750" y="1333500"/>
            <a:ext cx="11620500" cy="1524000"/>
          </a:xfrm>
          <a:prstGeom xmlns:a="http://schemas.openxmlformats.org/drawingml/2006/main" prst="roundRect">
            <a:avLst>
              <a:gd name="adj" fmla="val 5625"/>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E3A1"/>
            </a:solidFill>
            <a:prstDash val="solid"/>
          </a:ln>
        </p:spPr>
      </p:sp>
      <p:sp>
        <p:nvSpPr>
          <p:cNvPr id="21" name="">
            <a:extLst xmlns:a="http://schemas.openxmlformats.org/drawingml/2006/main">
              <a:ext uri="{FF2B5EF4-FFF2-40B4-BE49-F238E27FC236}">
                <a16:creationId xmlns:a16="http://schemas.microsoft.com/office/drawing/2014/main" id="{0783ACB5-058B-4695-8944-410B8BBE2344}"/>
              </a:ext>
            </a:extLst>
          </p:cNvPr>
          <p:cNvSpPr>
            <a:spLocks xmlns:a="http://schemas.openxmlformats.org/drawingml/2006/main" noGrp="1"/>
          </p:cNvSpPr>
          <p:nvPr/>
        </p:nvSpPr>
        <p:spPr>
          <a:xfrm xmlns:a="http://schemas.openxmlformats.org/drawingml/2006/main">
            <a:off x="285750" y="1333500"/>
            <a:ext cx="47625" cy="1524000"/>
          </a:xfrm>
          <a:prstGeom xmlns:a="http://schemas.openxmlformats.org/drawingml/2006/main" prst="rect">
            <a:avLst/>
          </a:prstGeom>
          <a:solidFill xmlns:a="http://schemas.openxmlformats.org/drawingml/2006/main">
            <a:srgbClr val="5FE3A1"/>
          </a:soli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674E0CFE-B0A6-4EFA-A440-D01A5E3DF2C2}"/>
              </a:ext>
            </a:extLst>
          </p:cNvPr>
          <p:cNvSpPr>
            <a:spLocks xmlns:a="http://schemas.openxmlformats.org/drawingml/2006/main" noGrp="1"/>
          </p:cNvSpPr>
          <p:nvPr/>
        </p:nvSpPr>
        <p:spPr>
          <a:xfrm xmlns:a="http://schemas.openxmlformats.org/drawingml/2006/main">
            <a:off x="476250" y="1466850"/>
            <a:ext cx="8572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75" b="0">
                <a:solidFill>
                  <a:srgbClr val="9DBEE8"/>
                </a:solidFill>
                <a:latin typeface="Bahnschrift"/>
                <a:ea typeface="Bahnschrift"/>
                <a:cs typeface="Bahnschrift"/>
              </a:defRPr>
            </a:pPr>
            <a:r>
              <a:rPr sz="975" b="0">
                <a:solidFill>
                  <a:srgbClr val="9DBEE8"/>
                </a:solidFill>
                <a:latin typeface="Bahnschrift"/>
                <a:ea typeface="Bahnschrift"/>
                <a:cs typeface="Bahnschrift"/>
              </a:rPr>
              <a:t>场景一</a:t>
            </a:r>
          </a:p>
        </p:txBody>
      </p:sp>
      <p:sp>
        <p:nvSpPr>
          <p:cNvPr id="23" name="">
            <a:extLst xmlns:a="http://schemas.openxmlformats.org/drawingml/2006/main">
              <a:ext uri="{FF2B5EF4-FFF2-40B4-BE49-F238E27FC236}">
                <a16:creationId xmlns:a16="http://schemas.microsoft.com/office/drawing/2014/main" id="{E5D80AB5-2F2D-4B73-87F0-CAA86DA85A98}"/>
              </a:ext>
            </a:extLst>
          </p:cNvPr>
          <p:cNvSpPr>
            <a:spLocks xmlns:a="http://schemas.openxmlformats.org/drawingml/2006/main" noGrp="1"/>
          </p:cNvSpPr>
          <p:nvPr/>
        </p:nvSpPr>
        <p:spPr>
          <a:xfrm xmlns:a="http://schemas.openxmlformats.org/drawingml/2006/main">
            <a:off x="476250" y="1714500"/>
            <a:ext cx="24765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FFFFFF"/>
                </a:solidFill>
                <a:latin typeface="微软雅黑"/>
                <a:ea typeface="微软雅黑"/>
                <a:cs typeface="微软雅黑"/>
              </a:defRPr>
            </a:pPr>
            <a:r>
              <a:rPr sz="1725" b="1">
                <a:solidFill>
                  <a:srgbClr val="FFFFFF"/>
                </a:solidFill>
                <a:latin typeface="微软雅黑"/>
                <a:ea typeface="微软雅黑"/>
                <a:cs typeface="微软雅黑"/>
              </a:rPr>
              <a:t>电网变电运维</a:t>
            </a:r>
          </a:p>
        </p:txBody>
      </p:sp>
      <p:sp>
        <p:nvSpPr>
          <p:cNvPr id="24" name="">
            <a:extLst xmlns:a="http://schemas.openxmlformats.org/drawingml/2006/main">
              <a:ext uri="{FF2B5EF4-FFF2-40B4-BE49-F238E27FC236}">
                <a16:creationId xmlns:a16="http://schemas.microsoft.com/office/drawing/2014/main" id="{D1C92155-91F0-427A-A581-199A83355CB9}"/>
              </a:ext>
            </a:extLst>
          </p:cNvPr>
          <p:cNvSpPr>
            <a:spLocks xmlns:a="http://schemas.openxmlformats.org/drawingml/2006/main" noGrp="1"/>
          </p:cNvSpPr>
          <p:nvPr/>
        </p:nvSpPr>
        <p:spPr>
          <a:xfrm xmlns:a="http://schemas.openxmlformats.org/drawingml/2006/main">
            <a:off x="476250" y="2190750"/>
            <a:ext cx="800100" cy="266700"/>
          </a:xfrm>
          <a:prstGeom xmlns:a="http://schemas.openxmlformats.org/drawingml/2006/main" prst="roundRect">
            <a:avLst>
              <a:gd name="adj" fmla="val 50000"/>
            </a:avLst>
          </a:prstGeom>
          <a:noFill xmlns:a="http://schemas.openxmlformats.org/drawingml/2006/main"/>
          <a:ln xmlns:a="http://schemas.openxmlformats.org/drawingml/2006/main" w="9525">
            <a:solidFill>
              <a:srgbClr val="5FE3A1"/>
            </a:solidFill>
            <a:prstDash val="solid"/>
          </a:ln>
        </p:spPr>
      </p:sp>
      <p:sp>
        <p:nvSpPr>
          <p:cNvPr id="25" name="">
            <a:extLst xmlns:a="http://schemas.openxmlformats.org/drawingml/2006/main">
              <a:ext uri="{FF2B5EF4-FFF2-40B4-BE49-F238E27FC236}">
                <a16:creationId xmlns:a16="http://schemas.microsoft.com/office/drawing/2014/main" id="{94F89434-10EF-458B-B747-B7403EAB8E93}"/>
              </a:ext>
            </a:extLst>
          </p:cNvPr>
          <p:cNvSpPr>
            <a:spLocks xmlns:a="http://schemas.openxmlformats.org/drawingml/2006/main" noGrp="1"/>
          </p:cNvSpPr>
          <p:nvPr/>
        </p:nvSpPr>
        <p:spPr>
          <a:xfrm xmlns:a="http://schemas.openxmlformats.org/drawingml/2006/main">
            <a:off x="476250" y="2190750"/>
            <a:ext cx="800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38" b="1">
                <a:solidFill>
                  <a:srgbClr val="5FE3A1"/>
                </a:solidFill>
                <a:latin typeface="微软雅黑"/>
                <a:ea typeface="微软雅黑"/>
                <a:cs typeface="微软雅黑"/>
              </a:defRPr>
            </a:pPr>
            <a:r>
              <a:rPr sz="938" b="1">
                <a:solidFill>
                  <a:srgbClr val="5FE3A1"/>
                </a:solidFill>
                <a:latin typeface="微软雅黑"/>
                <a:ea typeface="微软雅黑"/>
                <a:cs typeface="微软雅黑"/>
              </a:rPr>
              <a:t>已落地</a:t>
            </a:r>
          </a:p>
        </p:txBody>
      </p:sp>
      <p:sp>
        <p:nvSpPr>
          <p:cNvPr id="26" name="">
            <a:extLst xmlns:a="http://schemas.openxmlformats.org/drawingml/2006/main">
              <a:ext uri="{FF2B5EF4-FFF2-40B4-BE49-F238E27FC236}">
                <a16:creationId xmlns:a16="http://schemas.microsoft.com/office/drawing/2014/main" id="{F47C3624-DA42-4AF8-941D-EE905D21820B}"/>
              </a:ext>
            </a:extLst>
          </p:cNvPr>
          <p:cNvSpPr>
            <a:spLocks xmlns:a="http://schemas.openxmlformats.org/drawingml/2006/main" noGrp="1"/>
          </p:cNvSpPr>
          <p:nvPr/>
        </p:nvSpPr>
        <p:spPr>
          <a:xfrm xmlns:a="http://schemas.openxmlformats.org/drawingml/2006/main">
            <a:off x="3238500" y="1524000"/>
            <a:ext cx="8477250"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1013">
                <a:solidFill>
                  <a:srgbClr val="EEF5FF"/>
                </a:solidFill>
                <a:latin typeface="微软雅黑"/>
                <a:ea typeface="微软雅黑"/>
                <a:cs typeface="微软雅黑"/>
              </a:defRPr>
            </a:pP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110kV </a:t>
            </a:r>
            <a:r>
              <a:rPr sz="1013">
                <a:solidFill>
                  <a:srgbClr val="EEF5FF"/>
                </a:solidFill>
                <a:latin typeface="微软雅黑"/>
                <a:ea typeface="微软雅黑"/>
                <a:cs typeface="微软雅黑"/>
              </a:rPr>
              <a:t>城北变电所 </a:t>
            </a:r>
            <a:r>
              <a:rPr sz="1013">
                <a:solidFill>
                  <a:srgbClr val="EEF5FF"/>
                </a:solidFill>
                <a:latin typeface="微软雅黑"/>
                <a:ea typeface="微软雅黑"/>
                <a:cs typeface="微软雅黑"/>
              </a:rPr>
              <a:t>1 </a:t>
            </a:r>
            <a:r>
              <a:rPr sz="1013">
                <a:solidFill>
                  <a:srgbClr val="EEF5FF"/>
                </a:solidFill>
                <a:latin typeface="微软雅黑"/>
                <a:ea typeface="微软雅黑"/>
                <a:cs typeface="微软雅黑"/>
              </a:rPr>
              <a:t>号检查井，氧气实测 </a:t>
            </a:r>
            <a:r>
              <a:rPr sz="1013">
                <a:solidFill>
                  <a:srgbClr val="EEF5FF"/>
                </a:solidFill>
                <a:latin typeface="微软雅黑"/>
                <a:ea typeface="微软雅黑"/>
                <a:cs typeface="微软雅黑"/>
              </a:rPr>
              <a:t>18.2 %VOL / </a:t>
            </a:r>
            <a:r>
              <a:rPr sz="1013">
                <a:solidFill>
                  <a:srgbClr val="EEF5FF"/>
                </a:solidFill>
                <a:latin typeface="微软雅黑"/>
                <a:ea typeface="微软雅黑"/>
                <a:cs typeface="微软雅黑"/>
              </a:rPr>
              <a:t>阈值 </a:t>
            </a:r>
            <a:r>
              <a:rPr sz="1013">
                <a:solidFill>
                  <a:srgbClr val="EEF5FF"/>
                </a:solidFill>
                <a:latin typeface="微软雅黑"/>
                <a:ea typeface="微软雅黑"/>
                <a:cs typeface="微软雅黑"/>
              </a:rPr>
              <a:t>19.5 %VOL</a:t>
            </a:r>
          </a:p>
          <a:p xmlns:a="http://schemas.openxmlformats.org/drawingml/2006/main">
            <a:pPr algn="l">
              <a:lnSpc>
                <a:spcPct val="160000"/>
              </a:lnSpc>
              <a:buNone/>
              <a:defRPr sz="1013">
                <a:solidFill>
                  <a:srgbClr val="EEF5FF"/>
                </a:solidFill>
                <a:latin typeface="微软雅黑"/>
                <a:ea typeface="微软雅黑"/>
                <a:cs typeface="微软雅黑"/>
              </a:defRPr>
            </a:pP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作业人员出现头晕、胸闷，已撤出通风；本次未按 </a:t>
            </a:r>
            <a:r>
              <a:rPr sz="1013">
                <a:solidFill>
                  <a:srgbClr val="EEF5FF"/>
                </a:solidFill>
                <a:latin typeface="微软雅黑"/>
                <a:ea typeface="微软雅黑"/>
                <a:cs typeface="微软雅黑"/>
              </a:rPr>
              <a:t>SOP </a:t>
            </a:r>
            <a:r>
              <a:rPr sz="1013">
                <a:solidFill>
                  <a:srgbClr val="EEF5FF"/>
                </a:solidFill>
                <a:latin typeface="微软雅黑"/>
                <a:ea typeface="微软雅黑"/>
                <a:cs typeface="微软雅黑"/>
              </a:rPr>
              <a:t>执行</a:t>
            </a:r>
          </a:p>
          <a:p xmlns:a="http://schemas.openxmlformats.org/drawingml/2006/main">
            <a:pPr algn="l">
              <a:lnSpc>
                <a:spcPct val="160000"/>
              </a:lnSpc>
              <a:buNone/>
              <a:defRPr sz="1013">
                <a:solidFill>
                  <a:srgbClr val="EEF5FF"/>
                </a:solidFill>
                <a:latin typeface="微软雅黑"/>
                <a:ea typeface="微软雅黑"/>
                <a:cs typeface="微软雅黑"/>
              </a:defRPr>
            </a:pP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系统输出：严重度「高」</a:t>
            </a: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原因 </a:t>
            </a: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处置措施 </a:t>
            </a: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规则编号，人工确认后留痕</a:t>
            </a:r>
          </a:p>
          <a:p xmlns:a="http://schemas.openxmlformats.org/drawingml/2006/main">
            <a:pPr algn="l">
              <a:lnSpc>
                <a:spcPct val="160000"/>
              </a:lnSpc>
              <a:buNone/>
              <a:defRPr sz="1013">
                <a:solidFill>
                  <a:srgbClr val="EEF5FF"/>
                </a:solidFill>
                <a:latin typeface="微软雅黑"/>
                <a:ea typeface="微软雅黑"/>
                <a:cs typeface="微软雅黑"/>
              </a:defRPr>
            </a:pP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判定阈值全部来自国家标准，换站、换气体、换档位仍然适用</a:t>
            </a:r>
          </a:p>
        </p:txBody>
      </p:sp>
      <p:sp>
        <p:nvSpPr>
          <p:cNvPr id="27" name="">
            <a:extLst xmlns:a="http://schemas.openxmlformats.org/drawingml/2006/main">
              <a:ext uri="{FF2B5EF4-FFF2-40B4-BE49-F238E27FC236}">
                <a16:creationId xmlns:a16="http://schemas.microsoft.com/office/drawing/2014/main" id="{28AF42BF-55D7-47AC-BB1E-6D4866539180}"/>
              </a:ext>
            </a:extLst>
          </p:cNvPr>
          <p:cNvSpPr>
            <a:spLocks xmlns:a="http://schemas.openxmlformats.org/drawingml/2006/main" noGrp="1"/>
          </p:cNvSpPr>
          <p:nvPr/>
        </p:nvSpPr>
        <p:spPr>
          <a:xfrm xmlns:a="http://schemas.openxmlformats.org/drawingml/2006/main">
            <a:off x="285750" y="2933700"/>
            <a:ext cx="11620500" cy="1524000"/>
          </a:xfrm>
          <a:prstGeom xmlns:a="http://schemas.openxmlformats.org/drawingml/2006/main" prst="roundRect">
            <a:avLst>
              <a:gd name="adj" fmla="val 5625"/>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8" name="">
            <a:extLst xmlns:a="http://schemas.openxmlformats.org/drawingml/2006/main">
              <a:ext uri="{FF2B5EF4-FFF2-40B4-BE49-F238E27FC236}">
                <a16:creationId xmlns:a16="http://schemas.microsoft.com/office/drawing/2014/main" id="{D45599FB-8E1D-4A6F-B502-3E9DF8F303E8}"/>
              </a:ext>
            </a:extLst>
          </p:cNvPr>
          <p:cNvSpPr>
            <a:spLocks xmlns:a="http://schemas.openxmlformats.org/drawingml/2006/main" noGrp="1"/>
          </p:cNvSpPr>
          <p:nvPr/>
        </p:nvSpPr>
        <p:spPr>
          <a:xfrm xmlns:a="http://schemas.openxmlformats.org/drawingml/2006/main">
            <a:off x="285750" y="2933700"/>
            <a:ext cx="47625" cy="15240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29" name="">
            <a:extLst xmlns:a="http://schemas.openxmlformats.org/drawingml/2006/main">
              <a:ext uri="{FF2B5EF4-FFF2-40B4-BE49-F238E27FC236}">
                <a16:creationId xmlns:a16="http://schemas.microsoft.com/office/drawing/2014/main" id="{76210AED-B253-4F95-A16A-71C49778ABCD}"/>
              </a:ext>
            </a:extLst>
          </p:cNvPr>
          <p:cNvSpPr>
            <a:spLocks xmlns:a="http://schemas.openxmlformats.org/drawingml/2006/main" noGrp="1"/>
          </p:cNvSpPr>
          <p:nvPr/>
        </p:nvSpPr>
        <p:spPr>
          <a:xfrm xmlns:a="http://schemas.openxmlformats.org/drawingml/2006/main">
            <a:off x="476250" y="3067050"/>
            <a:ext cx="8572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75" b="0">
                <a:solidFill>
                  <a:srgbClr val="9DBEE8"/>
                </a:solidFill>
                <a:latin typeface="Bahnschrift"/>
                <a:ea typeface="Bahnschrift"/>
                <a:cs typeface="Bahnschrift"/>
              </a:defRPr>
            </a:pPr>
            <a:r>
              <a:rPr sz="975" b="0">
                <a:solidFill>
                  <a:srgbClr val="9DBEE8"/>
                </a:solidFill>
                <a:latin typeface="Bahnschrift"/>
                <a:ea typeface="Bahnschrift"/>
                <a:cs typeface="Bahnschrift"/>
              </a:rPr>
              <a:t>场景二</a:t>
            </a:r>
          </a:p>
        </p:txBody>
      </p:sp>
      <p:sp>
        <p:nvSpPr>
          <p:cNvPr id="30" name="">
            <a:extLst xmlns:a="http://schemas.openxmlformats.org/drawingml/2006/main">
              <a:ext uri="{FF2B5EF4-FFF2-40B4-BE49-F238E27FC236}">
                <a16:creationId xmlns:a16="http://schemas.microsoft.com/office/drawing/2014/main" id="{A7FC19BE-27EF-4AD4-95EB-4FC6021CA898}"/>
              </a:ext>
            </a:extLst>
          </p:cNvPr>
          <p:cNvSpPr>
            <a:spLocks xmlns:a="http://schemas.openxmlformats.org/drawingml/2006/main" noGrp="1"/>
          </p:cNvSpPr>
          <p:nvPr/>
        </p:nvSpPr>
        <p:spPr>
          <a:xfrm xmlns:a="http://schemas.openxmlformats.org/drawingml/2006/main">
            <a:off x="476250" y="3314700"/>
            <a:ext cx="24765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FFFFFF"/>
                </a:solidFill>
                <a:latin typeface="微软雅黑"/>
                <a:ea typeface="微软雅黑"/>
                <a:cs typeface="微软雅黑"/>
              </a:defRPr>
            </a:pPr>
            <a:r>
              <a:rPr sz="1725" b="1">
                <a:solidFill>
                  <a:srgbClr val="FFFFFF"/>
                </a:solidFill>
                <a:latin typeface="微软雅黑"/>
                <a:ea typeface="微软雅黑"/>
                <a:cs typeface="微软雅黑"/>
              </a:rPr>
              <a:t>新能源场站</a:t>
            </a:r>
          </a:p>
        </p:txBody>
      </p:sp>
      <p:sp>
        <p:nvSpPr>
          <p:cNvPr id="31" name="">
            <a:extLst xmlns:a="http://schemas.openxmlformats.org/drawingml/2006/main">
              <a:ext uri="{FF2B5EF4-FFF2-40B4-BE49-F238E27FC236}">
                <a16:creationId xmlns:a16="http://schemas.microsoft.com/office/drawing/2014/main" id="{F3878C65-3964-496A-B628-ABC04D392856}"/>
              </a:ext>
            </a:extLst>
          </p:cNvPr>
          <p:cNvSpPr>
            <a:spLocks xmlns:a="http://schemas.openxmlformats.org/drawingml/2006/main" noGrp="1"/>
          </p:cNvSpPr>
          <p:nvPr/>
        </p:nvSpPr>
        <p:spPr>
          <a:xfrm xmlns:a="http://schemas.openxmlformats.org/drawingml/2006/main">
            <a:off x="476250" y="3790950"/>
            <a:ext cx="800100" cy="266700"/>
          </a:xfrm>
          <a:prstGeom xmlns:a="http://schemas.openxmlformats.org/drawingml/2006/main" prst="roundRect">
            <a:avLst>
              <a:gd name="adj" fmla="val 50000"/>
            </a:avLst>
          </a:prstGeom>
          <a:noFill xmlns:a="http://schemas.openxmlformats.org/drawingml/2006/main"/>
          <a:ln xmlns:a="http://schemas.openxmlformats.org/drawingml/2006/main" w="9525">
            <a:solidFill>
              <a:srgbClr val="FFD24A"/>
            </a:solidFill>
            <a:prstDash val="solid"/>
          </a:ln>
        </p:spPr>
      </p:sp>
      <p:sp>
        <p:nvSpPr>
          <p:cNvPr id="32" name="">
            <a:extLst xmlns:a="http://schemas.openxmlformats.org/drawingml/2006/main">
              <a:ext uri="{FF2B5EF4-FFF2-40B4-BE49-F238E27FC236}">
                <a16:creationId xmlns:a16="http://schemas.microsoft.com/office/drawing/2014/main" id="{A023941F-16E0-4805-AD28-47FF20099FC3}"/>
              </a:ext>
            </a:extLst>
          </p:cNvPr>
          <p:cNvSpPr>
            <a:spLocks xmlns:a="http://schemas.openxmlformats.org/drawingml/2006/main" noGrp="1"/>
          </p:cNvSpPr>
          <p:nvPr/>
        </p:nvSpPr>
        <p:spPr>
          <a:xfrm xmlns:a="http://schemas.openxmlformats.org/drawingml/2006/main">
            <a:off x="476250" y="3790950"/>
            <a:ext cx="800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D24A"/>
                </a:solidFill>
                <a:latin typeface="微软雅黑"/>
                <a:ea typeface="微软雅黑"/>
                <a:cs typeface="微软雅黑"/>
              </a:defRPr>
            </a:pPr>
            <a:r>
              <a:rPr sz="938" b="1">
                <a:solidFill>
                  <a:srgbClr val="FFD24A"/>
                </a:solidFill>
                <a:latin typeface="微软雅黑"/>
                <a:ea typeface="微软雅黑"/>
                <a:cs typeface="微软雅黑"/>
              </a:rPr>
              <a:t>待试点</a:t>
            </a:r>
          </a:p>
        </p:txBody>
      </p:sp>
      <p:sp>
        <p:nvSpPr>
          <p:cNvPr id="33" name="">
            <a:extLst xmlns:a="http://schemas.openxmlformats.org/drawingml/2006/main">
              <a:ext uri="{FF2B5EF4-FFF2-40B4-BE49-F238E27FC236}">
                <a16:creationId xmlns:a16="http://schemas.microsoft.com/office/drawing/2014/main" id="{DA993124-EC21-4233-829F-2A7AECAF9122}"/>
              </a:ext>
            </a:extLst>
          </p:cNvPr>
          <p:cNvSpPr>
            <a:spLocks xmlns:a="http://schemas.openxmlformats.org/drawingml/2006/main" noGrp="1"/>
          </p:cNvSpPr>
          <p:nvPr/>
        </p:nvSpPr>
        <p:spPr>
          <a:xfrm xmlns:a="http://schemas.openxmlformats.org/drawingml/2006/main">
            <a:off x="3238500" y="3124200"/>
            <a:ext cx="8477250"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1013">
                <a:solidFill>
                  <a:srgbClr val="EEF5FF"/>
                </a:solidFill>
                <a:latin typeface="微软雅黑"/>
                <a:ea typeface="微软雅黑"/>
                <a:cs typeface="微软雅黑"/>
              </a:defRPr>
            </a:pP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站点分散、值守人员少，集中培训与复训窗口难以安排</a:t>
            </a:r>
          </a:p>
          <a:p xmlns:a="http://schemas.openxmlformats.org/drawingml/2006/main">
            <a:pPr algn="l">
              <a:lnSpc>
                <a:spcPct val="160000"/>
              </a:lnSpc>
              <a:buNone/>
              <a:defRPr sz="1013">
                <a:solidFill>
                  <a:srgbClr val="EEF5FF"/>
                </a:solidFill>
                <a:latin typeface="微软雅黑"/>
                <a:ea typeface="微软雅黑"/>
                <a:cs typeface="微软雅黑"/>
              </a:defRPr>
            </a:pP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需要离线可运行、结论可审计的培训与考核证据链</a:t>
            </a:r>
          </a:p>
          <a:p xmlns:a="http://schemas.openxmlformats.org/drawingml/2006/main">
            <a:pPr algn="l">
              <a:lnSpc>
                <a:spcPct val="160000"/>
              </a:lnSpc>
              <a:buNone/>
              <a:defRPr sz="1013">
                <a:solidFill>
                  <a:srgbClr val="EEF5FF"/>
                </a:solidFill>
                <a:latin typeface="微软雅黑"/>
                <a:ea typeface="微软雅黑"/>
                <a:cs typeface="微软雅黑"/>
              </a:defRPr>
            </a:pP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同一套引擎可迁移：证书到期预警 </a:t>
            </a: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按缺口定向补训</a:t>
            </a:r>
          </a:p>
          <a:p xmlns:a="http://schemas.openxmlformats.org/drawingml/2006/main">
            <a:pPr algn="l">
              <a:lnSpc>
                <a:spcPct val="160000"/>
              </a:lnSpc>
              <a:buNone/>
              <a:defRPr sz="1013">
                <a:solidFill>
                  <a:srgbClr val="EEF5FF"/>
                </a:solidFill>
                <a:latin typeface="微软雅黑"/>
                <a:ea typeface="微软雅黑"/>
                <a:cs typeface="微软雅黑"/>
              </a:defRPr>
            </a:pP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迁移成本低：换的是岗位与课程数据，不是引擎与接口</a:t>
            </a:r>
          </a:p>
        </p:txBody>
      </p:sp>
      <p:sp>
        <p:nvSpPr>
          <p:cNvPr id="34" name="">
            <a:extLst xmlns:a="http://schemas.openxmlformats.org/drawingml/2006/main">
              <a:ext uri="{FF2B5EF4-FFF2-40B4-BE49-F238E27FC236}">
                <a16:creationId xmlns:a16="http://schemas.microsoft.com/office/drawing/2014/main" id="{DF3EA2CC-63DC-48FA-8A28-2830B3FC1094}"/>
              </a:ext>
            </a:extLst>
          </p:cNvPr>
          <p:cNvSpPr>
            <a:spLocks xmlns:a="http://schemas.openxmlformats.org/drawingml/2006/main" noGrp="1"/>
          </p:cNvSpPr>
          <p:nvPr/>
        </p:nvSpPr>
        <p:spPr>
          <a:xfrm xmlns:a="http://schemas.openxmlformats.org/drawingml/2006/main">
            <a:off x="285750" y="4533900"/>
            <a:ext cx="11620500" cy="1524000"/>
          </a:xfrm>
          <a:prstGeom xmlns:a="http://schemas.openxmlformats.org/drawingml/2006/main" prst="roundRect">
            <a:avLst>
              <a:gd name="adj" fmla="val 5625"/>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5" name="">
            <a:extLst xmlns:a="http://schemas.openxmlformats.org/drawingml/2006/main">
              <a:ext uri="{FF2B5EF4-FFF2-40B4-BE49-F238E27FC236}">
                <a16:creationId xmlns:a16="http://schemas.microsoft.com/office/drawing/2014/main" id="{43B74FAA-A7A9-4046-9D1B-A369EACC96D0}"/>
              </a:ext>
            </a:extLst>
          </p:cNvPr>
          <p:cNvSpPr>
            <a:spLocks xmlns:a="http://schemas.openxmlformats.org/drawingml/2006/main" noGrp="1"/>
          </p:cNvSpPr>
          <p:nvPr/>
        </p:nvSpPr>
        <p:spPr>
          <a:xfrm xmlns:a="http://schemas.openxmlformats.org/drawingml/2006/main">
            <a:off x="285750" y="4533900"/>
            <a:ext cx="47625" cy="15240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36" name="">
            <a:extLst xmlns:a="http://schemas.openxmlformats.org/drawingml/2006/main">
              <a:ext uri="{FF2B5EF4-FFF2-40B4-BE49-F238E27FC236}">
                <a16:creationId xmlns:a16="http://schemas.microsoft.com/office/drawing/2014/main" id="{8523EE8D-491C-46BC-8FC0-285D055C8BE4}"/>
              </a:ext>
            </a:extLst>
          </p:cNvPr>
          <p:cNvSpPr>
            <a:spLocks xmlns:a="http://schemas.openxmlformats.org/drawingml/2006/main" noGrp="1"/>
          </p:cNvSpPr>
          <p:nvPr/>
        </p:nvSpPr>
        <p:spPr>
          <a:xfrm xmlns:a="http://schemas.openxmlformats.org/drawingml/2006/main">
            <a:off x="476250" y="4667250"/>
            <a:ext cx="8572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75" b="0">
                <a:solidFill>
                  <a:srgbClr val="9DBEE8"/>
                </a:solidFill>
                <a:latin typeface="Bahnschrift"/>
                <a:ea typeface="Bahnschrift"/>
                <a:cs typeface="Bahnschrift"/>
              </a:defRPr>
            </a:pPr>
            <a:r>
              <a:rPr sz="975" b="0">
                <a:solidFill>
                  <a:srgbClr val="9DBEE8"/>
                </a:solidFill>
                <a:latin typeface="Bahnschrift"/>
                <a:ea typeface="Bahnschrift"/>
                <a:cs typeface="Bahnschrift"/>
              </a:rPr>
              <a:t>场景三</a:t>
            </a:r>
          </a:p>
        </p:txBody>
      </p:sp>
      <p:sp>
        <p:nvSpPr>
          <p:cNvPr id="37" name="">
            <a:extLst xmlns:a="http://schemas.openxmlformats.org/drawingml/2006/main">
              <a:ext uri="{FF2B5EF4-FFF2-40B4-BE49-F238E27FC236}">
                <a16:creationId xmlns:a16="http://schemas.microsoft.com/office/drawing/2014/main" id="{8B847F4B-2F53-423F-ABCB-F2A559552D19}"/>
              </a:ext>
            </a:extLst>
          </p:cNvPr>
          <p:cNvSpPr>
            <a:spLocks xmlns:a="http://schemas.openxmlformats.org/drawingml/2006/main" noGrp="1"/>
          </p:cNvSpPr>
          <p:nvPr/>
        </p:nvSpPr>
        <p:spPr>
          <a:xfrm xmlns:a="http://schemas.openxmlformats.org/drawingml/2006/main">
            <a:off x="476250" y="4914900"/>
            <a:ext cx="24765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FFFFFF"/>
                </a:solidFill>
                <a:latin typeface="微软雅黑"/>
                <a:ea typeface="微软雅黑"/>
                <a:cs typeface="微软雅黑"/>
              </a:defRPr>
            </a:pPr>
            <a:r>
              <a:rPr sz="1725" b="1">
                <a:solidFill>
                  <a:srgbClr val="FFFFFF"/>
                </a:solidFill>
                <a:latin typeface="微软雅黑"/>
                <a:ea typeface="微软雅黑"/>
                <a:cs typeface="微软雅黑"/>
              </a:rPr>
              <a:t>智能制造产线</a:t>
            </a:r>
          </a:p>
        </p:txBody>
      </p:sp>
      <p:sp>
        <p:nvSpPr>
          <p:cNvPr id="38" name="">
            <a:extLst xmlns:a="http://schemas.openxmlformats.org/drawingml/2006/main">
              <a:ext uri="{FF2B5EF4-FFF2-40B4-BE49-F238E27FC236}">
                <a16:creationId xmlns:a16="http://schemas.microsoft.com/office/drawing/2014/main" id="{F0140636-0FB1-481D-8FA5-C3AE6B8F89B2}"/>
              </a:ext>
            </a:extLst>
          </p:cNvPr>
          <p:cNvSpPr>
            <a:spLocks xmlns:a="http://schemas.openxmlformats.org/drawingml/2006/main" noGrp="1"/>
          </p:cNvSpPr>
          <p:nvPr/>
        </p:nvSpPr>
        <p:spPr>
          <a:xfrm xmlns:a="http://schemas.openxmlformats.org/drawingml/2006/main">
            <a:off x="476250" y="5391150"/>
            <a:ext cx="800100" cy="266700"/>
          </a:xfrm>
          <a:prstGeom xmlns:a="http://schemas.openxmlformats.org/drawingml/2006/main" prst="roundRect">
            <a:avLst>
              <a:gd name="adj" fmla="val 50000"/>
            </a:avLst>
          </a:prstGeom>
          <a:noFill xmlns:a="http://schemas.openxmlformats.org/drawingml/2006/main"/>
          <a:ln xmlns:a="http://schemas.openxmlformats.org/drawingml/2006/main" w="9525">
            <a:solidFill>
              <a:srgbClr val="FFD24A"/>
            </a:solidFill>
            <a:prstDash val="solid"/>
          </a:ln>
        </p:spPr>
      </p:sp>
      <p:sp>
        <p:nvSpPr>
          <p:cNvPr id="39" name="">
            <a:extLst xmlns:a="http://schemas.openxmlformats.org/drawingml/2006/main">
              <a:ext uri="{FF2B5EF4-FFF2-40B4-BE49-F238E27FC236}">
                <a16:creationId xmlns:a16="http://schemas.microsoft.com/office/drawing/2014/main" id="{5DDD8BB4-120E-49A9-A5AC-77BD033690C8}"/>
              </a:ext>
            </a:extLst>
          </p:cNvPr>
          <p:cNvSpPr>
            <a:spLocks xmlns:a="http://schemas.openxmlformats.org/drawingml/2006/main" noGrp="1"/>
          </p:cNvSpPr>
          <p:nvPr/>
        </p:nvSpPr>
        <p:spPr>
          <a:xfrm xmlns:a="http://schemas.openxmlformats.org/drawingml/2006/main">
            <a:off x="476250" y="5391150"/>
            <a:ext cx="800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D24A"/>
                </a:solidFill>
                <a:latin typeface="微软雅黑"/>
                <a:ea typeface="微软雅黑"/>
                <a:cs typeface="微软雅黑"/>
              </a:defRPr>
            </a:pPr>
            <a:r>
              <a:rPr sz="938" b="1">
                <a:solidFill>
                  <a:srgbClr val="FFD24A"/>
                </a:solidFill>
                <a:latin typeface="微软雅黑"/>
                <a:ea typeface="微软雅黑"/>
                <a:cs typeface="微软雅黑"/>
              </a:rPr>
              <a:t>待试点</a:t>
            </a:r>
          </a:p>
        </p:txBody>
      </p:sp>
      <p:sp>
        <p:nvSpPr>
          <p:cNvPr id="40" name="">
            <a:extLst xmlns:a="http://schemas.openxmlformats.org/drawingml/2006/main">
              <a:ext uri="{FF2B5EF4-FFF2-40B4-BE49-F238E27FC236}">
                <a16:creationId xmlns:a16="http://schemas.microsoft.com/office/drawing/2014/main" id="{0A7A8A9C-F822-4B28-9B29-18C3908EEE50}"/>
              </a:ext>
            </a:extLst>
          </p:cNvPr>
          <p:cNvSpPr>
            <a:spLocks xmlns:a="http://schemas.openxmlformats.org/drawingml/2006/main" noGrp="1"/>
          </p:cNvSpPr>
          <p:nvPr/>
        </p:nvSpPr>
        <p:spPr>
          <a:xfrm xmlns:a="http://schemas.openxmlformats.org/drawingml/2006/main">
            <a:off x="3238500" y="4724400"/>
            <a:ext cx="8477250"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1013">
                <a:solidFill>
                  <a:srgbClr val="EEF5FF"/>
                </a:solidFill>
                <a:latin typeface="微软雅黑"/>
                <a:ea typeface="微软雅黑"/>
                <a:cs typeface="微软雅黑"/>
              </a:defRPr>
            </a:pP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多工种、多班次，停机培训的直接成本高</a:t>
            </a:r>
          </a:p>
          <a:p xmlns:a="http://schemas.openxmlformats.org/drawingml/2006/main">
            <a:pPr algn="l">
              <a:lnSpc>
                <a:spcPct val="160000"/>
              </a:lnSpc>
              <a:buNone/>
              <a:defRPr sz="1013">
                <a:solidFill>
                  <a:srgbClr val="EEF5FF"/>
                </a:solidFill>
                <a:latin typeface="微软雅黑"/>
                <a:ea typeface="微软雅黑"/>
                <a:cs typeface="微软雅黑"/>
              </a:defRPr>
            </a:pP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需要按能力缺口精准补训，并让培训排期不与生产冲突</a:t>
            </a:r>
          </a:p>
          <a:p xmlns:a="http://schemas.openxmlformats.org/drawingml/2006/main">
            <a:pPr algn="l">
              <a:lnSpc>
                <a:spcPct val="160000"/>
              </a:lnSpc>
              <a:buNone/>
              <a:defRPr sz="1013">
                <a:solidFill>
                  <a:srgbClr val="EEF5FF"/>
                </a:solidFill>
                <a:latin typeface="微软雅黑"/>
                <a:ea typeface="微软雅黑"/>
                <a:cs typeface="微软雅黑"/>
              </a:defRPr>
            </a:pP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同一套引擎可迁移：岗位技能矩阵 </a:t>
            </a: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关键岗位备份预警</a:t>
            </a:r>
          </a:p>
          <a:p xmlns:a="http://schemas.openxmlformats.org/drawingml/2006/main">
            <a:pPr algn="l">
              <a:lnSpc>
                <a:spcPct val="160000"/>
              </a:lnSpc>
              <a:buNone/>
              <a:defRPr sz="1013">
                <a:solidFill>
                  <a:srgbClr val="EEF5FF"/>
                </a:solidFill>
                <a:latin typeface="微软雅黑"/>
                <a:ea typeface="微软雅黑"/>
                <a:cs typeface="微软雅黑"/>
              </a:defRPr>
            </a:pP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迁移成本低：技能矩阵与培训排期复用同一套规则与角色</a:t>
            </a:r>
          </a:p>
        </p:txBody>
      </p:sp>
      <p:sp>
        <p:nvSpPr>
          <p:cNvPr id="41" name="">
            <a:extLst xmlns:a="http://schemas.openxmlformats.org/drawingml/2006/main">
              <a:ext uri="{FF2B5EF4-FFF2-40B4-BE49-F238E27FC236}">
                <a16:creationId xmlns:a16="http://schemas.microsoft.com/office/drawing/2014/main" id="{A9A77ACE-6393-4F32-A3BA-6E371CA602DD}"/>
              </a:ext>
            </a:extLst>
          </p:cNvPr>
          <p:cNvSpPr>
            <a:spLocks xmlns:a="http://schemas.openxmlformats.org/drawingml/2006/main" noGrp="1"/>
          </p:cNvSpPr>
          <p:nvPr/>
        </p:nvSpPr>
        <p:spPr>
          <a:xfrm xmlns:a="http://schemas.openxmlformats.org/drawingml/2006/main">
            <a:off x="285750" y="6172200"/>
            <a:ext cx="11620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9DBEE8"/>
                </a:solidFill>
                <a:latin typeface="微软雅黑"/>
                <a:ea typeface="微软雅黑"/>
                <a:cs typeface="微软雅黑"/>
              </a:defRPr>
            </a:pPr>
            <a:r>
              <a:rPr sz="900" b="0">
                <a:solidFill>
                  <a:srgbClr val="9DBEE8"/>
                </a:solidFill>
                <a:latin typeface="微软雅黑"/>
                <a:ea typeface="微软雅黑"/>
                <a:cs typeface="微软雅黑"/>
              </a:rPr>
              <a:t>注：场景一为当前已落地并已验收的场景；场景二、三为同一套规则引擎与角色体系的场景迁移方向，尚未开展试点，此处如实标注。</a:t>
            </a:r>
          </a:p>
        </p:txBody>
      </p:sp>
      <p:sp>
        <p:nvSpPr>
          <p:cNvPr id="42" name="">
            <a:extLst xmlns:a="http://schemas.openxmlformats.org/drawingml/2006/main">
              <a:ext uri="{FF2B5EF4-FFF2-40B4-BE49-F238E27FC236}">
                <a16:creationId xmlns:a16="http://schemas.microsoft.com/office/drawing/2014/main" id="{B0E532FC-B6EE-484F-9F8A-D33138C29CD1}"/>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43" name="">
            <a:extLst xmlns:a="http://schemas.openxmlformats.org/drawingml/2006/main">
              <a:ext uri="{FF2B5EF4-FFF2-40B4-BE49-F238E27FC236}">
                <a16:creationId xmlns:a16="http://schemas.microsoft.com/office/drawing/2014/main" id="{BE4390DC-9CB1-432A-A072-598E1C510134}"/>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44" name="">
            <a:extLst xmlns:a="http://schemas.openxmlformats.org/drawingml/2006/main">
              <a:ext uri="{FF2B5EF4-FFF2-40B4-BE49-F238E27FC236}">
                <a16:creationId xmlns:a16="http://schemas.microsoft.com/office/drawing/2014/main" id="{61C898B8-5FC7-4CA0-8CD2-0CCE7D65D95C}"/>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45" name="">
            <a:extLst xmlns:a="http://schemas.openxmlformats.org/drawingml/2006/main">
              <a:ext uri="{FF2B5EF4-FFF2-40B4-BE49-F238E27FC236}">
                <a16:creationId xmlns:a16="http://schemas.microsoft.com/office/drawing/2014/main" id="{E33300C1-7DC2-491B-9F0E-128017A3C5F5}"/>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46" name="">
            <a:extLst xmlns:a="http://schemas.openxmlformats.org/drawingml/2006/main">
              <a:ext uri="{FF2B5EF4-FFF2-40B4-BE49-F238E27FC236}">
                <a16:creationId xmlns:a16="http://schemas.microsoft.com/office/drawing/2014/main" id="{B30C89F6-593E-4DEF-BCEA-5EA740666331}"/>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09</a:t>
            </a:r>
          </a:p>
        </p:txBody>
      </p:sp>
    </p:spTree>
    <p:extLst>
      <p:ext uri="{BB962C8B-B14F-4D97-AF65-F5344CB8AC3E}">
        <p14:creationId xmlns:p14="http://schemas.microsoft.com/office/powerpoint/2010/main" val="1601580633"/>
      </p:ext>
    </p:extLst>
  </p:cSld>
</p:sld>
</file>

<file path=ppt/slides/slide10.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3e3b2b80a79b45c3"/>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8416E9E-2480-4643-B80A-143707285B6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F12CB2AD-07BD-49B4-91BC-943358BB10FB}"/>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1546356C-CD74-4BAB-BBAA-EE78637AFE0B}"/>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B51F8766-4BD6-4658-940D-CDAB85C8C8CF}"/>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09BA65A8-DBD6-4F01-A662-388FC2612B49}"/>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F5611D03-C1D7-4B34-B182-8C560E7D245B}"/>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D683E822-6439-4F33-B8BC-2401037B06D5}"/>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CE346ED5-291D-4AA2-9217-42D4036F5049}"/>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6FEC6CB1-C583-45DA-A497-90FE5FF04988}"/>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4FD8FF">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204A8962-FB89-4D19-8CB7-41462EC208E5}"/>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4FD8FF">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D815B0CD-64A4-402F-AE9B-BA18D3FD56B4}"/>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82B39097-0234-433C-B7F7-3CF102073D4F}"/>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4FD8FF"/>
                </a:solidFill>
                <a:latin typeface="微软雅黑"/>
                <a:ea typeface="微软雅黑"/>
                <a:cs typeface="微软雅黑"/>
              </a:defRPr>
            </a:pPr>
            <a:r>
              <a:rPr sz="863" b="1" spc="1">
                <a:solidFill>
                  <a:srgbClr val="4FD8FF"/>
                </a:solidFill>
                <a:latin typeface="微软雅黑"/>
                <a:ea typeface="微软雅黑"/>
                <a:cs typeface="微软雅黑"/>
              </a:rPr>
              <a:t>01　</a:t>
            </a:r>
            <a:r>
              <a:rPr sz="863" b="1" spc="1">
                <a:solidFill>
                  <a:srgbClr val="4FD8FF"/>
                </a:solidFill>
                <a:latin typeface="微软雅黑"/>
                <a:ea typeface="微软雅黑"/>
                <a:cs typeface="微软雅黑"/>
              </a:rPr>
              <a:t>项目背景</a:t>
            </a:r>
          </a:p>
        </p:txBody>
      </p:sp>
      <p:sp>
        <p:nvSpPr>
          <p:cNvPr id="14" name="">
            <a:extLst xmlns:a="http://schemas.openxmlformats.org/drawingml/2006/main">
              <a:ext uri="{FF2B5EF4-FFF2-40B4-BE49-F238E27FC236}">
                <a16:creationId xmlns:a16="http://schemas.microsoft.com/office/drawing/2014/main" id="{FD99145F-FA42-4424-A6D0-F4C27B1F858D}"/>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三条高精度痛点</a:t>
            </a:r>
          </a:p>
        </p:txBody>
      </p:sp>
      <p:sp>
        <p:nvSpPr>
          <p:cNvPr id="15" name="">
            <a:extLst xmlns:a="http://schemas.openxmlformats.org/drawingml/2006/main">
              <a:ext uri="{FF2B5EF4-FFF2-40B4-BE49-F238E27FC236}">
                <a16:creationId xmlns:a16="http://schemas.microsoft.com/office/drawing/2014/main" id="{10314C28-485E-4EF0-90C3-5BA442FBEB23}"/>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D55F9A12-C8A6-4C47-8EB7-B165E59406FB}"/>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39C25B6F-0C87-47F3-9002-8DD93769D6D8}"/>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B2E0DF30-232F-45C8-B8C0-B5F35A165C8B}"/>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5F63E8DC-AB67-4207-859C-B2C11402A227}"/>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痛点不是「没有系统」，而是三条价值缺口：能力看不清、结论不可信、过程不可审。</a:t>
            </a:r>
          </a:p>
        </p:txBody>
      </p:sp>
      <p:sp>
        <p:nvSpPr>
          <p:cNvPr id="20" name="">
            <a:extLst xmlns:a="http://schemas.openxmlformats.org/drawingml/2006/main">
              <a:ext uri="{FF2B5EF4-FFF2-40B4-BE49-F238E27FC236}">
                <a16:creationId xmlns:a16="http://schemas.microsoft.com/office/drawing/2014/main" id="{8274258C-9897-4327-8479-0FBB9E36DCCD}"/>
              </a:ext>
            </a:extLst>
          </p:cNvPr>
          <p:cNvSpPr>
            <a:spLocks xmlns:a="http://schemas.openxmlformats.org/drawingml/2006/main" noGrp="1"/>
          </p:cNvSpPr>
          <p:nvPr/>
        </p:nvSpPr>
        <p:spPr>
          <a:xfrm xmlns:a="http://schemas.openxmlformats.org/drawingml/2006/main">
            <a:off x="285750" y="1333500"/>
            <a:ext cx="3771900" cy="4876800"/>
          </a:xfrm>
          <a:prstGeom xmlns:a="http://schemas.openxmlformats.org/drawingml/2006/main" prst="roundRect">
            <a:avLst>
              <a:gd name="adj" fmla="val 227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1" name="">
            <a:extLst xmlns:a="http://schemas.openxmlformats.org/drawingml/2006/main">
              <a:ext uri="{FF2B5EF4-FFF2-40B4-BE49-F238E27FC236}">
                <a16:creationId xmlns:a16="http://schemas.microsoft.com/office/drawing/2014/main" id="{8AAF431E-7729-4C0E-9803-5DCBF86FF391}"/>
              </a:ext>
            </a:extLst>
          </p:cNvPr>
          <p:cNvSpPr>
            <a:spLocks xmlns:a="http://schemas.openxmlformats.org/drawingml/2006/main" noGrp="1"/>
          </p:cNvSpPr>
          <p:nvPr/>
        </p:nvSpPr>
        <p:spPr>
          <a:xfrm xmlns:a="http://schemas.openxmlformats.org/drawingml/2006/main">
            <a:off x="285750" y="1333500"/>
            <a:ext cx="3771900" cy="57150"/>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013738B0-3E35-45CD-979C-0BEBA01027F3}"/>
              </a:ext>
            </a:extLst>
          </p:cNvPr>
          <p:cNvSpPr>
            <a:spLocks xmlns:a="http://schemas.openxmlformats.org/drawingml/2006/main" noGrp="1"/>
          </p:cNvSpPr>
          <p:nvPr/>
        </p:nvSpPr>
        <p:spPr>
          <a:xfrm xmlns:a="http://schemas.openxmlformats.org/drawingml/2006/main">
            <a:off x="495300" y="1524000"/>
            <a:ext cx="33909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4FD8FF"/>
                </a:solidFill>
                <a:latin typeface="微软雅黑"/>
                <a:ea typeface="微软雅黑"/>
                <a:cs typeface="微软雅黑"/>
              </a:defRPr>
            </a:pPr>
            <a:r>
              <a:rPr sz="1425" b="1">
                <a:solidFill>
                  <a:srgbClr val="4FD8FF"/>
                </a:solidFill>
                <a:latin typeface="微软雅黑"/>
                <a:ea typeface="微软雅黑"/>
                <a:cs typeface="微软雅黑"/>
              </a:rPr>
              <a:t>痛点一 </a:t>
            </a:r>
            <a:r>
              <a:rPr sz="1425" b="1">
                <a:solidFill>
                  <a:srgbClr val="4FD8FF"/>
                </a:solidFill>
                <a:latin typeface="微软雅黑"/>
                <a:ea typeface="微软雅黑"/>
                <a:cs typeface="微软雅黑"/>
              </a:rPr>
              <a:t>· </a:t>
            </a:r>
            <a:r>
              <a:rPr sz="1425" b="1">
                <a:solidFill>
                  <a:srgbClr val="4FD8FF"/>
                </a:solidFill>
                <a:latin typeface="微软雅黑"/>
                <a:ea typeface="微软雅黑"/>
                <a:cs typeface="微软雅黑"/>
              </a:rPr>
              <a:t>能力看不清</a:t>
            </a:r>
          </a:p>
        </p:txBody>
      </p:sp>
      <p:sp>
        <p:nvSpPr>
          <p:cNvPr id="23" name="">
            <a:extLst xmlns:a="http://schemas.openxmlformats.org/drawingml/2006/main">
              <a:ext uri="{FF2B5EF4-FFF2-40B4-BE49-F238E27FC236}">
                <a16:creationId xmlns:a16="http://schemas.microsoft.com/office/drawing/2014/main" id="{4E58FF00-020A-4360-A112-573952F504E1}"/>
              </a:ext>
            </a:extLst>
          </p:cNvPr>
          <p:cNvSpPr>
            <a:spLocks xmlns:a="http://schemas.openxmlformats.org/drawingml/2006/main" noGrp="1"/>
          </p:cNvSpPr>
          <p:nvPr/>
        </p:nvSpPr>
        <p:spPr>
          <a:xfrm xmlns:a="http://schemas.openxmlformats.org/drawingml/2006/main">
            <a:off x="495300" y="1866900"/>
            <a:ext cx="33909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1050" b="0">
                <a:solidFill>
                  <a:srgbClr val="FFFFFF"/>
                </a:solidFill>
                <a:latin typeface="微软雅黑"/>
                <a:ea typeface="微软雅黑"/>
                <a:cs typeface="微软雅黑"/>
              </a:defRPr>
            </a:pPr>
            <a:r>
              <a:rPr sz="1050" b="0">
                <a:solidFill>
                  <a:srgbClr val="FFFFFF"/>
                </a:solidFill>
                <a:latin typeface="微软雅黑"/>
                <a:ea typeface="微软雅黑"/>
                <a:cs typeface="微软雅黑"/>
              </a:rPr>
              <a:t>能力数据孤岛，培训投入难量化</a:t>
            </a:r>
          </a:p>
        </p:txBody>
      </p:sp>
      <p:sp>
        <p:nvSpPr>
          <p:cNvPr id="24" name="">
            <a:extLst xmlns:a="http://schemas.openxmlformats.org/drawingml/2006/main">
              <a:ext uri="{FF2B5EF4-FFF2-40B4-BE49-F238E27FC236}">
                <a16:creationId xmlns:a16="http://schemas.microsoft.com/office/drawing/2014/main" id="{876B1D88-D466-4122-B44A-321C08F836E4}"/>
              </a:ext>
            </a:extLst>
          </p:cNvPr>
          <p:cNvSpPr>
            <a:spLocks xmlns:a="http://schemas.openxmlformats.org/drawingml/2006/main" noGrp="1"/>
          </p:cNvSpPr>
          <p:nvPr/>
        </p:nvSpPr>
        <p:spPr>
          <a:xfrm xmlns:a="http://schemas.openxmlformats.org/drawingml/2006/main">
            <a:off x="495300" y="2419350"/>
            <a:ext cx="3390900" cy="1123950"/>
          </a:xfrm>
          <a:prstGeom xmlns:a="http://schemas.openxmlformats.org/drawingml/2006/main" prst="roundRect">
            <a:avLst>
              <a:gd name="adj" fmla="val 7627"/>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25" name="">
            <a:extLst xmlns:a="http://schemas.openxmlformats.org/drawingml/2006/main">
              <a:ext uri="{FF2B5EF4-FFF2-40B4-BE49-F238E27FC236}">
                <a16:creationId xmlns:a16="http://schemas.microsoft.com/office/drawing/2014/main" id="{BDE4919C-AE46-4E62-A8B7-2A6039128869}"/>
              </a:ext>
            </a:extLst>
          </p:cNvPr>
          <p:cNvSpPr>
            <a:spLocks xmlns:a="http://schemas.openxmlformats.org/drawingml/2006/main" noGrp="1"/>
          </p:cNvSpPr>
          <p:nvPr/>
        </p:nvSpPr>
        <p:spPr>
          <a:xfrm xmlns:a="http://schemas.openxmlformats.org/drawingml/2006/main">
            <a:off x="628650" y="2514600"/>
            <a:ext cx="1905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C6DDFF"/>
                </a:solidFill>
                <a:latin typeface="微软雅黑"/>
                <a:ea typeface="微软雅黑"/>
                <a:cs typeface="微软雅黑"/>
              </a:defRPr>
            </a:pPr>
            <a:r>
              <a:rPr sz="938" b="1">
                <a:solidFill>
                  <a:srgbClr val="C6DDFF"/>
                </a:solidFill>
                <a:latin typeface="微软雅黑"/>
                <a:ea typeface="微软雅黑"/>
                <a:cs typeface="微软雅黑"/>
              </a:rPr>
              <a:t>业务损失</a:t>
            </a:r>
          </a:p>
        </p:txBody>
      </p:sp>
      <p:sp>
        <p:nvSpPr>
          <p:cNvPr id="26" name="">
            <a:extLst xmlns:a="http://schemas.openxmlformats.org/drawingml/2006/main">
              <a:ext uri="{FF2B5EF4-FFF2-40B4-BE49-F238E27FC236}">
                <a16:creationId xmlns:a16="http://schemas.microsoft.com/office/drawing/2014/main" id="{AE49B849-F312-4A8C-951F-EB864646D5CD}"/>
              </a:ext>
            </a:extLst>
          </p:cNvPr>
          <p:cNvSpPr>
            <a:spLocks xmlns:a="http://schemas.openxmlformats.org/drawingml/2006/main" noGrp="1"/>
          </p:cNvSpPr>
          <p:nvPr/>
        </p:nvSpPr>
        <p:spPr>
          <a:xfrm xmlns:a="http://schemas.openxmlformats.org/drawingml/2006/main">
            <a:off x="628650" y="2743200"/>
            <a:ext cx="314325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培训年年做，却说不清「谁补上了什么能力」，投入与产出无法对应</a:t>
            </a:r>
          </a:p>
        </p:txBody>
      </p:sp>
      <p:sp>
        <p:nvSpPr>
          <p:cNvPr id="27" name="">
            <a:extLst xmlns:a="http://schemas.openxmlformats.org/drawingml/2006/main">
              <a:ext uri="{FF2B5EF4-FFF2-40B4-BE49-F238E27FC236}">
                <a16:creationId xmlns:a16="http://schemas.microsoft.com/office/drawing/2014/main" id="{234B837B-7940-416F-B9E8-2500DDFBD4D2}"/>
              </a:ext>
            </a:extLst>
          </p:cNvPr>
          <p:cNvSpPr>
            <a:spLocks xmlns:a="http://schemas.openxmlformats.org/drawingml/2006/main" noGrp="1"/>
          </p:cNvSpPr>
          <p:nvPr/>
        </p:nvSpPr>
        <p:spPr>
          <a:xfrm xmlns:a="http://schemas.openxmlformats.org/drawingml/2006/main">
            <a:off x="495300" y="3657600"/>
            <a:ext cx="3390900" cy="1123950"/>
          </a:xfrm>
          <a:prstGeom xmlns:a="http://schemas.openxmlformats.org/drawingml/2006/main" prst="roundRect">
            <a:avLst>
              <a:gd name="adj" fmla="val 7627"/>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28" name="">
            <a:extLst xmlns:a="http://schemas.openxmlformats.org/drawingml/2006/main">
              <a:ext uri="{FF2B5EF4-FFF2-40B4-BE49-F238E27FC236}">
                <a16:creationId xmlns:a16="http://schemas.microsoft.com/office/drawing/2014/main" id="{A7D61AF9-DDA2-4A70-9992-8DB2027EB763}"/>
              </a:ext>
            </a:extLst>
          </p:cNvPr>
          <p:cNvSpPr>
            <a:spLocks xmlns:a="http://schemas.openxmlformats.org/drawingml/2006/main" noGrp="1"/>
          </p:cNvSpPr>
          <p:nvPr/>
        </p:nvSpPr>
        <p:spPr>
          <a:xfrm xmlns:a="http://schemas.openxmlformats.org/drawingml/2006/main">
            <a:off x="628650" y="3752850"/>
            <a:ext cx="1905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C6DDFF"/>
                </a:solidFill>
                <a:latin typeface="微软雅黑"/>
                <a:ea typeface="微软雅黑"/>
                <a:cs typeface="微软雅黑"/>
              </a:defRPr>
            </a:pPr>
            <a:r>
              <a:rPr sz="938" b="1">
                <a:solidFill>
                  <a:srgbClr val="C6DDFF"/>
                </a:solidFill>
                <a:latin typeface="微软雅黑"/>
                <a:ea typeface="微软雅黑"/>
                <a:cs typeface="微软雅黑"/>
              </a:rPr>
              <a:t>管理风险</a:t>
            </a:r>
          </a:p>
        </p:txBody>
      </p:sp>
      <p:sp>
        <p:nvSpPr>
          <p:cNvPr id="29" name="">
            <a:extLst xmlns:a="http://schemas.openxmlformats.org/drawingml/2006/main">
              <a:ext uri="{FF2B5EF4-FFF2-40B4-BE49-F238E27FC236}">
                <a16:creationId xmlns:a16="http://schemas.microsoft.com/office/drawing/2014/main" id="{DC04C80E-3F66-458C-8702-FD5A8FB4E94C}"/>
              </a:ext>
            </a:extLst>
          </p:cNvPr>
          <p:cNvSpPr>
            <a:spLocks xmlns:a="http://schemas.openxmlformats.org/drawingml/2006/main" noGrp="1"/>
          </p:cNvSpPr>
          <p:nvPr/>
        </p:nvSpPr>
        <p:spPr>
          <a:xfrm xmlns:a="http://schemas.openxmlformats.org/drawingml/2006/main">
            <a:off x="628650" y="3981450"/>
            <a:ext cx="314325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排课靠印象、用人靠点名，关键岗位是否有备份无人能答</a:t>
            </a:r>
          </a:p>
        </p:txBody>
      </p:sp>
      <p:sp>
        <p:nvSpPr>
          <p:cNvPr id="30" name="">
            <a:extLst xmlns:a="http://schemas.openxmlformats.org/drawingml/2006/main">
              <a:ext uri="{FF2B5EF4-FFF2-40B4-BE49-F238E27FC236}">
                <a16:creationId xmlns:a16="http://schemas.microsoft.com/office/drawing/2014/main" id="{A429697D-BF8D-4297-8EA2-FE266929E26B}"/>
              </a:ext>
            </a:extLst>
          </p:cNvPr>
          <p:cNvSpPr>
            <a:spLocks xmlns:a="http://schemas.openxmlformats.org/drawingml/2006/main" noGrp="1"/>
          </p:cNvSpPr>
          <p:nvPr/>
        </p:nvSpPr>
        <p:spPr>
          <a:xfrm xmlns:a="http://schemas.openxmlformats.org/drawingml/2006/main">
            <a:off x="495300" y="4895850"/>
            <a:ext cx="3390900" cy="1123950"/>
          </a:xfrm>
          <a:prstGeom xmlns:a="http://schemas.openxmlformats.org/drawingml/2006/main" prst="roundRect">
            <a:avLst>
              <a:gd name="adj" fmla="val 7627"/>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31" name="">
            <a:extLst xmlns:a="http://schemas.openxmlformats.org/drawingml/2006/main">
              <a:ext uri="{FF2B5EF4-FFF2-40B4-BE49-F238E27FC236}">
                <a16:creationId xmlns:a16="http://schemas.microsoft.com/office/drawing/2014/main" id="{F507089B-A9FF-4926-939F-AECEA368C1A1}"/>
              </a:ext>
            </a:extLst>
          </p:cNvPr>
          <p:cNvSpPr>
            <a:spLocks xmlns:a="http://schemas.openxmlformats.org/drawingml/2006/main" noGrp="1"/>
          </p:cNvSpPr>
          <p:nvPr/>
        </p:nvSpPr>
        <p:spPr>
          <a:xfrm xmlns:a="http://schemas.openxmlformats.org/drawingml/2006/main">
            <a:off x="628650" y="4991100"/>
            <a:ext cx="1905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5FE3A1"/>
                </a:solidFill>
                <a:latin typeface="微软雅黑"/>
                <a:ea typeface="微软雅黑"/>
                <a:cs typeface="微软雅黑"/>
              </a:defRPr>
            </a:pPr>
            <a:r>
              <a:rPr sz="938" b="1">
                <a:solidFill>
                  <a:srgbClr val="5FE3A1"/>
                </a:solidFill>
                <a:latin typeface="微软雅黑"/>
                <a:ea typeface="微软雅黑"/>
                <a:cs typeface="微软雅黑"/>
              </a:rPr>
              <a:t>智能化机会</a:t>
            </a:r>
          </a:p>
        </p:txBody>
      </p:sp>
      <p:sp>
        <p:nvSpPr>
          <p:cNvPr id="32" name="">
            <a:extLst xmlns:a="http://schemas.openxmlformats.org/drawingml/2006/main">
              <a:ext uri="{FF2B5EF4-FFF2-40B4-BE49-F238E27FC236}">
                <a16:creationId xmlns:a16="http://schemas.microsoft.com/office/drawing/2014/main" id="{71834579-2F5B-4927-ACA0-A8B338536EA5}"/>
              </a:ext>
            </a:extLst>
          </p:cNvPr>
          <p:cNvSpPr>
            <a:spLocks xmlns:a="http://schemas.openxmlformats.org/drawingml/2006/main" noGrp="1"/>
          </p:cNvSpPr>
          <p:nvPr/>
        </p:nvSpPr>
        <p:spPr>
          <a:xfrm xmlns:a="http://schemas.openxmlformats.org/drawingml/2006/main">
            <a:off x="628650" y="5219700"/>
            <a:ext cx="314325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把考试、实操、证书、工单统一成结构化能力数据，让培训可量化</a:t>
            </a:r>
          </a:p>
        </p:txBody>
      </p:sp>
      <p:sp>
        <p:nvSpPr>
          <p:cNvPr id="33" name="">
            <a:extLst xmlns:a="http://schemas.openxmlformats.org/drawingml/2006/main">
              <a:ext uri="{FF2B5EF4-FFF2-40B4-BE49-F238E27FC236}">
                <a16:creationId xmlns:a16="http://schemas.microsoft.com/office/drawing/2014/main" id="{28D38803-5CC5-45B4-8B62-AC880C653439}"/>
              </a:ext>
            </a:extLst>
          </p:cNvPr>
          <p:cNvSpPr>
            <a:spLocks xmlns:a="http://schemas.openxmlformats.org/drawingml/2006/main" noGrp="1"/>
          </p:cNvSpPr>
          <p:nvPr/>
        </p:nvSpPr>
        <p:spPr>
          <a:xfrm xmlns:a="http://schemas.openxmlformats.org/drawingml/2006/main">
            <a:off x="4229100" y="1333500"/>
            <a:ext cx="3771900" cy="4876800"/>
          </a:xfrm>
          <a:prstGeom xmlns:a="http://schemas.openxmlformats.org/drawingml/2006/main" prst="roundRect">
            <a:avLst>
              <a:gd name="adj" fmla="val 227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4" name="">
            <a:extLst xmlns:a="http://schemas.openxmlformats.org/drawingml/2006/main">
              <a:ext uri="{FF2B5EF4-FFF2-40B4-BE49-F238E27FC236}">
                <a16:creationId xmlns:a16="http://schemas.microsoft.com/office/drawing/2014/main" id="{FE5731FA-80F1-435C-ADEF-BD5CB55836EA}"/>
              </a:ext>
            </a:extLst>
          </p:cNvPr>
          <p:cNvSpPr>
            <a:spLocks xmlns:a="http://schemas.openxmlformats.org/drawingml/2006/main" noGrp="1"/>
          </p:cNvSpPr>
          <p:nvPr/>
        </p:nvSpPr>
        <p:spPr>
          <a:xfrm xmlns:a="http://schemas.openxmlformats.org/drawingml/2006/main">
            <a:off x="4229100" y="1333500"/>
            <a:ext cx="3771900" cy="5715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35" name="">
            <a:extLst xmlns:a="http://schemas.openxmlformats.org/drawingml/2006/main">
              <a:ext uri="{FF2B5EF4-FFF2-40B4-BE49-F238E27FC236}">
                <a16:creationId xmlns:a16="http://schemas.microsoft.com/office/drawing/2014/main" id="{0B546C63-16C7-428A-9FDE-325C04BBEF9F}"/>
              </a:ext>
            </a:extLst>
          </p:cNvPr>
          <p:cNvSpPr>
            <a:spLocks xmlns:a="http://schemas.openxmlformats.org/drawingml/2006/main" noGrp="1"/>
          </p:cNvSpPr>
          <p:nvPr/>
        </p:nvSpPr>
        <p:spPr>
          <a:xfrm xmlns:a="http://schemas.openxmlformats.org/drawingml/2006/main">
            <a:off x="4438650" y="1524000"/>
            <a:ext cx="33909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FFD24A"/>
                </a:solidFill>
                <a:latin typeface="微软雅黑"/>
                <a:ea typeface="微软雅黑"/>
                <a:cs typeface="微软雅黑"/>
              </a:defRPr>
            </a:pPr>
            <a:r>
              <a:rPr sz="1425" b="1">
                <a:solidFill>
                  <a:srgbClr val="FFD24A"/>
                </a:solidFill>
                <a:latin typeface="微软雅黑"/>
                <a:ea typeface="微软雅黑"/>
                <a:cs typeface="微软雅黑"/>
              </a:rPr>
              <a:t>痛点二 </a:t>
            </a:r>
            <a:r>
              <a:rPr sz="1425" b="1">
                <a:solidFill>
                  <a:srgbClr val="FFD24A"/>
                </a:solidFill>
                <a:latin typeface="微软雅黑"/>
                <a:ea typeface="微软雅黑"/>
                <a:cs typeface="微软雅黑"/>
              </a:rPr>
              <a:t>· </a:t>
            </a:r>
            <a:r>
              <a:rPr sz="1425" b="1">
                <a:solidFill>
                  <a:srgbClr val="FFD24A"/>
                </a:solidFill>
                <a:latin typeface="微软雅黑"/>
                <a:ea typeface="微软雅黑"/>
                <a:cs typeface="微软雅黑"/>
              </a:rPr>
              <a:t>结论不可信</a:t>
            </a:r>
          </a:p>
        </p:txBody>
      </p:sp>
      <p:sp>
        <p:nvSpPr>
          <p:cNvPr id="36" name="">
            <a:extLst xmlns:a="http://schemas.openxmlformats.org/drawingml/2006/main">
              <a:ext uri="{FF2B5EF4-FFF2-40B4-BE49-F238E27FC236}">
                <a16:creationId xmlns:a16="http://schemas.microsoft.com/office/drawing/2014/main" id="{848B8930-0963-4D13-981C-FBE8808A5F63}"/>
              </a:ext>
            </a:extLst>
          </p:cNvPr>
          <p:cNvSpPr>
            <a:spLocks xmlns:a="http://schemas.openxmlformats.org/drawingml/2006/main" noGrp="1"/>
          </p:cNvSpPr>
          <p:nvPr/>
        </p:nvSpPr>
        <p:spPr>
          <a:xfrm xmlns:a="http://schemas.openxmlformats.org/drawingml/2006/main">
            <a:off x="4438650" y="1866900"/>
            <a:ext cx="33909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1050" b="0">
                <a:solidFill>
                  <a:srgbClr val="FFFFFF"/>
                </a:solidFill>
                <a:latin typeface="微软雅黑"/>
                <a:ea typeface="微软雅黑"/>
                <a:cs typeface="微软雅黑"/>
              </a:defRPr>
            </a:pPr>
            <a:r>
              <a:rPr sz="1050" b="0">
                <a:solidFill>
                  <a:srgbClr val="FFFFFF"/>
                </a:solidFill>
                <a:latin typeface="微软雅黑"/>
                <a:ea typeface="微软雅黑"/>
                <a:cs typeface="微软雅黑"/>
              </a:rPr>
              <a:t>通用大模型结论不可复算、断网即失效</a:t>
            </a:r>
          </a:p>
        </p:txBody>
      </p:sp>
      <p:sp>
        <p:nvSpPr>
          <p:cNvPr id="37" name="">
            <a:extLst xmlns:a="http://schemas.openxmlformats.org/drawingml/2006/main">
              <a:ext uri="{FF2B5EF4-FFF2-40B4-BE49-F238E27FC236}">
                <a16:creationId xmlns:a16="http://schemas.microsoft.com/office/drawing/2014/main" id="{3BD4164A-0494-4C77-B308-89F95EA8FFFC}"/>
              </a:ext>
            </a:extLst>
          </p:cNvPr>
          <p:cNvSpPr>
            <a:spLocks xmlns:a="http://schemas.openxmlformats.org/drawingml/2006/main" noGrp="1"/>
          </p:cNvSpPr>
          <p:nvPr/>
        </p:nvSpPr>
        <p:spPr>
          <a:xfrm xmlns:a="http://schemas.openxmlformats.org/drawingml/2006/main">
            <a:off x="4438650" y="2419350"/>
            <a:ext cx="3390900" cy="1123950"/>
          </a:xfrm>
          <a:prstGeom xmlns:a="http://schemas.openxmlformats.org/drawingml/2006/main" prst="roundRect">
            <a:avLst>
              <a:gd name="adj" fmla="val 7627"/>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38" name="">
            <a:extLst xmlns:a="http://schemas.openxmlformats.org/drawingml/2006/main">
              <a:ext uri="{FF2B5EF4-FFF2-40B4-BE49-F238E27FC236}">
                <a16:creationId xmlns:a16="http://schemas.microsoft.com/office/drawing/2014/main" id="{A9F19E56-681D-4A7A-B3A9-B835E9C200AB}"/>
              </a:ext>
            </a:extLst>
          </p:cNvPr>
          <p:cNvSpPr>
            <a:spLocks xmlns:a="http://schemas.openxmlformats.org/drawingml/2006/main" noGrp="1"/>
          </p:cNvSpPr>
          <p:nvPr/>
        </p:nvSpPr>
        <p:spPr>
          <a:xfrm xmlns:a="http://schemas.openxmlformats.org/drawingml/2006/main">
            <a:off x="4572000" y="2514600"/>
            <a:ext cx="1905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C6DDFF"/>
                </a:solidFill>
                <a:latin typeface="微软雅黑"/>
                <a:ea typeface="微软雅黑"/>
                <a:cs typeface="微软雅黑"/>
              </a:defRPr>
            </a:pPr>
            <a:r>
              <a:rPr sz="938" b="1">
                <a:solidFill>
                  <a:srgbClr val="C6DDFF"/>
                </a:solidFill>
                <a:latin typeface="微软雅黑"/>
                <a:ea typeface="微软雅黑"/>
                <a:cs typeface="微软雅黑"/>
              </a:rPr>
              <a:t>业务损失</a:t>
            </a:r>
          </a:p>
        </p:txBody>
      </p:sp>
      <p:sp>
        <p:nvSpPr>
          <p:cNvPr id="39" name="">
            <a:extLst xmlns:a="http://schemas.openxmlformats.org/drawingml/2006/main">
              <a:ext uri="{FF2B5EF4-FFF2-40B4-BE49-F238E27FC236}">
                <a16:creationId xmlns:a16="http://schemas.microsoft.com/office/drawing/2014/main" id="{F2B13047-3EAD-4931-9EA9-2B2AE85B6D88}"/>
              </a:ext>
            </a:extLst>
          </p:cNvPr>
          <p:cNvSpPr>
            <a:spLocks xmlns:a="http://schemas.openxmlformats.org/drawingml/2006/main" noGrp="1"/>
          </p:cNvSpPr>
          <p:nvPr/>
        </p:nvSpPr>
        <p:spPr>
          <a:xfrm xmlns:a="http://schemas.openxmlformats.org/drawingml/2006/main">
            <a:off x="4572000" y="2743200"/>
            <a:ext cx="314325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结论无法复算，答辩或审计时讲不清「为什么是这个人」</a:t>
            </a:r>
          </a:p>
        </p:txBody>
      </p:sp>
      <p:sp>
        <p:nvSpPr>
          <p:cNvPr id="40" name="">
            <a:extLst xmlns:a="http://schemas.openxmlformats.org/drawingml/2006/main">
              <a:ext uri="{FF2B5EF4-FFF2-40B4-BE49-F238E27FC236}">
                <a16:creationId xmlns:a16="http://schemas.microsoft.com/office/drawing/2014/main" id="{3ED9F38B-92E2-4C57-AA62-ACF4856659E5}"/>
              </a:ext>
            </a:extLst>
          </p:cNvPr>
          <p:cNvSpPr>
            <a:spLocks xmlns:a="http://schemas.openxmlformats.org/drawingml/2006/main" noGrp="1"/>
          </p:cNvSpPr>
          <p:nvPr/>
        </p:nvSpPr>
        <p:spPr>
          <a:xfrm xmlns:a="http://schemas.openxmlformats.org/drawingml/2006/main">
            <a:off x="4438650" y="3657600"/>
            <a:ext cx="3390900" cy="1123950"/>
          </a:xfrm>
          <a:prstGeom xmlns:a="http://schemas.openxmlformats.org/drawingml/2006/main" prst="roundRect">
            <a:avLst>
              <a:gd name="adj" fmla="val 7627"/>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41" name="">
            <a:extLst xmlns:a="http://schemas.openxmlformats.org/drawingml/2006/main">
              <a:ext uri="{FF2B5EF4-FFF2-40B4-BE49-F238E27FC236}">
                <a16:creationId xmlns:a16="http://schemas.microsoft.com/office/drawing/2014/main" id="{5DA138E7-13C6-4866-986B-20EDB7B82291}"/>
              </a:ext>
            </a:extLst>
          </p:cNvPr>
          <p:cNvSpPr>
            <a:spLocks xmlns:a="http://schemas.openxmlformats.org/drawingml/2006/main" noGrp="1"/>
          </p:cNvSpPr>
          <p:nvPr/>
        </p:nvSpPr>
        <p:spPr>
          <a:xfrm xmlns:a="http://schemas.openxmlformats.org/drawingml/2006/main">
            <a:off x="4572000" y="3752850"/>
            <a:ext cx="1905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C6DDFF"/>
                </a:solidFill>
                <a:latin typeface="微软雅黑"/>
                <a:ea typeface="微软雅黑"/>
                <a:cs typeface="微软雅黑"/>
              </a:defRPr>
            </a:pPr>
            <a:r>
              <a:rPr sz="938" b="1">
                <a:solidFill>
                  <a:srgbClr val="C6DDFF"/>
                </a:solidFill>
                <a:latin typeface="微软雅黑"/>
                <a:ea typeface="微软雅黑"/>
                <a:cs typeface="微软雅黑"/>
              </a:rPr>
              <a:t>管理风险</a:t>
            </a:r>
          </a:p>
        </p:txBody>
      </p:sp>
      <p:sp>
        <p:nvSpPr>
          <p:cNvPr id="42" name="">
            <a:extLst xmlns:a="http://schemas.openxmlformats.org/drawingml/2006/main">
              <a:ext uri="{FF2B5EF4-FFF2-40B4-BE49-F238E27FC236}">
                <a16:creationId xmlns:a16="http://schemas.microsoft.com/office/drawing/2014/main" id="{C242FB01-C9FD-4608-8A61-C390DC1203F0}"/>
              </a:ext>
            </a:extLst>
          </p:cNvPr>
          <p:cNvSpPr>
            <a:spLocks xmlns:a="http://schemas.openxmlformats.org/drawingml/2006/main" noGrp="1"/>
          </p:cNvSpPr>
          <p:nvPr/>
        </p:nvSpPr>
        <p:spPr>
          <a:xfrm xmlns:a="http://schemas.openxmlformats.org/drawingml/2006/main">
            <a:off x="4572000" y="3981450"/>
            <a:ext cx="314325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依赖外网模型，断网即瘫痪；输出不稳定，无法上岗使用</a:t>
            </a:r>
          </a:p>
        </p:txBody>
      </p:sp>
      <p:sp>
        <p:nvSpPr>
          <p:cNvPr id="43" name="">
            <a:extLst xmlns:a="http://schemas.openxmlformats.org/drawingml/2006/main">
              <a:ext uri="{FF2B5EF4-FFF2-40B4-BE49-F238E27FC236}">
                <a16:creationId xmlns:a16="http://schemas.microsoft.com/office/drawing/2014/main" id="{C2158B5A-9E5F-408D-89B0-88D22002334F}"/>
              </a:ext>
            </a:extLst>
          </p:cNvPr>
          <p:cNvSpPr>
            <a:spLocks xmlns:a="http://schemas.openxmlformats.org/drawingml/2006/main" noGrp="1"/>
          </p:cNvSpPr>
          <p:nvPr/>
        </p:nvSpPr>
        <p:spPr>
          <a:xfrm xmlns:a="http://schemas.openxmlformats.org/drawingml/2006/main">
            <a:off x="4438650" y="4895850"/>
            <a:ext cx="3390900" cy="1123950"/>
          </a:xfrm>
          <a:prstGeom xmlns:a="http://schemas.openxmlformats.org/drawingml/2006/main" prst="roundRect">
            <a:avLst>
              <a:gd name="adj" fmla="val 7627"/>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44" name="">
            <a:extLst xmlns:a="http://schemas.openxmlformats.org/drawingml/2006/main">
              <a:ext uri="{FF2B5EF4-FFF2-40B4-BE49-F238E27FC236}">
                <a16:creationId xmlns:a16="http://schemas.microsoft.com/office/drawing/2014/main" id="{8EA62837-B621-4ADF-B842-8588B2073539}"/>
              </a:ext>
            </a:extLst>
          </p:cNvPr>
          <p:cNvSpPr>
            <a:spLocks xmlns:a="http://schemas.openxmlformats.org/drawingml/2006/main" noGrp="1"/>
          </p:cNvSpPr>
          <p:nvPr/>
        </p:nvSpPr>
        <p:spPr>
          <a:xfrm xmlns:a="http://schemas.openxmlformats.org/drawingml/2006/main">
            <a:off x="4572000" y="4991100"/>
            <a:ext cx="1905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5FE3A1"/>
                </a:solidFill>
                <a:latin typeface="微软雅黑"/>
                <a:ea typeface="微软雅黑"/>
                <a:cs typeface="微软雅黑"/>
              </a:defRPr>
            </a:pPr>
            <a:r>
              <a:rPr sz="938" b="1">
                <a:solidFill>
                  <a:srgbClr val="5FE3A1"/>
                </a:solidFill>
                <a:latin typeface="微软雅黑"/>
                <a:ea typeface="微软雅黑"/>
                <a:cs typeface="微软雅黑"/>
              </a:rPr>
              <a:t>智能化机会</a:t>
            </a:r>
          </a:p>
        </p:txBody>
      </p:sp>
      <p:sp>
        <p:nvSpPr>
          <p:cNvPr id="45" name="">
            <a:extLst xmlns:a="http://schemas.openxmlformats.org/drawingml/2006/main">
              <a:ext uri="{FF2B5EF4-FFF2-40B4-BE49-F238E27FC236}">
                <a16:creationId xmlns:a16="http://schemas.microsoft.com/office/drawing/2014/main" id="{AA24E493-2995-457B-9599-848A521F4A0C}"/>
              </a:ext>
            </a:extLst>
          </p:cNvPr>
          <p:cNvSpPr>
            <a:spLocks xmlns:a="http://schemas.openxmlformats.org/drawingml/2006/main" noGrp="1"/>
          </p:cNvSpPr>
          <p:nvPr/>
        </p:nvSpPr>
        <p:spPr>
          <a:xfrm xmlns:a="http://schemas.openxmlformats.org/drawingml/2006/main">
            <a:off x="4572000" y="5219700"/>
            <a:ext cx="314325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规则进数据库、算子白名单求值，结论带 </a:t>
            </a:r>
            <a:r>
              <a:rPr sz="938" b="0">
                <a:solidFill>
                  <a:srgbClr val="EEF5FF"/>
                </a:solidFill>
                <a:latin typeface="微软雅黑"/>
                <a:ea typeface="微软雅黑"/>
                <a:cs typeface="微软雅黑"/>
              </a:rPr>
              <a:t>rule_code </a:t>
            </a:r>
            <a:r>
              <a:rPr sz="938" b="0">
                <a:solidFill>
                  <a:srgbClr val="EEF5FF"/>
                </a:solidFill>
                <a:latin typeface="微软雅黑"/>
                <a:ea typeface="微软雅黑"/>
                <a:cs typeface="微软雅黑"/>
              </a:rPr>
              <a:t>与依据事实，可复算</a:t>
            </a:r>
          </a:p>
        </p:txBody>
      </p:sp>
      <p:sp>
        <p:nvSpPr>
          <p:cNvPr id="46" name="">
            <a:extLst xmlns:a="http://schemas.openxmlformats.org/drawingml/2006/main">
              <a:ext uri="{FF2B5EF4-FFF2-40B4-BE49-F238E27FC236}">
                <a16:creationId xmlns:a16="http://schemas.microsoft.com/office/drawing/2014/main" id="{5A7A7383-3B17-427A-BA76-CA8A2CAD21C3}"/>
              </a:ext>
            </a:extLst>
          </p:cNvPr>
          <p:cNvSpPr>
            <a:spLocks xmlns:a="http://schemas.openxmlformats.org/drawingml/2006/main" noGrp="1"/>
          </p:cNvSpPr>
          <p:nvPr/>
        </p:nvSpPr>
        <p:spPr>
          <a:xfrm xmlns:a="http://schemas.openxmlformats.org/drawingml/2006/main">
            <a:off x="8172450" y="1333500"/>
            <a:ext cx="3771900" cy="4876800"/>
          </a:xfrm>
          <a:prstGeom xmlns:a="http://schemas.openxmlformats.org/drawingml/2006/main" prst="roundRect">
            <a:avLst>
              <a:gd name="adj" fmla="val 227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47" name="">
            <a:extLst xmlns:a="http://schemas.openxmlformats.org/drawingml/2006/main">
              <a:ext uri="{FF2B5EF4-FFF2-40B4-BE49-F238E27FC236}">
                <a16:creationId xmlns:a16="http://schemas.microsoft.com/office/drawing/2014/main" id="{5BADD5D3-D801-430C-90C5-7F7539AE54A2}"/>
              </a:ext>
            </a:extLst>
          </p:cNvPr>
          <p:cNvSpPr>
            <a:spLocks xmlns:a="http://schemas.openxmlformats.org/drawingml/2006/main" noGrp="1"/>
          </p:cNvSpPr>
          <p:nvPr/>
        </p:nvSpPr>
        <p:spPr>
          <a:xfrm xmlns:a="http://schemas.openxmlformats.org/drawingml/2006/main">
            <a:off x="8172450" y="1333500"/>
            <a:ext cx="3771900" cy="57150"/>
          </a:xfrm>
          <a:prstGeom xmlns:a="http://schemas.openxmlformats.org/drawingml/2006/main" prst="rect">
            <a:avLst/>
          </a:prstGeom>
          <a:solidFill xmlns:a="http://schemas.openxmlformats.org/drawingml/2006/main">
            <a:srgbClr val="B7A6FF"/>
          </a:solidFill>
          <a:ln xmlns:a="http://schemas.openxmlformats.org/drawingml/2006/main">
            <a:noFill/>
          </a:ln>
        </p:spPr>
      </p:sp>
      <p:sp>
        <p:nvSpPr>
          <p:cNvPr id="48" name="">
            <a:extLst xmlns:a="http://schemas.openxmlformats.org/drawingml/2006/main">
              <a:ext uri="{FF2B5EF4-FFF2-40B4-BE49-F238E27FC236}">
                <a16:creationId xmlns:a16="http://schemas.microsoft.com/office/drawing/2014/main" id="{25688799-7785-4894-9E1D-3BCEED9E4060}"/>
              </a:ext>
            </a:extLst>
          </p:cNvPr>
          <p:cNvSpPr>
            <a:spLocks xmlns:a="http://schemas.openxmlformats.org/drawingml/2006/main" noGrp="1"/>
          </p:cNvSpPr>
          <p:nvPr/>
        </p:nvSpPr>
        <p:spPr>
          <a:xfrm xmlns:a="http://schemas.openxmlformats.org/drawingml/2006/main">
            <a:off x="8382000" y="1524000"/>
            <a:ext cx="33909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B7A6FF"/>
                </a:solidFill>
                <a:latin typeface="微软雅黑"/>
                <a:ea typeface="微软雅黑"/>
                <a:cs typeface="微软雅黑"/>
              </a:defRPr>
            </a:pPr>
            <a:r>
              <a:rPr sz="1425" b="1">
                <a:solidFill>
                  <a:srgbClr val="B7A6FF"/>
                </a:solidFill>
                <a:latin typeface="微软雅黑"/>
                <a:ea typeface="微软雅黑"/>
                <a:cs typeface="微软雅黑"/>
              </a:rPr>
              <a:t>痛点三 </a:t>
            </a:r>
            <a:r>
              <a:rPr sz="1425" b="1">
                <a:solidFill>
                  <a:srgbClr val="B7A6FF"/>
                </a:solidFill>
                <a:latin typeface="微软雅黑"/>
                <a:ea typeface="微软雅黑"/>
                <a:cs typeface="微软雅黑"/>
              </a:rPr>
              <a:t>· </a:t>
            </a:r>
            <a:r>
              <a:rPr sz="1425" b="1">
                <a:solidFill>
                  <a:srgbClr val="B7A6FF"/>
                </a:solidFill>
                <a:latin typeface="微软雅黑"/>
                <a:ea typeface="微软雅黑"/>
                <a:cs typeface="微软雅黑"/>
              </a:rPr>
              <a:t>过程不可审</a:t>
            </a:r>
          </a:p>
        </p:txBody>
      </p:sp>
      <p:sp>
        <p:nvSpPr>
          <p:cNvPr id="49" name="">
            <a:extLst xmlns:a="http://schemas.openxmlformats.org/drawingml/2006/main">
              <a:ext uri="{FF2B5EF4-FFF2-40B4-BE49-F238E27FC236}">
                <a16:creationId xmlns:a16="http://schemas.microsoft.com/office/drawing/2014/main" id="{110578F5-5BDE-4A62-A749-8F7208A75384}"/>
              </a:ext>
            </a:extLst>
          </p:cNvPr>
          <p:cNvSpPr>
            <a:spLocks xmlns:a="http://schemas.openxmlformats.org/drawingml/2006/main" noGrp="1"/>
          </p:cNvSpPr>
          <p:nvPr/>
        </p:nvSpPr>
        <p:spPr>
          <a:xfrm xmlns:a="http://schemas.openxmlformats.org/drawingml/2006/main">
            <a:off x="8382000" y="1866900"/>
            <a:ext cx="33909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1050" b="0">
                <a:solidFill>
                  <a:srgbClr val="FFFFFF"/>
                </a:solidFill>
                <a:latin typeface="微软雅黑"/>
                <a:ea typeface="微软雅黑"/>
                <a:cs typeface="微软雅黑"/>
              </a:defRPr>
            </a:pPr>
            <a:r>
              <a:rPr sz="1050" b="0">
                <a:solidFill>
                  <a:srgbClr val="FFFFFF"/>
                </a:solidFill>
                <a:latin typeface="微软雅黑"/>
                <a:ea typeface="微软雅黑"/>
                <a:cs typeface="微软雅黑"/>
              </a:rPr>
              <a:t>建议、确认、执行、回滚没有留痕</a:t>
            </a:r>
          </a:p>
        </p:txBody>
      </p:sp>
      <p:sp>
        <p:nvSpPr>
          <p:cNvPr id="50" name="">
            <a:extLst xmlns:a="http://schemas.openxmlformats.org/drawingml/2006/main">
              <a:ext uri="{FF2B5EF4-FFF2-40B4-BE49-F238E27FC236}">
                <a16:creationId xmlns:a16="http://schemas.microsoft.com/office/drawing/2014/main" id="{E8C5BF07-2AD1-4405-B673-CBEEC5DC9EFE}"/>
              </a:ext>
            </a:extLst>
          </p:cNvPr>
          <p:cNvSpPr>
            <a:spLocks xmlns:a="http://schemas.openxmlformats.org/drawingml/2006/main" noGrp="1"/>
          </p:cNvSpPr>
          <p:nvPr/>
        </p:nvSpPr>
        <p:spPr>
          <a:xfrm xmlns:a="http://schemas.openxmlformats.org/drawingml/2006/main">
            <a:off x="8382000" y="2419350"/>
            <a:ext cx="3390900" cy="1123950"/>
          </a:xfrm>
          <a:prstGeom xmlns:a="http://schemas.openxmlformats.org/drawingml/2006/main" prst="roundRect">
            <a:avLst>
              <a:gd name="adj" fmla="val 7627"/>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51" name="">
            <a:extLst xmlns:a="http://schemas.openxmlformats.org/drawingml/2006/main">
              <a:ext uri="{FF2B5EF4-FFF2-40B4-BE49-F238E27FC236}">
                <a16:creationId xmlns:a16="http://schemas.microsoft.com/office/drawing/2014/main" id="{151EB9AA-AA97-410F-8AD6-3CD34DB1BF2B}"/>
              </a:ext>
            </a:extLst>
          </p:cNvPr>
          <p:cNvSpPr>
            <a:spLocks xmlns:a="http://schemas.openxmlformats.org/drawingml/2006/main" noGrp="1"/>
          </p:cNvSpPr>
          <p:nvPr/>
        </p:nvSpPr>
        <p:spPr>
          <a:xfrm xmlns:a="http://schemas.openxmlformats.org/drawingml/2006/main">
            <a:off x="8515350" y="2514600"/>
            <a:ext cx="1905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C6DDFF"/>
                </a:solidFill>
                <a:latin typeface="微软雅黑"/>
                <a:ea typeface="微软雅黑"/>
                <a:cs typeface="微软雅黑"/>
              </a:defRPr>
            </a:pPr>
            <a:r>
              <a:rPr sz="938" b="1">
                <a:solidFill>
                  <a:srgbClr val="C6DDFF"/>
                </a:solidFill>
                <a:latin typeface="微软雅黑"/>
                <a:ea typeface="微软雅黑"/>
                <a:cs typeface="微软雅黑"/>
              </a:rPr>
              <a:t>业务损失</a:t>
            </a:r>
          </a:p>
        </p:txBody>
      </p:sp>
      <p:sp>
        <p:nvSpPr>
          <p:cNvPr id="52" name="">
            <a:extLst xmlns:a="http://schemas.openxmlformats.org/drawingml/2006/main">
              <a:ext uri="{FF2B5EF4-FFF2-40B4-BE49-F238E27FC236}">
                <a16:creationId xmlns:a16="http://schemas.microsoft.com/office/drawing/2014/main" id="{20E46B99-D12D-4DCC-A641-F1E0FC86E68E}"/>
              </a:ext>
            </a:extLst>
          </p:cNvPr>
          <p:cNvSpPr>
            <a:spLocks xmlns:a="http://schemas.openxmlformats.org/drawingml/2006/main" noGrp="1"/>
          </p:cNvSpPr>
          <p:nvPr/>
        </p:nvSpPr>
        <p:spPr>
          <a:xfrm xmlns:a="http://schemas.openxmlformats.org/drawingml/2006/main">
            <a:off x="8515350" y="2743200"/>
            <a:ext cx="314325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建议由谁提出、谁采纳、谁执行，事后无法界定责任</a:t>
            </a:r>
          </a:p>
        </p:txBody>
      </p:sp>
      <p:sp>
        <p:nvSpPr>
          <p:cNvPr id="53" name="">
            <a:extLst xmlns:a="http://schemas.openxmlformats.org/drawingml/2006/main">
              <a:ext uri="{FF2B5EF4-FFF2-40B4-BE49-F238E27FC236}">
                <a16:creationId xmlns:a16="http://schemas.microsoft.com/office/drawing/2014/main" id="{EBD43298-2467-4717-9171-EC2BA73B1CFD}"/>
              </a:ext>
            </a:extLst>
          </p:cNvPr>
          <p:cNvSpPr>
            <a:spLocks xmlns:a="http://schemas.openxmlformats.org/drawingml/2006/main" noGrp="1"/>
          </p:cNvSpPr>
          <p:nvPr/>
        </p:nvSpPr>
        <p:spPr>
          <a:xfrm xmlns:a="http://schemas.openxmlformats.org/drawingml/2006/main">
            <a:off x="8382000" y="3657600"/>
            <a:ext cx="3390900" cy="1123950"/>
          </a:xfrm>
          <a:prstGeom xmlns:a="http://schemas.openxmlformats.org/drawingml/2006/main" prst="roundRect">
            <a:avLst>
              <a:gd name="adj" fmla="val 7627"/>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54" name="">
            <a:extLst xmlns:a="http://schemas.openxmlformats.org/drawingml/2006/main">
              <a:ext uri="{FF2B5EF4-FFF2-40B4-BE49-F238E27FC236}">
                <a16:creationId xmlns:a16="http://schemas.microsoft.com/office/drawing/2014/main" id="{132C91CB-01AB-4858-958C-9B4915C489FA}"/>
              </a:ext>
            </a:extLst>
          </p:cNvPr>
          <p:cNvSpPr>
            <a:spLocks xmlns:a="http://schemas.openxmlformats.org/drawingml/2006/main" noGrp="1"/>
          </p:cNvSpPr>
          <p:nvPr/>
        </p:nvSpPr>
        <p:spPr>
          <a:xfrm xmlns:a="http://schemas.openxmlformats.org/drawingml/2006/main">
            <a:off x="8515350" y="3752850"/>
            <a:ext cx="1905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C6DDFF"/>
                </a:solidFill>
                <a:latin typeface="微软雅黑"/>
                <a:ea typeface="微软雅黑"/>
                <a:cs typeface="微软雅黑"/>
              </a:defRPr>
            </a:pPr>
            <a:r>
              <a:rPr sz="938" b="1">
                <a:solidFill>
                  <a:srgbClr val="C6DDFF"/>
                </a:solidFill>
                <a:latin typeface="微软雅黑"/>
                <a:ea typeface="微软雅黑"/>
                <a:cs typeface="微软雅黑"/>
              </a:rPr>
              <a:t>管理风险</a:t>
            </a:r>
          </a:p>
        </p:txBody>
      </p:sp>
      <p:sp>
        <p:nvSpPr>
          <p:cNvPr id="55" name="">
            <a:extLst xmlns:a="http://schemas.openxmlformats.org/drawingml/2006/main">
              <a:ext uri="{FF2B5EF4-FFF2-40B4-BE49-F238E27FC236}">
                <a16:creationId xmlns:a16="http://schemas.microsoft.com/office/drawing/2014/main" id="{DEF4C85A-FBF1-44FA-8597-F2593C7E424D}"/>
              </a:ext>
            </a:extLst>
          </p:cNvPr>
          <p:cNvSpPr>
            <a:spLocks xmlns:a="http://schemas.openxmlformats.org/drawingml/2006/main" noGrp="1"/>
          </p:cNvSpPr>
          <p:nvPr/>
        </p:nvSpPr>
        <p:spPr>
          <a:xfrm xmlns:a="http://schemas.openxmlformats.org/drawingml/2006/main">
            <a:off x="8515350" y="3981450"/>
            <a:ext cx="314325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缺乏审计链，心理与关怀数据也无隔离手段</a:t>
            </a:r>
          </a:p>
        </p:txBody>
      </p:sp>
      <p:sp>
        <p:nvSpPr>
          <p:cNvPr id="56" name="">
            <a:extLst xmlns:a="http://schemas.openxmlformats.org/drawingml/2006/main">
              <a:ext uri="{FF2B5EF4-FFF2-40B4-BE49-F238E27FC236}">
                <a16:creationId xmlns:a16="http://schemas.microsoft.com/office/drawing/2014/main" id="{7A090602-AA24-44E2-80EE-72C5829A9DB3}"/>
              </a:ext>
            </a:extLst>
          </p:cNvPr>
          <p:cNvSpPr>
            <a:spLocks xmlns:a="http://schemas.openxmlformats.org/drawingml/2006/main" noGrp="1"/>
          </p:cNvSpPr>
          <p:nvPr/>
        </p:nvSpPr>
        <p:spPr>
          <a:xfrm xmlns:a="http://schemas.openxmlformats.org/drawingml/2006/main">
            <a:off x="8382000" y="4895850"/>
            <a:ext cx="3390900" cy="1123950"/>
          </a:xfrm>
          <a:prstGeom xmlns:a="http://schemas.openxmlformats.org/drawingml/2006/main" prst="roundRect">
            <a:avLst>
              <a:gd name="adj" fmla="val 7627"/>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57" name="">
            <a:extLst xmlns:a="http://schemas.openxmlformats.org/drawingml/2006/main">
              <a:ext uri="{FF2B5EF4-FFF2-40B4-BE49-F238E27FC236}">
                <a16:creationId xmlns:a16="http://schemas.microsoft.com/office/drawing/2014/main" id="{4C29081A-AE44-4714-B7E2-32D765B04902}"/>
              </a:ext>
            </a:extLst>
          </p:cNvPr>
          <p:cNvSpPr>
            <a:spLocks xmlns:a="http://schemas.openxmlformats.org/drawingml/2006/main" noGrp="1"/>
          </p:cNvSpPr>
          <p:nvPr/>
        </p:nvSpPr>
        <p:spPr>
          <a:xfrm xmlns:a="http://schemas.openxmlformats.org/drawingml/2006/main">
            <a:off x="8515350" y="4991100"/>
            <a:ext cx="1905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5FE3A1"/>
                </a:solidFill>
                <a:latin typeface="微软雅黑"/>
                <a:ea typeface="微软雅黑"/>
                <a:cs typeface="微软雅黑"/>
              </a:defRPr>
            </a:pPr>
            <a:r>
              <a:rPr sz="938" b="1">
                <a:solidFill>
                  <a:srgbClr val="5FE3A1"/>
                </a:solidFill>
                <a:latin typeface="微软雅黑"/>
                <a:ea typeface="微软雅黑"/>
                <a:cs typeface="微软雅黑"/>
              </a:rPr>
              <a:t>智能化机会</a:t>
            </a:r>
          </a:p>
        </p:txBody>
      </p:sp>
      <p:sp>
        <p:nvSpPr>
          <p:cNvPr id="58" name="">
            <a:extLst xmlns:a="http://schemas.openxmlformats.org/drawingml/2006/main">
              <a:ext uri="{FF2B5EF4-FFF2-40B4-BE49-F238E27FC236}">
                <a16:creationId xmlns:a16="http://schemas.microsoft.com/office/drawing/2014/main" id="{A81D4F8D-2600-4353-B371-A178ECB03D29}"/>
              </a:ext>
            </a:extLst>
          </p:cNvPr>
          <p:cNvSpPr>
            <a:spLocks xmlns:a="http://schemas.openxmlformats.org/drawingml/2006/main" noGrp="1"/>
          </p:cNvSpPr>
          <p:nvPr/>
        </p:nvSpPr>
        <p:spPr>
          <a:xfrm xmlns:a="http://schemas.openxmlformats.org/drawingml/2006/main">
            <a:off x="8515350" y="5219700"/>
            <a:ext cx="314325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建议写 </a:t>
            </a:r>
            <a:r>
              <a:rPr sz="938" b="0">
                <a:solidFill>
                  <a:srgbClr val="EEF5FF"/>
                </a:solidFill>
                <a:latin typeface="微软雅黑"/>
                <a:ea typeface="微软雅黑"/>
                <a:cs typeface="微软雅黑"/>
              </a:rPr>
              <a:t>agent_suggestion</a:t>
            </a:r>
            <a:r>
              <a:rPr sz="938" b="0">
                <a:solidFill>
                  <a:srgbClr val="EEF5FF"/>
                </a:solidFill>
                <a:latin typeface="微软雅黑"/>
                <a:ea typeface="微软雅黑"/>
                <a:cs typeface="微软雅黑"/>
              </a:rPr>
              <a:t>、确认写 </a:t>
            </a:r>
            <a:r>
              <a:rPr sz="938" b="0">
                <a:solidFill>
                  <a:srgbClr val="EEF5FF"/>
                </a:solidFill>
                <a:latin typeface="微软雅黑"/>
                <a:ea typeface="微软雅黑"/>
                <a:cs typeface="微软雅黑"/>
              </a:rPr>
              <a:t>decision_log</a:t>
            </a:r>
            <a:r>
              <a:rPr sz="938" b="0">
                <a:solidFill>
                  <a:srgbClr val="EEF5FF"/>
                </a:solidFill>
                <a:latin typeface="微软雅黑"/>
                <a:ea typeface="微软雅黑"/>
                <a:cs typeface="微软雅黑"/>
              </a:rPr>
              <a:t>，三表用同一 </a:t>
            </a:r>
            <a:r>
              <a:rPr sz="938" b="0">
                <a:solidFill>
                  <a:srgbClr val="EEF5FF"/>
                </a:solidFill>
                <a:latin typeface="微软雅黑"/>
                <a:ea typeface="微软雅黑"/>
                <a:cs typeface="微软雅黑"/>
              </a:rPr>
              <a:t>run_id </a:t>
            </a:r>
            <a:r>
              <a:rPr sz="938" b="0">
                <a:solidFill>
                  <a:srgbClr val="EEF5FF"/>
                </a:solidFill>
                <a:latin typeface="微软雅黑"/>
                <a:ea typeface="微软雅黑"/>
                <a:cs typeface="微软雅黑"/>
              </a:rPr>
              <a:t>串起</a:t>
            </a:r>
          </a:p>
        </p:txBody>
      </p:sp>
      <p:sp>
        <p:nvSpPr>
          <p:cNvPr id="59" name="">
            <a:extLst xmlns:a="http://schemas.openxmlformats.org/drawingml/2006/main">
              <a:ext uri="{FF2B5EF4-FFF2-40B4-BE49-F238E27FC236}">
                <a16:creationId xmlns:a16="http://schemas.microsoft.com/office/drawing/2014/main" id="{69052AB7-C56B-421E-97DF-283F5BAACD8F}"/>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60" name="">
            <a:extLst xmlns:a="http://schemas.openxmlformats.org/drawingml/2006/main">
              <a:ext uri="{FF2B5EF4-FFF2-40B4-BE49-F238E27FC236}">
                <a16:creationId xmlns:a16="http://schemas.microsoft.com/office/drawing/2014/main" id="{D19AF829-F46F-4A83-9D5C-2DEE2127590A}"/>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61" name="">
            <a:extLst xmlns:a="http://schemas.openxmlformats.org/drawingml/2006/main">
              <a:ext uri="{FF2B5EF4-FFF2-40B4-BE49-F238E27FC236}">
                <a16:creationId xmlns:a16="http://schemas.microsoft.com/office/drawing/2014/main" id="{5D6CE425-D261-46C8-9152-2440FE50E5A1}"/>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62" name="">
            <a:extLst xmlns:a="http://schemas.openxmlformats.org/drawingml/2006/main">
              <a:ext uri="{FF2B5EF4-FFF2-40B4-BE49-F238E27FC236}">
                <a16:creationId xmlns:a16="http://schemas.microsoft.com/office/drawing/2014/main" id="{E4D6466D-DF11-4B28-BE02-57D30E1991F1}"/>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63" name="">
            <a:extLst xmlns:a="http://schemas.openxmlformats.org/drawingml/2006/main">
              <a:ext uri="{FF2B5EF4-FFF2-40B4-BE49-F238E27FC236}">
                <a16:creationId xmlns:a16="http://schemas.microsoft.com/office/drawing/2014/main" id="{99F0FC39-5C4A-450F-9514-384D9F72593E}"/>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10</a:t>
            </a:r>
          </a:p>
        </p:txBody>
      </p:sp>
    </p:spTree>
    <p:extLst>
      <p:ext uri="{BB962C8B-B14F-4D97-AF65-F5344CB8AC3E}">
        <p14:creationId xmlns:p14="http://schemas.microsoft.com/office/powerpoint/2010/main" val="708892155"/>
      </p:ext>
    </p:extLst>
  </p:cSld>
</p:sld>
</file>

<file path=ppt/slides/slide11.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61d0865683084dfa"/>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4F94A7B-1B65-4825-952E-9E79773AF76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4837F4E2-DFD3-4140-90F2-DDC9A4CBBB56}"/>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3CAD982C-6568-4FF1-A487-502A00A09896}"/>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E20F41A1-9BA4-4982-B1B2-1ED66F5CF7CC}"/>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0B937960-EE7F-4AE6-955E-D353D71A4606}"/>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24C264B5-FA24-4F8C-A8E0-96051E47D195}"/>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7EBA1B4A-49B5-4983-A71C-FE0AFB450C9C}"/>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E93A1D20-4BD3-479C-8074-706EF9E2A9CE}"/>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402AA6A3-98BC-4EC5-ACBC-B3F2CCC0857F}"/>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4FD8FF">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B473F72E-7804-4330-B836-26B0AFD215D1}"/>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4FD8FF">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D9FF3840-DDC4-4CB5-9586-D67BF442D88D}"/>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8675BDDB-FD5D-4DC3-B5D0-F79DC11FC9F8}"/>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4FD8FF"/>
                </a:solidFill>
                <a:latin typeface="微软雅黑"/>
                <a:ea typeface="微软雅黑"/>
                <a:cs typeface="微软雅黑"/>
              </a:defRPr>
            </a:pPr>
            <a:r>
              <a:rPr sz="863" b="1" spc="1">
                <a:solidFill>
                  <a:srgbClr val="4FD8FF"/>
                </a:solidFill>
                <a:latin typeface="微软雅黑"/>
                <a:ea typeface="微软雅黑"/>
                <a:cs typeface="微软雅黑"/>
              </a:rPr>
              <a:t>01　</a:t>
            </a:r>
            <a:r>
              <a:rPr sz="863" b="1" spc="1">
                <a:solidFill>
                  <a:srgbClr val="4FD8FF"/>
                </a:solidFill>
                <a:latin typeface="微软雅黑"/>
                <a:ea typeface="微软雅黑"/>
                <a:cs typeface="微软雅黑"/>
              </a:rPr>
              <a:t>项目背景</a:t>
            </a:r>
          </a:p>
        </p:txBody>
      </p:sp>
      <p:sp>
        <p:nvSpPr>
          <p:cNvPr id="14" name="">
            <a:extLst xmlns:a="http://schemas.openxmlformats.org/drawingml/2006/main">
              <a:ext uri="{FF2B5EF4-FFF2-40B4-BE49-F238E27FC236}">
                <a16:creationId xmlns:a16="http://schemas.microsoft.com/office/drawing/2014/main" id="{77100E22-DC6C-4B9F-BB42-8CA04FE5E609}"/>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现有方案对标</a:t>
            </a:r>
          </a:p>
        </p:txBody>
      </p:sp>
      <p:sp>
        <p:nvSpPr>
          <p:cNvPr id="15" name="">
            <a:extLst xmlns:a="http://schemas.openxmlformats.org/drawingml/2006/main">
              <a:ext uri="{FF2B5EF4-FFF2-40B4-BE49-F238E27FC236}">
                <a16:creationId xmlns:a16="http://schemas.microsoft.com/office/drawing/2014/main" id="{1AD02F75-5C24-48DD-9115-681528474263}"/>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1B9D7B06-F230-4D18-A200-2386B65E596D}"/>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EDC7364F-6E07-44F5-8D04-125A12A06899}"/>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292A4AF6-ED3F-477B-BC26-30837D66CA2B}"/>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43D0AC89-56DF-41A3-9AB6-3BFFB2D2EC01}"/>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通用 </a:t>
            </a:r>
            <a:r>
              <a:rPr sz="1238">
                <a:solidFill>
                  <a:srgbClr val="FFFFFF"/>
                </a:solidFill>
                <a:latin typeface="微软雅黑"/>
                <a:ea typeface="微软雅黑"/>
                <a:cs typeface="微软雅黑"/>
              </a:rPr>
              <a:t>LMS </a:t>
            </a:r>
            <a:r>
              <a:rPr sz="1238">
                <a:solidFill>
                  <a:srgbClr val="FFFFFF"/>
                </a:solidFill>
                <a:latin typeface="微软雅黑"/>
                <a:ea typeface="微软雅黑"/>
                <a:cs typeface="微软雅黑"/>
              </a:rPr>
              <a:t>只有总分、通用大模型只有文本；我们要的是「可复算的能力结论」。</a:t>
            </a:r>
          </a:p>
        </p:txBody>
      </p:sp>
      <p:graphicFrame>
        <p:nvGraphicFramePr>
          <p:cNvPr id="49" name=""/>
          <p:cNvGraphicFramePr/>
          <p:nvPr/>
        </p:nvGraphicFramePr>
        <p:xfrm>
          <a:off xmlns:a="http://schemas.openxmlformats.org/drawingml/2006/main" x="285750" y="1333500"/>
          <a:ext xmlns:a="http://schemas.openxmlformats.org/drawingml/2006/main" cx="11620500" cy="4953000"/>
        </p:xfrm>
        <a:graphic xmlns:a="http://schemas.openxmlformats.org/drawingml/2006/main">
          <a:graphicData uri="http://schemas.openxmlformats.org/drawingml/2006/table">
            <a:tbl>
              <a:tblPr/>
              <a:tblGrid>
                <a:gridCol w="2515778"/>
                <a:gridCol w="2755376"/>
                <a:gridCol w="2755376"/>
                <a:gridCol w="3593969"/>
              </a:tblGrid>
              <a:tr h="381000">
                <a:tc>
                  <a:txBody>
                    <a:bodyPr/>
                    <a:lstStyle/>
                    <a:p>
                      <a:r>
                        <a:rPr sz="1050" b="1">
                          <a:solidFill>
                            <a:srgbClr val="FFFFFF"/>
                          </a:solidFill>
                          <a:latin typeface="微软雅黑"/>
                          <a:ea typeface="微软雅黑"/>
                          <a:cs typeface="微软雅黑"/>
                        </a:rPr>
                        <a:t>对比维度</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1A6AC0"/>
                    </a:solidFill>
                  </a:tcPr>
                </a:tc>
                <a:tc>
                  <a:txBody>
                    <a:bodyPr/>
                    <a:lstStyle/>
                    <a:p>
                      <a:r>
                        <a:rPr sz="1050" b="1">
                          <a:solidFill>
                            <a:srgbClr val="FFFFFF"/>
                          </a:solidFill>
                          <a:latin typeface="微软雅黑"/>
                          <a:ea typeface="微软雅黑"/>
                          <a:cs typeface="微软雅黑"/>
                        </a:rPr>
                        <a:t>传统 LMS / 线下培训</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1A6AC0"/>
                    </a:solidFill>
                  </a:tcPr>
                </a:tc>
                <a:tc>
                  <a:txBody>
                    <a:bodyPr/>
                    <a:lstStyle/>
                    <a:p>
                      <a:r>
                        <a:rPr sz="1050" b="1">
                          <a:solidFill>
                            <a:srgbClr val="FFFFFF"/>
                          </a:solidFill>
                          <a:latin typeface="微软雅黑"/>
                          <a:ea typeface="微软雅黑"/>
                          <a:cs typeface="微软雅黑"/>
                        </a:rPr>
                        <a:t>通用大模型直接出结论</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1A6AC0"/>
                    </a:solidFill>
                  </a:tcPr>
                </a:tc>
                <a:tc>
                  <a:txBody>
                    <a:bodyPr/>
                    <a:lstStyle/>
                    <a:p>
                      <a:r>
                        <a:rPr sz="1050" b="1">
                          <a:solidFill>
                            <a:srgbClr val="FFFFFF"/>
                          </a:solidFill>
                          <a:latin typeface="微软雅黑"/>
                          <a:ea typeface="微软雅黑"/>
                          <a:cs typeface="微软雅黑"/>
                        </a:rPr>
                        <a:t>工业智训（本系统）</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1A6AC0"/>
                    </a:solidFill>
                  </a:tcPr>
                </a:tc>
              </a:tr>
              <a:tr h="495300">
                <a:tc>
                  <a:txBody>
                    <a:bodyPr/>
                    <a:lstStyle/>
                    <a:p>
                      <a:r>
                        <a:rPr sz="938" b="1">
                          <a:solidFill>
                            <a:srgbClr val="4FD8FF"/>
                          </a:solidFill>
                          <a:latin typeface="微软雅黑"/>
                          <a:ea typeface="微软雅黑"/>
                          <a:cs typeface="微软雅黑"/>
                        </a:rPr>
                        <a:t>数据结构</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900">
                          <a:solidFill>
                            <a:srgbClr val="C6DDFF"/>
                          </a:solidFill>
                          <a:latin typeface="微软雅黑"/>
                          <a:ea typeface="微软雅黑"/>
                          <a:cs typeface="微软雅黑"/>
                        </a:rPr>
                        <a:t>只有总分与进度，没有能力项</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a:solidFill>
                            <a:srgbClr val="C6DDFF"/>
                          </a:solidFill>
                          <a:latin typeface="微软雅黑"/>
                          <a:ea typeface="微软雅黑"/>
                          <a:cs typeface="微软雅黑"/>
                        </a:rPr>
                        <a:t>只有自然语言，结论不可落库</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b="1">
                          <a:solidFill>
                            <a:srgbClr val="FFFFFF"/>
                          </a:solidFill>
                          <a:latin typeface="微软雅黑"/>
                          <a:ea typeface="微软雅黑"/>
                          <a:cs typeface="微软雅黑"/>
                        </a:rPr>
                        <a:t>53 张表，能力项 / 事实 / 结论全部结构化</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C4489"/>
                    </a:solidFill>
                  </a:tcPr>
                </a:tc>
              </a:tr>
              <a:tr h="495300">
                <a:tc>
                  <a:txBody>
                    <a:bodyPr/>
                    <a:lstStyle/>
                    <a:p>
                      <a:r>
                        <a:rPr sz="938" b="1">
                          <a:solidFill>
                            <a:srgbClr val="4FD8FF"/>
                          </a:solidFill>
                          <a:latin typeface="微软雅黑"/>
                          <a:ea typeface="微软雅黑"/>
                          <a:cs typeface="微软雅黑"/>
                        </a:rPr>
                        <a:t>决策方式</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900">
                          <a:solidFill>
                            <a:srgbClr val="C6DDFF"/>
                          </a:solidFill>
                          <a:latin typeface="微软雅黑"/>
                          <a:ea typeface="微软雅黑"/>
                          <a:cs typeface="微软雅黑"/>
                        </a:rPr>
                        <a:t>靠人读数据再拍板</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a:solidFill>
                            <a:srgbClr val="C6DDFF"/>
                          </a:solidFill>
                          <a:latin typeface="微软雅黑"/>
                          <a:ea typeface="微软雅黑"/>
                          <a:cs typeface="微软雅黑"/>
                        </a:rPr>
                        <a:t>由模型直接生成结论</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b="1">
                          <a:solidFill>
                            <a:srgbClr val="FFFFFF"/>
                          </a:solidFill>
                          <a:latin typeface="微软雅黑"/>
                          <a:ea typeface="微软雅黑"/>
                          <a:cs typeface="微软雅黑"/>
                        </a:rPr>
                        <a:t>规则引擎确定性匹配，同输入必同输出</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C4489"/>
                    </a:solidFill>
                  </a:tcPr>
                </a:tc>
              </a:tr>
              <a:tr h="495300">
                <a:tc>
                  <a:txBody>
                    <a:bodyPr/>
                    <a:lstStyle/>
                    <a:p>
                      <a:r>
                        <a:rPr sz="938" b="1">
                          <a:solidFill>
                            <a:srgbClr val="4FD8FF"/>
                          </a:solidFill>
                          <a:latin typeface="微软雅黑"/>
                          <a:ea typeface="微软雅黑"/>
                          <a:cs typeface="微软雅黑"/>
                        </a:rPr>
                        <a:t>结论可解释</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900">
                          <a:solidFill>
                            <a:srgbClr val="C6DDFF"/>
                          </a:solidFill>
                          <a:latin typeface="微软雅黑"/>
                          <a:ea typeface="微软雅黑"/>
                          <a:cs typeface="微软雅黑"/>
                        </a:rPr>
                        <a:t>无法说明依据</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a:solidFill>
                            <a:srgbClr val="C6DDFF"/>
                          </a:solidFill>
                          <a:latin typeface="微软雅黑"/>
                          <a:ea typeface="微软雅黑"/>
                          <a:cs typeface="微软雅黑"/>
                        </a:rPr>
                        <a:t>无法说明依据，易编造</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b="1">
                          <a:solidFill>
                            <a:srgbClr val="FFFFFF"/>
                          </a:solidFill>
                          <a:latin typeface="微软雅黑"/>
                          <a:ea typeface="微软雅黑"/>
                          <a:cs typeface="微软雅黑"/>
                        </a:rPr>
                        <a:t>每条结论带 rule_code、依据事实与置信度</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C4489"/>
                    </a:solidFill>
                  </a:tcPr>
                </a:tc>
              </a:tr>
              <a:tr h="495300">
                <a:tc>
                  <a:txBody>
                    <a:bodyPr/>
                    <a:lstStyle/>
                    <a:p>
                      <a:r>
                        <a:rPr sz="938" b="1">
                          <a:solidFill>
                            <a:srgbClr val="4FD8FF"/>
                          </a:solidFill>
                          <a:latin typeface="微软雅黑"/>
                          <a:ea typeface="微软雅黑"/>
                          <a:cs typeface="微软雅黑"/>
                        </a:rPr>
                        <a:t>可复算</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900">
                          <a:solidFill>
                            <a:srgbClr val="C6DDFF"/>
                          </a:solidFill>
                          <a:latin typeface="微软雅黑"/>
                          <a:ea typeface="微软雅黑"/>
                          <a:cs typeface="微软雅黑"/>
                        </a:rPr>
                        <a:t>不可复算</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a:solidFill>
                            <a:srgbClr val="C6DDFF"/>
                          </a:solidFill>
                          <a:latin typeface="微软雅黑"/>
                          <a:ea typeface="微软雅黑"/>
                          <a:cs typeface="微软雅黑"/>
                        </a:rPr>
                        <a:t>不可复算（随机性）</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b="1">
                          <a:solidFill>
                            <a:srgbClr val="FFFFFF"/>
                          </a:solidFill>
                          <a:latin typeface="微软雅黑"/>
                          <a:ea typeface="微软雅黑"/>
                          <a:cs typeface="微软雅黑"/>
                        </a:rPr>
                        <a:t>同输入连续 200 次，rule_refs 100% 一致</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C4489"/>
                    </a:solidFill>
                  </a:tcPr>
                </a:tc>
              </a:tr>
              <a:tr h="495300">
                <a:tc>
                  <a:txBody>
                    <a:bodyPr/>
                    <a:lstStyle/>
                    <a:p>
                      <a:r>
                        <a:rPr sz="938" b="1">
                          <a:solidFill>
                            <a:srgbClr val="4FD8FF"/>
                          </a:solidFill>
                          <a:latin typeface="微软雅黑"/>
                          <a:ea typeface="微软雅黑"/>
                          <a:cs typeface="微软雅黑"/>
                        </a:rPr>
                        <a:t>可离线</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900">
                          <a:solidFill>
                            <a:srgbClr val="C6DDFF"/>
                          </a:solidFill>
                          <a:latin typeface="微软雅黑"/>
                          <a:ea typeface="微软雅黑"/>
                          <a:cs typeface="微软雅黑"/>
                        </a:rPr>
                        <a:t>可离线但无智能</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a:solidFill>
                            <a:srgbClr val="C6DDFF"/>
                          </a:solidFill>
                          <a:latin typeface="微软雅黑"/>
                          <a:ea typeface="微软雅黑"/>
                          <a:cs typeface="微软雅黑"/>
                        </a:rPr>
                        <a:t>断网即失效</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b="1">
                          <a:solidFill>
                            <a:srgbClr val="FFFFFF"/>
                          </a:solidFill>
                          <a:latin typeface="微软雅黑"/>
                          <a:ea typeface="微软雅黑"/>
                          <a:cs typeface="微软雅黑"/>
                        </a:rPr>
                        <a:t>AI_ENABLED=false 时全链路仍可运行</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C4489"/>
                    </a:solidFill>
                  </a:tcPr>
                </a:tc>
              </a:tr>
              <a:tr h="495300">
                <a:tc>
                  <a:txBody>
                    <a:bodyPr/>
                    <a:lstStyle/>
                    <a:p>
                      <a:r>
                        <a:rPr sz="938" b="1">
                          <a:solidFill>
                            <a:srgbClr val="4FD8FF"/>
                          </a:solidFill>
                          <a:latin typeface="微软雅黑"/>
                          <a:ea typeface="微软雅黑"/>
                          <a:cs typeface="微软雅黑"/>
                        </a:rPr>
                        <a:t>可审计</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900">
                          <a:solidFill>
                            <a:srgbClr val="C6DDFF"/>
                          </a:solidFill>
                          <a:latin typeface="微软雅黑"/>
                          <a:ea typeface="微软雅黑"/>
                          <a:cs typeface="微软雅黑"/>
                        </a:rPr>
                        <a:t>纸质台账，难追溯</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a:solidFill>
                            <a:srgbClr val="C6DDFF"/>
                          </a:solidFill>
                          <a:latin typeface="微软雅黑"/>
                          <a:ea typeface="微软雅黑"/>
                          <a:cs typeface="微软雅黑"/>
                        </a:rPr>
                        <a:t>无留痕</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b="1">
                          <a:solidFill>
                            <a:srgbClr val="FFFFFF"/>
                          </a:solidFill>
                          <a:latin typeface="微软雅黑"/>
                          <a:ea typeface="微软雅黑"/>
                          <a:cs typeface="微软雅黑"/>
                        </a:rPr>
                        <a:t>建议 / 确认 / 执行 / 回滚三表同号留痕</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C4489"/>
                    </a:solidFill>
                  </a:tcPr>
                </a:tc>
              </a:tr>
              <a:tr h="495300">
                <a:tc>
                  <a:txBody>
                    <a:bodyPr/>
                    <a:lstStyle/>
                    <a:p>
                      <a:r>
                        <a:rPr sz="938" b="1">
                          <a:solidFill>
                            <a:srgbClr val="4FD8FF"/>
                          </a:solidFill>
                          <a:latin typeface="微软雅黑"/>
                          <a:ea typeface="微软雅黑"/>
                          <a:cs typeface="微软雅黑"/>
                        </a:rPr>
                        <a:t>人工确认</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900">
                          <a:solidFill>
                            <a:srgbClr val="C6DDFF"/>
                          </a:solidFill>
                          <a:latin typeface="微软雅黑"/>
                          <a:ea typeface="微软雅黑"/>
                          <a:cs typeface="微软雅黑"/>
                        </a:rPr>
                        <a:t>无</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a:solidFill>
                            <a:srgbClr val="C6DDFF"/>
                          </a:solidFill>
                          <a:latin typeface="微软雅黑"/>
                          <a:ea typeface="微软雅黑"/>
                          <a:cs typeface="微软雅黑"/>
                        </a:rPr>
                        <a:t>无</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b="1">
                          <a:solidFill>
                            <a:srgbClr val="FFFFFF"/>
                          </a:solidFill>
                          <a:latin typeface="微软雅黑"/>
                          <a:ea typeface="微软雅黑"/>
                          <a:cs typeface="微软雅黑"/>
                        </a:rPr>
                        <a:t>need_human_confirm=true，人工决定写入 decision_log</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C4489"/>
                    </a:solidFill>
                  </a:tcPr>
                </a:tc>
              </a:tr>
              <a:tr h="495300">
                <a:tc>
                  <a:txBody>
                    <a:bodyPr/>
                    <a:lstStyle/>
                    <a:p>
                      <a:r>
                        <a:rPr sz="938" b="1">
                          <a:solidFill>
                            <a:srgbClr val="4FD8FF"/>
                          </a:solidFill>
                          <a:latin typeface="微软雅黑"/>
                          <a:ea typeface="微软雅黑"/>
                          <a:cs typeface="微软雅黑"/>
                        </a:rPr>
                        <a:t>岗位适配</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900">
                          <a:solidFill>
                            <a:srgbClr val="C6DDFF"/>
                          </a:solidFill>
                          <a:latin typeface="微软雅黑"/>
                          <a:ea typeface="微软雅黑"/>
                          <a:cs typeface="微软雅黑"/>
                        </a:rPr>
                        <a:t>通用课程，与岗位脱节</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a:solidFill>
                            <a:srgbClr val="C6DDFF"/>
                          </a:solidFill>
                          <a:latin typeface="微软雅黑"/>
                          <a:ea typeface="微软雅黑"/>
                          <a:cs typeface="微软雅黑"/>
                        </a:rPr>
                        <a:t>与岗位体系脱节</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b="1">
                          <a:solidFill>
                            <a:srgbClr val="FFFFFF"/>
                          </a:solidFill>
                          <a:latin typeface="微软雅黑"/>
                          <a:ea typeface="微软雅黑"/>
                          <a:cs typeface="微软雅黑"/>
                        </a:rPr>
                        <a:t>岗位—技能—课程—考试—实操全链路打通</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C4489"/>
                    </a:solidFill>
                  </a:tcPr>
                </a:tc>
              </a:tr>
            </a:tbl>
          </a:graphicData>
        </a:graphic>
      </p:graphicFrame>
      <p:sp>
        <p:nvSpPr>
          <p:cNvPr id="21" name="">
            <a:extLst xmlns:a="http://schemas.openxmlformats.org/drawingml/2006/main">
              <a:ext uri="{FF2B5EF4-FFF2-40B4-BE49-F238E27FC236}">
                <a16:creationId xmlns:a16="http://schemas.microsoft.com/office/drawing/2014/main" id="{9B6CA9CF-317A-44DF-AE84-43CF230EE80A}"/>
              </a:ext>
            </a:extLst>
          </p:cNvPr>
          <p:cNvSpPr>
            <a:spLocks xmlns:a="http://schemas.openxmlformats.org/drawingml/2006/main" noGrp="1"/>
          </p:cNvSpPr>
          <p:nvPr/>
        </p:nvSpPr>
        <p:spPr>
          <a:xfrm xmlns:a="http://schemas.openxmlformats.org/drawingml/2006/main">
            <a:off x="285750" y="5753100"/>
            <a:ext cx="11620500" cy="647700"/>
          </a:xfrm>
          <a:prstGeom xmlns:a="http://schemas.openxmlformats.org/drawingml/2006/main" prst="roundRect">
            <a:avLst>
              <a:gd name="adj" fmla="val 13235"/>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22" name="">
            <a:extLst xmlns:a="http://schemas.openxmlformats.org/drawingml/2006/main">
              <a:ext uri="{FF2B5EF4-FFF2-40B4-BE49-F238E27FC236}">
                <a16:creationId xmlns:a16="http://schemas.microsoft.com/office/drawing/2014/main" id="{787DD53F-A315-4B25-8763-CE13A3641734}"/>
              </a:ext>
            </a:extLst>
          </p:cNvPr>
          <p:cNvSpPr>
            <a:spLocks xmlns:a="http://schemas.openxmlformats.org/drawingml/2006/main" noGrp="1"/>
          </p:cNvSpPr>
          <p:nvPr/>
        </p:nvSpPr>
        <p:spPr>
          <a:xfrm xmlns:a="http://schemas.openxmlformats.org/drawingml/2006/main">
            <a:off x="285750" y="5753100"/>
            <a:ext cx="47625" cy="6477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23" name="">
            <a:extLst xmlns:a="http://schemas.openxmlformats.org/drawingml/2006/main">
              <a:ext uri="{FF2B5EF4-FFF2-40B4-BE49-F238E27FC236}">
                <a16:creationId xmlns:a16="http://schemas.microsoft.com/office/drawing/2014/main" id="{6DA1CCEE-E0CF-4CFD-AA94-D92D1D1E5F58}"/>
              </a:ext>
            </a:extLst>
          </p:cNvPr>
          <p:cNvSpPr>
            <a:spLocks xmlns:a="http://schemas.openxmlformats.org/drawingml/2006/main" noGrp="1"/>
          </p:cNvSpPr>
          <p:nvPr/>
        </p:nvSpPr>
        <p:spPr>
          <a:xfrm xmlns:a="http://schemas.openxmlformats.org/drawingml/2006/main">
            <a:off x="457200" y="5829300"/>
            <a:ext cx="28575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FFD24A"/>
                </a:solidFill>
                <a:latin typeface="微软雅黑"/>
                <a:ea typeface="微软雅黑"/>
                <a:cs typeface="微软雅黑"/>
              </a:defRPr>
            </a:pPr>
            <a:r>
              <a:rPr sz="938" b="1">
                <a:solidFill>
                  <a:srgbClr val="FFD24A"/>
                </a:solidFill>
                <a:latin typeface="微软雅黑"/>
                <a:ea typeface="微软雅黑"/>
                <a:cs typeface="微软雅黑"/>
              </a:rPr>
              <a:t>本页小结</a:t>
            </a:r>
          </a:p>
        </p:txBody>
      </p:sp>
      <p:sp>
        <p:nvSpPr>
          <p:cNvPr id="24" name="">
            <a:extLst xmlns:a="http://schemas.openxmlformats.org/drawingml/2006/main">
              <a:ext uri="{FF2B5EF4-FFF2-40B4-BE49-F238E27FC236}">
                <a16:creationId xmlns:a16="http://schemas.microsoft.com/office/drawing/2014/main" id="{72F53EDF-B09A-4ECF-862F-EB3BF5B7C983}"/>
              </a:ext>
            </a:extLst>
          </p:cNvPr>
          <p:cNvSpPr>
            <a:spLocks xmlns:a="http://schemas.openxmlformats.org/drawingml/2006/main" noGrp="1"/>
          </p:cNvSpPr>
          <p:nvPr/>
        </p:nvSpPr>
        <p:spPr>
          <a:xfrm xmlns:a="http://schemas.openxmlformats.org/drawingml/2006/main">
            <a:off x="457200" y="6057900"/>
            <a:ext cx="112776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1013">
                <a:solidFill>
                  <a:srgbClr val="EEF5FF"/>
                </a:solidFill>
                <a:latin typeface="微软雅黑"/>
                <a:ea typeface="微软雅黑"/>
                <a:cs typeface="微软雅黑"/>
              </a:defRPr>
            </a:pPr>
            <a:r>
              <a:rPr sz="1013" b="1">
                <a:solidFill>
                  <a:srgbClr val="EEF5FF"/>
                </a:solidFill>
                <a:latin typeface="微软雅黑"/>
                <a:ea typeface="微软雅黑"/>
                <a:cs typeface="微软雅黑"/>
              </a:rPr>
              <a:t>能上岗的智能 </a:t>
            </a:r>
            <a:r>
              <a:rPr sz="1013" b="1">
                <a:solidFill>
                  <a:srgbClr val="EEF5FF"/>
                </a:solidFill>
                <a:latin typeface="微软雅黑"/>
                <a:ea typeface="微软雅黑"/>
                <a:cs typeface="微软雅黑"/>
              </a:rPr>
              <a:t>= </a:t>
            </a:r>
            <a:r>
              <a:rPr sz="1013" b="1">
                <a:solidFill>
                  <a:srgbClr val="EEF5FF"/>
                </a:solidFill>
                <a:latin typeface="微软雅黑"/>
                <a:ea typeface="微软雅黑"/>
                <a:cs typeface="微软雅黑"/>
              </a:rPr>
              <a:t>规则保底（可复算）</a:t>
            </a: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 </a:t>
            </a:r>
            <a:r>
              <a:rPr sz="1013" b="1">
                <a:solidFill>
                  <a:srgbClr val="EEF5FF"/>
                </a:solidFill>
                <a:latin typeface="微软雅黑"/>
                <a:ea typeface="微软雅黑"/>
                <a:cs typeface="微软雅黑"/>
              </a:rPr>
              <a:t>大模型增强（能表达）</a:t>
            </a:r>
            <a:r>
              <a:rPr sz="1013">
                <a:solidFill>
                  <a:srgbClr val="EEF5FF"/>
                </a:solidFill>
                <a:latin typeface="微软雅黑"/>
                <a:ea typeface="微软雅黑"/>
                <a:cs typeface="微软雅黑"/>
              </a:rPr>
              <a:t> </a:t>
            </a:r>
            <a:r>
              <a:rPr sz="1013">
                <a:solidFill>
                  <a:srgbClr val="EEF5FF"/>
                </a:solidFill>
                <a:latin typeface="微软雅黑"/>
                <a:ea typeface="微软雅黑"/>
                <a:cs typeface="微软雅黑"/>
              </a:rPr>
              <a:t>＋ </a:t>
            </a:r>
            <a:r>
              <a:rPr sz="1013" b="1">
                <a:solidFill>
                  <a:srgbClr val="EEF5FF"/>
                </a:solidFill>
                <a:latin typeface="微软雅黑"/>
                <a:ea typeface="微软雅黑"/>
                <a:cs typeface="微软雅黑"/>
              </a:rPr>
              <a:t>人工确认（可担责）</a:t>
            </a:r>
            <a:r>
              <a:rPr sz="1013">
                <a:solidFill>
                  <a:srgbClr val="EEF5FF"/>
                </a:solidFill>
                <a:latin typeface="微软雅黑"/>
                <a:ea typeface="微软雅黑"/>
                <a:cs typeface="微软雅黑"/>
              </a:rPr>
              <a:t>——</a:t>
            </a:r>
            <a:r>
              <a:rPr sz="1013">
                <a:solidFill>
                  <a:srgbClr val="EEF5FF"/>
                </a:solidFill>
                <a:latin typeface="微软雅黑"/>
                <a:ea typeface="微软雅黑"/>
                <a:cs typeface="微软雅黑"/>
              </a:rPr>
              <a:t>三者缺一，结论就不可交付。</a:t>
            </a:r>
          </a:p>
        </p:txBody>
      </p:sp>
      <p:sp>
        <p:nvSpPr>
          <p:cNvPr id="25" name="">
            <a:extLst xmlns:a="http://schemas.openxmlformats.org/drawingml/2006/main">
              <a:ext uri="{FF2B5EF4-FFF2-40B4-BE49-F238E27FC236}">
                <a16:creationId xmlns:a16="http://schemas.microsoft.com/office/drawing/2014/main" id="{5896F795-C662-4453-8194-EE8C55BBB7EE}"/>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26" name="">
            <a:extLst xmlns:a="http://schemas.openxmlformats.org/drawingml/2006/main">
              <a:ext uri="{FF2B5EF4-FFF2-40B4-BE49-F238E27FC236}">
                <a16:creationId xmlns:a16="http://schemas.microsoft.com/office/drawing/2014/main" id="{1C41E86A-84BC-4FCC-AD4E-B9BF00F3F5F0}"/>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27" name="">
            <a:extLst xmlns:a="http://schemas.openxmlformats.org/drawingml/2006/main">
              <a:ext uri="{FF2B5EF4-FFF2-40B4-BE49-F238E27FC236}">
                <a16:creationId xmlns:a16="http://schemas.microsoft.com/office/drawing/2014/main" id="{D0AA56CB-6E9B-44EA-B9DF-21AFED7AB1EA}"/>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28" name="">
            <a:extLst xmlns:a="http://schemas.openxmlformats.org/drawingml/2006/main">
              <a:ext uri="{FF2B5EF4-FFF2-40B4-BE49-F238E27FC236}">
                <a16:creationId xmlns:a16="http://schemas.microsoft.com/office/drawing/2014/main" id="{E64AA2BD-E70D-4F13-A8EA-383A5F4863BD}"/>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29" name="">
            <a:extLst xmlns:a="http://schemas.openxmlformats.org/drawingml/2006/main">
              <a:ext uri="{FF2B5EF4-FFF2-40B4-BE49-F238E27FC236}">
                <a16:creationId xmlns:a16="http://schemas.microsoft.com/office/drawing/2014/main" id="{FE8DB5ED-C968-45A6-80A4-5CD7EACFBA89}"/>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11</a:t>
            </a:r>
          </a:p>
        </p:txBody>
      </p:sp>
    </p:spTree>
    <p:extLst>
      <p:ext uri="{BB962C8B-B14F-4D97-AF65-F5344CB8AC3E}">
        <p14:creationId xmlns:p14="http://schemas.microsoft.com/office/powerpoint/2010/main" val="82002403"/>
      </p:ext>
    </p:extLst>
  </p:cSld>
</p:sld>
</file>

<file path=ppt/slides/slide12.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111" name=""/>
          <p:cNvPicPr>
            <a:picLocks xmlns:a="http://schemas.openxmlformats.org/drawingml/2006/main" noChangeAspect="1"/>
          </p:cNvPicPr>
          <p:nvPr/>
        </p:nvPicPr>
        <p:blipFill>
          <a:blip xmlns:r="http://schemas.openxmlformats.org/officeDocument/2006/relationships" xmlns:a="http://schemas.openxmlformats.org/drawingml/2006/main" r:embed="Rbd2b56e0da8845ad"/>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0D0DEA0-87E9-4987-9D86-B47A66C678E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D46E5792-6CE8-4D44-825F-35A95E8C515C}"/>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280706C1-2F50-4515-970A-AA6B726C8D4A}"/>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72CF57D8-E66B-4E23-87AC-73AF0F6D5B93}"/>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FC5DAB0B-DCC9-41A4-9689-AAD2B2D33964}"/>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9F1C2C5F-1063-42E3-B189-60DA91FD4A6F}"/>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1BD6D259-0C45-48FC-B4FC-F945034F5AF3}"/>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460198A7-4FBB-45C2-8EA1-3A1E71553041}"/>
              </a:ext>
            </a:extLst>
          </p:cNvPr>
          <p:cNvSpPr>
            <a:spLocks xmlns:a="http://schemas.openxmlformats.org/drawingml/2006/main" noGrp="1"/>
          </p:cNvSpPr>
          <p:nvPr/>
        </p:nvSpPr>
        <p:spPr>
          <a:xfrm xmlns:a="http://schemas.openxmlformats.org/drawingml/2006/main">
            <a:off x="6858000" y="0"/>
            <a:ext cx="5334000" cy="5334000"/>
          </a:xfrm>
          <a:prstGeom xmlns:a="http://schemas.openxmlformats.org/drawingml/2006/main" prst="ellipse">
            <a:avLst/>
          </a:prstGeom>
          <a:gradFill xmlns:a="http://schemas.openxmlformats.org/drawingml/2006/main">
            <a:gsLst>
              <a:gs pos="0">
                <a:srgbClr val="2E86E0">
                  <a:alpha val="20000"/>
                </a:srgbClr>
              </a:gs>
              <a:gs pos="45000">
                <a:srgbClr val="2E86E0">
                  <a:alpha val="8000"/>
                </a:srgbClr>
              </a:gs>
              <a:gs pos="100000">
                <a:srgbClr val="2E86E0">
                  <a:alpha val="0"/>
                </a:srgbClr>
              </a:gs>
            </a:gsLst>
            <a:path path="shape"/>
          </a:gradFill>
          <a:ln xmlns:a="http://schemas.openxmlformats.org/drawingml/2006/main">
            <a:noFill/>
          </a:ln>
        </p:spPr>
      </p:sp>
      <p:sp>
        <p:nvSpPr>
          <p:cNvPr id="10" name="">
            <a:extLst xmlns:a="http://schemas.openxmlformats.org/drawingml/2006/main">
              <a:ext uri="{FF2B5EF4-FFF2-40B4-BE49-F238E27FC236}">
                <a16:creationId xmlns:a16="http://schemas.microsoft.com/office/drawing/2014/main" id="{C773D08B-A802-479A-B164-1450E266141F}"/>
              </a:ext>
            </a:extLst>
          </p:cNvPr>
          <p:cNvSpPr>
            <a:spLocks xmlns:a="http://schemas.openxmlformats.org/drawingml/2006/main" noGrp="1"/>
          </p:cNvSpPr>
          <p:nvPr/>
        </p:nvSpPr>
        <p:spPr>
          <a:xfrm xmlns:a="http://schemas.openxmlformats.org/drawingml/2006/main">
            <a:off x="0" y="3429000"/>
            <a:ext cx="3429000" cy="3429000"/>
          </a:xfrm>
          <a:prstGeom xmlns:a="http://schemas.openxmlformats.org/drawingml/2006/main" prst="ellipse">
            <a:avLst/>
          </a:prstGeom>
          <a:gradFill xmlns:a="http://schemas.openxmlformats.org/drawingml/2006/main">
            <a:gsLst>
              <a:gs pos="0">
                <a:srgbClr val="7FD4FF">
                  <a:alpha val="14000"/>
                </a:srgbClr>
              </a:gs>
              <a:gs pos="45000">
                <a:srgbClr val="7FD4FF">
                  <a:alpha val="6000"/>
                </a:srgbClr>
              </a:gs>
              <a:gs pos="100000">
                <a:srgbClr val="7FD4FF">
                  <a:alpha val="0"/>
                </a:srgbClr>
              </a:gs>
            </a:gsLst>
            <a:path path="shape"/>
          </a:gra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9EB199ED-0182-4841-98CD-D0C7F886E86C}"/>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gradFill xmlns:a="http://schemas.openxmlformats.org/drawingml/2006/main">
            <a:gsLst>
              <a:gs pos="0">
                <a:srgbClr val="FFD24A"/>
              </a:gs>
              <a:gs pos="52000">
                <a:srgbClr val="2E86E0"/>
              </a:gs>
              <a:gs pos="100000">
                <a:srgbClr val="2E86E0">
                  <a:alpha val="0"/>
                </a:srgbClr>
              </a:gs>
            </a:gsLst>
            <a:lin ang="5400000"/>
          </a:gra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8008298B-BC19-4C60-B420-882354C87854}"/>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2E86E0">
              <a:alpha val="70000"/>
            </a:srgbClr>
          </a:soli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DF453ADE-FB11-4623-859F-AF13A92DC417}"/>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4" name="">
            <a:extLst xmlns:a="http://schemas.openxmlformats.org/drawingml/2006/main">
              <a:ext uri="{FF2B5EF4-FFF2-40B4-BE49-F238E27FC236}">
                <a16:creationId xmlns:a16="http://schemas.microsoft.com/office/drawing/2014/main" id="{3024BA2A-7A4E-4BA2-834F-9DDCACD25B50}"/>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2E86E0">
              <a:alpha val="75000"/>
            </a:srgbClr>
          </a:solidFill>
          <a:ln xmlns:a="http://schemas.openxmlformats.org/drawingml/2006/main">
            <a:noFill/>
          </a:ln>
        </p:spPr>
      </p:sp>
      <p:sp>
        <p:nvSpPr>
          <p:cNvPr id="15" name="">
            <a:extLst xmlns:a="http://schemas.openxmlformats.org/drawingml/2006/main">
              <a:ext uri="{FF2B5EF4-FFF2-40B4-BE49-F238E27FC236}">
                <a16:creationId xmlns:a16="http://schemas.microsoft.com/office/drawing/2014/main" id="{53299CC8-7A99-4463-BCAC-C67375CB4741}"/>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2E86E0">
              <a:alpha val="60000"/>
            </a:srgbClr>
          </a:solidFill>
          <a:ln xmlns:a="http://schemas.openxmlformats.org/drawingml/2006/main">
            <a:noFill/>
          </a:ln>
        </p:spPr>
      </p:sp>
      <p:sp>
        <p:nvSpPr>
          <p:cNvPr id="16" name="">
            <a:extLst xmlns:a="http://schemas.openxmlformats.org/drawingml/2006/main">
              <a:ext uri="{FF2B5EF4-FFF2-40B4-BE49-F238E27FC236}">
                <a16:creationId xmlns:a16="http://schemas.microsoft.com/office/drawing/2014/main" id="{3188E02B-5F5D-4C92-8EB6-5425F4E11472}"/>
              </a:ext>
            </a:extLst>
          </p:cNvPr>
          <p:cNvSpPr>
            <a:spLocks xmlns:a="http://schemas.openxmlformats.org/drawingml/2006/main" noGrp="1"/>
          </p:cNvSpPr>
          <p:nvPr/>
        </p:nvSpPr>
        <p:spPr>
          <a:xfrm xmlns:a="http://schemas.openxmlformats.org/drawingml/2006/main">
            <a:off x="6972300" y="1162050"/>
            <a:ext cx="4495800" cy="4495800"/>
          </a:xfrm>
          <a:prstGeom xmlns:a="http://schemas.openxmlformats.org/drawingml/2006/main" prst="roundRect">
            <a:avLst>
              <a:gd name="adj" fmla="val 3390"/>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1430">
            <a:solidFill>
              <a:srgbClr val="2E86E0">
                <a:alpha val="45000"/>
              </a:srgbClr>
            </a:solidFill>
            <a:prstDash val="solid"/>
          </a:ln>
        </p:spPr>
      </p:sp>
      <p:sp>
        <p:nvSpPr>
          <p:cNvPr id="17" name="">
            <a:extLst xmlns:a="http://schemas.openxmlformats.org/drawingml/2006/main">
              <a:ext uri="{FF2B5EF4-FFF2-40B4-BE49-F238E27FC236}">
                <a16:creationId xmlns:a16="http://schemas.microsoft.com/office/drawing/2014/main" id="{F9B26F8E-178D-46ED-B2D3-82CF6B925C29}"/>
              </a:ext>
            </a:extLst>
          </p:cNvPr>
          <p:cNvSpPr>
            <a:spLocks xmlns:a="http://schemas.openxmlformats.org/drawingml/2006/main" noGrp="1"/>
          </p:cNvSpPr>
          <p:nvPr/>
        </p:nvSpPr>
        <p:spPr>
          <a:xfrm xmlns:a="http://schemas.openxmlformats.org/drawingml/2006/main">
            <a:off x="7067550" y="1257300"/>
            <a:ext cx="4305300" cy="4305300"/>
          </a:xfrm>
          <a:prstGeom xmlns:a="http://schemas.openxmlformats.org/drawingml/2006/main" prst="roundRect">
            <a:avLst>
              <a:gd name="adj" fmla="val 2655"/>
            </a:avLst>
          </a:prstGeom>
          <a:gradFill xmlns:a="http://schemas.openxmlformats.org/drawingml/2006/main">
            <a:gsLst>
              <a:gs pos="0">
                <a:srgbClr val="2760A8"/>
              </a:gs>
              <a:gs pos="100000">
                <a:srgbClr val="0A2F6B"/>
              </a:gs>
            </a:gsLst>
            <a:lin ang="8100000"/>
          </a:gradFill>
          <a:ln xmlns:a="http://schemas.openxmlformats.org/drawingml/2006/main" w="9525">
            <a:solidFill>
              <a:srgbClr val="2E86E0">
                <a:alpha val="28000"/>
              </a:srgbClr>
            </a:solidFill>
            <a:prstDash val="solid"/>
          </a:ln>
        </p:spPr>
      </p:sp>
      <p:sp>
        <p:nvSpPr>
          <p:cNvPr id="18" name="">
            <a:extLst xmlns:a="http://schemas.openxmlformats.org/drawingml/2006/main">
              <a:ext uri="{FF2B5EF4-FFF2-40B4-BE49-F238E27FC236}">
                <a16:creationId xmlns:a16="http://schemas.microsoft.com/office/drawing/2014/main" id="{0E6F3B5B-E62A-46DF-A6CF-B4B2EC642C08}"/>
              </a:ext>
            </a:extLst>
          </p:cNvPr>
          <p:cNvSpPr>
            <a:spLocks xmlns:a="http://schemas.openxmlformats.org/drawingml/2006/main" noGrp="1"/>
          </p:cNvSpPr>
          <p:nvPr/>
        </p:nvSpPr>
        <p:spPr>
          <a:xfrm xmlns:a="http://schemas.openxmlformats.org/drawingml/2006/main">
            <a:off x="7239000" y="1428750"/>
            <a:ext cx="3962400" cy="1676400"/>
          </a:xfrm>
          <a:prstGeom xmlns:a="http://schemas.openxmlformats.org/drawingml/2006/main" prst="rect">
            <a:avLst/>
          </a:prstGeom>
          <a:pattFill xmlns:a="http://schemas.openxmlformats.org/drawingml/2006/main" prst="dotGrid">
            <a:fgClr>
              <a:srgbClr val="7FC4FF">
                <a:alpha val="55000"/>
              </a:srgbClr>
            </a:fgClr>
            <a:bgClr>
              <a:srgbClr val="0B3E82"/>
            </a:bgClr>
          </a:patt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1FCA651F-A614-4313-9E3D-6CD80F5E1073}"/>
              </a:ext>
            </a:extLst>
          </p:cNvPr>
          <p:cNvSpPr>
            <a:spLocks xmlns:a="http://schemas.openxmlformats.org/drawingml/2006/main" noGrp="1"/>
          </p:cNvSpPr>
          <p:nvPr/>
        </p:nvSpPr>
        <p:spPr>
          <a:xfrm xmlns:a="http://schemas.openxmlformats.org/drawingml/2006/main">
            <a:off x="7391400" y="1847850"/>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a:noFill/>
          </a:ln>
        </p:spPr>
      </p:sp>
      <p:sp>
        <p:nvSpPr>
          <p:cNvPr id="20" name="">
            <a:extLst xmlns:a="http://schemas.openxmlformats.org/drawingml/2006/main">
              <a:ext uri="{FF2B5EF4-FFF2-40B4-BE49-F238E27FC236}">
                <a16:creationId xmlns:a16="http://schemas.microsoft.com/office/drawing/2014/main" id="{BC354978-58C0-4F2A-B3B3-CC410D165FD4}"/>
              </a:ext>
            </a:extLst>
          </p:cNvPr>
          <p:cNvSpPr>
            <a:spLocks xmlns:a="http://schemas.openxmlformats.org/drawingml/2006/main" noGrp="1"/>
          </p:cNvSpPr>
          <p:nvPr/>
        </p:nvSpPr>
        <p:spPr>
          <a:xfrm xmlns:a="http://schemas.openxmlformats.org/drawingml/2006/main">
            <a:off x="7391400" y="1990725"/>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a:noFill/>
          </a:ln>
        </p:spPr>
      </p:sp>
      <p:sp>
        <p:nvSpPr>
          <p:cNvPr id="21" name="">
            <a:extLst xmlns:a="http://schemas.openxmlformats.org/drawingml/2006/main">
              <a:ext uri="{FF2B5EF4-FFF2-40B4-BE49-F238E27FC236}">
                <a16:creationId xmlns:a16="http://schemas.microsoft.com/office/drawing/2014/main" id="{22A45417-3D01-44F1-BEB6-D10C809E5D4A}"/>
              </a:ext>
            </a:extLst>
          </p:cNvPr>
          <p:cNvSpPr>
            <a:spLocks xmlns:a="http://schemas.openxmlformats.org/drawingml/2006/main" noGrp="1"/>
          </p:cNvSpPr>
          <p:nvPr/>
        </p:nvSpPr>
        <p:spPr>
          <a:xfrm xmlns:a="http://schemas.openxmlformats.org/drawingml/2006/main">
            <a:off x="7391400" y="2133600"/>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9113BCA2-EBF0-47C8-9F3C-CD972AE70320}"/>
              </a:ext>
            </a:extLst>
          </p:cNvPr>
          <p:cNvSpPr>
            <a:spLocks xmlns:a="http://schemas.openxmlformats.org/drawingml/2006/main" noGrp="1"/>
          </p:cNvSpPr>
          <p:nvPr/>
        </p:nvSpPr>
        <p:spPr>
          <a:xfrm xmlns:a="http://schemas.openxmlformats.org/drawingml/2006/main">
            <a:off x="7534275" y="1847850"/>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a:noFill/>
          </a:ln>
        </p:spPr>
      </p:sp>
      <p:sp>
        <p:nvSpPr>
          <p:cNvPr id="23" name="">
            <a:extLst xmlns:a="http://schemas.openxmlformats.org/drawingml/2006/main">
              <a:ext uri="{FF2B5EF4-FFF2-40B4-BE49-F238E27FC236}">
                <a16:creationId xmlns:a16="http://schemas.microsoft.com/office/drawing/2014/main" id="{19418532-D182-452F-A20C-F1E46C8E836C}"/>
              </a:ext>
            </a:extLst>
          </p:cNvPr>
          <p:cNvSpPr>
            <a:spLocks xmlns:a="http://schemas.openxmlformats.org/drawingml/2006/main" noGrp="1"/>
          </p:cNvSpPr>
          <p:nvPr/>
        </p:nvSpPr>
        <p:spPr>
          <a:xfrm xmlns:a="http://schemas.openxmlformats.org/drawingml/2006/main">
            <a:off x="7534275" y="1990725"/>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a:noFill/>
          </a:ln>
        </p:spPr>
      </p:sp>
      <p:sp>
        <p:nvSpPr>
          <p:cNvPr id="24" name="">
            <a:extLst xmlns:a="http://schemas.openxmlformats.org/drawingml/2006/main">
              <a:ext uri="{FF2B5EF4-FFF2-40B4-BE49-F238E27FC236}">
                <a16:creationId xmlns:a16="http://schemas.microsoft.com/office/drawing/2014/main" id="{C40803CC-F6BC-4D97-AF7A-D37A745B530E}"/>
              </a:ext>
            </a:extLst>
          </p:cNvPr>
          <p:cNvSpPr>
            <a:spLocks xmlns:a="http://schemas.openxmlformats.org/drawingml/2006/main" noGrp="1"/>
          </p:cNvSpPr>
          <p:nvPr/>
        </p:nvSpPr>
        <p:spPr>
          <a:xfrm xmlns:a="http://schemas.openxmlformats.org/drawingml/2006/main">
            <a:off x="7534275" y="2133600"/>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a:noFill/>
          </a:ln>
        </p:spPr>
      </p:sp>
      <p:sp>
        <p:nvSpPr>
          <p:cNvPr id="25" name="">
            <a:extLst xmlns:a="http://schemas.openxmlformats.org/drawingml/2006/main">
              <a:ext uri="{FF2B5EF4-FFF2-40B4-BE49-F238E27FC236}">
                <a16:creationId xmlns:a16="http://schemas.microsoft.com/office/drawing/2014/main" id="{A172A457-4484-42EF-8D92-A7AB5F3FD68F}"/>
              </a:ext>
            </a:extLst>
          </p:cNvPr>
          <p:cNvSpPr>
            <a:spLocks xmlns:a="http://schemas.openxmlformats.org/drawingml/2006/main" noGrp="1"/>
          </p:cNvSpPr>
          <p:nvPr/>
        </p:nvSpPr>
        <p:spPr>
          <a:xfrm xmlns:a="http://schemas.openxmlformats.org/drawingml/2006/main">
            <a:off x="7677150" y="1847850"/>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a:noFill/>
          </a:ln>
        </p:spPr>
      </p:sp>
      <p:sp>
        <p:nvSpPr>
          <p:cNvPr id="26" name="">
            <a:extLst xmlns:a="http://schemas.openxmlformats.org/drawingml/2006/main">
              <a:ext uri="{FF2B5EF4-FFF2-40B4-BE49-F238E27FC236}">
                <a16:creationId xmlns:a16="http://schemas.microsoft.com/office/drawing/2014/main" id="{F1AD1273-545A-4660-9A1C-C7C30C8BF750}"/>
              </a:ext>
            </a:extLst>
          </p:cNvPr>
          <p:cNvSpPr>
            <a:spLocks xmlns:a="http://schemas.openxmlformats.org/drawingml/2006/main" noGrp="1"/>
          </p:cNvSpPr>
          <p:nvPr/>
        </p:nvSpPr>
        <p:spPr>
          <a:xfrm xmlns:a="http://schemas.openxmlformats.org/drawingml/2006/main">
            <a:off x="7677150" y="1990725"/>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a:noFill/>
          </a:ln>
        </p:spPr>
      </p:sp>
      <p:sp>
        <p:nvSpPr>
          <p:cNvPr id="27" name="">
            <a:extLst xmlns:a="http://schemas.openxmlformats.org/drawingml/2006/main">
              <a:ext uri="{FF2B5EF4-FFF2-40B4-BE49-F238E27FC236}">
                <a16:creationId xmlns:a16="http://schemas.microsoft.com/office/drawing/2014/main" id="{9EFD8CB7-2FE4-447B-B21E-C9D99C84360E}"/>
              </a:ext>
            </a:extLst>
          </p:cNvPr>
          <p:cNvSpPr>
            <a:spLocks xmlns:a="http://schemas.openxmlformats.org/drawingml/2006/main" noGrp="1"/>
          </p:cNvSpPr>
          <p:nvPr/>
        </p:nvSpPr>
        <p:spPr>
          <a:xfrm xmlns:a="http://schemas.openxmlformats.org/drawingml/2006/main">
            <a:off x="7677150" y="2133600"/>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a:noFill/>
          </a:ln>
        </p:spPr>
      </p:sp>
      <p:sp>
        <p:nvSpPr>
          <p:cNvPr id="28" name="">
            <a:extLst xmlns:a="http://schemas.openxmlformats.org/drawingml/2006/main">
              <a:ext uri="{FF2B5EF4-FFF2-40B4-BE49-F238E27FC236}">
                <a16:creationId xmlns:a16="http://schemas.microsoft.com/office/drawing/2014/main" id="{3DA2978E-13C2-46B9-A69E-7E7C6D053FE8}"/>
              </a:ext>
            </a:extLst>
          </p:cNvPr>
          <p:cNvSpPr>
            <a:spLocks xmlns:a="http://schemas.openxmlformats.org/drawingml/2006/main" noGrp="1"/>
          </p:cNvSpPr>
          <p:nvPr/>
        </p:nvSpPr>
        <p:spPr>
          <a:xfrm xmlns:a="http://schemas.openxmlformats.org/drawingml/2006/main">
            <a:off x="7820025" y="1847850"/>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a:noFill/>
          </a:ln>
        </p:spPr>
      </p:sp>
      <p:sp>
        <p:nvSpPr>
          <p:cNvPr id="29" name="">
            <a:extLst xmlns:a="http://schemas.openxmlformats.org/drawingml/2006/main">
              <a:ext uri="{FF2B5EF4-FFF2-40B4-BE49-F238E27FC236}">
                <a16:creationId xmlns:a16="http://schemas.microsoft.com/office/drawing/2014/main" id="{0A18D827-0BBF-4892-B84E-0E670FD718D1}"/>
              </a:ext>
            </a:extLst>
          </p:cNvPr>
          <p:cNvSpPr>
            <a:spLocks xmlns:a="http://schemas.openxmlformats.org/drawingml/2006/main" noGrp="1"/>
          </p:cNvSpPr>
          <p:nvPr/>
        </p:nvSpPr>
        <p:spPr>
          <a:xfrm xmlns:a="http://schemas.openxmlformats.org/drawingml/2006/main">
            <a:off x="7820025" y="1990725"/>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a:noFill/>
          </a:ln>
        </p:spPr>
      </p:sp>
      <p:sp>
        <p:nvSpPr>
          <p:cNvPr id="30" name="">
            <a:extLst xmlns:a="http://schemas.openxmlformats.org/drawingml/2006/main">
              <a:ext uri="{FF2B5EF4-FFF2-40B4-BE49-F238E27FC236}">
                <a16:creationId xmlns:a16="http://schemas.microsoft.com/office/drawing/2014/main" id="{3B1F9E3F-9593-49A1-BC6F-61F757BABFD5}"/>
              </a:ext>
            </a:extLst>
          </p:cNvPr>
          <p:cNvSpPr>
            <a:spLocks xmlns:a="http://schemas.openxmlformats.org/drawingml/2006/main" noGrp="1"/>
          </p:cNvSpPr>
          <p:nvPr/>
        </p:nvSpPr>
        <p:spPr>
          <a:xfrm xmlns:a="http://schemas.openxmlformats.org/drawingml/2006/main">
            <a:off x="7820025" y="2133600"/>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a:noFill/>
          </a:ln>
        </p:spPr>
      </p:sp>
      <p:sp>
        <p:nvSpPr>
          <p:cNvPr id="31" name="">
            <a:extLst xmlns:a="http://schemas.openxmlformats.org/drawingml/2006/main">
              <a:ext uri="{FF2B5EF4-FFF2-40B4-BE49-F238E27FC236}">
                <a16:creationId xmlns:a16="http://schemas.microsoft.com/office/drawing/2014/main" id="{D7E65646-6905-46E8-8C64-00904CD8FB0C}"/>
              </a:ext>
            </a:extLst>
          </p:cNvPr>
          <p:cNvSpPr>
            <a:spLocks xmlns:a="http://schemas.openxmlformats.org/drawingml/2006/main" noGrp="1"/>
          </p:cNvSpPr>
          <p:nvPr/>
        </p:nvSpPr>
        <p:spPr>
          <a:xfrm xmlns:a="http://schemas.openxmlformats.org/drawingml/2006/main">
            <a:off x="7962900" y="1847850"/>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a:noFill/>
          </a:ln>
        </p:spPr>
      </p:sp>
      <p:sp>
        <p:nvSpPr>
          <p:cNvPr id="32" name="">
            <a:extLst xmlns:a="http://schemas.openxmlformats.org/drawingml/2006/main">
              <a:ext uri="{FF2B5EF4-FFF2-40B4-BE49-F238E27FC236}">
                <a16:creationId xmlns:a16="http://schemas.microsoft.com/office/drawing/2014/main" id="{E2015F65-C063-48A8-9FE7-A3CE9D2B63B4}"/>
              </a:ext>
            </a:extLst>
          </p:cNvPr>
          <p:cNvSpPr>
            <a:spLocks xmlns:a="http://schemas.openxmlformats.org/drawingml/2006/main" noGrp="1"/>
          </p:cNvSpPr>
          <p:nvPr/>
        </p:nvSpPr>
        <p:spPr>
          <a:xfrm xmlns:a="http://schemas.openxmlformats.org/drawingml/2006/main">
            <a:off x="7962900" y="1990725"/>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a:noFill/>
          </a:ln>
        </p:spPr>
      </p:sp>
      <p:sp>
        <p:nvSpPr>
          <p:cNvPr id="33" name="">
            <a:extLst xmlns:a="http://schemas.openxmlformats.org/drawingml/2006/main">
              <a:ext uri="{FF2B5EF4-FFF2-40B4-BE49-F238E27FC236}">
                <a16:creationId xmlns:a16="http://schemas.microsoft.com/office/drawing/2014/main" id="{647EE28D-05D7-4500-9CFB-596DC019C0AE}"/>
              </a:ext>
            </a:extLst>
          </p:cNvPr>
          <p:cNvSpPr>
            <a:spLocks xmlns:a="http://schemas.openxmlformats.org/drawingml/2006/main" noGrp="1"/>
          </p:cNvSpPr>
          <p:nvPr/>
        </p:nvSpPr>
        <p:spPr>
          <a:xfrm xmlns:a="http://schemas.openxmlformats.org/drawingml/2006/main">
            <a:off x="7962900" y="2133600"/>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a:noFill/>
          </a:ln>
        </p:spPr>
      </p:sp>
      <p:sp>
        <p:nvSpPr>
          <p:cNvPr id="34" name="">
            <a:extLst xmlns:a="http://schemas.openxmlformats.org/drawingml/2006/main">
              <a:ext uri="{FF2B5EF4-FFF2-40B4-BE49-F238E27FC236}">
                <a16:creationId xmlns:a16="http://schemas.microsoft.com/office/drawing/2014/main" id="{3FC42BA6-22C4-4429-999C-0101CDF08C9B}"/>
              </a:ext>
            </a:extLst>
          </p:cNvPr>
          <p:cNvSpPr>
            <a:spLocks xmlns:a="http://schemas.openxmlformats.org/drawingml/2006/main" noGrp="1"/>
          </p:cNvSpPr>
          <p:nvPr/>
        </p:nvSpPr>
        <p:spPr>
          <a:xfrm xmlns:a="http://schemas.openxmlformats.org/drawingml/2006/main">
            <a:off x="8105775" y="1847850"/>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a:noFill/>
          </a:ln>
        </p:spPr>
      </p:sp>
      <p:sp>
        <p:nvSpPr>
          <p:cNvPr id="35" name="">
            <a:extLst xmlns:a="http://schemas.openxmlformats.org/drawingml/2006/main">
              <a:ext uri="{FF2B5EF4-FFF2-40B4-BE49-F238E27FC236}">
                <a16:creationId xmlns:a16="http://schemas.microsoft.com/office/drawing/2014/main" id="{94B50B31-7B60-431D-BCE9-968410845D67}"/>
              </a:ext>
            </a:extLst>
          </p:cNvPr>
          <p:cNvSpPr>
            <a:spLocks xmlns:a="http://schemas.openxmlformats.org/drawingml/2006/main" noGrp="1"/>
          </p:cNvSpPr>
          <p:nvPr/>
        </p:nvSpPr>
        <p:spPr>
          <a:xfrm xmlns:a="http://schemas.openxmlformats.org/drawingml/2006/main">
            <a:off x="8105775" y="1990725"/>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a:noFill/>
          </a:ln>
        </p:spPr>
      </p:sp>
      <p:sp>
        <p:nvSpPr>
          <p:cNvPr id="36" name="">
            <a:extLst xmlns:a="http://schemas.openxmlformats.org/drawingml/2006/main">
              <a:ext uri="{FF2B5EF4-FFF2-40B4-BE49-F238E27FC236}">
                <a16:creationId xmlns:a16="http://schemas.microsoft.com/office/drawing/2014/main" id="{828D0BD3-FD36-48CE-91B4-75CAA65200BA}"/>
              </a:ext>
            </a:extLst>
          </p:cNvPr>
          <p:cNvSpPr>
            <a:spLocks xmlns:a="http://schemas.openxmlformats.org/drawingml/2006/main" noGrp="1"/>
          </p:cNvSpPr>
          <p:nvPr/>
        </p:nvSpPr>
        <p:spPr>
          <a:xfrm xmlns:a="http://schemas.openxmlformats.org/drawingml/2006/main">
            <a:off x="8105775" y="2133600"/>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a:noFill/>
          </a:ln>
        </p:spPr>
      </p:sp>
      <p:sp>
        <p:nvSpPr>
          <p:cNvPr id="37" name="">
            <a:extLst xmlns:a="http://schemas.openxmlformats.org/drawingml/2006/main">
              <a:ext uri="{FF2B5EF4-FFF2-40B4-BE49-F238E27FC236}">
                <a16:creationId xmlns:a16="http://schemas.microsoft.com/office/drawing/2014/main" id="{32AFACB1-DEDF-46A7-B46D-98A8224D6826}"/>
              </a:ext>
            </a:extLst>
          </p:cNvPr>
          <p:cNvSpPr>
            <a:spLocks xmlns:a="http://schemas.openxmlformats.org/drawingml/2006/main" noGrp="1"/>
          </p:cNvSpPr>
          <p:nvPr/>
        </p:nvSpPr>
        <p:spPr>
          <a:xfrm xmlns:a="http://schemas.openxmlformats.org/drawingml/2006/main">
            <a:off x="8248650" y="1847850"/>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a:noFill/>
          </a:ln>
        </p:spPr>
      </p:sp>
      <p:sp>
        <p:nvSpPr>
          <p:cNvPr id="38" name="">
            <a:extLst xmlns:a="http://schemas.openxmlformats.org/drawingml/2006/main">
              <a:ext uri="{FF2B5EF4-FFF2-40B4-BE49-F238E27FC236}">
                <a16:creationId xmlns:a16="http://schemas.microsoft.com/office/drawing/2014/main" id="{63FDAAA9-F117-488A-A0D0-F58155EA5908}"/>
              </a:ext>
            </a:extLst>
          </p:cNvPr>
          <p:cNvSpPr>
            <a:spLocks xmlns:a="http://schemas.openxmlformats.org/drawingml/2006/main" noGrp="1"/>
          </p:cNvSpPr>
          <p:nvPr/>
        </p:nvSpPr>
        <p:spPr>
          <a:xfrm xmlns:a="http://schemas.openxmlformats.org/drawingml/2006/main">
            <a:off x="8248650" y="1990725"/>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a:noFill/>
          </a:ln>
        </p:spPr>
      </p:sp>
      <p:sp>
        <p:nvSpPr>
          <p:cNvPr id="39" name="">
            <a:extLst xmlns:a="http://schemas.openxmlformats.org/drawingml/2006/main">
              <a:ext uri="{FF2B5EF4-FFF2-40B4-BE49-F238E27FC236}">
                <a16:creationId xmlns:a16="http://schemas.microsoft.com/office/drawing/2014/main" id="{ADBF2B69-3319-45D2-A8E7-18ECE61411BB}"/>
              </a:ext>
            </a:extLst>
          </p:cNvPr>
          <p:cNvSpPr>
            <a:spLocks xmlns:a="http://schemas.openxmlformats.org/drawingml/2006/main" noGrp="1"/>
          </p:cNvSpPr>
          <p:nvPr/>
        </p:nvSpPr>
        <p:spPr>
          <a:xfrm xmlns:a="http://schemas.openxmlformats.org/drawingml/2006/main">
            <a:off x="8248650" y="2133600"/>
            <a:ext cx="22860" cy="22860"/>
          </a:xfrm>
          <a:prstGeom xmlns:a="http://schemas.openxmlformats.org/drawingml/2006/main" prst="ellipse">
            <a:avLst/>
          </a:prstGeom>
          <a:solidFill xmlns:a="http://schemas.openxmlformats.org/drawingml/2006/main">
            <a:srgbClr val="2E86E0">
              <a:alpha val="35000"/>
            </a:srgbClr>
          </a:solidFill>
          <a:ln xmlns:a="http://schemas.openxmlformats.org/drawingml/2006/main">
            <a:noFill/>
          </a:ln>
        </p:spPr>
      </p:sp>
      <p:sp>
        <p:nvSpPr>
          <p:cNvPr id="40" name="">
            <a:extLst xmlns:a="http://schemas.openxmlformats.org/drawingml/2006/main">
              <a:ext uri="{FF2B5EF4-FFF2-40B4-BE49-F238E27FC236}">
                <a16:creationId xmlns:a16="http://schemas.microsoft.com/office/drawing/2014/main" id="{930619DD-E64D-46A8-9446-DC5990325925}"/>
              </a:ext>
            </a:extLst>
          </p:cNvPr>
          <p:cNvSpPr>
            <a:spLocks xmlns:a="http://schemas.openxmlformats.org/drawingml/2006/main" noGrp="1"/>
          </p:cNvSpPr>
          <p:nvPr/>
        </p:nvSpPr>
        <p:spPr>
          <a:xfrm xmlns:a="http://schemas.openxmlformats.org/drawingml/2006/main">
            <a:off x="8743950" y="1638300"/>
            <a:ext cx="2457450" cy="1771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oAutofit/>
          </a:bodyPr>
          <a:lstStyle xmlns:a="http://schemas.openxmlformats.org/drawingml/2006/main"/>
          <a:p xmlns:a="http://schemas.openxmlformats.org/drawingml/2006/main">
            <a:pPr algn="r">
              <a:defRPr sz="9900" b="1">
                <a:ln w="14288">
                  <a:solidFill>
                    <a:srgbClr val="2E86E0">
                      <a:alpha val="75000"/>
                    </a:srgbClr>
                  </a:solidFill>
                  <a:prstDash val="solid"/>
                </a:ln>
                <a:solidFill>
                  <a:srgbClr val="0B3E82"/>
                </a:solidFill>
                <a:latin typeface="Bahnschrift SemiBold"/>
                <a:ea typeface="Bahnschrift SemiBold"/>
                <a:cs typeface="Bahnschrift SemiBold"/>
              </a:defRPr>
            </a:pPr>
            <a:r>
              <a:rPr sz="9900" b="1">
                <a:ln w="14288">
                  <a:solidFill>
                    <a:srgbClr val="2E86E0">
                      <a:alpha val="75000"/>
                    </a:srgbClr>
                  </a:solidFill>
                  <a:prstDash val="solid"/>
                </a:ln>
                <a:solidFill>
                  <a:srgbClr val="0B3E82"/>
                </a:solidFill>
                <a:latin typeface="Bahnschrift SemiBold"/>
                <a:ea typeface="Bahnschrift SemiBold"/>
                <a:cs typeface="Bahnschrift SemiBold"/>
              </a:rPr>
              <a:t>02</a:t>
            </a:r>
          </a:p>
        </p:txBody>
      </p:sp>
      <p:sp>
        <p:nvSpPr>
          <p:cNvPr id="41" name="">
            <a:extLst xmlns:a="http://schemas.openxmlformats.org/drawingml/2006/main">
              <a:ext uri="{FF2B5EF4-FFF2-40B4-BE49-F238E27FC236}">
                <a16:creationId xmlns:a16="http://schemas.microsoft.com/office/drawing/2014/main" id="{888268D5-40CE-49D8-B6B8-E075F792FC6D}"/>
              </a:ext>
            </a:extLst>
          </p:cNvPr>
          <p:cNvSpPr>
            <a:spLocks xmlns:a="http://schemas.openxmlformats.org/drawingml/2006/main" noGrp="1"/>
          </p:cNvSpPr>
          <p:nvPr/>
        </p:nvSpPr>
        <p:spPr>
          <a:xfrm xmlns:a="http://schemas.openxmlformats.org/drawingml/2006/main">
            <a:off x="7239000" y="3295650"/>
            <a:ext cx="3962400" cy="19050"/>
          </a:xfrm>
          <a:prstGeom xmlns:a="http://schemas.openxmlformats.org/drawingml/2006/main" prst="rect">
            <a:avLst/>
          </a:prstGeom>
          <a:gradFill xmlns:a="http://schemas.openxmlformats.org/drawingml/2006/main">
            <a:gsLst>
              <a:gs pos="0">
                <a:srgbClr val="2E86E0"/>
              </a:gs>
              <a:gs pos="100000">
                <a:srgbClr val="2E86E0">
                  <a:alpha val="0"/>
                </a:srgbClr>
              </a:gs>
            </a:gsLst>
            <a:lin ang="0"/>
          </a:gradFill>
          <a:ln xmlns:a="http://schemas.openxmlformats.org/drawingml/2006/main">
            <a:noFill/>
          </a:ln>
        </p:spPr>
      </p:sp>
      <p:sp>
        <p:nvSpPr>
          <p:cNvPr id="42" name="">
            <a:extLst xmlns:a="http://schemas.openxmlformats.org/drawingml/2006/main">
              <a:ext uri="{FF2B5EF4-FFF2-40B4-BE49-F238E27FC236}">
                <a16:creationId xmlns:a16="http://schemas.microsoft.com/office/drawing/2014/main" id="{60CBC535-6BC9-461F-B8B1-AA740B430850}"/>
              </a:ext>
            </a:extLst>
          </p:cNvPr>
          <p:cNvSpPr>
            <a:spLocks xmlns:a="http://schemas.openxmlformats.org/drawingml/2006/main" noGrp="1"/>
          </p:cNvSpPr>
          <p:nvPr/>
        </p:nvSpPr>
        <p:spPr>
          <a:xfrm xmlns:a="http://schemas.openxmlformats.org/drawingml/2006/main">
            <a:off x="7239000" y="3524250"/>
            <a:ext cx="3962400" cy="685800"/>
          </a:xfrm>
          <a:prstGeom xmlns:a="http://schemas.openxmlformats.org/drawingml/2006/main" prst="rect">
            <a:avLst/>
          </a:prstGeom>
          <a:pattFill xmlns:a="http://schemas.openxmlformats.org/drawingml/2006/main" prst="wdUpDiag">
            <a:fgClr>
              <a:srgbClr val="2E86E0">
                <a:alpha val="24000"/>
              </a:srgbClr>
            </a:fgClr>
            <a:bgClr>
              <a:srgbClr val="0B3E82"/>
            </a:bgClr>
          </a:pattFill>
          <a:ln xmlns:a="http://schemas.openxmlformats.org/drawingml/2006/main">
            <a:noFill/>
          </a:ln>
        </p:spPr>
      </p:sp>
      <p:sp>
        <p:nvSpPr>
          <p:cNvPr id="43" name="">
            <a:extLst xmlns:a="http://schemas.openxmlformats.org/drawingml/2006/main">
              <a:ext uri="{FF2B5EF4-FFF2-40B4-BE49-F238E27FC236}">
                <a16:creationId xmlns:a16="http://schemas.microsoft.com/office/drawing/2014/main" id="{B084B261-58E1-4EAC-8BB3-D2832E6C1C1C}"/>
              </a:ext>
            </a:extLst>
          </p:cNvPr>
          <p:cNvSpPr>
            <a:spLocks xmlns:a="http://schemas.openxmlformats.org/drawingml/2006/main" noGrp="1"/>
          </p:cNvSpPr>
          <p:nvPr/>
        </p:nvSpPr>
        <p:spPr>
          <a:xfrm xmlns:a="http://schemas.openxmlformats.org/drawingml/2006/main">
            <a:off x="7239000" y="440055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44" name="">
            <a:extLst xmlns:a="http://schemas.openxmlformats.org/drawingml/2006/main">
              <a:ext uri="{FF2B5EF4-FFF2-40B4-BE49-F238E27FC236}">
                <a16:creationId xmlns:a16="http://schemas.microsoft.com/office/drawing/2014/main" id="{44F74B06-F8A8-4EEB-909B-D58438320E06}"/>
              </a:ext>
            </a:extLst>
          </p:cNvPr>
          <p:cNvSpPr>
            <a:spLocks xmlns:a="http://schemas.openxmlformats.org/drawingml/2006/main" noGrp="1"/>
          </p:cNvSpPr>
          <p:nvPr/>
        </p:nvSpPr>
        <p:spPr>
          <a:xfrm xmlns:a="http://schemas.openxmlformats.org/drawingml/2006/main">
            <a:off x="7239000" y="4524375"/>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45" name="">
            <a:extLst xmlns:a="http://schemas.openxmlformats.org/drawingml/2006/main">
              <a:ext uri="{FF2B5EF4-FFF2-40B4-BE49-F238E27FC236}">
                <a16:creationId xmlns:a16="http://schemas.microsoft.com/office/drawing/2014/main" id="{DD52E759-1A5D-4BC4-832D-BC343295102A}"/>
              </a:ext>
            </a:extLst>
          </p:cNvPr>
          <p:cNvSpPr>
            <a:spLocks xmlns:a="http://schemas.openxmlformats.org/drawingml/2006/main" noGrp="1"/>
          </p:cNvSpPr>
          <p:nvPr/>
        </p:nvSpPr>
        <p:spPr>
          <a:xfrm xmlns:a="http://schemas.openxmlformats.org/drawingml/2006/main">
            <a:off x="7239000" y="464820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46" name="">
            <a:extLst xmlns:a="http://schemas.openxmlformats.org/drawingml/2006/main">
              <a:ext uri="{FF2B5EF4-FFF2-40B4-BE49-F238E27FC236}">
                <a16:creationId xmlns:a16="http://schemas.microsoft.com/office/drawing/2014/main" id="{AB255A4D-E657-4412-871C-73886037E8B0}"/>
              </a:ext>
            </a:extLst>
          </p:cNvPr>
          <p:cNvSpPr>
            <a:spLocks xmlns:a="http://schemas.openxmlformats.org/drawingml/2006/main" noGrp="1"/>
          </p:cNvSpPr>
          <p:nvPr/>
        </p:nvSpPr>
        <p:spPr>
          <a:xfrm xmlns:a="http://schemas.openxmlformats.org/drawingml/2006/main">
            <a:off x="7362825" y="440055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47" name="">
            <a:extLst xmlns:a="http://schemas.openxmlformats.org/drawingml/2006/main">
              <a:ext uri="{FF2B5EF4-FFF2-40B4-BE49-F238E27FC236}">
                <a16:creationId xmlns:a16="http://schemas.microsoft.com/office/drawing/2014/main" id="{94429EC2-488C-433A-8A55-B70D190F9CE1}"/>
              </a:ext>
            </a:extLst>
          </p:cNvPr>
          <p:cNvSpPr>
            <a:spLocks xmlns:a="http://schemas.openxmlformats.org/drawingml/2006/main" noGrp="1"/>
          </p:cNvSpPr>
          <p:nvPr/>
        </p:nvSpPr>
        <p:spPr>
          <a:xfrm xmlns:a="http://schemas.openxmlformats.org/drawingml/2006/main">
            <a:off x="7362825" y="4524375"/>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48" name="">
            <a:extLst xmlns:a="http://schemas.openxmlformats.org/drawingml/2006/main">
              <a:ext uri="{FF2B5EF4-FFF2-40B4-BE49-F238E27FC236}">
                <a16:creationId xmlns:a16="http://schemas.microsoft.com/office/drawing/2014/main" id="{ABBE969B-DCFC-4E8C-8E13-1617B5C76CA4}"/>
              </a:ext>
            </a:extLst>
          </p:cNvPr>
          <p:cNvSpPr>
            <a:spLocks xmlns:a="http://schemas.openxmlformats.org/drawingml/2006/main" noGrp="1"/>
          </p:cNvSpPr>
          <p:nvPr/>
        </p:nvSpPr>
        <p:spPr>
          <a:xfrm xmlns:a="http://schemas.openxmlformats.org/drawingml/2006/main">
            <a:off x="7362825" y="464820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49" name="">
            <a:extLst xmlns:a="http://schemas.openxmlformats.org/drawingml/2006/main">
              <a:ext uri="{FF2B5EF4-FFF2-40B4-BE49-F238E27FC236}">
                <a16:creationId xmlns:a16="http://schemas.microsoft.com/office/drawing/2014/main" id="{8D4B0767-674F-4471-A3E5-EE84741B1108}"/>
              </a:ext>
            </a:extLst>
          </p:cNvPr>
          <p:cNvSpPr>
            <a:spLocks xmlns:a="http://schemas.openxmlformats.org/drawingml/2006/main" noGrp="1"/>
          </p:cNvSpPr>
          <p:nvPr/>
        </p:nvSpPr>
        <p:spPr>
          <a:xfrm xmlns:a="http://schemas.openxmlformats.org/drawingml/2006/main">
            <a:off x="7486650" y="440055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50" name="">
            <a:extLst xmlns:a="http://schemas.openxmlformats.org/drawingml/2006/main">
              <a:ext uri="{FF2B5EF4-FFF2-40B4-BE49-F238E27FC236}">
                <a16:creationId xmlns:a16="http://schemas.microsoft.com/office/drawing/2014/main" id="{FF065CB0-8CB3-4688-856B-ACC80C56C49E}"/>
              </a:ext>
            </a:extLst>
          </p:cNvPr>
          <p:cNvSpPr>
            <a:spLocks xmlns:a="http://schemas.openxmlformats.org/drawingml/2006/main" noGrp="1"/>
          </p:cNvSpPr>
          <p:nvPr/>
        </p:nvSpPr>
        <p:spPr>
          <a:xfrm xmlns:a="http://schemas.openxmlformats.org/drawingml/2006/main">
            <a:off x="7486650" y="4524375"/>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51" name="">
            <a:extLst xmlns:a="http://schemas.openxmlformats.org/drawingml/2006/main">
              <a:ext uri="{FF2B5EF4-FFF2-40B4-BE49-F238E27FC236}">
                <a16:creationId xmlns:a16="http://schemas.microsoft.com/office/drawing/2014/main" id="{6CA8D867-3635-4B85-B461-E6A80A409454}"/>
              </a:ext>
            </a:extLst>
          </p:cNvPr>
          <p:cNvSpPr>
            <a:spLocks xmlns:a="http://schemas.openxmlformats.org/drawingml/2006/main" noGrp="1"/>
          </p:cNvSpPr>
          <p:nvPr/>
        </p:nvSpPr>
        <p:spPr>
          <a:xfrm xmlns:a="http://schemas.openxmlformats.org/drawingml/2006/main">
            <a:off x="7486650" y="464820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52" name="">
            <a:extLst xmlns:a="http://schemas.openxmlformats.org/drawingml/2006/main">
              <a:ext uri="{FF2B5EF4-FFF2-40B4-BE49-F238E27FC236}">
                <a16:creationId xmlns:a16="http://schemas.microsoft.com/office/drawing/2014/main" id="{7ADF64F9-2177-46D3-91B6-A3173CAD45EF}"/>
              </a:ext>
            </a:extLst>
          </p:cNvPr>
          <p:cNvSpPr>
            <a:spLocks xmlns:a="http://schemas.openxmlformats.org/drawingml/2006/main" noGrp="1"/>
          </p:cNvSpPr>
          <p:nvPr/>
        </p:nvSpPr>
        <p:spPr>
          <a:xfrm xmlns:a="http://schemas.openxmlformats.org/drawingml/2006/main">
            <a:off x="7610475" y="440055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53" name="">
            <a:extLst xmlns:a="http://schemas.openxmlformats.org/drawingml/2006/main">
              <a:ext uri="{FF2B5EF4-FFF2-40B4-BE49-F238E27FC236}">
                <a16:creationId xmlns:a16="http://schemas.microsoft.com/office/drawing/2014/main" id="{F844837C-46D8-4B0A-A4A3-1888EF34090D}"/>
              </a:ext>
            </a:extLst>
          </p:cNvPr>
          <p:cNvSpPr>
            <a:spLocks xmlns:a="http://schemas.openxmlformats.org/drawingml/2006/main" noGrp="1"/>
          </p:cNvSpPr>
          <p:nvPr/>
        </p:nvSpPr>
        <p:spPr>
          <a:xfrm xmlns:a="http://schemas.openxmlformats.org/drawingml/2006/main">
            <a:off x="7610475" y="4524375"/>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54" name="">
            <a:extLst xmlns:a="http://schemas.openxmlformats.org/drawingml/2006/main">
              <a:ext uri="{FF2B5EF4-FFF2-40B4-BE49-F238E27FC236}">
                <a16:creationId xmlns:a16="http://schemas.microsoft.com/office/drawing/2014/main" id="{328AAD30-1D45-457F-96E8-25F4D83AE3BE}"/>
              </a:ext>
            </a:extLst>
          </p:cNvPr>
          <p:cNvSpPr>
            <a:spLocks xmlns:a="http://schemas.openxmlformats.org/drawingml/2006/main" noGrp="1"/>
          </p:cNvSpPr>
          <p:nvPr/>
        </p:nvSpPr>
        <p:spPr>
          <a:xfrm xmlns:a="http://schemas.openxmlformats.org/drawingml/2006/main">
            <a:off x="7610475" y="464820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55" name="">
            <a:extLst xmlns:a="http://schemas.openxmlformats.org/drawingml/2006/main">
              <a:ext uri="{FF2B5EF4-FFF2-40B4-BE49-F238E27FC236}">
                <a16:creationId xmlns:a16="http://schemas.microsoft.com/office/drawing/2014/main" id="{D62391EC-A31C-4426-848F-75ED6290C838}"/>
              </a:ext>
            </a:extLst>
          </p:cNvPr>
          <p:cNvSpPr>
            <a:spLocks xmlns:a="http://schemas.openxmlformats.org/drawingml/2006/main" noGrp="1"/>
          </p:cNvSpPr>
          <p:nvPr/>
        </p:nvSpPr>
        <p:spPr>
          <a:xfrm xmlns:a="http://schemas.openxmlformats.org/drawingml/2006/main">
            <a:off x="7734300" y="440055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56" name="">
            <a:extLst xmlns:a="http://schemas.openxmlformats.org/drawingml/2006/main">
              <a:ext uri="{FF2B5EF4-FFF2-40B4-BE49-F238E27FC236}">
                <a16:creationId xmlns:a16="http://schemas.microsoft.com/office/drawing/2014/main" id="{8DCCB38C-CDA3-40C4-A57A-1386B2807978}"/>
              </a:ext>
            </a:extLst>
          </p:cNvPr>
          <p:cNvSpPr>
            <a:spLocks xmlns:a="http://schemas.openxmlformats.org/drawingml/2006/main" noGrp="1"/>
          </p:cNvSpPr>
          <p:nvPr/>
        </p:nvSpPr>
        <p:spPr>
          <a:xfrm xmlns:a="http://schemas.openxmlformats.org/drawingml/2006/main">
            <a:off x="7734300" y="4524375"/>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57" name="">
            <a:extLst xmlns:a="http://schemas.openxmlformats.org/drawingml/2006/main">
              <a:ext uri="{FF2B5EF4-FFF2-40B4-BE49-F238E27FC236}">
                <a16:creationId xmlns:a16="http://schemas.microsoft.com/office/drawing/2014/main" id="{1C174068-F29D-49AD-A034-3D80D5418360}"/>
              </a:ext>
            </a:extLst>
          </p:cNvPr>
          <p:cNvSpPr>
            <a:spLocks xmlns:a="http://schemas.openxmlformats.org/drawingml/2006/main" noGrp="1"/>
          </p:cNvSpPr>
          <p:nvPr/>
        </p:nvSpPr>
        <p:spPr>
          <a:xfrm xmlns:a="http://schemas.openxmlformats.org/drawingml/2006/main">
            <a:off x="7734300" y="464820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58" name="">
            <a:extLst xmlns:a="http://schemas.openxmlformats.org/drawingml/2006/main">
              <a:ext uri="{FF2B5EF4-FFF2-40B4-BE49-F238E27FC236}">
                <a16:creationId xmlns:a16="http://schemas.microsoft.com/office/drawing/2014/main" id="{B03355A2-8037-4F0A-9B8E-7DD47E647D8F}"/>
              </a:ext>
            </a:extLst>
          </p:cNvPr>
          <p:cNvSpPr>
            <a:spLocks xmlns:a="http://schemas.openxmlformats.org/drawingml/2006/main" noGrp="1"/>
          </p:cNvSpPr>
          <p:nvPr/>
        </p:nvSpPr>
        <p:spPr>
          <a:xfrm xmlns:a="http://schemas.openxmlformats.org/drawingml/2006/main">
            <a:off x="7858125" y="440055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59" name="">
            <a:extLst xmlns:a="http://schemas.openxmlformats.org/drawingml/2006/main">
              <a:ext uri="{FF2B5EF4-FFF2-40B4-BE49-F238E27FC236}">
                <a16:creationId xmlns:a16="http://schemas.microsoft.com/office/drawing/2014/main" id="{68A8A060-1840-4276-BB03-773C8297A550}"/>
              </a:ext>
            </a:extLst>
          </p:cNvPr>
          <p:cNvSpPr>
            <a:spLocks xmlns:a="http://schemas.openxmlformats.org/drawingml/2006/main" noGrp="1"/>
          </p:cNvSpPr>
          <p:nvPr/>
        </p:nvSpPr>
        <p:spPr>
          <a:xfrm xmlns:a="http://schemas.openxmlformats.org/drawingml/2006/main">
            <a:off x="7858125" y="4524375"/>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60" name="">
            <a:extLst xmlns:a="http://schemas.openxmlformats.org/drawingml/2006/main">
              <a:ext uri="{FF2B5EF4-FFF2-40B4-BE49-F238E27FC236}">
                <a16:creationId xmlns:a16="http://schemas.microsoft.com/office/drawing/2014/main" id="{5BFF58E9-E2EA-46B3-891F-57D8568289BF}"/>
              </a:ext>
            </a:extLst>
          </p:cNvPr>
          <p:cNvSpPr>
            <a:spLocks xmlns:a="http://schemas.openxmlformats.org/drawingml/2006/main" noGrp="1"/>
          </p:cNvSpPr>
          <p:nvPr/>
        </p:nvSpPr>
        <p:spPr>
          <a:xfrm xmlns:a="http://schemas.openxmlformats.org/drawingml/2006/main">
            <a:off x="7858125" y="464820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61" name="">
            <a:extLst xmlns:a="http://schemas.openxmlformats.org/drawingml/2006/main">
              <a:ext uri="{FF2B5EF4-FFF2-40B4-BE49-F238E27FC236}">
                <a16:creationId xmlns:a16="http://schemas.microsoft.com/office/drawing/2014/main" id="{3608B981-5593-4977-BFEF-A7F340A75F71}"/>
              </a:ext>
            </a:extLst>
          </p:cNvPr>
          <p:cNvSpPr>
            <a:spLocks xmlns:a="http://schemas.openxmlformats.org/drawingml/2006/main" noGrp="1"/>
          </p:cNvSpPr>
          <p:nvPr/>
        </p:nvSpPr>
        <p:spPr>
          <a:xfrm xmlns:a="http://schemas.openxmlformats.org/drawingml/2006/main">
            <a:off x="7981950" y="440055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62" name="">
            <a:extLst xmlns:a="http://schemas.openxmlformats.org/drawingml/2006/main">
              <a:ext uri="{FF2B5EF4-FFF2-40B4-BE49-F238E27FC236}">
                <a16:creationId xmlns:a16="http://schemas.microsoft.com/office/drawing/2014/main" id="{1201D2D0-542E-4E60-A216-43DA1B6D6987}"/>
              </a:ext>
            </a:extLst>
          </p:cNvPr>
          <p:cNvSpPr>
            <a:spLocks xmlns:a="http://schemas.openxmlformats.org/drawingml/2006/main" noGrp="1"/>
          </p:cNvSpPr>
          <p:nvPr/>
        </p:nvSpPr>
        <p:spPr>
          <a:xfrm xmlns:a="http://schemas.openxmlformats.org/drawingml/2006/main">
            <a:off x="7981950" y="4524375"/>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63" name="">
            <a:extLst xmlns:a="http://schemas.openxmlformats.org/drawingml/2006/main">
              <a:ext uri="{FF2B5EF4-FFF2-40B4-BE49-F238E27FC236}">
                <a16:creationId xmlns:a16="http://schemas.microsoft.com/office/drawing/2014/main" id="{AFE9D42D-3653-42A8-934E-CDC7C53D3013}"/>
              </a:ext>
            </a:extLst>
          </p:cNvPr>
          <p:cNvSpPr>
            <a:spLocks xmlns:a="http://schemas.openxmlformats.org/drawingml/2006/main" noGrp="1"/>
          </p:cNvSpPr>
          <p:nvPr/>
        </p:nvSpPr>
        <p:spPr>
          <a:xfrm xmlns:a="http://schemas.openxmlformats.org/drawingml/2006/main">
            <a:off x="7981950" y="464820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64" name="">
            <a:extLst xmlns:a="http://schemas.openxmlformats.org/drawingml/2006/main">
              <a:ext uri="{FF2B5EF4-FFF2-40B4-BE49-F238E27FC236}">
                <a16:creationId xmlns:a16="http://schemas.microsoft.com/office/drawing/2014/main" id="{EB9C3035-3619-4711-ADE4-E2132D27492B}"/>
              </a:ext>
            </a:extLst>
          </p:cNvPr>
          <p:cNvSpPr>
            <a:spLocks xmlns:a="http://schemas.openxmlformats.org/drawingml/2006/main" noGrp="1"/>
          </p:cNvSpPr>
          <p:nvPr/>
        </p:nvSpPr>
        <p:spPr>
          <a:xfrm xmlns:a="http://schemas.openxmlformats.org/drawingml/2006/main">
            <a:off x="8105775" y="440055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65" name="">
            <a:extLst xmlns:a="http://schemas.openxmlformats.org/drawingml/2006/main">
              <a:ext uri="{FF2B5EF4-FFF2-40B4-BE49-F238E27FC236}">
                <a16:creationId xmlns:a16="http://schemas.microsoft.com/office/drawing/2014/main" id="{F48939E7-D5F6-4560-B456-68ABA83CB3FE}"/>
              </a:ext>
            </a:extLst>
          </p:cNvPr>
          <p:cNvSpPr>
            <a:spLocks xmlns:a="http://schemas.openxmlformats.org/drawingml/2006/main" noGrp="1"/>
          </p:cNvSpPr>
          <p:nvPr/>
        </p:nvSpPr>
        <p:spPr>
          <a:xfrm xmlns:a="http://schemas.openxmlformats.org/drawingml/2006/main">
            <a:off x="8105775" y="4524375"/>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66" name="">
            <a:extLst xmlns:a="http://schemas.openxmlformats.org/drawingml/2006/main">
              <a:ext uri="{FF2B5EF4-FFF2-40B4-BE49-F238E27FC236}">
                <a16:creationId xmlns:a16="http://schemas.microsoft.com/office/drawing/2014/main" id="{1E8575DC-AB67-41AD-94F1-93E4B24A48C2}"/>
              </a:ext>
            </a:extLst>
          </p:cNvPr>
          <p:cNvSpPr>
            <a:spLocks xmlns:a="http://schemas.openxmlformats.org/drawingml/2006/main" noGrp="1"/>
          </p:cNvSpPr>
          <p:nvPr/>
        </p:nvSpPr>
        <p:spPr>
          <a:xfrm xmlns:a="http://schemas.openxmlformats.org/drawingml/2006/main">
            <a:off x="8105775" y="464820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67" name="">
            <a:extLst xmlns:a="http://schemas.openxmlformats.org/drawingml/2006/main">
              <a:ext uri="{FF2B5EF4-FFF2-40B4-BE49-F238E27FC236}">
                <a16:creationId xmlns:a16="http://schemas.microsoft.com/office/drawing/2014/main" id="{51C3EAB5-9ACA-4FF9-A094-26D950ADECCE}"/>
              </a:ext>
            </a:extLst>
          </p:cNvPr>
          <p:cNvSpPr>
            <a:spLocks xmlns:a="http://schemas.openxmlformats.org/drawingml/2006/main" noGrp="1"/>
          </p:cNvSpPr>
          <p:nvPr/>
        </p:nvSpPr>
        <p:spPr>
          <a:xfrm xmlns:a="http://schemas.openxmlformats.org/drawingml/2006/main">
            <a:off x="8229600" y="440055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68" name="">
            <a:extLst xmlns:a="http://schemas.openxmlformats.org/drawingml/2006/main">
              <a:ext uri="{FF2B5EF4-FFF2-40B4-BE49-F238E27FC236}">
                <a16:creationId xmlns:a16="http://schemas.microsoft.com/office/drawing/2014/main" id="{0AEF034B-CFD5-4EF9-9D11-80972330F716}"/>
              </a:ext>
            </a:extLst>
          </p:cNvPr>
          <p:cNvSpPr>
            <a:spLocks xmlns:a="http://schemas.openxmlformats.org/drawingml/2006/main" noGrp="1"/>
          </p:cNvSpPr>
          <p:nvPr/>
        </p:nvSpPr>
        <p:spPr>
          <a:xfrm xmlns:a="http://schemas.openxmlformats.org/drawingml/2006/main">
            <a:off x="8229600" y="4524375"/>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69" name="">
            <a:extLst xmlns:a="http://schemas.openxmlformats.org/drawingml/2006/main">
              <a:ext uri="{FF2B5EF4-FFF2-40B4-BE49-F238E27FC236}">
                <a16:creationId xmlns:a16="http://schemas.microsoft.com/office/drawing/2014/main" id="{3C56BB1C-6D2A-4526-961B-25C299D422BE}"/>
              </a:ext>
            </a:extLst>
          </p:cNvPr>
          <p:cNvSpPr>
            <a:spLocks xmlns:a="http://schemas.openxmlformats.org/drawingml/2006/main" noGrp="1"/>
          </p:cNvSpPr>
          <p:nvPr/>
        </p:nvSpPr>
        <p:spPr>
          <a:xfrm xmlns:a="http://schemas.openxmlformats.org/drawingml/2006/main">
            <a:off x="8229600" y="4648200"/>
            <a:ext cx="20955" cy="20955"/>
          </a:xfrm>
          <a:prstGeom xmlns:a="http://schemas.openxmlformats.org/drawingml/2006/main" prst="ellipse">
            <a:avLst/>
          </a:prstGeom>
          <a:solidFill xmlns:a="http://schemas.openxmlformats.org/drawingml/2006/main">
            <a:srgbClr val="2E86E0">
              <a:alpha val="40000"/>
            </a:srgbClr>
          </a:solidFill>
          <a:ln xmlns:a="http://schemas.openxmlformats.org/drawingml/2006/main">
            <a:noFill/>
          </a:ln>
        </p:spPr>
      </p:sp>
      <p:sp>
        <p:nvSpPr>
          <p:cNvPr id="70" name="">
            <a:extLst xmlns:a="http://schemas.openxmlformats.org/drawingml/2006/main">
              <a:ext uri="{FF2B5EF4-FFF2-40B4-BE49-F238E27FC236}">
                <a16:creationId xmlns:a16="http://schemas.microsoft.com/office/drawing/2014/main" id="{B16D0B80-2573-4076-9C30-D576FE4CC7B7}"/>
              </a:ext>
            </a:extLst>
          </p:cNvPr>
          <p:cNvSpPr>
            <a:spLocks xmlns:a="http://schemas.openxmlformats.org/drawingml/2006/main" noGrp="1"/>
          </p:cNvSpPr>
          <p:nvPr/>
        </p:nvSpPr>
        <p:spPr>
          <a:xfrm xmlns:a="http://schemas.openxmlformats.org/drawingml/2006/main">
            <a:off x="9067800" y="4438650"/>
            <a:ext cx="209550" cy="209550"/>
          </a:xfrm>
          <a:prstGeom xmlns:a="http://schemas.openxmlformats.org/drawingml/2006/main" prst="chevron">
            <a:avLst/>
          </a:prstGeom>
          <a:solidFill xmlns:a="http://schemas.openxmlformats.org/drawingml/2006/main">
            <a:srgbClr val="2E86E0">
              <a:alpha val="50000"/>
            </a:srgbClr>
          </a:solidFill>
          <a:ln xmlns:a="http://schemas.openxmlformats.org/drawingml/2006/main">
            <a:noFill/>
          </a:ln>
        </p:spPr>
      </p:sp>
      <p:sp>
        <p:nvSpPr>
          <p:cNvPr id="71" name="">
            <a:extLst xmlns:a="http://schemas.openxmlformats.org/drawingml/2006/main">
              <a:ext uri="{FF2B5EF4-FFF2-40B4-BE49-F238E27FC236}">
                <a16:creationId xmlns:a16="http://schemas.microsoft.com/office/drawing/2014/main" id="{263F9ABA-9408-4173-BCF1-555DCB55CC5C}"/>
              </a:ext>
            </a:extLst>
          </p:cNvPr>
          <p:cNvSpPr>
            <a:spLocks xmlns:a="http://schemas.openxmlformats.org/drawingml/2006/main" noGrp="1"/>
          </p:cNvSpPr>
          <p:nvPr/>
        </p:nvSpPr>
        <p:spPr>
          <a:xfrm xmlns:a="http://schemas.openxmlformats.org/drawingml/2006/main">
            <a:off x="9334500" y="4438650"/>
            <a:ext cx="209550" cy="209550"/>
          </a:xfrm>
          <a:prstGeom xmlns:a="http://schemas.openxmlformats.org/drawingml/2006/main" prst="chevron">
            <a:avLst/>
          </a:prstGeom>
          <a:solidFill xmlns:a="http://schemas.openxmlformats.org/drawingml/2006/main">
            <a:srgbClr val="2E86E0">
              <a:alpha val="28000"/>
            </a:srgbClr>
          </a:solidFill>
          <a:ln xmlns:a="http://schemas.openxmlformats.org/drawingml/2006/main">
            <a:noFill/>
          </a:ln>
        </p:spPr>
      </p:sp>
      <p:sp>
        <p:nvSpPr>
          <p:cNvPr id="72" name="">
            <a:extLst xmlns:a="http://schemas.openxmlformats.org/drawingml/2006/main">
              <a:ext uri="{FF2B5EF4-FFF2-40B4-BE49-F238E27FC236}">
                <a16:creationId xmlns:a16="http://schemas.microsoft.com/office/drawing/2014/main" id="{1C4F734A-6F41-4B4E-947E-DE0DA21576E0}"/>
              </a:ext>
            </a:extLst>
          </p:cNvPr>
          <p:cNvSpPr>
            <a:spLocks xmlns:a="http://schemas.openxmlformats.org/drawingml/2006/main" noGrp="1"/>
          </p:cNvSpPr>
          <p:nvPr/>
        </p:nvSpPr>
        <p:spPr>
          <a:xfrm xmlns:a="http://schemas.openxmlformats.org/drawingml/2006/main">
            <a:off x="9601200" y="4438650"/>
            <a:ext cx="209550" cy="209550"/>
          </a:xfrm>
          <a:prstGeom xmlns:a="http://schemas.openxmlformats.org/drawingml/2006/main" prst="chevron">
            <a:avLst/>
          </a:prstGeom>
          <a:solidFill xmlns:a="http://schemas.openxmlformats.org/drawingml/2006/main">
            <a:srgbClr val="2E86E0">
              <a:alpha val="14000"/>
            </a:srgbClr>
          </a:solidFill>
          <a:ln xmlns:a="http://schemas.openxmlformats.org/drawingml/2006/main">
            <a:noFill/>
          </a:ln>
        </p:spPr>
      </p:sp>
      <p:sp>
        <p:nvSpPr>
          <p:cNvPr id="73" name="">
            <a:extLst xmlns:a="http://schemas.openxmlformats.org/drawingml/2006/main">
              <a:ext uri="{FF2B5EF4-FFF2-40B4-BE49-F238E27FC236}">
                <a16:creationId xmlns:a16="http://schemas.microsoft.com/office/drawing/2014/main" id="{425F503B-03E6-469E-885C-EF56486B818E}"/>
              </a:ext>
            </a:extLst>
          </p:cNvPr>
          <p:cNvSpPr>
            <a:spLocks xmlns:a="http://schemas.openxmlformats.org/drawingml/2006/main" noGrp="1"/>
          </p:cNvSpPr>
          <p:nvPr/>
        </p:nvSpPr>
        <p:spPr>
          <a:xfrm xmlns:a="http://schemas.openxmlformats.org/drawingml/2006/main">
            <a:off x="7448550" y="5067300"/>
            <a:ext cx="3543300" cy="14478"/>
          </a:xfrm>
          <a:prstGeom xmlns:a="http://schemas.openxmlformats.org/drawingml/2006/main" prst="rect">
            <a:avLst/>
          </a:prstGeom>
          <a:solidFill xmlns:a="http://schemas.openxmlformats.org/drawingml/2006/main">
            <a:srgbClr val="7FC4FF">
              <a:alpha val="40000"/>
            </a:srgbClr>
          </a:solidFill>
          <a:ln xmlns:a="http://schemas.openxmlformats.org/drawingml/2006/main">
            <a:noFill/>
          </a:ln>
        </p:spPr>
      </p:sp>
      <p:sp>
        <p:nvSpPr>
          <p:cNvPr id="74" name="">
            <a:extLst xmlns:a="http://schemas.openxmlformats.org/drawingml/2006/main">
              <a:ext uri="{FF2B5EF4-FFF2-40B4-BE49-F238E27FC236}">
                <a16:creationId xmlns:a16="http://schemas.microsoft.com/office/drawing/2014/main" id="{E25F373F-3705-4684-949D-164732C8C76E}"/>
              </a:ext>
            </a:extLst>
          </p:cNvPr>
          <p:cNvSpPr>
            <a:spLocks xmlns:a="http://schemas.openxmlformats.org/drawingml/2006/main" noGrp="1"/>
          </p:cNvSpPr>
          <p:nvPr/>
        </p:nvSpPr>
        <p:spPr>
          <a:xfrm xmlns:a="http://schemas.openxmlformats.org/drawingml/2006/main">
            <a:off x="7505700"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75" name="">
            <a:extLst xmlns:a="http://schemas.openxmlformats.org/drawingml/2006/main">
              <a:ext uri="{FF2B5EF4-FFF2-40B4-BE49-F238E27FC236}">
                <a16:creationId xmlns:a16="http://schemas.microsoft.com/office/drawing/2014/main" id="{A4A56F1C-6C6C-4EA6-B36A-F3F7862BF550}"/>
              </a:ext>
            </a:extLst>
          </p:cNvPr>
          <p:cNvSpPr>
            <a:spLocks xmlns:a="http://schemas.openxmlformats.org/drawingml/2006/main" noGrp="1"/>
          </p:cNvSpPr>
          <p:nvPr/>
        </p:nvSpPr>
        <p:spPr>
          <a:xfrm xmlns:a="http://schemas.openxmlformats.org/drawingml/2006/main">
            <a:off x="7353300"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背景</a:t>
            </a:r>
          </a:p>
        </p:txBody>
      </p:sp>
      <p:sp>
        <p:nvSpPr>
          <p:cNvPr id="76" name="">
            <a:extLst xmlns:a="http://schemas.openxmlformats.org/drawingml/2006/main">
              <a:ext uri="{FF2B5EF4-FFF2-40B4-BE49-F238E27FC236}">
                <a16:creationId xmlns:a16="http://schemas.microsoft.com/office/drawing/2014/main" id="{FA9EA4FE-D0B1-43F7-B349-57EFD86EA652}"/>
              </a:ext>
            </a:extLst>
          </p:cNvPr>
          <p:cNvSpPr>
            <a:spLocks xmlns:a="http://schemas.openxmlformats.org/drawingml/2006/main" noGrp="1"/>
          </p:cNvSpPr>
          <p:nvPr/>
        </p:nvSpPr>
        <p:spPr>
          <a:xfrm xmlns:a="http://schemas.openxmlformats.org/drawingml/2006/main">
            <a:off x="8010525" y="4895850"/>
            <a:ext cx="571500" cy="571500"/>
          </a:xfrm>
          <a:prstGeom xmlns:a="http://schemas.openxmlformats.org/drawingml/2006/main" prst="ellipse">
            <a:avLst/>
          </a:prstGeom>
          <a:gradFill xmlns:a="http://schemas.openxmlformats.org/drawingml/2006/main">
            <a:gsLst>
              <a:gs pos="0">
                <a:srgbClr val="2E86E0">
                  <a:alpha val="30000"/>
                </a:srgbClr>
              </a:gs>
              <a:gs pos="45000">
                <a:srgbClr val="2E86E0">
                  <a:alpha val="12000"/>
                </a:srgbClr>
              </a:gs>
              <a:gs pos="100000">
                <a:srgbClr val="2E86E0">
                  <a:alpha val="0"/>
                </a:srgbClr>
              </a:gs>
            </a:gsLst>
            <a:path path="shape"/>
          </a:gradFill>
          <a:ln xmlns:a="http://schemas.openxmlformats.org/drawingml/2006/main">
            <a:noFill/>
          </a:ln>
        </p:spPr>
      </p:sp>
      <p:sp>
        <p:nvSpPr>
          <p:cNvPr id="77" name="">
            <a:extLst xmlns:a="http://schemas.openxmlformats.org/drawingml/2006/main">
              <a:ext uri="{FF2B5EF4-FFF2-40B4-BE49-F238E27FC236}">
                <a16:creationId xmlns:a16="http://schemas.microsoft.com/office/drawing/2014/main" id="{C2993BD4-6F15-493E-B773-717601181760}"/>
              </a:ext>
            </a:extLst>
          </p:cNvPr>
          <p:cNvSpPr>
            <a:spLocks xmlns:a="http://schemas.openxmlformats.org/drawingml/2006/main" noGrp="1"/>
          </p:cNvSpPr>
          <p:nvPr/>
        </p:nvSpPr>
        <p:spPr>
          <a:xfrm xmlns:a="http://schemas.openxmlformats.org/drawingml/2006/main">
            <a:off x="8162925" y="5019675"/>
            <a:ext cx="123825" cy="123825"/>
          </a:xfrm>
          <a:prstGeom xmlns:a="http://schemas.openxmlformats.org/drawingml/2006/main" prst="ellipse">
            <a:avLst/>
          </a:prstGeom>
          <a:solidFill xmlns:a="http://schemas.openxmlformats.org/drawingml/2006/main">
            <a:srgbClr val="2E86E0"/>
          </a:solidFill>
          <a:ln xmlns:a="http://schemas.openxmlformats.org/drawingml/2006/main">
            <a:noFill/>
          </a:ln>
        </p:spPr>
      </p:sp>
      <p:sp>
        <p:nvSpPr>
          <p:cNvPr id="78" name="">
            <a:extLst xmlns:a="http://schemas.openxmlformats.org/drawingml/2006/main">
              <a:ext uri="{FF2B5EF4-FFF2-40B4-BE49-F238E27FC236}">
                <a16:creationId xmlns:a16="http://schemas.microsoft.com/office/drawing/2014/main" id="{CD3601B1-7C7E-477B-AEC6-79B886F417E4}"/>
              </a:ext>
            </a:extLst>
          </p:cNvPr>
          <p:cNvSpPr>
            <a:spLocks xmlns:a="http://schemas.openxmlformats.org/drawingml/2006/main" noGrp="1"/>
          </p:cNvSpPr>
          <p:nvPr/>
        </p:nvSpPr>
        <p:spPr>
          <a:xfrm xmlns:a="http://schemas.openxmlformats.org/drawingml/2006/main">
            <a:off x="8010525"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FFFFFF"/>
                </a:solidFill>
                <a:latin typeface="微软雅黑"/>
                <a:ea typeface="微软雅黑"/>
                <a:cs typeface="微软雅黑"/>
              </a:defRPr>
            </a:pPr>
            <a:r>
              <a:rPr sz="750" b="0">
                <a:solidFill>
                  <a:srgbClr val="FFFFFF"/>
                </a:solidFill>
                <a:latin typeface="微软雅黑"/>
                <a:ea typeface="微软雅黑"/>
                <a:cs typeface="微软雅黑"/>
              </a:rPr>
              <a:t>方案</a:t>
            </a:r>
          </a:p>
        </p:txBody>
      </p:sp>
      <p:sp>
        <p:nvSpPr>
          <p:cNvPr id="79" name="">
            <a:extLst xmlns:a="http://schemas.openxmlformats.org/drawingml/2006/main">
              <a:ext uri="{FF2B5EF4-FFF2-40B4-BE49-F238E27FC236}">
                <a16:creationId xmlns:a16="http://schemas.microsoft.com/office/drawing/2014/main" id="{10F24DEC-35E2-4D90-B9A5-8B71AAA5F62C}"/>
              </a:ext>
            </a:extLst>
          </p:cNvPr>
          <p:cNvSpPr>
            <a:spLocks xmlns:a="http://schemas.openxmlformats.org/drawingml/2006/main" noGrp="1"/>
          </p:cNvSpPr>
          <p:nvPr/>
        </p:nvSpPr>
        <p:spPr>
          <a:xfrm xmlns:a="http://schemas.openxmlformats.org/drawingml/2006/main">
            <a:off x="8820150"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80" name="">
            <a:extLst xmlns:a="http://schemas.openxmlformats.org/drawingml/2006/main">
              <a:ext uri="{FF2B5EF4-FFF2-40B4-BE49-F238E27FC236}">
                <a16:creationId xmlns:a16="http://schemas.microsoft.com/office/drawing/2014/main" id="{DFE35729-EF8B-436A-9DAD-EC91F09F150E}"/>
              </a:ext>
            </a:extLst>
          </p:cNvPr>
          <p:cNvSpPr>
            <a:spLocks xmlns:a="http://schemas.openxmlformats.org/drawingml/2006/main" noGrp="1"/>
          </p:cNvSpPr>
          <p:nvPr/>
        </p:nvSpPr>
        <p:spPr>
          <a:xfrm xmlns:a="http://schemas.openxmlformats.org/drawingml/2006/main">
            <a:off x="8667750"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算法</a:t>
            </a:r>
          </a:p>
        </p:txBody>
      </p:sp>
      <p:sp>
        <p:nvSpPr>
          <p:cNvPr id="81" name="">
            <a:extLst xmlns:a="http://schemas.openxmlformats.org/drawingml/2006/main">
              <a:ext uri="{FF2B5EF4-FFF2-40B4-BE49-F238E27FC236}">
                <a16:creationId xmlns:a16="http://schemas.microsoft.com/office/drawing/2014/main" id="{84D64517-123C-4475-9F5E-A31E5F0AC83E}"/>
              </a:ext>
            </a:extLst>
          </p:cNvPr>
          <p:cNvSpPr>
            <a:spLocks xmlns:a="http://schemas.openxmlformats.org/drawingml/2006/main" noGrp="1"/>
          </p:cNvSpPr>
          <p:nvPr/>
        </p:nvSpPr>
        <p:spPr>
          <a:xfrm xmlns:a="http://schemas.openxmlformats.org/drawingml/2006/main">
            <a:off x="9477375"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82" name="">
            <a:extLst xmlns:a="http://schemas.openxmlformats.org/drawingml/2006/main">
              <a:ext uri="{FF2B5EF4-FFF2-40B4-BE49-F238E27FC236}">
                <a16:creationId xmlns:a16="http://schemas.microsoft.com/office/drawing/2014/main" id="{3C012741-DF23-4044-B71B-923BFF6363FF}"/>
              </a:ext>
            </a:extLst>
          </p:cNvPr>
          <p:cNvSpPr>
            <a:spLocks xmlns:a="http://schemas.openxmlformats.org/drawingml/2006/main" noGrp="1"/>
          </p:cNvSpPr>
          <p:nvPr/>
        </p:nvSpPr>
        <p:spPr>
          <a:xfrm xmlns:a="http://schemas.openxmlformats.org/drawingml/2006/main">
            <a:off x="9324975"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系统</a:t>
            </a:r>
          </a:p>
        </p:txBody>
      </p:sp>
      <p:sp>
        <p:nvSpPr>
          <p:cNvPr id="83" name="">
            <a:extLst xmlns:a="http://schemas.openxmlformats.org/drawingml/2006/main">
              <a:ext uri="{FF2B5EF4-FFF2-40B4-BE49-F238E27FC236}">
                <a16:creationId xmlns:a16="http://schemas.microsoft.com/office/drawing/2014/main" id="{1D4F113D-F230-4F8A-8A18-98E12A16CA03}"/>
              </a:ext>
            </a:extLst>
          </p:cNvPr>
          <p:cNvSpPr>
            <a:spLocks xmlns:a="http://schemas.openxmlformats.org/drawingml/2006/main" noGrp="1"/>
          </p:cNvSpPr>
          <p:nvPr/>
        </p:nvSpPr>
        <p:spPr>
          <a:xfrm xmlns:a="http://schemas.openxmlformats.org/drawingml/2006/main">
            <a:off x="10134600"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84" name="">
            <a:extLst xmlns:a="http://schemas.openxmlformats.org/drawingml/2006/main">
              <a:ext uri="{FF2B5EF4-FFF2-40B4-BE49-F238E27FC236}">
                <a16:creationId xmlns:a16="http://schemas.microsoft.com/office/drawing/2014/main" id="{118A672D-B31A-497A-8F45-1A963A3EFA66}"/>
              </a:ext>
            </a:extLst>
          </p:cNvPr>
          <p:cNvSpPr>
            <a:spLocks xmlns:a="http://schemas.openxmlformats.org/drawingml/2006/main" noGrp="1"/>
          </p:cNvSpPr>
          <p:nvPr/>
        </p:nvSpPr>
        <p:spPr>
          <a:xfrm xmlns:a="http://schemas.openxmlformats.org/drawingml/2006/main">
            <a:off x="9982200"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验证</a:t>
            </a:r>
          </a:p>
        </p:txBody>
      </p:sp>
      <p:sp>
        <p:nvSpPr>
          <p:cNvPr id="85" name="">
            <a:extLst xmlns:a="http://schemas.openxmlformats.org/drawingml/2006/main">
              <a:ext uri="{FF2B5EF4-FFF2-40B4-BE49-F238E27FC236}">
                <a16:creationId xmlns:a16="http://schemas.microsoft.com/office/drawing/2014/main" id="{695DB66D-59B3-4800-B774-7A325ED3EF90}"/>
              </a:ext>
            </a:extLst>
          </p:cNvPr>
          <p:cNvSpPr>
            <a:spLocks xmlns:a="http://schemas.openxmlformats.org/drawingml/2006/main" noGrp="1"/>
          </p:cNvSpPr>
          <p:nvPr/>
        </p:nvSpPr>
        <p:spPr>
          <a:xfrm xmlns:a="http://schemas.openxmlformats.org/drawingml/2006/main">
            <a:off x="10791825"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86" name="">
            <a:extLst xmlns:a="http://schemas.openxmlformats.org/drawingml/2006/main">
              <a:ext uri="{FF2B5EF4-FFF2-40B4-BE49-F238E27FC236}">
                <a16:creationId xmlns:a16="http://schemas.microsoft.com/office/drawing/2014/main" id="{7AAFE85C-C476-484F-8E14-00A965D77558}"/>
              </a:ext>
            </a:extLst>
          </p:cNvPr>
          <p:cNvSpPr>
            <a:spLocks xmlns:a="http://schemas.openxmlformats.org/drawingml/2006/main" noGrp="1"/>
          </p:cNvSpPr>
          <p:nvPr/>
        </p:nvSpPr>
        <p:spPr>
          <a:xfrm xmlns:a="http://schemas.openxmlformats.org/drawingml/2006/main">
            <a:off x="10639425"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价值</a:t>
            </a:r>
          </a:p>
        </p:txBody>
      </p:sp>
      <p:sp>
        <p:nvSpPr>
          <p:cNvPr id="87" name="">
            <a:extLst xmlns:a="http://schemas.openxmlformats.org/drawingml/2006/main">
              <a:ext uri="{FF2B5EF4-FFF2-40B4-BE49-F238E27FC236}">
                <a16:creationId xmlns:a16="http://schemas.microsoft.com/office/drawing/2014/main" id="{D21D185D-3F31-4848-9F7C-C71B4AF9FB7D}"/>
              </a:ext>
            </a:extLst>
          </p:cNvPr>
          <p:cNvSpPr>
            <a:spLocks xmlns:a="http://schemas.openxmlformats.org/drawingml/2006/main" noGrp="1"/>
          </p:cNvSpPr>
          <p:nvPr/>
        </p:nvSpPr>
        <p:spPr>
          <a:xfrm xmlns:a="http://schemas.openxmlformats.org/drawingml/2006/main">
            <a:off x="7239000" y="4648200"/>
            <a:ext cx="3962400" cy="14478"/>
          </a:xfrm>
          <a:prstGeom xmlns:a="http://schemas.openxmlformats.org/drawingml/2006/main" prst="rect">
            <a:avLst/>
          </a:prstGeom>
          <a:gradFill xmlns:a="http://schemas.openxmlformats.org/drawingml/2006/main">
            <a:gsLst>
              <a:gs pos="0">
                <a:srgbClr val="FFD24A"/>
              </a:gs>
              <a:gs pos="100000">
                <a:srgbClr val="FFD24A">
                  <a:alpha val="0"/>
                </a:srgbClr>
              </a:gs>
            </a:gsLst>
            <a:lin ang="0"/>
          </a:gradFill>
          <a:ln xmlns:a="http://schemas.openxmlformats.org/drawingml/2006/main">
            <a:noFill/>
          </a:ln>
        </p:spPr>
      </p:sp>
      <p:sp>
        <p:nvSpPr>
          <p:cNvPr id="88" name="">
            <a:extLst xmlns:a="http://schemas.openxmlformats.org/drawingml/2006/main">
              <a:ext uri="{FF2B5EF4-FFF2-40B4-BE49-F238E27FC236}">
                <a16:creationId xmlns:a16="http://schemas.microsoft.com/office/drawing/2014/main" id="{5945E735-13F7-43DD-9E36-C2714D7E7883}"/>
              </a:ext>
            </a:extLst>
          </p:cNvPr>
          <p:cNvSpPr>
            <a:spLocks xmlns:a="http://schemas.openxmlformats.org/drawingml/2006/main" noGrp="1"/>
          </p:cNvSpPr>
          <p:nvPr/>
        </p:nvSpPr>
        <p:spPr>
          <a:xfrm xmlns:a="http://schemas.openxmlformats.org/drawingml/2006/main">
            <a:off x="7239000" y="4743450"/>
            <a:ext cx="39624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spc="1">
                <a:solidFill>
                  <a:srgbClr val="C6DDFF"/>
                </a:solidFill>
                <a:latin typeface="微软雅黑"/>
                <a:ea typeface="微软雅黑"/>
                <a:cs typeface="微软雅黑"/>
              </a:defRPr>
            </a:pPr>
            <a:r>
              <a:rPr sz="938" b="0" spc="1">
                <a:solidFill>
                  <a:srgbClr val="C6DDFF"/>
                </a:solidFill>
                <a:latin typeface="微软雅黑"/>
                <a:ea typeface="微软雅黑"/>
                <a:cs typeface="微软雅黑"/>
              </a:rPr>
              <a:t>答辩结构 </a:t>
            </a:r>
            <a:r>
              <a:rPr sz="938" b="0" spc="1">
                <a:solidFill>
                  <a:srgbClr val="C6DDFF"/>
                </a:solidFill>
                <a:latin typeface="微软雅黑"/>
                <a:ea typeface="微软雅黑"/>
                <a:cs typeface="微软雅黑"/>
              </a:rPr>
              <a:t>· </a:t>
            </a:r>
            <a:r>
              <a:rPr sz="938" b="0" spc="1">
                <a:solidFill>
                  <a:srgbClr val="C6DDFF"/>
                </a:solidFill>
                <a:latin typeface="微软雅黑"/>
                <a:ea typeface="微软雅黑"/>
                <a:cs typeface="微软雅黑"/>
              </a:rPr>
              <a:t>六章推进</a:t>
            </a:r>
          </a:p>
        </p:txBody>
      </p:sp>
      <p:sp>
        <p:nvSpPr>
          <p:cNvPr id="89" name="">
            <a:extLst xmlns:a="http://schemas.openxmlformats.org/drawingml/2006/main">
              <a:ext uri="{FF2B5EF4-FFF2-40B4-BE49-F238E27FC236}">
                <a16:creationId xmlns:a16="http://schemas.microsoft.com/office/drawing/2014/main" id="{DDE028C1-DD5E-4E01-A0DE-A4FFB2E0F6FA}"/>
              </a:ext>
            </a:extLst>
          </p:cNvPr>
          <p:cNvSpPr>
            <a:spLocks xmlns:a="http://schemas.openxmlformats.org/drawingml/2006/main" noGrp="1"/>
          </p:cNvSpPr>
          <p:nvPr/>
        </p:nvSpPr>
        <p:spPr>
          <a:xfrm xmlns:a="http://schemas.openxmlformats.org/drawingml/2006/main">
            <a:off x="819150" y="1390650"/>
            <a:ext cx="30480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75" spc="3">
                <a:latin typeface="Bahnschrift SemiBold"/>
                <a:ea typeface="Bahnschrift SemiBold"/>
                <a:cs typeface="Bahnschrift SemiBold"/>
              </a:defRPr>
            </a:pPr>
            <a:r>
              <a:rPr sz="975" spc="3">
                <a:solidFill>
                  <a:srgbClr val="9DBEE8"/>
                </a:solidFill>
                <a:latin typeface="Bahnschrift SemiBold"/>
                <a:ea typeface="Bahnschrift SemiBold"/>
                <a:cs typeface="Bahnschrift SemiBold"/>
              </a:rPr>
              <a:t>SECTION </a:t>
            </a:r>
            <a:r>
              <a:rPr sz="975" b="1" spc="3">
                <a:solidFill>
                  <a:srgbClr val="FFD24A"/>
                </a:solidFill>
                <a:latin typeface="Bahnschrift SemiBold"/>
                <a:ea typeface="Bahnschrift SemiBold"/>
                <a:cs typeface="Bahnschrift SemiBold"/>
              </a:rPr>
              <a:t>02</a:t>
            </a:r>
            <a:r>
              <a:rPr sz="975" spc="3">
                <a:solidFill>
                  <a:srgbClr val="9DBEE8"/>
                </a:solidFill>
                <a:latin typeface="Bahnschrift SemiBold"/>
                <a:ea typeface="Bahnschrift SemiBold"/>
                <a:cs typeface="Bahnschrift SemiBold"/>
              </a:rPr>
              <a:t> / 06</a:t>
            </a:r>
          </a:p>
        </p:txBody>
      </p:sp>
      <p:sp>
        <p:nvSpPr>
          <p:cNvPr id="90" name="">
            <a:extLst xmlns:a="http://schemas.openxmlformats.org/drawingml/2006/main">
              <a:ext uri="{FF2B5EF4-FFF2-40B4-BE49-F238E27FC236}">
                <a16:creationId xmlns:a16="http://schemas.microsoft.com/office/drawing/2014/main" id="{B220784A-8F0B-4049-9528-030B117B8905}"/>
              </a:ext>
            </a:extLst>
          </p:cNvPr>
          <p:cNvSpPr>
            <a:spLocks xmlns:a="http://schemas.openxmlformats.org/drawingml/2006/main" noGrp="1"/>
          </p:cNvSpPr>
          <p:nvPr/>
        </p:nvSpPr>
        <p:spPr>
          <a:xfrm xmlns:a="http://schemas.openxmlformats.org/drawingml/2006/main">
            <a:off x="819150" y="1695450"/>
            <a:ext cx="800100" cy="19050"/>
          </a:xfrm>
          <a:prstGeom xmlns:a="http://schemas.openxmlformats.org/drawingml/2006/main" prst="rect">
            <a:avLst/>
          </a:prstGeom>
          <a:gradFill xmlns:a="http://schemas.openxmlformats.org/drawingml/2006/main">
            <a:gsLst>
              <a:gs pos="0">
                <a:srgbClr val="2E86E0"/>
              </a:gs>
              <a:gs pos="100000">
                <a:srgbClr val="2E86E0">
                  <a:alpha val="0"/>
                </a:srgbClr>
              </a:gs>
            </a:gsLst>
            <a:lin ang="0"/>
          </a:gradFill>
          <a:ln xmlns:a="http://schemas.openxmlformats.org/drawingml/2006/main">
            <a:noFill/>
          </a:ln>
        </p:spPr>
      </p:sp>
      <p:sp>
        <p:nvSpPr>
          <p:cNvPr id="91" name="">
            <a:extLst xmlns:a="http://schemas.openxmlformats.org/drawingml/2006/main">
              <a:ext uri="{FF2B5EF4-FFF2-40B4-BE49-F238E27FC236}">
                <a16:creationId xmlns:a16="http://schemas.microsoft.com/office/drawing/2014/main" id="{635086C9-6178-438F-960B-1B7C55EBB827}"/>
              </a:ext>
            </a:extLst>
          </p:cNvPr>
          <p:cNvSpPr>
            <a:spLocks xmlns:a="http://schemas.openxmlformats.org/drawingml/2006/main" noGrp="1"/>
          </p:cNvSpPr>
          <p:nvPr/>
        </p:nvSpPr>
        <p:spPr>
          <a:xfrm xmlns:a="http://schemas.openxmlformats.org/drawingml/2006/main">
            <a:off x="800100" y="1905000"/>
            <a:ext cx="59055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3900" b="1" spc="3">
                <a:solidFill>
                  <a:srgbClr val="FFFFFF"/>
                </a:solidFill>
                <a:latin typeface="微软雅黑"/>
                <a:ea typeface="微软雅黑"/>
                <a:cs typeface="微软雅黑"/>
              </a:defRPr>
            </a:pPr>
            <a:r>
              <a:rPr sz="3900" b="1" spc="3">
                <a:solidFill>
                  <a:srgbClr val="FFFFFF"/>
                </a:solidFill>
                <a:latin typeface="微软雅黑"/>
                <a:ea typeface="微软雅黑"/>
                <a:cs typeface="微软雅黑"/>
              </a:rPr>
              <a:t>总体方案</a:t>
            </a:r>
          </a:p>
        </p:txBody>
      </p:sp>
      <p:sp>
        <p:nvSpPr>
          <p:cNvPr id="92" name="">
            <a:extLst xmlns:a="http://schemas.openxmlformats.org/drawingml/2006/main">
              <a:ext uri="{FF2B5EF4-FFF2-40B4-BE49-F238E27FC236}">
                <a16:creationId xmlns:a16="http://schemas.microsoft.com/office/drawing/2014/main" id="{A1436EE1-A7A3-45FE-8DE4-AB536A493622}"/>
              </a:ext>
            </a:extLst>
          </p:cNvPr>
          <p:cNvSpPr>
            <a:spLocks xmlns:a="http://schemas.openxmlformats.org/drawingml/2006/main" noGrp="1"/>
          </p:cNvSpPr>
          <p:nvPr/>
        </p:nvSpPr>
        <p:spPr>
          <a:xfrm xmlns:a="http://schemas.openxmlformats.org/drawingml/2006/main">
            <a:off x="838200" y="2705100"/>
            <a:ext cx="5905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013" b="0" spc="3">
                <a:solidFill>
                  <a:srgbClr val="2E86E0"/>
                </a:solidFill>
                <a:latin typeface="Bahnschrift"/>
                <a:ea typeface="Bahnschrift"/>
                <a:cs typeface="Bahnschrift"/>
              </a:defRPr>
            </a:pPr>
            <a:r>
              <a:rPr sz="1013" b="0" spc="3">
                <a:solidFill>
                  <a:srgbClr val="2E86E0"/>
                </a:solidFill>
                <a:latin typeface="Bahnschrift"/>
                <a:ea typeface="Bahnschrift"/>
                <a:cs typeface="Bahnschrift"/>
              </a:rPr>
              <a:t>SOLUTION · ARCHITECTURE &amp; ROADMAP</a:t>
            </a:r>
          </a:p>
        </p:txBody>
      </p:sp>
      <p:sp>
        <p:nvSpPr>
          <p:cNvPr id="93" name="">
            <a:extLst xmlns:a="http://schemas.openxmlformats.org/drawingml/2006/main">
              <a:ext uri="{FF2B5EF4-FFF2-40B4-BE49-F238E27FC236}">
                <a16:creationId xmlns:a16="http://schemas.microsoft.com/office/drawing/2014/main" id="{79ACC39D-0E0C-4390-8580-BC4AEE68DA29}"/>
              </a:ext>
            </a:extLst>
          </p:cNvPr>
          <p:cNvSpPr>
            <a:spLocks xmlns:a="http://schemas.openxmlformats.org/drawingml/2006/main" noGrp="1"/>
          </p:cNvSpPr>
          <p:nvPr/>
        </p:nvSpPr>
        <p:spPr>
          <a:xfrm xmlns:a="http://schemas.openxmlformats.org/drawingml/2006/main">
            <a:off x="838200" y="3105150"/>
            <a:ext cx="1257300" cy="28575"/>
          </a:xfrm>
          <a:prstGeom xmlns:a="http://schemas.openxmlformats.org/drawingml/2006/main" prst="rect">
            <a:avLst/>
          </a:prstGeom>
          <a:gradFill xmlns:a="http://schemas.openxmlformats.org/drawingml/2006/main">
            <a:gsLst>
              <a:gs pos="0">
                <a:srgbClr val="FFD24A"/>
              </a:gs>
              <a:gs pos="100000">
                <a:srgbClr val="FFD24A">
                  <a:alpha val="0"/>
                </a:srgbClr>
              </a:gs>
            </a:gsLst>
            <a:lin ang="0"/>
          </a:gradFill>
          <a:ln xmlns:a="http://schemas.openxmlformats.org/drawingml/2006/main">
            <a:noFill/>
          </a:ln>
        </p:spPr>
      </p:sp>
      <p:sp>
        <p:nvSpPr>
          <p:cNvPr id="94" name="">
            <a:extLst xmlns:a="http://schemas.openxmlformats.org/drawingml/2006/main">
              <a:ext uri="{FF2B5EF4-FFF2-40B4-BE49-F238E27FC236}">
                <a16:creationId xmlns:a16="http://schemas.microsoft.com/office/drawing/2014/main" id="{2DAA7A8A-96C2-46DE-8858-F0EFB0E967F1}"/>
              </a:ext>
            </a:extLst>
          </p:cNvPr>
          <p:cNvSpPr>
            <a:spLocks xmlns:a="http://schemas.openxmlformats.org/drawingml/2006/main" noGrp="1"/>
          </p:cNvSpPr>
          <p:nvPr/>
        </p:nvSpPr>
        <p:spPr>
          <a:xfrm xmlns:a="http://schemas.openxmlformats.org/drawingml/2006/main">
            <a:off x="819150" y="3352800"/>
            <a:ext cx="5905500" cy="1428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先给出系统边界与总体框架，再谈算法细节</a:t>
            </a:r>
          </a:p>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五层架构：应用层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智能层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数据层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留痕层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部署层</a:t>
            </a:r>
          </a:p>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四项核心创新点，构成与通用方案的本质差异</a:t>
            </a:r>
          </a:p>
        </p:txBody>
      </p:sp>
      <p:sp>
        <p:nvSpPr>
          <p:cNvPr id="95" name="">
            <a:extLst xmlns:a="http://schemas.openxmlformats.org/drawingml/2006/main">
              <a:ext uri="{FF2B5EF4-FFF2-40B4-BE49-F238E27FC236}">
                <a16:creationId xmlns:a16="http://schemas.microsoft.com/office/drawing/2014/main" id="{91B30240-4AA0-48D4-ADC7-C266CE657F49}"/>
              </a:ext>
            </a:extLst>
          </p:cNvPr>
          <p:cNvSpPr>
            <a:spLocks xmlns:a="http://schemas.openxmlformats.org/drawingml/2006/main" noGrp="1"/>
          </p:cNvSpPr>
          <p:nvPr/>
        </p:nvSpPr>
        <p:spPr>
          <a:xfrm xmlns:a="http://schemas.openxmlformats.org/drawingml/2006/main">
            <a:off x="8191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2E86E0">
                <a:alpha val="50000"/>
              </a:srgbClr>
            </a:solidFill>
            <a:prstDash val="solid"/>
          </a:ln>
        </p:spPr>
      </p:sp>
      <p:sp>
        <p:nvSpPr>
          <p:cNvPr id="96" name="">
            <a:extLst xmlns:a="http://schemas.openxmlformats.org/drawingml/2006/main">
              <a:ext uri="{FF2B5EF4-FFF2-40B4-BE49-F238E27FC236}">
                <a16:creationId xmlns:a16="http://schemas.microsoft.com/office/drawing/2014/main" id="{FB79E31C-100D-433A-BDD7-BA113B46A6E5}"/>
              </a:ext>
            </a:extLst>
          </p:cNvPr>
          <p:cNvSpPr>
            <a:spLocks xmlns:a="http://schemas.openxmlformats.org/drawingml/2006/main" noGrp="1"/>
          </p:cNvSpPr>
          <p:nvPr/>
        </p:nvSpPr>
        <p:spPr>
          <a:xfrm xmlns:a="http://schemas.openxmlformats.org/drawingml/2006/main">
            <a:off x="819150" y="4953000"/>
            <a:ext cx="1809750" cy="28575"/>
          </a:xfrm>
          <a:prstGeom xmlns:a="http://schemas.openxmlformats.org/drawingml/2006/main" prst="rect">
            <a:avLst/>
          </a:prstGeom>
          <a:solidFill xmlns:a="http://schemas.openxmlformats.org/drawingml/2006/main">
            <a:srgbClr val="2E86E0"/>
          </a:solidFill>
          <a:ln xmlns:a="http://schemas.openxmlformats.org/drawingml/2006/main">
            <a:noFill/>
          </a:ln>
        </p:spPr>
      </p:sp>
      <p:sp>
        <p:nvSpPr>
          <p:cNvPr id="97" name="">
            <a:extLst xmlns:a="http://schemas.openxmlformats.org/drawingml/2006/main">
              <a:ext uri="{FF2B5EF4-FFF2-40B4-BE49-F238E27FC236}">
                <a16:creationId xmlns:a16="http://schemas.microsoft.com/office/drawing/2014/main" id="{A40D94A8-FDC7-4376-A921-2527B232486E}"/>
              </a:ext>
            </a:extLst>
          </p:cNvPr>
          <p:cNvSpPr>
            <a:spLocks xmlns:a="http://schemas.openxmlformats.org/drawingml/2006/main" noGrp="1"/>
          </p:cNvSpPr>
          <p:nvPr/>
        </p:nvSpPr>
        <p:spPr>
          <a:xfrm xmlns:a="http://schemas.openxmlformats.org/drawingml/2006/main">
            <a:off x="971550" y="5048250"/>
            <a:ext cx="15621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5</a:t>
            </a:r>
          </a:p>
        </p:txBody>
      </p:sp>
      <p:sp>
        <p:nvSpPr>
          <p:cNvPr id="98" name="">
            <a:extLst xmlns:a="http://schemas.openxmlformats.org/drawingml/2006/main">
              <a:ext uri="{FF2B5EF4-FFF2-40B4-BE49-F238E27FC236}">
                <a16:creationId xmlns:a16="http://schemas.microsoft.com/office/drawing/2014/main" id="{CB3D57D2-D318-4849-B127-5416A25948B6}"/>
              </a:ext>
            </a:extLst>
          </p:cNvPr>
          <p:cNvSpPr>
            <a:spLocks xmlns:a="http://schemas.openxmlformats.org/drawingml/2006/main" noGrp="1"/>
          </p:cNvSpPr>
          <p:nvPr/>
        </p:nvSpPr>
        <p:spPr>
          <a:xfrm xmlns:a="http://schemas.openxmlformats.org/drawingml/2006/main">
            <a:off x="971550" y="5372100"/>
            <a:ext cx="1581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层总体框架</a:t>
            </a:r>
          </a:p>
        </p:txBody>
      </p:sp>
      <p:sp>
        <p:nvSpPr>
          <p:cNvPr id="99" name="">
            <a:extLst xmlns:a="http://schemas.openxmlformats.org/drawingml/2006/main">
              <a:ext uri="{FF2B5EF4-FFF2-40B4-BE49-F238E27FC236}">
                <a16:creationId xmlns:a16="http://schemas.microsoft.com/office/drawing/2014/main" id="{3938E3EB-41E4-47F2-9F68-43A26BDDB2D4}"/>
              </a:ext>
            </a:extLst>
          </p:cNvPr>
          <p:cNvSpPr>
            <a:spLocks xmlns:a="http://schemas.openxmlformats.org/drawingml/2006/main" noGrp="1"/>
          </p:cNvSpPr>
          <p:nvPr/>
        </p:nvSpPr>
        <p:spPr>
          <a:xfrm xmlns:a="http://schemas.openxmlformats.org/drawingml/2006/main">
            <a:off x="28003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2E86E0">
                <a:alpha val="50000"/>
              </a:srgbClr>
            </a:solidFill>
            <a:prstDash val="solid"/>
          </a:ln>
        </p:spPr>
      </p:sp>
      <p:sp>
        <p:nvSpPr>
          <p:cNvPr id="100" name="">
            <a:extLst xmlns:a="http://schemas.openxmlformats.org/drawingml/2006/main">
              <a:ext uri="{FF2B5EF4-FFF2-40B4-BE49-F238E27FC236}">
                <a16:creationId xmlns:a16="http://schemas.microsoft.com/office/drawing/2014/main" id="{5D9F4944-3798-4AFD-9E2E-1C24BBEA93F3}"/>
              </a:ext>
            </a:extLst>
          </p:cNvPr>
          <p:cNvSpPr>
            <a:spLocks xmlns:a="http://schemas.openxmlformats.org/drawingml/2006/main" noGrp="1"/>
          </p:cNvSpPr>
          <p:nvPr/>
        </p:nvSpPr>
        <p:spPr>
          <a:xfrm xmlns:a="http://schemas.openxmlformats.org/drawingml/2006/main">
            <a:off x="2800350" y="4953000"/>
            <a:ext cx="1809750" cy="28575"/>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01" name="">
            <a:extLst xmlns:a="http://schemas.openxmlformats.org/drawingml/2006/main">
              <a:ext uri="{FF2B5EF4-FFF2-40B4-BE49-F238E27FC236}">
                <a16:creationId xmlns:a16="http://schemas.microsoft.com/office/drawing/2014/main" id="{FC9818B2-B603-45FD-BBFC-2F2CB83488C3}"/>
              </a:ext>
            </a:extLst>
          </p:cNvPr>
          <p:cNvSpPr>
            <a:spLocks xmlns:a="http://schemas.openxmlformats.org/drawingml/2006/main" noGrp="1"/>
          </p:cNvSpPr>
          <p:nvPr/>
        </p:nvSpPr>
        <p:spPr>
          <a:xfrm xmlns:a="http://schemas.openxmlformats.org/drawingml/2006/main">
            <a:off x="2952750" y="5048250"/>
            <a:ext cx="15621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4</a:t>
            </a:r>
          </a:p>
        </p:txBody>
      </p:sp>
      <p:sp>
        <p:nvSpPr>
          <p:cNvPr id="102" name="">
            <a:extLst xmlns:a="http://schemas.openxmlformats.org/drawingml/2006/main">
              <a:ext uri="{FF2B5EF4-FFF2-40B4-BE49-F238E27FC236}">
                <a16:creationId xmlns:a16="http://schemas.microsoft.com/office/drawing/2014/main" id="{20CA14C5-2E13-4BB9-9DF4-B7E33272A2AF}"/>
              </a:ext>
            </a:extLst>
          </p:cNvPr>
          <p:cNvSpPr>
            <a:spLocks xmlns:a="http://schemas.openxmlformats.org/drawingml/2006/main" noGrp="1"/>
          </p:cNvSpPr>
          <p:nvPr/>
        </p:nvSpPr>
        <p:spPr>
          <a:xfrm xmlns:a="http://schemas.openxmlformats.org/drawingml/2006/main">
            <a:off x="2952750" y="5372100"/>
            <a:ext cx="1581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项核心创新点</a:t>
            </a:r>
          </a:p>
        </p:txBody>
      </p:sp>
      <p:sp>
        <p:nvSpPr>
          <p:cNvPr id="103" name="">
            <a:extLst xmlns:a="http://schemas.openxmlformats.org/drawingml/2006/main">
              <a:ext uri="{FF2B5EF4-FFF2-40B4-BE49-F238E27FC236}">
                <a16:creationId xmlns:a16="http://schemas.microsoft.com/office/drawing/2014/main" id="{5BDD8F90-742B-4A5F-A86D-1FA735C46937}"/>
              </a:ext>
            </a:extLst>
          </p:cNvPr>
          <p:cNvSpPr>
            <a:spLocks xmlns:a="http://schemas.openxmlformats.org/drawingml/2006/main" noGrp="1"/>
          </p:cNvSpPr>
          <p:nvPr/>
        </p:nvSpPr>
        <p:spPr>
          <a:xfrm xmlns:a="http://schemas.openxmlformats.org/drawingml/2006/main">
            <a:off x="47815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2E86E0">
                <a:alpha val="50000"/>
              </a:srgbClr>
            </a:solidFill>
            <a:prstDash val="solid"/>
          </a:ln>
        </p:spPr>
      </p:sp>
      <p:sp>
        <p:nvSpPr>
          <p:cNvPr id="104" name="">
            <a:extLst xmlns:a="http://schemas.openxmlformats.org/drawingml/2006/main">
              <a:ext uri="{FF2B5EF4-FFF2-40B4-BE49-F238E27FC236}">
                <a16:creationId xmlns:a16="http://schemas.microsoft.com/office/drawing/2014/main" id="{7B9C1BB9-BD4C-4D74-9386-2BE3F2442834}"/>
              </a:ext>
            </a:extLst>
          </p:cNvPr>
          <p:cNvSpPr>
            <a:spLocks xmlns:a="http://schemas.openxmlformats.org/drawingml/2006/main" noGrp="1"/>
          </p:cNvSpPr>
          <p:nvPr/>
        </p:nvSpPr>
        <p:spPr>
          <a:xfrm xmlns:a="http://schemas.openxmlformats.org/drawingml/2006/main">
            <a:off x="4781550" y="4953000"/>
            <a:ext cx="1809750" cy="28575"/>
          </a:xfrm>
          <a:prstGeom xmlns:a="http://schemas.openxmlformats.org/drawingml/2006/main" prst="rect">
            <a:avLst/>
          </a:prstGeom>
          <a:solidFill xmlns:a="http://schemas.openxmlformats.org/drawingml/2006/main">
            <a:srgbClr val="2E86E0"/>
          </a:solidFill>
          <a:ln xmlns:a="http://schemas.openxmlformats.org/drawingml/2006/main">
            <a:noFill/>
          </a:ln>
        </p:spPr>
      </p:sp>
      <p:sp>
        <p:nvSpPr>
          <p:cNvPr id="105" name="">
            <a:extLst xmlns:a="http://schemas.openxmlformats.org/drawingml/2006/main">
              <a:ext uri="{FF2B5EF4-FFF2-40B4-BE49-F238E27FC236}">
                <a16:creationId xmlns:a16="http://schemas.microsoft.com/office/drawing/2014/main" id="{793F3460-17B2-4113-9125-A01D4174EC00}"/>
              </a:ext>
            </a:extLst>
          </p:cNvPr>
          <p:cNvSpPr>
            <a:spLocks xmlns:a="http://schemas.openxmlformats.org/drawingml/2006/main" noGrp="1"/>
          </p:cNvSpPr>
          <p:nvPr/>
        </p:nvSpPr>
        <p:spPr>
          <a:xfrm xmlns:a="http://schemas.openxmlformats.org/drawingml/2006/main">
            <a:off x="4933950" y="5048250"/>
            <a:ext cx="15621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3</a:t>
            </a:r>
          </a:p>
        </p:txBody>
      </p:sp>
      <p:sp>
        <p:nvSpPr>
          <p:cNvPr id="106" name="">
            <a:extLst xmlns:a="http://schemas.openxmlformats.org/drawingml/2006/main">
              <a:ext uri="{FF2B5EF4-FFF2-40B4-BE49-F238E27FC236}">
                <a16:creationId xmlns:a16="http://schemas.microsoft.com/office/drawing/2014/main" id="{66633AF4-7755-40DE-A83E-040BD00F7AC5}"/>
              </a:ext>
            </a:extLst>
          </p:cNvPr>
          <p:cNvSpPr>
            <a:spLocks xmlns:a="http://schemas.openxmlformats.org/drawingml/2006/main" noGrp="1"/>
          </p:cNvSpPr>
          <p:nvPr/>
        </p:nvSpPr>
        <p:spPr>
          <a:xfrm xmlns:a="http://schemas.openxmlformats.org/drawingml/2006/main">
            <a:off x="4933950" y="5372100"/>
            <a:ext cx="1581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个稳定 </a:t>
            </a:r>
            <a:r>
              <a:rPr sz="863" b="0">
                <a:solidFill>
                  <a:srgbClr val="C6DDFF"/>
                </a:solidFill>
                <a:latin typeface="微软雅黑"/>
                <a:ea typeface="微软雅黑"/>
                <a:cs typeface="微软雅黑"/>
              </a:rPr>
              <a:t>Agent </a:t>
            </a:r>
            <a:r>
              <a:rPr sz="863" b="0">
                <a:solidFill>
                  <a:srgbClr val="C6DDFF"/>
                </a:solidFill>
                <a:latin typeface="微软雅黑"/>
                <a:ea typeface="微软雅黑"/>
                <a:cs typeface="微软雅黑"/>
              </a:rPr>
              <a:t>接口</a:t>
            </a:r>
          </a:p>
        </p:txBody>
      </p:sp>
      <p:sp>
        <p:nvSpPr>
          <p:cNvPr id="107" name="">
            <a:extLst xmlns:a="http://schemas.openxmlformats.org/drawingml/2006/main">
              <a:ext uri="{FF2B5EF4-FFF2-40B4-BE49-F238E27FC236}">
                <a16:creationId xmlns:a16="http://schemas.microsoft.com/office/drawing/2014/main" id="{595FECF3-7FCB-41DC-8731-08D565627F2C}"/>
              </a:ext>
            </a:extLst>
          </p:cNvPr>
          <p:cNvSpPr>
            <a:spLocks xmlns:a="http://schemas.openxmlformats.org/drawingml/2006/main" noGrp="1"/>
          </p:cNvSpPr>
          <p:nvPr/>
        </p:nvSpPr>
        <p:spPr>
          <a:xfrm xmlns:a="http://schemas.openxmlformats.org/drawingml/2006/main">
            <a:off x="819150" y="5962650"/>
            <a:ext cx="5143500" cy="14478"/>
          </a:xfrm>
          <a:prstGeom xmlns:a="http://schemas.openxmlformats.org/drawingml/2006/main" prst="rect">
            <a:avLst/>
          </a:prstGeom>
          <a:gradFill xmlns:a="http://schemas.openxmlformats.org/drawingml/2006/main">
            <a:gsLst>
              <a:gs pos="0">
                <a:srgbClr val="2E86E0"/>
              </a:gs>
              <a:gs pos="100000">
                <a:srgbClr val="2E86E0">
                  <a:alpha val="0"/>
                </a:srgbClr>
              </a:gs>
            </a:gsLst>
            <a:lin ang="0"/>
          </a:gradFill>
          <a:ln xmlns:a="http://schemas.openxmlformats.org/drawingml/2006/main">
            <a:noFill/>
          </a:ln>
        </p:spPr>
      </p:sp>
      <p:sp>
        <p:nvSpPr>
          <p:cNvPr id="108" name="">
            <a:extLst xmlns:a="http://schemas.openxmlformats.org/drawingml/2006/main">
              <a:ext uri="{FF2B5EF4-FFF2-40B4-BE49-F238E27FC236}">
                <a16:creationId xmlns:a16="http://schemas.microsoft.com/office/drawing/2014/main" id="{33106B34-DE93-4973-AF53-47E41941DFD1}"/>
              </a:ext>
            </a:extLst>
          </p:cNvPr>
          <p:cNvSpPr>
            <a:spLocks xmlns:a="http://schemas.openxmlformats.org/drawingml/2006/main" noGrp="1"/>
          </p:cNvSpPr>
          <p:nvPr/>
        </p:nvSpPr>
        <p:spPr>
          <a:xfrm xmlns:a="http://schemas.openxmlformats.org/drawingml/2006/main">
            <a:off x="819150" y="6096000"/>
            <a:ext cx="24765" cy="24765"/>
          </a:xfrm>
          <a:prstGeom xmlns:a="http://schemas.openxmlformats.org/drawingml/2006/main" prst="ellipse">
            <a:avLst/>
          </a:prstGeom>
          <a:solidFill xmlns:a="http://schemas.openxmlformats.org/drawingml/2006/main">
            <a:srgbClr val="2E86E0">
              <a:alpha val="60000"/>
            </a:srgbClr>
          </a:solidFill>
          <a:ln xmlns:a="http://schemas.openxmlformats.org/drawingml/2006/main">
            <a:noFill/>
          </a:ln>
        </p:spPr>
      </p:sp>
      <p:sp>
        <p:nvSpPr>
          <p:cNvPr id="109" name="">
            <a:extLst xmlns:a="http://schemas.openxmlformats.org/drawingml/2006/main">
              <a:ext uri="{FF2B5EF4-FFF2-40B4-BE49-F238E27FC236}">
                <a16:creationId xmlns:a16="http://schemas.microsoft.com/office/drawing/2014/main" id="{C3EECF00-CC40-48B7-8877-FFF488C8DD4C}"/>
              </a:ext>
            </a:extLst>
          </p:cNvPr>
          <p:cNvSpPr>
            <a:spLocks xmlns:a="http://schemas.openxmlformats.org/drawingml/2006/main" noGrp="1"/>
          </p:cNvSpPr>
          <p:nvPr/>
        </p:nvSpPr>
        <p:spPr>
          <a:xfrm xmlns:a="http://schemas.openxmlformats.org/drawingml/2006/main">
            <a:off x="885825" y="6096000"/>
            <a:ext cx="24765" cy="24765"/>
          </a:xfrm>
          <a:prstGeom xmlns:a="http://schemas.openxmlformats.org/drawingml/2006/main" prst="ellipse">
            <a:avLst/>
          </a:prstGeom>
          <a:solidFill xmlns:a="http://schemas.openxmlformats.org/drawingml/2006/main">
            <a:srgbClr val="2E86E0">
              <a:alpha val="60000"/>
            </a:srgbClr>
          </a:solidFill>
          <a:ln xmlns:a="http://schemas.openxmlformats.org/drawingml/2006/main">
            <a:noFill/>
          </a:ln>
        </p:spPr>
      </p:sp>
      <p:sp>
        <p:nvSpPr>
          <p:cNvPr id="110" name="">
            <a:extLst xmlns:a="http://schemas.openxmlformats.org/drawingml/2006/main">
              <a:ext uri="{FF2B5EF4-FFF2-40B4-BE49-F238E27FC236}">
                <a16:creationId xmlns:a16="http://schemas.microsoft.com/office/drawing/2014/main" id="{5F647044-537B-4A9A-B893-D453557969A2}"/>
              </a:ext>
            </a:extLst>
          </p:cNvPr>
          <p:cNvSpPr>
            <a:spLocks xmlns:a="http://schemas.openxmlformats.org/drawingml/2006/main" noGrp="1"/>
          </p:cNvSpPr>
          <p:nvPr/>
        </p:nvSpPr>
        <p:spPr>
          <a:xfrm xmlns:a="http://schemas.openxmlformats.org/drawingml/2006/main">
            <a:off x="952500" y="6096000"/>
            <a:ext cx="24765" cy="24765"/>
          </a:xfrm>
          <a:prstGeom xmlns:a="http://schemas.openxmlformats.org/drawingml/2006/main" prst="ellipse">
            <a:avLst/>
          </a:prstGeom>
          <a:solidFill xmlns:a="http://schemas.openxmlformats.org/drawingml/2006/main">
            <a:srgbClr val="2E86E0">
              <a:alpha val="60000"/>
            </a:srgbClr>
          </a:solidFill>
          <a:ln xmlns:a="http://schemas.openxmlformats.org/drawingml/2006/main">
            <a:noFill/>
          </a:ln>
        </p:spPr>
      </p:sp>
    </p:spTree>
    <p:extLst>
      <p:ext uri="{BB962C8B-B14F-4D97-AF65-F5344CB8AC3E}">
        <p14:creationId xmlns:p14="http://schemas.microsoft.com/office/powerpoint/2010/main" val="2013877420"/>
      </p:ext>
    </p:extLst>
  </p:cSld>
</p:sld>
</file>

<file path=ppt/slides/slide13.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77" name=""/>
          <p:cNvPicPr>
            <a:picLocks xmlns:a="http://schemas.openxmlformats.org/drawingml/2006/main" noChangeAspect="1"/>
          </p:cNvPicPr>
          <p:nvPr/>
        </p:nvPicPr>
        <p:blipFill>
          <a:blip xmlns:r="http://schemas.openxmlformats.org/officeDocument/2006/relationships" xmlns:a="http://schemas.openxmlformats.org/drawingml/2006/main" r:embed="R9cab6da4195b4ec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E47A3A4-2432-41D3-BF3D-30DB2669835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0C09BD56-CBB3-4386-89FD-A80A786A140D}"/>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E06360ED-4477-4182-8311-50AA2C67D361}"/>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8AE673E7-EA33-46EF-8A6A-4C186AB7D0B4}"/>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EC9EB62E-0EA7-496E-9924-9051B56BF2EE}"/>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B29BECFA-05B7-41E0-95D8-4BE8459FB098}"/>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734E5572-AC8C-4FE2-A374-211BCF23568B}"/>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0C0AB125-52D2-4958-AC3A-AA9E218D3CDB}"/>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9A036DA0-9477-43ED-969B-169706B7DC2A}"/>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2E86E0">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C332316F-C520-4EEB-B41C-FCC10F804905}"/>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2E86E0">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D5E870EF-212B-4018-9C6B-DF43B88C252E}"/>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ACC0A703-DE88-4719-AE95-D5366EAB5DE8}"/>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2E86E0"/>
                </a:solidFill>
                <a:latin typeface="微软雅黑"/>
                <a:ea typeface="微软雅黑"/>
                <a:cs typeface="微软雅黑"/>
              </a:defRPr>
            </a:pPr>
            <a:r>
              <a:rPr sz="863" b="1" spc="1">
                <a:solidFill>
                  <a:srgbClr val="2E86E0"/>
                </a:solidFill>
                <a:latin typeface="微软雅黑"/>
                <a:ea typeface="微软雅黑"/>
                <a:cs typeface="微软雅黑"/>
              </a:rPr>
              <a:t>02　</a:t>
            </a:r>
            <a:r>
              <a:rPr sz="863" b="1" spc="1">
                <a:solidFill>
                  <a:srgbClr val="2E86E0"/>
                </a:solidFill>
                <a:latin typeface="微软雅黑"/>
                <a:ea typeface="微软雅黑"/>
                <a:cs typeface="微软雅黑"/>
              </a:rPr>
              <a:t>总体方案</a:t>
            </a:r>
          </a:p>
        </p:txBody>
      </p:sp>
      <p:sp>
        <p:nvSpPr>
          <p:cNvPr id="14" name="">
            <a:extLst xmlns:a="http://schemas.openxmlformats.org/drawingml/2006/main">
              <a:ext uri="{FF2B5EF4-FFF2-40B4-BE49-F238E27FC236}">
                <a16:creationId xmlns:a16="http://schemas.microsoft.com/office/drawing/2014/main" id="{9A3069CA-29B2-46EC-BD0D-540EA84626DD}"/>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系统总体框架</a:t>
            </a:r>
          </a:p>
        </p:txBody>
      </p:sp>
      <p:sp>
        <p:nvSpPr>
          <p:cNvPr id="15" name="">
            <a:extLst xmlns:a="http://schemas.openxmlformats.org/drawingml/2006/main">
              <a:ext uri="{FF2B5EF4-FFF2-40B4-BE49-F238E27FC236}">
                <a16:creationId xmlns:a16="http://schemas.microsoft.com/office/drawing/2014/main" id="{C61DFA60-3F2A-40AE-9D58-ED33872050C1}"/>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8AA6C6A7-8873-40C9-A611-AB66EABD71B7}"/>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B7FC2895-4EF8-4D35-98E6-2AC0865BF0B7}"/>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B1207772-9895-494F-95C9-B11707EC8FD9}"/>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B0D95373-2961-4A68-9094-B759DDD273B2}"/>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一套 </a:t>
            </a:r>
            <a:r>
              <a:rPr sz="1238">
                <a:solidFill>
                  <a:srgbClr val="FFFFFF"/>
                </a:solidFill>
                <a:latin typeface="微软雅黑"/>
                <a:ea typeface="微软雅黑"/>
                <a:cs typeface="微软雅黑"/>
              </a:rPr>
              <a:t>MySQL </a:t>
            </a:r>
            <a:r>
              <a:rPr sz="1238">
                <a:solidFill>
                  <a:srgbClr val="FFFFFF"/>
                </a:solidFill>
                <a:latin typeface="微软雅黑"/>
                <a:ea typeface="微软雅黑"/>
                <a:cs typeface="微软雅黑"/>
              </a:rPr>
              <a:t>数据底座 </a:t>
            </a:r>
            <a:r>
              <a:rPr sz="1238">
                <a:solidFill>
                  <a:srgbClr val="FFFFFF"/>
                </a:solidFill>
                <a:latin typeface="微软雅黑"/>
                <a:ea typeface="微软雅黑"/>
                <a:cs typeface="微软雅黑"/>
              </a:rPr>
              <a:t>+ </a:t>
            </a:r>
            <a:r>
              <a:rPr sz="1238">
                <a:solidFill>
                  <a:srgbClr val="FFFFFF"/>
                </a:solidFill>
                <a:latin typeface="微软雅黑"/>
                <a:ea typeface="微软雅黑"/>
                <a:cs typeface="微软雅黑"/>
              </a:rPr>
              <a:t>规则 </a:t>
            </a:r>
            <a:r>
              <a:rPr sz="1238">
                <a:solidFill>
                  <a:srgbClr val="FFFFFF"/>
                </a:solidFill>
                <a:latin typeface="微软雅黑"/>
                <a:ea typeface="微软雅黑"/>
                <a:cs typeface="微软雅黑"/>
              </a:rPr>
              <a:t>/ </a:t>
            </a:r>
            <a:r>
              <a:rPr sz="1238">
                <a:solidFill>
                  <a:srgbClr val="FFFFFF"/>
                </a:solidFill>
                <a:latin typeface="微软雅黑"/>
                <a:ea typeface="微软雅黑"/>
                <a:cs typeface="微软雅黑"/>
              </a:rPr>
              <a:t>模型 </a:t>
            </a:r>
            <a:r>
              <a:rPr sz="1238">
                <a:solidFill>
                  <a:srgbClr val="FFFFFF"/>
                </a:solidFill>
                <a:latin typeface="微软雅黑"/>
                <a:ea typeface="微软雅黑"/>
                <a:cs typeface="微软雅黑"/>
              </a:rPr>
              <a:t>/ </a:t>
            </a:r>
            <a:r>
              <a:rPr sz="1238">
                <a:solidFill>
                  <a:srgbClr val="FFFFFF"/>
                </a:solidFill>
                <a:latin typeface="微软雅黑"/>
                <a:ea typeface="微软雅黑"/>
                <a:cs typeface="微软雅黑"/>
              </a:rPr>
              <a:t>人工三层分离，让系统边界清晰、结论可替换。</a:t>
            </a:r>
          </a:p>
        </p:txBody>
      </p:sp>
      <p:sp>
        <p:nvSpPr>
          <p:cNvPr id="20" name="">
            <a:extLst xmlns:a="http://schemas.openxmlformats.org/drawingml/2006/main">
              <a:ext uri="{FF2B5EF4-FFF2-40B4-BE49-F238E27FC236}">
                <a16:creationId xmlns:a16="http://schemas.microsoft.com/office/drawing/2014/main" id="{D0FE527D-07A4-42FF-B6BC-DA6B62DC3AEF}"/>
              </a:ext>
            </a:extLst>
          </p:cNvPr>
          <p:cNvSpPr>
            <a:spLocks xmlns:a="http://schemas.openxmlformats.org/drawingml/2006/main" noGrp="1"/>
          </p:cNvSpPr>
          <p:nvPr/>
        </p:nvSpPr>
        <p:spPr>
          <a:xfrm xmlns:a="http://schemas.openxmlformats.org/drawingml/2006/main">
            <a:off x="285750" y="1333500"/>
            <a:ext cx="11620500" cy="838200"/>
          </a:xfrm>
          <a:prstGeom xmlns:a="http://schemas.openxmlformats.org/drawingml/2006/main" prst="roundRect">
            <a:avLst>
              <a:gd name="adj" fmla="val 10227"/>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21" name="">
            <a:extLst xmlns:a="http://schemas.openxmlformats.org/drawingml/2006/main">
              <a:ext uri="{FF2B5EF4-FFF2-40B4-BE49-F238E27FC236}">
                <a16:creationId xmlns:a16="http://schemas.microsoft.com/office/drawing/2014/main" id="{9D8FFD74-C863-443F-90E6-8AF7FBA885CF}"/>
              </a:ext>
            </a:extLst>
          </p:cNvPr>
          <p:cNvSpPr>
            <a:spLocks xmlns:a="http://schemas.openxmlformats.org/drawingml/2006/main" noGrp="1"/>
          </p:cNvSpPr>
          <p:nvPr/>
        </p:nvSpPr>
        <p:spPr>
          <a:xfrm xmlns:a="http://schemas.openxmlformats.org/drawingml/2006/main">
            <a:off x="285750" y="1333500"/>
            <a:ext cx="47625" cy="838200"/>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DAC174AF-62D4-4E0B-BBDF-D0E1AA6C4B61}"/>
              </a:ext>
            </a:extLst>
          </p:cNvPr>
          <p:cNvSpPr>
            <a:spLocks xmlns:a="http://schemas.openxmlformats.org/drawingml/2006/main" noGrp="1"/>
          </p:cNvSpPr>
          <p:nvPr/>
        </p:nvSpPr>
        <p:spPr>
          <a:xfrm xmlns:a="http://schemas.openxmlformats.org/drawingml/2006/main">
            <a:off x="457200" y="1600200"/>
            <a:ext cx="10287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4FD8FF"/>
                </a:solidFill>
                <a:latin typeface="微软雅黑"/>
                <a:ea typeface="微软雅黑"/>
                <a:cs typeface="微软雅黑"/>
              </a:defRPr>
            </a:pPr>
            <a:r>
              <a:rPr sz="1275" b="1">
                <a:solidFill>
                  <a:srgbClr val="4FD8FF"/>
                </a:solidFill>
                <a:latin typeface="微软雅黑"/>
                <a:ea typeface="微软雅黑"/>
                <a:cs typeface="微软雅黑"/>
              </a:rPr>
              <a:t>应用层</a:t>
            </a:r>
          </a:p>
        </p:txBody>
      </p:sp>
      <p:sp>
        <p:nvSpPr>
          <p:cNvPr id="23" name="">
            <a:extLst xmlns:a="http://schemas.openxmlformats.org/drawingml/2006/main">
              <a:ext uri="{FF2B5EF4-FFF2-40B4-BE49-F238E27FC236}">
                <a16:creationId xmlns:a16="http://schemas.microsoft.com/office/drawing/2014/main" id="{989288E3-E3FC-485D-B24C-08E6555BA9E7}"/>
              </a:ext>
            </a:extLst>
          </p:cNvPr>
          <p:cNvSpPr>
            <a:spLocks xmlns:a="http://schemas.openxmlformats.org/drawingml/2006/main" noGrp="1"/>
          </p:cNvSpPr>
          <p:nvPr/>
        </p:nvSpPr>
        <p:spPr>
          <a:xfrm xmlns:a="http://schemas.openxmlformats.org/drawingml/2006/main">
            <a:off x="1600200" y="1466850"/>
            <a:ext cx="1924050" cy="342900"/>
          </a:xfrm>
          <a:prstGeom xmlns:a="http://schemas.openxmlformats.org/drawingml/2006/main" prst="roundRect">
            <a:avLst>
              <a:gd name="adj" fmla="val 1666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24" name="">
            <a:extLst xmlns:a="http://schemas.openxmlformats.org/drawingml/2006/main">
              <a:ext uri="{FF2B5EF4-FFF2-40B4-BE49-F238E27FC236}">
                <a16:creationId xmlns:a16="http://schemas.microsoft.com/office/drawing/2014/main" id="{82FD0F6F-85AE-4C4B-88E9-4E8491324BAB}"/>
              </a:ext>
            </a:extLst>
          </p:cNvPr>
          <p:cNvSpPr>
            <a:spLocks xmlns:a="http://schemas.openxmlformats.org/drawingml/2006/main" noGrp="1"/>
          </p:cNvSpPr>
          <p:nvPr/>
        </p:nvSpPr>
        <p:spPr>
          <a:xfrm xmlns:a="http://schemas.openxmlformats.org/drawingml/2006/main">
            <a:off x="1600200" y="1466850"/>
            <a:ext cx="1924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个人系统</a:t>
            </a:r>
          </a:p>
        </p:txBody>
      </p:sp>
      <p:sp>
        <p:nvSpPr>
          <p:cNvPr id="25" name="">
            <a:extLst xmlns:a="http://schemas.openxmlformats.org/drawingml/2006/main">
              <a:ext uri="{FF2B5EF4-FFF2-40B4-BE49-F238E27FC236}">
                <a16:creationId xmlns:a16="http://schemas.microsoft.com/office/drawing/2014/main" id="{E7889FE6-2E60-4221-BDF6-3DAF3CF0D17C}"/>
              </a:ext>
            </a:extLst>
          </p:cNvPr>
          <p:cNvSpPr>
            <a:spLocks xmlns:a="http://schemas.openxmlformats.org/drawingml/2006/main" noGrp="1"/>
          </p:cNvSpPr>
          <p:nvPr/>
        </p:nvSpPr>
        <p:spPr>
          <a:xfrm xmlns:a="http://schemas.openxmlformats.org/drawingml/2006/main">
            <a:off x="3638550" y="1466850"/>
            <a:ext cx="1924050" cy="342900"/>
          </a:xfrm>
          <a:prstGeom xmlns:a="http://schemas.openxmlformats.org/drawingml/2006/main" prst="roundRect">
            <a:avLst>
              <a:gd name="adj" fmla="val 1666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26" name="">
            <a:extLst xmlns:a="http://schemas.openxmlformats.org/drawingml/2006/main">
              <a:ext uri="{FF2B5EF4-FFF2-40B4-BE49-F238E27FC236}">
                <a16:creationId xmlns:a16="http://schemas.microsoft.com/office/drawing/2014/main" id="{1325B748-5CA4-45AA-9A2C-3D81CD4EB621}"/>
              </a:ext>
            </a:extLst>
          </p:cNvPr>
          <p:cNvSpPr>
            <a:spLocks xmlns:a="http://schemas.openxmlformats.org/drawingml/2006/main" noGrp="1"/>
          </p:cNvSpPr>
          <p:nvPr/>
        </p:nvSpPr>
        <p:spPr>
          <a:xfrm xmlns:a="http://schemas.openxmlformats.org/drawingml/2006/main">
            <a:off x="3638550" y="1466850"/>
            <a:ext cx="1924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考试系统</a:t>
            </a:r>
          </a:p>
        </p:txBody>
      </p:sp>
      <p:sp>
        <p:nvSpPr>
          <p:cNvPr id="27" name="">
            <a:extLst xmlns:a="http://schemas.openxmlformats.org/drawingml/2006/main">
              <a:ext uri="{FF2B5EF4-FFF2-40B4-BE49-F238E27FC236}">
                <a16:creationId xmlns:a16="http://schemas.microsoft.com/office/drawing/2014/main" id="{1AA1F5E1-348A-43C6-803F-3859546594C7}"/>
              </a:ext>
            </a:extLst>
          </p:cNvPr>
          <p:cNvSpPr>
            <a:spLocks xmlns:a="http://schemas.openxmlformats.org/drawingml/2006/main" noGrp="1"/>
          </p:cNvSpPr>
          <p:nvPr/>
        </p:nvSpPr>
        <p:spPr>
          <a:xfrm xmlns:a="http://schemas.openxmlformats.org/drawingml/2006/main">
            <a:off x="5676900" y="1466850"/>
            <a:ext cx="1924050" cy="342900"/>
          </a:xfrm>
          <a:prstGeom xmlns:a="http://schemas.openxmlformats.org/drawingml/2006/main" prst="roundRect">
            <a:avLst>
              <a:gd name="adj" fmla="val 1666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28" name="">
            <a:extLst xmlns:a="http://schemas.openxmlformats.org/drawingml/2006/main">
              <a:ext uri="{FF2B5EF4-FFF2-40B4-BE49-F238E27FC236}">
                <a16:creationId xmlns:a16="http://schemas.microsoft.com/office/drawing/2014/main" id="{47F4728E-1810-42FB-B032-FB1614DAE0AD}"/>
              </a:ext>
            </a:extLst>
          </p:cNvPr>
          <p:cNvSpPr>
            <a:spLocks xmlns:a="http://schemas.openxmlformats.org/drawingml/2006/main" noGrp="1"/>
          </p:cNvSpPr>
          <p:nvPr/>
        </p:nvSpPr>
        <p:spPr>
          <a:xfrm xmlns:a="http://schemas.openxmlformats.org/drawingml/2006/main">
            <a:off x="5676900" y="1466850"/>
            <a:ext cx="1924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老总管理板块</a:t>
            </a:r>
          </a:p>
        </p:txBody>
      </p:sp>
      <p:sp>
        <p:nvSpPr>
          <p:cNvPr id="29" name="">
            <a:extLst xmlns:a="http://schemas.openxmlformats.org/drawingml/2006/main">
              <a:ext uri="{FF2B5EF4-FFF2-40B4-BE49-F238E27FC236}">
                <a16:creationId xmlns:a16="http://schemas.microsoft.com/office/drawing/2014/main" id="{FE56FE24-990D-4E54-B3A7-52496233F5E5}"/>
              </a:ext>
            </a:extLst>
          </p:cNvPr>
          <p:cNvSpPr>
            <a:spLocks xmlns:a="http://schemas.openxmlformats.org/drawingml/2006/main" noGrp="1"/>
          </p:cNvSpPr>
          <p:nvPr/>
        </p:nvSpPr>
        <p:spPr>
          <a:xfrm xmlns:a="http://schemas.openxmlformats.org/drawingml/2006/main">
            <a:off x="7715250" y="1466850"/>
            <a:ext cx="1924050" cy="342900"/>
          </a:xfrm>
          <a:prstGeom xmlns:a="http://schemas.openxmlformats.org/drawingml/2006/main" prst="roundRect">
            <a:avLst>
              <a:gd name="adj" fmla="val 1666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30" name="">
            <a:extLst xmlns:a="http://schemas.openxmlformats.org/drawingml/2006/main">
              <a:ext uri="{FF2B5EF4-FFF2-40B4-BE49-F238E27FC236}">
                <a16:creationId xmlns:a16="http://schemas.microsoft.com/office/drawing/2014/main" id="{027E7008-BE00-43FC-95C6-1731524CD9EE}"/>
              </a:ext>
            </a:extLst>
          </p:cNvPr>
          <p:cNvSpPr>
            <a:spLocks xmlns:a="http://schemas.openxmlformats.org/drawingml/2006/main" noGrp="1"/>
          </p:cNvSpPr>
          <p:nvPr/>
        </p:nvSpPr>
        <p:spPr>
          <a:xfrm xmlns:a="http://schemas.openxmlformats.org/drawingml/2006/main">
            <a:off x="7715250" y="1466850"/>
            <a:ext cx="1924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管理员后台</a:t>
            </a:r>
          </a:p>
        </p:txBody>
      </p:sp>
      <p:sp>
        <p:nvSpPr>
          <p:cNvPr id="31" name="">
            <a:extLst xmlns:a="http://schemas.openxmlformats.org/drawingml/2006/main">
              <a:ext uri="{FF2B5EF4-FFF2-40B4-BE49-F238E27FC236}">
                <a16:creationId xmlns:a16="http://schemas.microsoft.com/office/drawing/2014/main" id="{C361853C-AF5C-48C1-9997-177B887CA20C}"/>
              </a:ext>
            </a:extLst>
          </p:cNvPr>
          <p:cNvSpPr>
            <a:spLocks xmlns:a="http://schemas.openxmlformats.org/drawingml/2006/main" noGrp="1"/>
          </p:cNvSpPr>
          <p:nvPr/>
        </p:nvSpPr>
        <p:spPr>
          <a:xfrm xmlns:a="http://schemas.openxmlformats.org/drawingml/2006/main">
            <a:off x="1600200" y="1885950"/>
            <a:ext cx="9906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C6DDFF"/>
                </a:solidFill>
                <a:latin typeface="微软雅黑"/>
                <a:ea typeface="微软雅黑"/>
                <a:cs typeface="微软雅黑"/>
              </a:defRPr>
            </a:pPr>
            <a:r>
              <a:rPr sz="900" b="0">
                <a:solidFill>
                  <a:srgbClr val="C6DDFF"/>
                </a:solidFill>
                <a:latin typeface="微软雅黑"/>
                <a:ea typeface="微软雅黑"/>
                <a:cs typeface="微软雅黑"/>
              </a:rPr>
              <a:t>员工看短板 </a:t>
            </a:r>
            <a:r>
              <a:rPr sz="900" b="0">
                <a:solidFill>
                  <a:srgbClr val="C6DDFF"/>
                </a:solidFill>
                <a:latin typeface="微软雅黑"/>
                <a:ea typeface="微软雅黑"/>
                <a:cs typeface="微软雅黑"/>
              </a:rPr>
              <a:t>· </a:t>
            </a:r>
            <a:r>
              <a:rPr sz="900" b="0">
                <a:solidFill>
                  <a:srgbClr val="C6DDFF"/>
                </a:solidFill>
                <a:latin typeface="微软雅黑"/>
                <a:ea typeface="微软雅黑"/>
                <a:cs typeface="微软雅黑"/>
              </a:rPr>
              <a:t>统一开考评卷 </a:t>
            </a:r>
            <a:r>
              <a:rPr sz="900" b="0">
                <a:solidFill>
                  <a:srgbClr val="C6DDFF"/>
                </a:solidFill>
                <a:latin typeface="微软雅黑"/>
                <a:ea typeface="微软雅黑"/>
                <a:cs typeface="微软雅黑"/>
              </a:rPr>
              <a:t>· </a:t>
            </a:r>
            <a:r>
              <a:rPr sz="900" b="0">
                <a:solidFill>
                  <a:srgbClr val="C6DDFF"/>
                </a:solidFill>
                <a:latin typeface="微软雅黑"/>
                <a:ea typeface="微软雅黑"/>
                <a:cs typeface="微软雅黑"/>
              </a:rPr>
              <a:t>高层看缺口 </a:t>
            </a:r>
            <a:r>
              <a:rPr sz="900" b="0">
                <a:solidFill>
                  <a:srgbClr val="C6DDFF"/>
                </a:solidFill>
                <a:latin typeface="微软雅黑"/>
                <a:ea typeface="微软雅黑"/>
                <a:cs typeface="微软雅黑"/>
              </a:rPr>
              <a:t>· </a:t>
            </a:r>
            <a:r>
              <a:rPr sz="900" b="0">
                <a:solidFill>
                  <a:srgbClr val="C6DDFF"/>
                </a:solidFill>
                <a:latin typeface="微软雅黑"/>
                <a:ea typeface="微软雅黑"/>
                <a:cs typeface="微软雅黑"/>
              </a:rPr>
              <a:t>管理员配规则</a:t>
            </a:r>
          </a:p>
        </p:txBody>
      </p:sp>
      <p:sp>
        <p:nvSpPr>
          <p:cNvPr id="32" name="">
            <a:extLst xmlns:a="http://schemas.openxmlformats.org/drawingml/2006/main">
              <a:ext uri="{FF2B5EF4-FFF2-40B4-BE49-F238E27FC236}">
                <a16:creationId xmlns:a16="http://schemas.microsoft.com/office/drawing/2014/main" id="{D436DA15-9180-4E89-AFFA-16A99DA0F494}"/>
              </a:ext>
            </a:extLst>
          </p:cNvPr>
          <p:cNvSpPr>
            <a:spLocks xmlns:a="http://schemas.openxmlformats.org/drawingml/2006/main" noGrp="1"/>
          </p:cNvSpPr>
          <p:nvPr/>
        </p:nvSpPr>
        <p:spPr>
          <a:xfrm xmlns:a="http://schemas.openxmlformats.org/drawingml/2006/main">
            <a:off x="285750" y="2286000"/>
            <a:ext cx="11620500" cy="838200"/>
          </a:xfrm>
          <a:prstGeom xmlns:a="http://schemas.openxmlformats.org/drawingml/2006/main" prst="roundRect">
            <a:avLst>
              <a:gd name="adj" fmla="val 10227"/>
            </a:avLst>
          </a:prstGeom>
          <a:gradFill xmlns:a="http://schemas.openxmlformats.org/drawingml/2006/main">
            <a:gsLst>
              <a:gs pos="0">
                <a:srgbClr val="295EA2"/>
              </a:gs>
              <a:gs pos="62000">
                <a:srgbClr val="0E4A96"/>
              </a:gs>
              <a:gs pos="100000">
                <a:srgbClr val="0B3A75"/>
              </a:gs>
            </a:gsLst>
            <a:lin ang="8100000"/>
          </a:gradFill>
          <a:ln xmlns:a="http://schemas.openxmlformats.org/drawingml/2006/main" w="9525">
            <a:solidFill>
              <a:srgbClr val="5FA8E8"/>
            </a:solidFill>
            <a:prstDash val="solid"/>
          </a:ln>
        </p:spPr>
      </p:sp>
      <p:sp>
        <p:nvSpPr>
          <p:cNvPr id="33" name="">
            <a:extLst xmlns:a="http://schemas.openxmlformats.org/drawingml/2006/main">
              <a:ext uri="{FF2B5EF4-FFF2-40B4-BE49-F238E27FC236}">
                <a16:creationId xmlns:a16="http://schemas.microsoft.com/office/drawing/2014/main" id="{723CC2FB-6A86-4D83-8CBF-AC97CA2CF5C9}"/>
              </a:ext>
            </a:extLst>
          </p:cNvPr>
          <p:cNvSpPr>
            <a:spLocks xmlns:a="http://schemas.openxmlformats.org/drawingml/2006/main" noGrp="1"/>
          </p:cNvSpPr>
          <p:nvPr/>
        </p:nvSpPr>
        <p:spPr>
          <a:xfrm xmlns:a="http://schemas.openxmlformats.org/drawingml/2006/main">
            <a:off x="285750" y="2286000"/>
            <a:ext cx="47625" cy="838200"/>
          </a:xfrm>
          <a:prstGeom xmlns:a="http://schemas.openxmlformats.org/drawingml/2006/main" prst="rect">
            <a:avLst/>
          </a:prstGeom>
          <a:solidFill xmlns:a="http://schemas.openxmlformats.org/drawingml/2006/main">
            <a:srgbClr val="2E86E0"/>
          </a:solidFill>
          <a:ln xmlns:a="http://schemas.openxmlformats.org/drawingml/2006/main">
            <a:noFill/>
          </a:ln>
        </p:spPr>
      </p:sp>
      <p:sp>
        <p:nvSpPr>
          <p:cNvPr id="34" name="">
            <a:extLst xmlns:a="http://schemas.openxmlformats.org/drawingml/2006/main">
              <a:ext uri="{FF2B5EF4-FFF2-40B4-BE49-F238E27FC236}">
                <a16:creationId xmlns:a16="http://schemas.microsoft.com/office/drawing/2014/main" id="{13A03D61-7CF5-43EC-9300-D577E5DC78D7}"/>
              </a:ext>
            </a:extLst>
          </p:cNvPr>
          <p:cNvSpPr>
            <a:spLocks xmlns:a="http://schemas.openxmlformats.org/drawingml/2006/main" noGrp="1"/>
          </p:cNvSpPr>
          <p:nvPr/>
        </p:nvSpPr>
        <p:spPr>
          <a:xfrm xmlns:a="http://schemas.openxmlformats.org/drawingml/2006/main">
            <a:off x="457200" y="2552700"/>
            <a:ext cx="10287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E86E0"/>
                </a:solidFill>
                <a:latin typeface="微软雅黑"/>
                <a:ea typeface="微软雅黑"/>
                <a:cs typeface="微软雅黑"/>
              </a:defRPr>
            </a:pPr>
            <a:r>
              <a:rPr sz="1275" b="1">
                <a:solidFill>
                  <a:srgbClr val="2E86E0"/>
                </a:solidFill>
                <a:latin typeface="微软雅黑"/>
                <a:ea typeface="微软雅黑"/>
                <a:cs typeface="微软雅黑"/>
              </a:rPr>
              <a:t>智能层</a:t>
            </a:r>
          </a:p>
        </p:txBody>
      </p:sp>
      <p:sp>
        <p:nvSpPr>
          <p:cNvPr id="35" name="">
            <a:extLst xmlns:a="http://schemas.openxmlformats.org/drawingml/2006/main">
              <a:ext uri="{FF2B5EF4-FFF2-40B4-BE49-F238E27FC236}">
                <a16:creationId xmlns:a16="http://schemas.microsoft.com/office/drawing/2014/main" id="{9994266B-67F9-495A-9D78-395212CCF0D3}"/>
              </a:ext>
            </a:extLst>
          </p:cNvPr>
          <p:cNvSpPr>
            <a:spLocks xmlns:a="http://schemas.openxmlformats.org/drawingml/2006/main" noGrp="1"/>
          </p:cNvSpPr>
          <p:nvPr/>
        </p:nvSpPr>
        <p:spPr>
          <a:xfrm xmlns:a="http://schemas.openxmlformats.org/drawingml/2006/main">
            <a:off x="1600200" y="2419350"/>
            <a:ext cx="1924050" cy="342900"/>
          </a:xfrm>
          <a:prstGeom xmlns:a="http://schemas.openxmlformats.org/drawingml/2006/main" prst="roundRect">
            <a:avLst>
              <a:gd name="adj" fmla="val 1666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36" name="">
            <a:extLst xmlns:a="http://schemas.openxmlformats.org/drawingml/2006/main">
              <a:ext uri="{FF2B5EF4-FFF2-40B4-BE49-F238E27FC236}">
                <a16:creationId xmlns:a16="http://schemas.microsoft.com/office/drawing/2014/main" id="{EFD864BC-714D-4244-94D6-7779856D576C}"/>
              </a:ext>
            </a:extLst>
          </p:cNvPr>
          <p:cNvSpPr>
            <a:spLocks xmlns:a="http://schemas.openxmlformats.org/drawingml/2006/main" noGrp="1"/>
          </p:cNvSpPr>
          <p:nvPr/>
        </p:nvSpPr>
        <p:spPr>
          <a:xfrm xmlns:a="http://schemas.openxmlformats.org/drawingml/2006/main">
            <a:off x="1600200" y="2419350"/>
            <a:ext cx="1924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规则引擎 </a:t>
            </a:r>
            <a:r>
              <a:rPr sz="938" b="1">
                <a:solidFill>
                  <a:srgbClr val="FFFFFF"/>
                </a:solidFill>
                <a:latin typeface="微软雅黑"/>
                <a:ea typeface="微软雅黑"/>
                <a:cs typeface="微软雅黑"/>
              </a:rPr>
              <a:t>RuleEngine</a:t>
            </a:r>
          </a:p>
        </p:txBody>
      </p:sp>
      <p:sp>
        <p:nvSpPr>
          <p:cNvPr id="37" name="">
            <a:extLst xmlns:a="http://schemas.openxmlformats.org/drawingml/2006/main">
              <a:ext uri="{FF2B5EF4-FFF2-40B4-BE49-F238E27FC236}">
                <a16:creationId xmlns:a16="http://schemas.microsoft.com/office/drawing/2014/main" id="{27FCF93B-DA93-4CF3-B6BE-F213195ED24B}"/>
              </a:ext>
            </a:extLst>
          </p:cNvPr>
          <p:cNvSpPr>
            <a:spLocks xmlns:a="http://schemas.openxmlformats.org/drawingml/2006/main" noGrp="1"/>
          </p:cNvSpPr>
          <p:nvPr/>
        </p:nvSpPr>
        <p:spPr>
          <a:xfrm xmlns:a="http://schemas.openxmlformats.org/drawingml/2006/main">
            <a:off x="3638550" y="2419350"/>
            <a:ext cx="1924050" cy="342900"/>
          </a:xfrm>
          <a:prstGeom xmlns:a="http://schemas.openxmlformats.org/drawingml/2006/main" prst="roundRect">
            <a:avLst>
              <a:gd name="adj" fmla="val 1666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38" name="">
            <a:extLst xmlns:a="http://schemas.openxmlformats.org/drawingml/2006/main">
              <a:ext uri="{FF2B5EF4-FFF2-40B4-BE49-F238E27FC236}">
                <a16:creationId xmlns:a16="http://schemas.microsoft.com/office/drawing/2014/main" id="{309241B6-5C07-4DC1-8E89-48C162837CA0}"/>
              </a:ext>
            </a:extLst>
          </p:cNvPr>
          <p:cNvSpPr>
            <a:spLocks xmlns:a="http://schemas.openxmlformats.org/drawingml/2006/main" noGrp="1"/>
          </p:cNvSpPr>
          <p:nvPr/>
        </p:nvSpPr>
        <p:spPr>
          <a:xfrm xmlns:a="http://schemas.openxmlformats.org/drawingml/2006/main">
            <a:off x="3638550" y="2419350"/>
            <a:ext cx="1924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三个 </a:t>
            </a:r>
            <a:r>
              <a:rPr sz="938" b="1">
                <a:solidFill>
                  <a:srgbClr val="FFFFFF"/>
                </a:solidFill>
                <a:latin typeface="微软雅黑"/>
                <a:ea typeface="微软雅黑"/>
                <a:cs typeface="微软雅黑"/>
              </a:rPr>
              <a:t>Agent </a:t>
            </a:r>
            <a:r>
              <a:rPr sz="938" b="1">
                <a:solidFill>
                  <a:srgbClr val="FFFFFF"/>
                </a:solidFill>
                <a:latin typeface="微软雅黑"/>
                <a:ea typeface="微软雅黑"/>
                <a:cs typeface="微软雅黑"/>
              </a:rPr>
              <a:t>接口桩</a:t>
            </a:r>
          </a:p>
        </p:txBody>
      </p:sp>
      <p:sp>
        <p:nvSpPr>
          <p:cNvPr id="39" name="">
            <a:extLst xmlns:a="http://schemas.openxmlformats.org/drawingml/2006/main">
              <a:ext uri="{FF2B5EF4-FFF2-40B4-BE49-F238E27FC236}">
                <a16:creationId xmlns:a16="http://schemas.microsoft.com/office/drawing/2014/main" id="{3DC6B5FF-EDC0-4574-8AA8-ABD2D543A6AE}"/>
              </a:ext>
            </a:extLst>
          </p:cNvPr>
          <p:cNvSpPr>
            <a:spLocks xmlns:a="http://schemas.openxmlformats.org/drawingml/2006/main" noGrp="1"/>
          </p:cNvSpPr>
          <p:nvPr/>
        </p:nvSpPr>
        <p:spPr>
          <a:xfrm xmlns:a="http://schemas.openxmlformats.org/drawingml/2006/main">
            <a:off x="5676900" y="2419350"/>
            <a:ext cx="1924050" cy="342900"/>
          </a:xfrm>
          <a:prstGeom xmlns:a="http://schemas.openxmlformats.org/drawingml/2006/main" prst="roundRect">
            <a:avLst>
              <a:gd name="adj" fmla="val 1666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40" name="">
            <a:extLst xmlns:a="http://schemas.openxmlformats.org/drawingml/2006/main">
              <a:ext uri="{FF2B5EF4-FFF2-40B4-BE49-F238E27FC236}">
                <a16:creationId xmlns:a16="http://schemas.microsoft.com/office/drawing/2014/main" id="{68032BA4-9785-4788-A9B9-2FCB604AD746}"/>
              </a:ext>
            </a:extLst>
          </p:cNvPr>
          <p:cNvSpPr>
            <a:spLocks xmlns:a="http://schemas.openxmlformats.org/drawingml/2006/main" noGrp="1"/>
          </p:cNvSpPr>
          <p:nvPr/>
        </p:nvSpPr>
        <p:spPr>
          <a:xfrm xmlns:a="http://schemas.openxmlformats.org/drawingml/2006/main">
            <a:off x="5676900" y="2419350"/>
            <a:ext cx="1924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source=rule → model</a:t>
            </a:r>
          </a:p>
        </p:txBody>
      </p:sp>
      <p:sp>
        <p:nvSpPr>
          <p:cNvPr id="41" name="">
            <a:extLst xmlns:a="http://schemas.openxmlformats.org/drawingml/2006/main">
              <a:ext uri="{FF2B5EF4-FFF2-40B4-BE49-F238E27FC236}">
                <a16:creationId xmlns:a16="http://schemas.microsoft.com/office/drawing/2014/main" id="{D9630E30-A962-4730-ABB8-209440DF7D13}"/>
              </a:ext>
            </a:extLst>
          </p:cNvPr>
          <p:cNvSpPr>
            <a:spLocks xmlns:a="http://schemas.openxmlformats.org/drawingml/2006/main" noGrp="1"/>
          </p:cNvSpPr>
          <p:nvPr/>
        </p:nvSpPr>
        <p:spPr>
          <a:xfrm xmlns:a="http://schemas.openxmlformats.org/drawingml/2006/main">
            <a:off x="1600200" y="2838450"/>
            <a:ext cx="9906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C6DDFF"/>
                </a:solidFill>
                <a:latin typeface="微软雅黑"/>
                <a:ea typeface="微软雅黑"/>
                <a:cs typeface="微软雅黑"/>
              </a:defRPr>
            </a:pPr>
            <a:r>
              <a:rPr sz="900" b="0">
                <a:solidFill>
                  <a:srgbClr val="C6DDFF"/>
                </a:solidFill>
                <a:latin typeface="微软雅黑"/>
                <a:ea typeface="微软雅黑"/>
                <a:cs typeface="微软雅黑"/>
              </a:rPr>
              <a:t>只换 </a:t>
            </a:r>
            <a:r>
              <a:rPr sz="900" b="0">
                <a:solidFill>
                  <a:srgbClr val="C6DDFF"/>
                </a:solidFill>
                <a:latin typeface="微软雅黑"/>
                <a:ea typeface="微软雅黑"/>
                <a:cs typeface="微软雅黑"/>
              </a:rPr>
              <a:t>Service </a:t>
            </a:r>
            <a:r>
              <a:rPr sz="900" b="0">
                <a:solidFill>
                  <a:srgbClr val="C6DDFF"/>
                </a:solidFill>
                <a:latin typeface="微软雅黑"/>
                <a:ea typeface="微软雅黑"/>
                <a:cs typeface="微软雅黑"/>
              </a:rPr>
              <a:t>实现，</a:t>
            </a:r>
            <a:r>
              <a:rPr sz="900" b="0">
                <a:solidFill>
                  <a:srgbClr val="C6DDFF"/>
                </a:solidFill>
                <a:latin typeface="微软雅黑"/>
                <a:ea typeface="微软雅黑"/>
                <a:cs typeface="微软雅黑"/>
              </a:rPr>
              <a:t>Controller / DTO / </a:t>
            </a:r>
            <a:r>
              <a:rPr sz="900" b="0">
                <a:solidFill>
                  <a:srgbClr val="C6DDFF"/>
                </a:solidFill>
                <a:latin typeface="微软雅黑"/>
                <a:ea typeface="微软雅黑"/>
                <a:cs typeface="微软雅黑"/>
              </a:rPr>
              <a:t>接口路径与前端全部不动</a:t>
            </a:r>
          </a:p>
        </p:txBody>
      </p:sp>
      <p:sp>
        <p:nvSpPr>
          <p:cNvPr id="42" name="">
            <a:extLst xmlns:a="http://schemas.openxmlformats.org/drawingml/2006/main">
              <a:ext uri="{FF2B5EF4-FFF2-40B4-BE49-F238E27FC236}">
                <a16:creationId xmlns:a16="http://schemas.microsoft.com/office/drawing/2014/main" id="{AEFD14F4-B0C2-4E40-9A14-74C17F08D7EA}"/>
              </a:ext>
            </a:extLst>
          </p:cNvPr>
          <p:cNvSpPr>
            <a:spLocks xmlns:a="http://schemas.openxmlformats.org/drawingml/2006/main" noGrp="1"/>
          </p:cNvSpPr>
          <p:nvPr/>
        </p:nvSpPr>
        <p:spPr>
          <a:xfrm xmlns:a="http://schemas.openxmlformats.org/drawingml/2006/main">
            <a:off x="285750" y="3238500"/>
            <a:ext cx="11620500" cy="838200"/>
          </a:xfrm>
          <a:prstGeom xmlns:a="http://schemas.openxmlformats.org/drawingml/2006/main" prst="roundRect">
            <a:avLst>
              <a:gd name="adj" fmla="val 10227"/>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43" name="">
            <a:extLst xmlns:a="http://schemas.openxmlformats.org/drawingml/2006/main">
              <a:ext uri="{FF2B5EF4-FFF2-40B4-BE49-F238E27FC236}">
                <a16:creationId xmlns:a16="http://schemas.microsoft.com/office/drawing/2014/main" id="{5B206640-0C84-4D0B-B710-596E4EF60CE5}"/>
              </a:ext>
            </a:extLst>
          </p:cNvPr>
          <p:cNvSpPr>
            <a:spLocks xmlns:a="http://schemas.openxmlformats.org/drawingml/2006/main" noGrp="1"/>
          </p:cNvSpPr>
          <p:nvPr/>
        </p:nvSpPr>
        <p:spPr>
          <a:xfrm xmlns:a="http://schemas.openxmlformats.org/drawingml/2006/main">
            <a:off x="285750" y="3238500"/>
            <a:ext cx="47625" cy="838200"/>
          </a:xfrm>
          <a:prstGeom xmlns:a="http://schemas.openxmlformats.org/drawingml/2006/main" prst="rect">
            <a:avLst/>
          </a:prstGeom>
          <a:solidFill xmlns:a="http://schemas.openxmlformats.org/drawingml/2006/main">
            <a:srgbClr val="5FE3A1"/>
          </a:solidFill>
          <a:ln xmlns:a="http://schemas.openxmlformats.org/drawingml/2006/main">
            <a:noFill/>
          </a:ln>
        </p:spPr>
      </p:sp>
      <p:sp>
        <p:nvSpPr>
          <p:cNvPr id="44" name="">
            <a:extLst xmlns:a="http://schemas.openxmlformats.org/drawingml/2006/main">
              <a:ext uri="{FF2B5EF4-FFF2-40B4-BE49-F238E27FC236}">
                <a16:creationId xmlns:a16="http://schemas.microsoft.com/office/drawing/2014/main" id="{2CD02090-9A8E-42F3-9057-B905D9C2FEDB}"/>
              </a:ext>
            </a:extLst>
          </p:cNvPr>
          <p:cNvSpPr>
            <a:spLocks xmlns:a="http://schemas.openxmlformats.org/drawingml/2006/main" noGrp="1"/>
          </p:cNvSpPr>
          <p:nvPr/>
        </p:nvSpPr>
        <p:spPr>
          <a:xfrm xmlns:a="http://schemas.openxmlformats.org/drawingml/2006/main">
            <a:off x="457200" y="3505200"/>
            <a:ext cx="10287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5FE3A1"/>
                </a:solidFill>
                <a:latin typeface="微软雅黑"/>
                <a:ea typeface="微软雅黑"/>
                <a:cs typeface="微软雅黑"/>
              </a:defRPr>
            </a:pPr>
            <a:r>
              <a:rPr sz="1275" b="1">
                <a:solidFill>
                  <a:srgbClr val="5FE3A1"/>
                </a:solidFill>
                <a:latin typeface="微软雅黑"/>
                <a:ea typeface="微软雅黑"/>
                <a:cs typeface="微软雅黑"/>
              </a:rPr>
              <a:t>数据层</a:t>
            </a:r>
          </a:p>
        </p:txBody>
      </p:sp>
      <p:sp>
        <p:nvSpPr>
          <p:cNvPr id="45" name="">
            <a:extLst xmlns:a="http://schemas.openxmlformats.org/drawingml/2006/main">
              <a:ext uri="{FF2B5EF4-FFF2-40B4-BE49-F238E27FC236}">
                <a16:creationId xmlns:a16="http://schemas.microsoft.com/office/drawing/2014/main" id="{09E9DF8B-1418-4044-8BBF-6ED970981C61}"/>
              </a:ext>
            </a:extLst>
          </p:cNvPr>
          <p:cNvSpPr>
            <a:spLocks xmlns:a="http://schemas.openxmlformats.org/drawingml/2006/main" noGrp="1"/>
          </p:cNvSpPr>
          <p:nvPr/>
        </p:nvSpPr>
        <p:spPr>
          <a:xfrm xmlns:a="http://schemas.openxmlformats.org/drawingml/2006/main">
            <a:off x="1600200" y="3371850"/>
            <a:ext cx="1924050" cy="342900"/>
          </a:xfrm>
          <a:prstGeom xmlns:a="http://schemas.openxmlformats.org/drawingml/2006/main" prst="roundRect">
            <a:avLst>
              <a:gd name="adj" fmla="val 1666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46" name="">
            <a:extLst xmlns:a="http://schemas.openxmlformats.org/drawingml/2006/main">
              <a:ext uri="{FF2B5EF4-FFF2-40B4-BE49-F238E27FC236}">
                <a16:creationId xmlns:a16="http://schemas.microsoft.com/office/drawing/2014/main" id="{C2F3D2F9-089A-4C1A-AF9F-4ACCC0C9E726}"/>
              </a:ext>
            </a:extLst>
          </p:cNvPr>
          <p:cNvSpPr>
            <a:spLocks xmlns:a="http://schemas.openxmlformats.org/drawingml/2006/main" noGrp="1"/>
          </p:cNvSpPr>
          <p:nvPr/>
        </p:nvSpPr>
        <p:spPr>
          <a:xfrm xmlns:a="http://schemas.openxmlformats.org/drawingml/2006/main">
            <a:off x="1600200" y="3371850"/>
            <a:ext cx="1924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MySQL 8 </a:t>
            </a:r>
            <a:r>
              <a:rPr sz="938" b="1">
                <a:solidFill>
                  <a:srgbClr val="FFFFFF"/>
                </a:solidFill>
                <a:latin typeface="微软雅黑"/>
                <a:ea typeface="微软雅黑"/>
                <a:cs typeface="微软雅黑"/>
              </a:rPr>
              <a:t>一套库</a:t>
            </a:r>
          </a:p>
        </p:txBody>
      </p:sp>
      <p:sp>
        <p:nvSpPr>
          <p:cNvPr id="47" name="">
            <a:extLst xmlns:a="http://schemas.openxmlformats.org/drawingml/2006/main">
              <a:ext uri="{FF2B5EF4-FFF2-40B4-BE49-F238E27FC236}">
                <a16:creationId xmlns:a16="http://schemas.microsoft.com/office/drawing/2014/main" id="{999F4F0F-7178-465B-B441-7878F44A7AD0}"/>
              </a:ext>
            </a:extLst>
          </p:cNvPr>
          <p:cNvSpPr>
            <a:spLocks xmlns:a="http://schemas.openxmlformats.org/drawingml/2006/main" noGrp="1"/>
          </p:cNvSpPr>
          <p:nvPr/>
        </p:nvSpPr>
        <p:spPr>
          <a:xfrm xmlns:a="http://schemas.openxmlformats.org/drawingml/2006/main">
            <a:off x="3638550" y="3371850"/>
            <a:ext cx="1924050" cy="342900"/>
          </a:xfrm>
          <a:prstGeom xmlns:a="http://schemas.openxmlformats.org/drawingml/2006/main" prst="roundRect">
            <a:avLst>
              <a:gd name="adj" fmla="val 1666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48" name="">
            <a:extLst xmlns:a="http://schemas.openxmlformats.org/drawingml/2006/main">
              <a:ext uri="{FF2B5EF4-FFF2-40B4-BE49-F238E27FC236}">
                <a16:creationId xmlns:a16="http://schemas.microsoft.com/office/drawing/2014/main" id="{1D029675-4B66-45D0-B73E-93A1CBFDB139}"/>
              </a:ext>
            </a:extLst>
          </p:cNvPr>
          <p:cNvSpPr>
            <a:spLocks xmlns:a="http://schemas.openxmlformats.org/drawingml/2006/main" noGrp="1"/>
          </p:cNvSpPr>
          <p:nvPr/>
        </p:nvSpPr>
        <p:spPr>
          <a:xfrm xmlns:a="http://schemas.openxmlformats.org/drawingml/2006/main">
            <a:off x="3638550" y="3371850"/>
            <a:ext cx="1924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53 </a:t>
            </a:r>
            <a:r>
              <a:rPr sz="938" b="1">
                <a:solidFill>
                  <a:srgbClr val="FFFFFF"/>
                </a:solidFill>
                <a:latin typeface="微软雅黑"/>
                <a:ea typeface="微软雅黑"/>
                <a:cs typeface="微软雅黑"/>
              </a:rPr>
              <a:t>张表 </a:t>
            </a:r>
            <a:r>
              <a:rPr sz="938" b="1">
                <a:solidFill>
                  <a:srgbClr val="FFFFFF"/>
                </a:solidFill>
                <a:latin typeface="微软雅黑"/>
                <a:ea typeface="微软雅黑"/>
                <a:cs typeface="微软雅黑"/>
              </a:rPr>
              <a:t>/ 7 </a:t>
            </a:r>
            <a:r>
              <a:rPr sz="938" b="1">
                <a:solidFill>
                  <a:srgbClr val="FFFFFF"/>
                </a:solidFill>
                <a:latin typeface="微软雅黑"/>
                <a:ea typeface="微软雅黑"/>
                <a:cs typeface="微软雅黑"/>
              </a:rPr>
              <a:t>组</a:t>
            </a:r>
          </a:p>
        </p:txBody>
      </p:sp>
      <p:sp>
        <p:nvSpPr>
          <p:cNvPr id="49" name="">
            <a:extLst xmlns:a="http://schemas.openxmlformats.org/drawingml/2006/main">
              <a:ext uri="{FF2B5EF4-FFF2-40B4-BE49-F238E27FC236}">
                <a16:creationId xmlns:a16="http://schemas.microsoft.com/office/drawing/2014/main" id="{937F97AA-4CC5-41FC-BCE0-D2CFB23442D4}"/>
              </a:ext>
            </a:extLst>
          </p:cNvPr>
          <p:cNvSpPr>
            <a:spLocks xmlns:a="http://schemas.openxmlformats.org/drawingml/2006/main" noGrp="1"/>
          </p:cNvSpPr>
          <p:nvPr/>
        </p:nvSpPr>
        <p:spPr>
          <a:xfrm xmlns:a="http://schemas.openxmlformats.org/drawingml/2006/main">
            <a:off x="5676900" y="3371850"/>
            <a:ext cx="1924050" cy="342900"/>
          </a:xfrm>
          <a:prstGeom xmlns:a="http://schemas.openxmlformats.org/drawingml/2006/main" prst="roundRect">
            <a:avLst>
              <a:gd name="adj" fmla="val 1666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50" name="">
            <a:extLst xmlns:a="http://schemas.openxmlformats.org/drawingml/2006/main">
              <a:ext uri="{FF2B5EF4-FFF2-40B4-BE49-F238E27FC236}">
                <a16:creationId xmlns:a16="http://schemas.microsoft.com/office/drawing/2014/main" id="{06585046-11D5-4ED7-BE45-9BD49200F26C}"/>
              </a:ext>
            </a:extLst>
          </p:cNvPr>
          <p:cNvSpPr>
            <a:spLocks xmlns:a="http://schemas.openxmlformats.org/drawingml/2006/main" noGrp="1"/>
          </p:cNvSpPr>
          <p:nvPr/>
        </p:nvSpPr>
        <p:spPr>
          <a:xfrm xmlns:a="http://schemas.openxmlformats.org/drawingml/2006/main">
            <a:off x="5676900" y="3371850"/>
            <a:ext cx="1924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主数据 </a:t>
            </a:r>
            <a:r>
              <a:rPr sz="938" b="1">
                <a:solidFill>
                  <a:srgbClr val="FFFFFF"/>
                </a:solidFill>
                <a:latin typeface="微软雅黑"/>
                <a:ea typeface="微软雅黑"/>
                <a:cs typeface="微软雅黑"/>
              </a:rPr>
              <a:t>· </a:t>
            </a:r>
            <a:r>
              <a:rPr sz="938" b="1">
                <a:solidFill>
                  <a:srgbClr val="FFFFFF"/>
                </a:solidFill>
                <a:latin typeface="微软雅黑"/>
                <a:ea typeface="微软雅黑"/>
                <a:cs typeface="微软雅黑"/>
              </a:rPr>
              <a:t>业务 </a:t>
            </a:r>
            <a:r>
              <a:rPr sz="938" b="1">
                <a:solidFill>
                  <a:srgbClr val="FFFFFF"/>
                </a:solidFill>
                <a:latin typeface="微软雅黑"/>
                <a:ea typeface="微软雅黑"/>
                <a:cs typeface="微软雅黑"/>
              </a:rPr>
              <a:t>· Agent </a:t>
            </a:r>
            <a:r>
              <a:rPr sz="938" b="1">
                <a:solidFill>
                  <a:srgbClr val="FFFFFF"/>
                </a:solidFill>
                <a:latin typeface="微软雅黑"/>
                <a:ea typeface="微软雅黑"/>
                <a:cs typeface="微软雅黑"/>
              </a:rPr>
              <a:t>结论 </a:t>
            </a:r>
            <a:r>
              <a:rPr sz="938" b="1">
                <a:solidFill>
                  <a:srgbClr val="FFFFFF"/>
                </a:solidFill>
                <a:latin typeface="微软雅黑"/>
                <a:ea typeface="微软雅黑"/>
                <a:cs typeface="微软雅黑"/>
              </a:rPr>
              <a:t>· </a:t>
            </a:r>
            <a:r>
              <a:rPr sz="938" b="1">
                <a:solidFill>
                  <a:srgbClr val="FFFFFF"/>
                </a:solidFill>
                <a:latin typeface="微软雅黑"/>
                <a:ea typeface="微软雅黑"/>
                <a:cs typeface="微软雅黑"/>
              </a:rPr>
              <a:t>审计</a:t>
            </a:r>
          </a:p>
        </p:txBody>
      </p:sp>
      <p:sp>
        <p:nvSpPr>
          <p:cNvPr id="51" name="">
            <a:extLst xmlns:a="http://schemas.openxmlformats.org/drawingml/2006/main">
              <a:ext uri="{FF2B5EF4-FFF2-40B4-BE49-F238E27FC236}">
                <a16:creationId xmlns:a16="http://schemas.microsoft.com/office/drawing/2014/main" id="{6C1965A5-8A5C-4271-8AE1-9A1C8B40823E}"/>
              </a:ext>
            </a:extLst>
          </p:cNvPr>
          <p:cNvSpPr>
            <a:spLocks xmlns:a="http://schemas.openxmlformats.org/drawingml/2006/main" noGrp="1"/>
          </p:cNvSpPr>
          <p:nvPr/>
        </p:nvSpPr>
        <p:spPr>
          <a:xfrm xmlns:a="http://schemas.openxmlformats.org/drawingml/2006/main">
            <a:off x="1600200" y="3790950"/>
            <a:ext cx="9906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C6DDFF"/>
                </a:solidFill>
                <a:latin typeface="微软雅黑"/>
                <a:ea typeface="微软雅黑"/>
                <a:cs typeface="微软雅黑"/>
              </a:defRPr>
            </a:pPr>
            <a:r>
              <a:rPr sz="900" b="0">
                <a:solidFill>
                  <a:srgbClr val="C6DDFF"/>
                </a:solidFill>
                <a:latin typeface="微软雅黑"/>
                <a:ea typeface="微软雅黑"/>
                <a:cs typeface="微软雅黑"/>
              </a:rPr>
              <a:t>规则与结论全部落库，改规则只动数据库，不碰代码</a:t>
            </a:r>
          </a:p>
        </p:txBody>
      </p:sp>
      <p:sp>
        <p:nvSpPr>
          <p:cNvPr id="52" name="">
            <a:extLst xmlns:a="http://schemas.openxmlformats.org/drawingml/2006/main">
              <a:ext uri="{FF2B5EF4-FFF2-40B4-BE49-F238E27FC236}">
                <a16:creationId xmlns:a16="http://schemas.microsoft.com/office/drawing/2014/main" id="{C7BFFA0A-4D9F-485E-891D-1E6ED2BC3BFE}"/>
              </a:ext>
            </a:extLst>
          </p:cNvPr>
          <p:cNvSpPr>
            <a:spLocks xmlns:a="http://schemas.openxmlformats.org/drawingml/2006/main" noGrp="1"/>
          </p:cNvSpPr>
          <p:nvPr/>
        </p:nvSpPr>
        <p:spPr>
          <a:xfrm xmlns:a="http://schemas.openxmlformats.org/drawingml/2006/main">
            <a:off x="285750" y="4191000"/>
            <a:ext cx="11620500" cy="838200"/>
          </a:xfrm>
          <a:prstGeom xmlns:a="http://schemas.openxmlformats.org/drawingml/2006/main" prst="roundRect">
            <a:avLst>
              <a:gd name="adj" fmla="val 10227"/>
            </a:avLst>
          </a:prstGeom>
          <a:gradFill xmlns:a="http://schemas.openxmlformats.org/drawingml/2006/main">
            <a:gsLst>
              <a:gs pos="0">
                <a:srgbClr val="295EA2"/>
              </a:gs>
              <a:gs pos="62000">
                <a:srgbClr val="0E4A96"/>
              </a:gs>
              <a:gs pos="100000">
                <a:srgbClr val="0B3A75"/>
              </a:gs>
            </a:gsLst>
            <a:lin ang="8100000"/>
          </a:gradFill>
          <a:ln xmlns:a="http://schemas.openxmlformats.org/drawingml/2006/main" w="9525">
            <a:solidFill>
              <a:srgbClr val="5FA8E8"/>
            </a:solidFill>
            <a:prstDash val="solid"/>
          </a:ln>
        </p:spPr>
      </p:sp>
      <p:sp>
        <p:nvSpPr>
          <p:cNvPr id="53" name="">
            <a:extLst xmlns:a="http://schemas.openxmlformats.org/drawingml/2006/main">
              <a:ext uri="{FF2B5EF4-FFF2-40B4-BE49-F238E27FC236}">
                <a16:creationId xmlns:a16="http://schemas.microsoft.com/office/drawing/2014/main" id="{BB02994B-EA08-404F-9899-597AA53192EC}"/>
              </a:ext>
            </a:extLst>
          </p:cNvPr>
          <p:cNvSpPr>
            <a:spLocks xmlns:a="http://schemas.openxmlformats.org/drawingml/2006/main" noGrp="1"/>
          </p:cNvSpPr>
          <p:nvPr/>
        </p:nvSpPr>
        <p:spPr>
          <a:xfrm xmlns:a="http://schemas.openxmlformats.org/drawingml/2006/main">
            <a:off x="285750" y="4191000"/>
            <a:ext cx="47625" cy="838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54" name="">
            <a:extLst xmlns:a="http://schemas.openxmlformats.org/drawingml/2006/main">
              <a:ext uri="{FF2B5EF4-FFF2-40B4-BE49-F238E27FC236}">
                <a16:creationId xmlns:a16="http://schemas.microsoft.com/office/drawing/2014/main" id="{6B0F3087-7A26-4DCD-83F1-755B58572824}"/>
              </a:ext>
            </a:extLst>
          </p:cNvPr>
          <p:cNvSpPr>
            <a:spLocks xmlns:a="http://schemas.openxmlformats.org/drawingml/2006/main" noGrp="1"/>
          </p:cNvSpPr>
          <p:nvPr/>
        </p:nvSpPr>
        <p:spPr>
          <a:xfrm xmlns:a="http://schemas.openxmlformats.org/drawingml/2006/main">
            <a:off x="457200" y="4457700"/>
            <a:ext cx="10287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FFD24A"/>
                </a:solidFill>
                <a:latin typeface="微软雅黑"/>
                <a:ea typeface="微软雅黑"/>
                <a:cs typeface="微软雅黑"/>
              </a:defRPr>
            </a:pPr>
            <a:r>
              <a:rPr sz="1275" b="1">
                <a:solidFill>
                  <a:srgbClr val="FFD24A"/>
                </a:solidFill>
                <a:latin typeface="微软雅黑"/>
                <a:ea typeface="微软雅黑"/>
                <a:cs typeface="微软雅黑"/>
              </a:rPr>
              <a:t>留痕层</a:t>
            </a:r>
          </a:p>
        </p:txBody>
      </p:sp>
      <p:sp>
        <p:nvSpPr>
          <p:cNvPr id="55" name="">
            <a:extLst xmlns:a="http://schemas.openxmlformats.org/drawingml/2006/main">
              <a:ext uri="{FF2B5EF4-FFF2-40B4-BE49-F238E27FC236}">
                <a16:creationId xmlns:a16="http://schemas.microsoft.com/office/drawing/2014/main" id="{5737E98D-BE83-413C-95EE-C97A990B2EA4}"/>
              </a:ext>
            </a:extLst>
          </p:cNvPr>
          <p:cNvSpPr>
            <a:spLocks xmlns:a="http://schemas.openxmlformats.org/drawingml/2006/main" noGrp="1"/>
          </p:cNvSpPr>
          <p:nvPr/>
        </p:nvSpPr>
        <p:spPr>
          <a:xfrm xmlns:a="http://schemas.openxmlformats.org/drawingml/2006/main">
            <a:off x="1600200" y="4324350"/>
            <a:ext cx="1924050" cy="342900"/>
          </a:xfrm>
          <a:prstGeom xmlns:a="http://schemas.openxmlformats.org/drawingml/2006/main" prst="roundRect">
            <a:avLst>
              <a:gd name="adj" fmla="val 1666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56" name="">
            <a:extLst xmlns:a="http://schemas.openxmlformats.org/drawingml/2006/main">
              <a:ext uri="{FF2B5EF4-FFF2-40B4-BE49-F238E27FC236}">
                <a16:creationId xmlns:a16="http://schemas.microsoft.com/office/drawing/2014/main" id="{870C9720-6479-4601-905D-11B7A8647CF9}"/>
              </a:ext>
            </a:extLst>
          </p:cNvPr>
          <p:cNvSpPr>
            <a:spLocks xmlns:a="http://schemas.openxmlformats.org/drawingml/2006/main" noGrp="1"/>
          </p:cNvSpPr>
          <p:nvPr/>
        </p:nvSpPr>
        <p:spPr>
          <a:xfrm xmlns:a="http://schemas.openxmlformats.org/drawingml/2006/main">
            <a:off x="1600200" y="4324350"/>
            <a:ext cx="1924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rule_result </a:t>
            </a:r>
            <a:r>
              <a:rPr sz="938" b="1">
                <a:solidFill>
                  <a:srgbClr val="FFFFFF"/>
                </a:solidFill>
                <a:latin typeface="微软雅黑"/>
                <a:ea typeface="微软雅黑"/>
                <a:cs typeface="微软雅黑"/>
              </a:rPr>
              <a:t>执行留痕</a:t>
            </a:r>
          </a:p>
        </p:txBody>
      </p:sp>
      <p:sp>
        <p:nvSpPr>
          <p:cNvPr id="57" name="">
            <a:extLst xmlns:a="http://schemas.openxmlformats.org/drawingml/2006/main">
              <a:ext uri="{FF2B5EF4-FFF2-40B4-BE49-F238E27FC236}">
                <a16:creationId xmlns:a16="http://schemas.microsoft.com/office/drawing/2014/main" id="{2C108454-5410-4B27-B72E-CB00166EE544}"/>
              </a:ext>
            </a:extLst>
          </p:cNvPr>
          <p:cNvSpPr>
            <a:spLocks xmlns:a="http://schemas.openxmlformats.org/drawingml/2006/main" noGrp="1"/>
          </p:cNvSpPr>
          <p:nvPr/>
        </p:nvSpPr>
        <p:spPr>
          <a:xfrm xmlns:a="http://schemas.openxmlformats.org/drawingml/2006/main">
            <a:off x="3638550" y="4324350"/>
            <a:ext cx="1924050" cy="342900"/>
          </a:xfrm>
          <a:prstGeom xmlns:a="http://schemas.openxmlformats.org/drawingml/2006/main" prst="roundRect">
            <a:avLst>
              <a:gd name="adj" fmla="val 1666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58" name="">
            <a:extLst xmlns:a="http://schemas.openxmlformats.org/drawingml/2006/main">
              <a:ext uri="{FF2B5EF4-FFF2-40B4-BE49-F238E27FC236}">
                <a16:creationId xmlns:a16="http://schemas.microsoft.com/office/drawing/2014/main" id="{FE45782F-3B2E-402B-B0C8-C06EB633608A}"/>
              </a:ext>
            </a:extLst>
          </p:cNvPr>
          <p:cNvSpPr>
            <a:spLocks xmlns:a="http://schemas.openxmlformats.org/drawingml/2006/main" noGrp="1"/>
          </p:cNvSpPr>
          <p:nvPr/>
        </p:nvSpPr>
        <p:spPr>
          <a:xfrm xmlns:a="http://schemas.openxmlformats.org/drawingml/2006/main">
            <a:off x="3638550" y="4324350"/>
            <a:ext cx="1924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agent_suggestion </a:t>
            </a:r>
            <a:r>
              <a:rPr sz="938" b="1">
                <a:solidFill>
                  <a:srgbClr val="FFFFFF"/>
                </a:solidFill>
                <a:latin typeface="微软雅黑"/>
                <a:ea typeface="微软雅黑"/>
                <a:cs typeface="微软雅黑"/>
              </a:rPr>
              <a:t>建议</a:t>
            </a:r>
          </a:p>
        </p:txBody>
      </p:sp>
      <p:sp>
        <p:nvSpPr>
          <p:cNvPr id="59" name="">
            <a:extLst xmlns:a="http://schemas.openxmlformats.org/drawingml/2006/main">
              <a:ext uri="{FF2B5EF4-FFF2-40B4-BE49-F238E27FC236}">
                <a16:creationId xmlns:a16="http://schemas.microsoft.com/office/drawing/2014/main" id="{B5140C22-9D45-4F19-8638-55A3F7F766B7}"/>
              </a:ext>
            </a:extLst>
          </p:cNvPr>
          <p:cNvSpPr>
            <a:spLocks xmlns:a="http://schemas.openxmlformats.org/drawingml/2006/main" noGrp="1"/>
          </p:cNvSpPr>
          <p:nvPr/>
        </p:nvSpPr>
        <p:spPr>
          <a:xfrm xmlns:a="http://schemas.openxmlformats.org/drawingml/2006/main">
            <a:off x="5676900" y="4324350"/>
            <a:ext cx="1924050" cy="342900"/>
          </a:xfrm>
          <a:prstGeom xmlns:a="http://schemas.openxmlformats.org/drawingml/2006/main" prst="roundRect">
            <a:avLst>
              <a:gd name="adj" fmla="val 1666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60" name="">
            <a:extLst xmlns:a="http://schemas.openxmlformats.org/drawingml/2006/main">
              <a:ext uri="{FF2B5EF4-FFF2-40B4-BE49-F238E27FC236}">
                <a16:creationId xmlns:a16="http://schemas.microsoft.com/office/drawing/2014/main" id="{23EF7E10-A4D7-470F-B4E9-474F9A8F4FBF}"/>
              </a:ext>
            </a:extLst>
          </p:cNvPr>
          <p:cNvSpPr>
            <a:spLocks xmlns:a="http://schemas.openxmlformats.org/drawingml/2006/main" noGrp="1"/>
          </p:cNvSpPr>
          <p:nvPr/>
        </p:nvSpPr>
        <p:spPr>
          <a:xfrm xmlns:a="http://schemas.openxmlformats.org/drawingml/2006/main">
            <a:off x="5676900" y="4324350"/>
            <a:ext cx="1924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decision_log </a:t>
            </a:r>
            <a:r>
              <a:rPr sz="938" b="1">
                <a:solidFill>
                  <a:srgbClr val="FFFFFF"/>
                </a:solidFill>
                <a:latin typeface="微软雅黑"/>
                <a:ea typeface="微软雅黑"/>
                <a:cs typeface="微软雅黑"/>
              </a:rPr>
              <a:t>人工决定</a:t>
            </a:r>
          </a:p>
        </p:txBody>
      </p:sp>
      <p:sp>
        <p:nvSpPr>
          <p:cNvPr id="61" name="">
            <a:extLst xmlns:a="http://schemas.openxmlformats.org/drawingml/2006/main">
              <a:ext uri="{FF2B5EF4-FFF2-40B4-BE49-F238E27FC236}">
                <a16:creationId xmlns:a16="http://schemas.microsoft.com/office/drawing/2014/main" id="{A85654A3-1256-4972-A7B7-77A61E6B3E33}"/>
              </a:ext>
            </a:extLst>
          </p:cNvPr>
          <p:cNvSpPr>
            <a:spLocks xmlns:a="http://schemas.openxmlformats.org/drawingml/2006/main" noGrp="1"/>
          </p:cNvSpPr>
          <p:nvPr/>
        </p:nvSpPr>
        <p:spPr>
          <a:xfrm xmlns:a="http://schemas.openxmlformats.org/drawingml/2006/main">
            <a:off x="1600200" y="4743450"/>
            <a:ext cx="9906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C6DDFF"/>
                </a:solidFill>
                <a:latin typeface="微软雅黑"/>
                <a:ea typeface="微软雅黑"/>
                <a:cs typeface="微软雅黑"/>
              </a:defRPr>
            </a:pPr>
            <a:r>
              <a:rPr sz="900" b="0">
                <a:solidFill>
                  <a:srgbClr val="C6DDFF"/>
                </a:solidFill>
                <a:latin typeface="微软雅黑"/>
                <a:ea typeface="微软雅黑"/>
                <a:cs typeface="微软雅黑"/>
              </a:rPr>
              <a:t>一次归因 </a:t>
            </a:r>
            <a:r>
              <a:rPr sz="900" b="0">
                <a:solidFill>
                  <a:srgbClr val="C6DDFF"/>
                </a:solidFill>
                <a:latin typeface="微软雅黑"/>
                <a:ea typeface="微软雅黑"/>
                <a:cs typeface="微软雅黑"/>
              </a:rPr>
              <a:t>= </a:t>
            </a:r>
            <a:r>
              <a:rPr sz="900" b="0">
                <a:solidFill>
                  <a:srgbClr val="C6DDFF"/>
                </a:solidFill>
                <a:latin typeface="微软雅黑"/>
                <a:ea typeface="微软雅黑"/>
                <a:cs typeface="微软雅黑"/>
              </a:rPr>
              <a:t>一个 </a:t>
            </a:r>
            <a:r>
              <a:rPr sz="900" b="0">
                <a:solidFill>
                  <a:srgbClr val="C6DDFF"/>
                </a:solidFill>
                <a:latin typeface="微软雅黑"/>
                <a:ea typeface="微软雅黑"/>
                <a:cs typeface="微软雅黑"/>
              </a:rPr>
              <a:t>run_id</a:t>
            </a:r>
            <a:r>
              <a:rPr sz="900" b="0">
                <a:solidFill>
                  <a:srgbClr val="C6DDFF"/>
                </a:solidFill>
                <a:latin typeface="微软雅黑"/>
                <a:ea typeface="微软雅黑"/>
                <a:cs typeface="微软雅黑"/>
              </a:rPr>
              <a:t>，三张表串成完整证据链</a:t>
            </a:r>
          </a:p>
        </p:txBody>
      </p:sp>
      <p:sp>
        <p:nvSpPr>
          <p:cNvPr id="62" name="">
            <a:extLst xmlns:a="http://schemas.openxmlformats.org/drawingml/2006/main">
              <a:ext uri="{FF2B5EF4-FFF2-40B4-BE49-F238E27FC236}">
                <a16:creationId xmlns:a16="http://schemas.microsoft.com/office/drawing/2014/main" id="{EBFA9EE5-D6B6-468C-A7CC-50652527FB74}"/>
              </a:ext>
            </a:extLst>
          </p:cNvPr>
          <p:cNvSpPr>
            <a:spLocks xmlns:a="http://schemas.openxmlformats.org/drawingml/2006/main" noGrp="1"/>
          </p:cNvSpPr>
          <p:nvPr/>
        </p:nvSpPr>
        <p:spPr>
          <a:xfrm xmlns:a="http://schemas.openxmlformats.org/drawingml/2006/main">
            <a:off x="285750" y="5143500"/>
            <a:ext cx="11620500" cy="838200"/>
          </a:xfrm>
          <a:prstGeom xmlns:a="http://schemas.openxmlformats.org/drawingml/2006/main" prst="roundRect">
            <a:avLst>
              <a:gd name="adj" fmla="val 10227"/>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63" name="">
            <a:extLst xmlns:a="http://schemas.openxmlformats.org/drawingml/2006/main">
              <a:ext uri="{FF2B5EF4-FFF2-40B4-BE49-F238E27FC236}">
                <a16:creationId xmlns:a16="http://schemas.microsoft.com/office/drawing/2014/main" id="{58632F23-036C-425D-A9F4-0609B4F7B8EC}"/>
              </a:ext>
            </a:extLst>
          </p:cNvPr>
          <p:cNvSpPr>
            <a:spLocks xmlns:a="http://schemas.openxmlformats.org/drawingml/2006/main" noGrp="1"/>
          </p:cNvSpPr>
          <p:nvPr/>
        </p:nvSpPr>
        <p:spPr>
          <a:xfrm xmlns:a="http://schemas.openxmlformats.org/drawingml/2006/main">
            <a:off x="285750" y="5143500"/>
            <a:ext cx="47625" cy="838200"/>
          </a:xfrm>
          <a:prstGeom xmlns:a="http://schemas.openxmlformats.org/drawingml/2006/main" prst="rect">
            <a:avLst/>
          </a:prstGeom>
          <a:solidFill xmlns:a="http://schemas.openxmlformats.org/drawingml/2006/main">
            <a:srgbClr val="B7A6FF"/>
          </a:solidFill>
          <a:ln xmlns:a="http://schemas.openxmlformats.org/drawingml/2006/main">
            <a:noFill/>
          </a:ln>
        </p:spPr>
      </p:sp>
      <p:sp>
        <p:nvSpPr>
          <p:cNvPr id="64" name="">
            <a:extLst xmlns:a="http://schemas.openxmlformats.org/drawingml/2006/main">
              <a:ext uri="{FF2B5EF4-FFF2-40B4-BE49-F238E27FC236}">
                <a16:creationId xmlns:a16="http://schemas.microsoft.com/office/drawing/2014/main" id="{4EC7B83F-3C13-4EC1-8A9F-EF7DF18335DB}"/>
              </a:ext>
            </a:extLst>
          </p:cNvPr>
          <p:cNvSpPr>
            <a:spLocks xmlns:a="http://schemas.openxmlformats.org/drawingml/2006/main" noGrp="1"/>
          </p:cNvSpPr>
          <p:nvPr/>
        </p:nvSpPr>
        <p:spPr>
          <a:xfrm xmlns:a="http://schemas.openxmlformats.org/drawingml/2006/main">
            <a:off x="457200" y="5410200"/>
            <a:ext cx="10287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B7A6FF"/>
                </a:solidFill>
                <a:latin typeface="微软雅黑"/>
                <a:ea typeface="微软雅黑"/>
                <a:cs typeface="微软雅黑"/>
              </a:defRPr>
            </a:pPr>
            <a:r>
              <a:rPr sz="1275" b="1">
                <a:solidFill>
                  <a:srgbClr val="B7A6FF"/>
                </a:solidFill>
                <a:latin typeface="微软雅黑"/>
                <a:ea typeface="微软雅黑"/>
                <a:cs typeface="微软雅黑"/>
              </a:rPr>
              <a:t>部署层</a:t>
            </a:r>
          </a:p>
        </p:txBody>
      </p:sp>
      <p:sp>
        <p:nvSpPr>
          <p:cNvPr id="65" name="">
            <a:extLst xmlns:a="http://schemas.openxmlformats.org/drawingml/2006/main">
              <a:ext uri="{FF2B5EF4-FFF2-40B4-BE49-F238E27FC236}">
                <a16:creationId xmlns:a16="http://schemas.microsoft.com/office/drawing/2014/main" id="{E1A291C0-70C9-430C-9C5B-C23A8EA407F2}"/>
              </a:ext>
            </a:extLst>
          </p:cNvPr>
          <p:cNvSpPr>
            <a:spLocks xmlns:a="http://schemas.openxmlformats.org/drawingml/2006/main" noGrp="1"/>
          </p:cNvSpPr>
          <p:nvPr/>
        </p:nvSpPr>
        <p:spPr>
          <a:xfrm xmlns:a="http://schemas.openxmlformats.org/drawingml/2006/main">
            <a:off x="1600200" y="5276850"/>
            <a:ext cx="1924050" cy="342900"/>
          </a:xfrm>
          <a:prstGeom xmlns:a="http://schemas.openxmlformats.org/drawingml/2006/main" prst="roundRect">
            <a:avLst>
              <a:gd name="adj" fmla="val 1666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66" name="">
            <a:extLst xmlns:a="http://schemas.openxmlformats.org/drawingml/2006/main">
              <a:ext uri="{FF2B5EF4-FFF2-40B4-BE49-F238E27FC236}">
                <a16:creationId xmlns:a16="http://schemas.microsoft.com/office/drawing/2014/main" id="{AABC21DB-844F-437E-B495-08BB39B92EC2}"/>
              </a:ext>
            </a:extLst>
          </p:cNvPr>
          <p:cNvSpPr>
            <a:spLocks xmlns:a="http://schemas.openxmlformats.org/drawingml/2006/main" noGrp="1"/>
          </p:cNvSpPr>
          <p:nvPr/>
        </p:nvSpPr>
        <p:spPr>
          <a:xfrm xmlns:a="http://schemas.openxmlformats.org/drawingml/2006/main">
            <a:off x="1600200" y="5276850"/>
            <a:ext cx="1924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Docker Compose</a:t>
            </a:r>
          </a:p>
        </p:txBody>
      </p:sp>
      <p:sp>
        <p:nvSpPr>
          <p:cNvPr id="67" name="">
            <a:extLst xmlns:a="http://schemas.openxmlformats.org/drawingml/2006/main">
              <a:ext uri="{FF2B5EF4-FFF2-40B4-BE49-F238E27FC236}">
                <a16:creationId xmlns:a16="http://schemas.microsoft.com/office/drawing/2014/main" id="{6B885D87-F169-49A3-B1EB-3308CCC0A503}"/>
              </a:ext>
            </a:extLst>
          </p:cNvPr>
          <p:cNvSpPr>
            <a:spLocks xmlns:a="http://schemas.openxmlformats.org/drawingml/2006/main" noGrp="1"/>
          </p:cNvSpPr>
          <p:nvPr/>
        </p:nvSpPr>
        <p:spPr>
          <a:xfrm xmlns:a="http://schemas.openxmlformats.org/drawingml/2006/main">
            <a:off x="3638550" y="5276850"/>
            <a:ext cx="1924050" cy="342900"/>
          </a:xfrm>
          <a:prstGeom xmlns:a="http://schemas.openxmlformats.org/drawingml/2006/main" prst="roundRect">
            <a:avLst>
              <a:gd name="adj" fmla="val 1666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68" name="">
            <a:extLst xmlns:a="http://schemas.openxmlformats.org/drawingml/2006/main">
              <a:ext uri="{FF2B5EF4-FFF2-40B4-BE49-F238E27FC236}">
                <a16:creationId xmlns:a16="http://schemas.microsoft.com/office/drawing/2014/main" id="{CEE22FB7-33F0-4AAC-87B4-B6E8A1422207}"/>
              </a:ext>
            </a:extLst>
          </p:cNvPr>
          <p:cNvSpPr>
            <a:spLocks xmlns:a="http://schemas.openxmlformats.org/drawingml/2006/main" noGrp="1"/>
          </p:cNvSpPr>
          <p:nvPr/>
        </p:nvSpPr>
        <p:spPr>
          <a:xfrm xmlns:a="http://schemas.openxmlformats.org/drawingml/2006/main">
            <a:off x="3638550" y="5276850"/>
            <a:ext cx="1924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MySQL + API + Web</a:t>
            </a:r>
          </a:p>
        </p:txBody>
      </p:sp>
      <p:sp>
        <p:nvSpPr>
          <p:cNvPr id="69" name="">
            <a:extLst xmlns:a="http://schemas.openxmlformats.org/drawingml/2006/main">
              <a:ext uri="{FF2B5EF4-FFF2-40B4-BE49-F238E27FC236}">
                <a16:creationId xmlns:a16="http://schemas.microsoft.com/office/drawing/2014/main" id="{069BD8CD-448C-492E-884C-0EA784DA8DA1}"/>
              </a:ext>
            </a:extLst>
          </p:cNvPr>
          <p:cNvSpPr>
            <a:spLocks xmlns:a="http://schemas.openxmlformats.org/drawingml/2006/main" noGrp="1"/>
          </p:cNvSpPr>
          <p:nvPr/>
        </p:nvSpPr>
        <p:spPr>
          <a:xfrm xmlns:a="http://schemas.openxmlformats.org/drawingml/2006/main">
            <a:off x="5676900" y="5276850"/>
            <a:ext cx="1924050" cy="342900"/>
          </a:xfrm>
          <a:prstGeom xmlns:a="http://schemas.openxmlformats.org/drawingml/2006/main" prst="roundRect">
            <a:avLst>
              <a:gd name="adj" fmla="val 1666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70" name="">
            <a:extLst xmlns:a="http://schemas.openxmlformats.org/drawingml/2006/main">
              <a:ext uri="{FF2B5EF4-FFF2-40B4-BE49-F238E27FC236}">
                <a16:creationId xmlns:a16="http://schemas.microsoft.com/office/drawing/2014/main" id="{4F523B5F-C3EF-4A93-916A-07E0AB388246}"/>
              </a:ext>
            </a:extLst>
          </p:cNvPr>
          <p:cNvSpPr>
            <a:spLocks xmlns:a="http://schemas.openxmlformats.org/drawingml/2006/main" noGrp="1"/>
          </p:cNvSpPr>
          <p:nvPr/>
        </p:nvSpPr>
        <p:spPr>
          <a:xfrm xmlns:a="http://schemas.openxmlformats.org/drawingml/2006/main">
            <a:off x="5676900" y="5276850"/>
            <a:ext cx="1924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内网 </a:t>
            </a:r>
            <a:r>
              <a:rPr sz="938" b="1">
                <a:solidFill>
                  <a:srgbClr val="FFFFFF"/>
                </a:solidFill>
                <a:latin typeface="微软雅黑"/>
                <a:ea typeface="微软雅黑"/>
                <a:cs typeface="微软雅黑"/>
              </a:rPr>
              <a:t>/ </a:t>
            </a:r>
            <a:r>
              <a:rPr sz="938" b="1">
                <a:solidFill>
                  <a:srgbClr val="FFFFFF"/>
                </a:solidFill>
                <a:latin typeface="微软雅黑"/>
                <a:ea typeface="微软雅黑"/>
                <a:cs typeface="微软雅黑"/>
              </a:rPr>
              <a:t>离线可运行</a:t>
            </a:r>
          </a:p>
        </p:txBody>
      </p:sp>
      <p:sp>
        <p:nvSpPr>
          <p:cNvPr id="71" name="">
            <a:extLst xmlns:a="http://schemas.openxmlformats.org/drawingml/2006/main">
              <a:ext uri="{FF2B5EF4-FFF2-40B4-BE49-F238E27FC236}">
                <a16:creationId xmlns:a16="http://schemas.microsoft.com/office/drawing/2014/main" id="{2482B047-B6E2-4AE9-A30D-0CCBE6077369}"/>
              </a:ext>
            </a:extLst>
          </p:cNvPr>
          <p:cNvSpPr>
            <a:spLocks xmlns:a="http://schemas.openxmlformats.org/drawingml/2006/main" noGrp="1"/>
          </p:cNvSpPr>
          <p:nvPr/>
        </p:nvSpPr>
        <p:spPr>
          <a:xfrm xmlns:a="http://schemas.openxmlformats.org/drawingml/2006/main">
            <a:off x="1600200" y="5695950"/>
            <a:ext cx="9906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C6DDFF"/>
                </a:solidFill>
                <a:latin typeface="微软雅黑"/>
                <a:ea typeface="微软雅黑"/>
                <a:cs typeface="微软雅黑"/>
              </a:defRPr>
            </a:pPr>
            <a:r>
              <a:rPr sz="900" b="0">
                <a:solidFill>
                  <a:srgbClr val="C6DDFF"/>
                </a:solidFill>
                <a:latin typeface="微软雅黑"/>
                <a:ea typeface="微软雅黑"/>
                <a:cs typeface="微软雅黑"/>
              </a:rPr>
              <a:t>AI_ENABLED </a:t>
            </a:r>
            <a:r>
              <a:rPr sz="900" b="0">
                <a:solidFill>
                  <a:srgbClr val="C6DDFF"/>
                </a:solidFill>
                <a:latin typeface="微软雅黑"/>
                <a:ea typeface="微软雅黑"/>
                <a:cs typeface="微软雅黑"/>
              </a:rPr>
              <a:t>默认 </a:t>
            </a:r>
            <a:r>
              <a:rPr sz="900" b="0">
                <a:solidFill>
                  <a:srgbClr val="C6DDFF"/>
                </a:solidFill>
                <a:latin typeface="微软雅黑"/>
                <a:ea typeface="微软雅黑"/>
                <a:cs typeface="微软雅黑"/>
              </a:rPr>
              <a:t>false</a:t>
            </a:r>
            <a:r>
              <a:rPr sz="900" b="0">
                <a:solidFill>
                  <a:srgbClr val="C6DDFF"/>
                </a:solidFill>
                <a:latin typeface="微软雅黑"/>
                <a:ea typeface="微软雅黑"/>
                <a:cs typeface="微软雅黑"/>
              </a:rPr>
              <a:t>，规则链路不依赖任何外部模型</a:t>
            </a:r>
          </a:p>
        </p:txBody>
      </p:sp>
      <p:sp>
        <p:nvSpPr>
          <p:cNvPr id="72" name="">
            <a:extLst xmlns:a="http://schemas.openxmlformats.org/drawingml/2006/main">
              <a:ext uri="{FF2B5EF4-FFF2-40B4-BE49-F238E27FC236}">
                <a16:creationId xmlns:a16="http://schemas.microsoft.com/office/drawing/2014/main" id="{C6E2ABCC-9EE5-4C17-B9D4-C04408E2B3F1}"/>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73" name="">
            <a:extLst xmlns:a="http://schemas.openxmlformats.org/drawingml/2006/main">
              <a:ext uri="{FF2B5EF4-FFF2-40B4-BE49-F238E27FC236}">
                <a16:creationId xmlns:a16="http://schemas.microsoft.com/office/drawing/2014/main" id="{AC780406-A049-44DB-ADE5-168F12D61B08}"/>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74" name="">
            <a:extLst xmlns:a="http://schemas.openxmlformats.org/drawingml/2006/main">
              <a:ext uri="{FF2B5EF4-FFF2-40B4-BE49-F238E27FC236}">
                <a16:creationId xmlns:a16="http://schemas.microsoft.com/office/drawing/2014/main" id="{F49A4464-5A23-4955-864C-116DB11BEC34}"/>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75" name="">
            <a:extLst xmlns:a="http://schemas.openxmlformats.org/drawingml/2006/main">
              <a:ext uri="{FF2B5EF4-FFF2-40B4-BE49-F238E27FC236}">
                <a16:creationId xmlns:a16="http://schemas.microsoft.com/office/drawing/2014/main" id="{D3BEDD5B-393F-4375-9855-BC214C0AB049}"/>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76" name="">
            <a:extLst xmlns:a="http://schemas.openxmlformats.org/drawingml/2006/main">
              <a:ext uri="{FF2B5EF4-FFF2-40B4-BE49-F238E27FC236}">
                <a16:creationId xmlns:a16="http://schemas.microsoft.com/office/drawing/2014/main" id="{6FE0F8F2-292F-4EBF-B5EC-8F477E59C8E1}"/>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13</a:t>
            </a:r>
          </a:p>
        </p:txBody>
      </p:sp>
    </p:spTree>
    <p:extLst>
      <p:ext uri="{BB962C8B-B14F-4D97-AF65-F5344CB8AC3E}">
        <p14:creationId xmlns:p14="http://schemas.microsoft.com/office/powerpoint/2010/main" val="52740095"/>
      </p:ext>
    </p:extLst>
  </p:cSld>
</p:sld>
</file>

<file path=ppt/slides/slide14.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94" name=""/>
          <p:cNvPicPr>
            <a:picLocks xmlns:a="http://schemas.openxmlformats.org/drawingml/2006/main" noChangeAspect="1"/>
          </p:cNvPicPr>
          <p:nvPr/>
        </p:nvPicPr>
        <p:blipFill>
          <a:blip xmlns:r="http://schemas.openxmlformats.org/officeDocument/2006/relationships" xmlns:a="http://schemas.openxmlformats.org/drawingml/2006/main" r:embed="R81ff92f9ff374f02"/>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71EE18D-EF99-4E16-9F2C-C26D19354EF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70503D56-41EA-46C6-A898-8D2DA4F7F5F9}"/>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1E85B3F4-0F93-48C3-A247-D64ADBDF79AB}"/>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16A1DF3C-0638-4424-912C-089C0D96E67A}"/>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5FD1C58C-7B14-4FFE-8877-DA8DFC571BF0}"/>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AF47D7D0-9EE9-4C6A-A062-C756342EF4DC}"/>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EE4E7E0C-DB7F-47D4-908F-8E52E6F00167}"/>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2EF9FDE3-927A-4C73-BDEA-8FD0DF11B7C3}"/>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147B2DB7-49F9-4C8C-BD00-D1537B57DAC8}"/>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2E86E0">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EE7AA2D2-E511-4060-8A43-54679F78D033}"/>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2E86E0">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D6C09CAE-C7CD-46D8-8B72-DEBF62204BD6}"/>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DBF742B1-1A77-4C2F-97E4-3810711B7E23}"/>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2E86E0"/>
                </a:solidFill>
                <a:latin typeface="微软雅黑"/>
                <a:ea typeface="微软雅黑"/>
                <a:cs typeface="微软雅黑"/>
              </a:defRPr>
            </a:pPr>
            <a:r>
              <a:rPr sz="863" b="1" spc="1">
                <a:solidFill>
                  <a:srgbClr val="2E86E0"/>
                </a:solidFill>
                <a:latin typeface="微软雅黑"/>
                <a:ea typeface="微软雅黑"/>
                <a:cs typeface="微软雅黑"/>
              </a:rPr>
              <a:t>02　</a:t>
            </a:r>
            <a:r>
              <a:rPr sz="863" b="1" spc="1">
                <a:solidFill>
                  <a:srgbClr val="2E86E0"/>
                </a:solidFill>
                <a:latin typeface="微软雅黑"/>
                <a:ea typeface="微软雅黑"/>
                <a:cs typeface="微软雅黑"/>
              </a:rPr>
              <a:t>总体方案</a:t>
            </a:r>
          </a:p>
        </p:txBody>
      </p:sp>
      <p:sp>
        <p:nvSpPr>
          <p:cNvPr id="14" name="">
            <a:extLst xmlns:a="http://schemas.openxmlformats.org/drawingml/2006/main">
              <a:ext uri="{FF2B5EF4-FFF2-40B4-BE49-F238E27FC236}">
                <a16:creationId xmlns:a16="http://schemas.microsoft.com/office/drawing/2014/main" id="{6FD26231-73A5-4E1B-A708-235A0EAB818C}"/>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技术路线与数据流</a:t>
            </a:r>
          </a:p>
        </p:txBody>
      </p:sp>
      <p:sp>
        <p:nvSpPr>
          <p:cNvPr id="15" name="">
            <a:extLst xmlns:a="http://schemas.openxmlformats.org/drawingml/2006/main">
              <a:ext uri="{FF2B5EF4-FFF2-40B4-BE49-F238E27FC236}">
                <a16:creationId xmlns:a16="http://schemas.microsoft.com/office/drawing/2014/main" id="{73692F55-C54D-4E56-B86B-918F39F0A79C}"/>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26D7A88D-013B-4169-8388-CEFF84B3F63C}"/>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B8E14774-963E-4E92-B829-1F125DB47608}"/>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2EAD4440-A043-41EF-9C6A-4226A8ED0C1E}"/>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8DA7BE1A-1826-4BAD-84D9-B2DA127AD97B}"/>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从「业务问题」到「省下的成本」，中间每一步都由可复算的规则完成并留痕。</a:t>
            </a:r>
          </a:p>
        </p:txBody>
      </p:sp>
      <p:sp>
        <p:nvSpPr>
          <p:cNvPr id="20" name="">
            <a:extLst xmlns:a="http://schemas.openxmlformats.org/drawingml/2006/main">
              <a:ext uri="{FF2B5EF4-FFF2-40B4-BE49-F238E27FC236}">
                <a16:creationId xmlns:a16="http://schemas.microsoft.com/office/drawing/2014/main" id="{90457EE9-7C08-48B2-81E2-9A9EA45E69D0}"/>
              </a:ext>
            </a:extLst>
          </p:cNvPr>
          <p:cNvSpPr>
            <a:spLocks xmlns:a="http://schemas.openxmlformats.org/drawingml/2006/main" noGrp="1"/>
          </p:cNvSpPr>
          <p:nvPr/>
        </p:nvSpPr>
        <p:spPr>
          <a:xfrm xmlns:a="http://schemas.openxmlformats.org/drawingml/2006/main">
            <a:off x="285750" y="1428750"/>
            <a:ext cx="1790700" cy="1809750"/>
          </a:xfrm>
          <a:prstGeom xmlns:a="http://schemas.openxmlformats.org/drawingml/2006/main" prst="roundRect">
            <a:avLst>
              <a:gd name="adj" fmla="val 4787"/>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1" name="">
            <a:extLst xmlns:a="http://schemas.openxmlformats.org/drawingml/2006/main">
              <a:ext uri="{FF2B5EF4-FFF2-40B4-BE49-F238E27FC236}">
                <a16:creationId xmlns:a16="http://schemas.microsoft.com/office/drawing/2014/main" id="{E081AB98-D198-4CF2-B883-1D00A0C87A66}"/>
              </a:ext>
            </a:extLst>
          </p:cNvPr>
          <p:cNvSpPr>
            <a:spLocks xmlns:a="http://schemas.openxmlformats.org/drawingml/2006/main" noGrp="1"/>
          </p:cNvSpPr>
          <p:nvPr/>
        </p:nvSpPr>
        <p:spPr>
          <a:xfrm xmlns:a="http://schemas.openxmlformats.org/drawingml/2006/main">
            <a:off x="285750" y="1428750"/>
            <a:ext cx="1790700" cy="38100"/>
          </a:xfrm>
          <a:prstGeom xmlns:a="http://schemas.openxmlformats.org/drawingml/2006/main" prst="rect">
            <a:avLst/>
          </a:prstGeom>
          <a:solidFill xmlns:a="http://schemas.openxmlformats.org/drawingml/2006/main">
            <a:srgbClr val="2E86E0"/>
          </a:soli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43DE23C6-374B-4C77-984E-0687622C5018}"/>
              </a:ext>
            </a:extLst>
          </p:cNvPr>
          <p:cNvSpPr>
            <a:spLocks xmlns:a="http://schemas.openxmlformats.org/drawingml/2006/main" noGrp="1"/>
          </p:cNvSpPr>
          <p:nvPr/>
        </p:nvSpPr>
        <p:spPr>
          <a:xfrm xmlns:a="http://schemas.openxmlformats.org/drawingml/2006/main">
            <a:off x="438150" y="1562100"/>
            <a:ext cx="571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9DBEE8"/>
                </a:solidFill>
                <a:latin typeface="Bahnschrift"/>
                <a:ea typeface="Bahnschrift"/>
                <a:cs typeface="Bahnschrift"/>
              </a:defRPr>
            </a:pPr>
            <a:r>
              <a:rPr sz="1125" b="1">
                <a:solidFill>
                  <a:srgbClr val="9DBEE8"/>
                </a:solidFill>
                <a:latin typeface="Bahnschrift"/>
                <a:ea typeface="Bahnschrift"/>
                <a:cs typeface="Bahnschrift"/>
              </a:rPr>
              <a:t>01</a:t>
            </a:r>
          </a:p>
        </p:txBody>
      </p:sp>
      <p:sp>
        <p:nvSpPr>
          <p:cNvPr id="23" name="">
            <a:extLst xmlns:a="http://schemas.openxmlformats.org/drawingml/2006/main">
              <a:ext uri="{FF2B5EF4-FFF2-40B4-BE49-F238E27FC236}">
                <a16:creationId xmlns:a16="http://schemas.microsoft.com/office/drawing/2014/main" id="{3D3E2EB0-AA25-456D-95DF-FD1568557836}"/>
              </a:ext>
            </a:extLst>
          </p:cNvPr>
          <p:cNvSpPr>
            <a:spLocks xmlns:a="http://schemas.openxmlformats.org/drawingml/2006/main" noGrp="1"/>
          </p:cNvSpPr>
          <p:nvPr/>
        </p:nvSpPr>
        <p:spPr>
          <a:xfrm xmlns:a="http://schemas.openxmlformats.org/drawingml/2006/main">
            <a:off x="438150" y="1828800"/>
            <a:ext cx="15240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业务问题</a:t>
            </a:r>
          </a:p>
        </p:txBody>
      </p:sp>
      <p:sp>
        <p:nvSpPr>
          <p:cNvPr id="24" name="">
            <a:extLst xmlns:a="http://schemas.openxmlformats.org/drawingml/2006/main">
              <a:ext uri="{FF2B5EF4-FFF2-40B4-BE49-F238E27FC236}">
                <a16:creationId xmlns:a16="http://schemas.microsoft.com/office/drawing/2014/main" id="{BFE72697-D969-4F02-B2D4-69C4E0443D9A}"/>
              </a:ext>
            </a:extLst>
          </p:cNvPr>
          <p:cNvSpPr>
            <a:spLocks xmlns:a="http://schemas.openxmlformats.org/drawingml/2006/main" noGrp="1"/>
          </p:cNvSpPr>
          <p:nvPr/>
        </p:nvSpPr>
        <p:spPr>
          <a:xfrm xmlns:a="http://schemas.openxmlformats.org/drawingml/2006/main">
            <a:off x="438150" y="2133600"/>
            <a:ext cx="1524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缺人还是缺技能？</a:t>
            </a:r>
          </a:p>
        </p:txBody>
      </p:sp>
      <p:sp>
        <p:nvSpPr>
          <p:cNvPr id="25" name="">
            <a:extLst xmlns:a="http://schemas.openxmlformats.org/drawingml/2006/main">
              <a:ext uri="{FF2B5EF4-FFF2-40B4-BE49-F238E27FC236}">
                <a16:creationId xmlns:a16="http://schemas.microsoft.com/office/drawing/2014/main" id="{EEBDEC5E-3D0D-455D-B031-F5D5565FCBED}"/>
              </a:ext>
            </a:extLst>
          </p:cNvPr>
          <p:cNvSpPr>
            <a:spLocks xmlns:a="http://schemas.openxmlformats.org/drawingml/2006/main" noGrp="1"/>
          </p:cNvSpPr>
          <p:nvPr/>
        </p:nvSpPr>
        <p:spPr>
          <a:xfrm xmlns:a="http://schemas.openxmlformats.org/drawingml/2006/main">
            <a:off x="438150" y="2400300"/>
            <a:ext cx="342900" cy="1905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26" name="">
            <a:extLst xmlns:a="http://schemas.openxmlformats.org/drawingml/2006/main">
              <a:ext uri="{FF2B5EF4-FFF2-40B4-BE49-F238E27FC236}">
                <a16:creationId xmlns:a16="http://schemas.microsoft.com/office/drawing/2014/main" id="{69061332-75E2-4F8D-B83C-7ED3D9E61BD1}"/>
              </a:ext>
            </a:extLst>
          </p:cNvPr>
          <p:cNvSpPr>
            <a:spLocks xmlns:a="http://schemas.openxmlformats.org/drawingml/2006/main" noGrp="1"/>
          </p:cNvSpPr>
          <p:nvPr/>
        </p:nvSpPr>
        <p:spPr>
          <a:xfrm xmlns:a="http://schemas.openxmlformats.org/drawingml/2006/main">
            <a:off x="438150" y="2495550"/>
            <a:ext cx="1524000" cy="666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岗位要求、未来需求、关键岗位备份</a:t>
            </a:r>
          </a:p>
        </p:txBody>
      </p:sp>
      <p:sp>
        <p:nvSpPr>
          <p:cNvPr id="27" name="">
            <a:extLst xmlns:a="http://schemas.openxmlformats.org/drawingml/2006/main">
              <a:ext uri="{FF2B5EF4-FFF2-40B4-BE49-F238E27FC236}">
                <a16:creationId xmlns:a16="http://schemas.microsoft.com/office/drawing/2014/main" id="{191098F8-FCB6-41BA-B976-2A48E0ADF11D}"/>
              </a:ext>
            </a:extLst>
          </p:cNvPr>
          <p:cNvSpPr>
            <a:spLocks xmlns:a="http://schemas.openxmlformats.org/drawingml/2006/main" noGrp="1"/>
          </p:cNvSpPr>
          <p:nvPr/>
        </p:nvSpPr>
        <p:spPr>
          <a:xfrm xmlns:a="http://schemas.openxmlformats.org/drawingml/2006/main">
            <a:off x="2095500" y="2209800"/>
            <a:ext cx="1524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75" b="0">
                <a:solidFill>
                  <a:srgbClr val="FFD24A"/>
                </a:solidFill>
                <a:latin typeface="微软雅黑"/>
                <a:ea typeface="微软雅黑"/>
                <a:cs typeface="微软雅黑"/>
              </a:defRPr>
            </a:pPr>
            <a:r>
              <a:rPr sz="975" b="0">
                <a:solidFill>
                  <a:srgbClr val="FFD24A"/>
                </a:solidFill>
                <a:latin typeface="微软雅黑"/>
                <a:ea typeface="微软雅黑"/>
                <a:cs typeface="微软雅黑"/>
              </a:rPr>
              <a:t>▶</a:t>
            </a:r>
          </a:p>
        </p:txBody>
      </p:sp>
      <p:sp>
        <p:nvSpPr>
          <p:cNvPr id="28" name="">
            <a:extLst xmlns:a="http://schemas.openxmlformats.org/drawingml/2006/main">
              <a:ext uri="{FF2B5EF4-FFF2-40B4-BE49-F238E27FC236}">
                <a16:creationId xmlns:a16="http://schemas.microsoft.com/office/drawing/2014/main" id="{BA1032C8-CB09-4A2F-BAE7-B0893EBFA84C}"/>
              </a:ext>
            </a:extLst>
          </p:cNvPr>
          <p:cNvSpPr>
            <a:spLocks xmlns:a="http://schemas.openxmlformats.org/drawingml/2006/main" noGrp="1"/>
          </p:cNvSpPr>
          <p:nvPr/>
        </p:nvSpPr>
        <p:spPr>
          <a:xfrm xmlns:a="http://schemas.openxmlformats.org/drawingml/2006/main">
            <a:off x="2266950" y="1428750"/>
            <a:ext cx="1790700" cy="1809750"/>
          </a:xfrm>
          <a:prstGeom xmlns:a="http://schemas.openxmlformats.org/drawingml/2006/main" prst="roundRect">
            <a:avLst>
              <a:gd name="adj" fmla="val 4787"/>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9" name="">
            <a:extLst xmlns:a="http://schemas.openxmlformats.org/drawingml/2006/main">
              <a:ext uri="{FF2B5EF4-FFF2-40B4-BE49-F238E27FC236}">
                <a16:creationId xmlns:a16="http://schemas.microsoft.com/office/drawing/2014/main" id="{8BEB9C84-D875-4925-B047-49127A0F8E2C}"/>
              </a:ext>
            </a:extLst>
          </p:cNvPr>
          <p:cNvSpPr>
            <a:spLocks xmlns:a="http://schemas.openxmlformats.org/drawingml/2006/main" noGrp="1"/>
          </p:cNvSpPr>
          <p:nvPr/>
        </p:nvSpPr>
        <p:spPr>
          <a:xfrm xmlns:a="http://schemas.openxmlformats.org/drawingml/2006/main">
            <a:off x="2266950" y="1428750"/>
            <a:ext cx="1790700" cy="381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30" name="">
            <a:extLst xmlns:a="http://schemas.openxmlformats.org/drawingml/2006/main">
              <a:ext uri="{FF2B5EF4-FFF2-40B4-BE49-F238E27FC236}">
                <a16:creationId xmlns:a16="http://schemas.microsoft.com/office/drawing/2014/main" id="{21C5D9E5-691F-4025-99ED-EA4C0014C911}"/>
              </a:ext>
            </a:extLst>
          </p:cNvPr>
          <p:cNvSpPr>
            <a:spLocks xmlns:a="http://schemas.openxmlformats.org/drawingml/2006/main" noGrp="1"/>
          </p:cNvSpPr>
          <p:nvPr/>
        </p:nvSpPr>
        <p:spPr>
          <a:xfrm xmlns:a="http://schemas.openxmlformats.org/drawingml/2006/main">
            <a:off x="2419350" y="1562100"/>
            <a:ext cx="571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9DBEE8"/>
                </a:solidFill>
                <a:latin typeface="Bahnschrift"/>
                <a:ea typeface="Bahnschrift"/>
                <a:cs typeface="Bahnschrift"/>
              </a:defRPr>
            </a:pPr>
            <a:r>
              <a:rPr sz="1125" b="1">
                <a:solidFill>
                  <a:srgbClr val="9DBEE8"/>
                </a:solidFill>
                <a:latin typeface="Bahnschrift"/>
                <a:ea typeface="Bahnschrift"/>
                <a:cs typeface="Bahnschrift"/>
              </a:rPr>
              <a:t>02</a:t>
            </a:r>
          </a:p>
        </p:txBody>
      </p:sp>
      <p:sp>
        <p:nvSpPr>
          <p:cNvPr id="31" name="">
            <a:extLst xmlns:a="http://schemas.openxmlformats.org/drawingml/2006/main">
              <a:ext uri="{FF2B5EF4-FFF2-40B4-BE49-F238E27FC236}">
                <a16:creationId xmlns:a16="http://schemas.microsoft.com/office/drawing/2014/main" id="{A7A59499-F134-4B7B-B1E5-7B2C244FF882}"/>
              </a:ext>
            </a:extLst>
          </p:cNvPr>
          <p:cNvSpPr>
            <a:spLocks xmlns:a="http://schemas.openxmlformats.org/drawingml/2006/main" noGrp="1"/>
          </p:cNvSpPr>
          <p:nvPr/>
        </p:nvSpPr>
        <p:spPr>
          <a:xfrm xmlns:a="http://schemas.openxmlformats.org/drawingml/2006/main">
            <a:off x="2419350" y="1828800"/>
            <a:ext cx="15240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数据入库</a:t>
            </a:r>
          </a:p>
        </p:txBody>
      </p:sp>
      <p:sp>
        <p:nvSpPr>
          <p:cNvPr id="32" name="">
            <a:extLst xmlns:a="http://schemas.openxmlformats.org/drawingml/2006/main">
              <a:ext uri="{FF2B5EF4-FFF2-40B4-BE49-F238E27FC236}">
                <a16:creationId xmlns:a16="http://schemas.microsoft.com/office/drawing/2014/main" id="{66BE197C-BC76-4E5C-B71A-CB6FA85AFFAA}"/>
              </a:ext>
            </a:extLst>
          </p:cNvPr>
          <p:cNvSpPr>
            <a:spLocks xmlns:a="http://schemas.openxmlformats.org/drawingml/2006/main" noGrp="1"/>
          </p:cNvSpPr>
          <p:nvPr/>
        </p:nvSpPr>
        <p:spPr>
          <a:xfrm xmlns:a="http://schemas.openxmlformats.org/drawingml/2006/main">
            <a:off x="2419350" y="2133600"/>
            <a:ext cx="1524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结构化事实</a:t>
            </a:r>
          </a:p>
        </p:txBody>
      </p:sp>
      <p:sp>
        <p:nvSpPr>
          <p:cNvPr id="33" name="">
            <a:extLst xmlns:a="http://schemas.openxmlformats.org/drawingml/2006/main">
              <a:ext uri="{FF2B5EF4-FFF2-40B4-BE49-F238E27FC236}">
                <a16:creationId xmlns:a16="http://schemas.microsoft.com/office/drawing/2014/main" id="{53200CFB-7F5D-4E18-8EAF-AE030223D34F}"/>
              </a:ext>
            </a:extLst>
          </p:cNvPr>
          <p:cNvSpPr>
            <a:spLocks xmlns:a="http://schemas.openxmlformats.org/drawingml/2006/main" noGrp="1"/>
          </p:cNvSpPr>
          <p:nvPr/>
        </p:nvSpPr>
        <p:spPr>
          <a:xfrm xmlns:a="http://schemas.openxmlformats.org/drawingml/2006/main">
            <a:off x="2419350" y="2400300"/>
            <a:ext cx="342900" cy="1905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34" name="">
            <a:extLst xmlns:a="http://schemas.openxmlformats.org/drawingml/2006/main">
              <a:ext uri="{FF2B5EF4-FFF2-40B4-BE49-F238E27FC236}">
                <a16:creationId xmlns:a16="http://schemas.microsoft.com/office/drawing/2014/main" id="{25D29608-377D-4ED9-976C-4FFB7DDBDB1D}"/>
              </a:ext>
            </a:extLst>
          </p:cNvPr>
          <p:cNvSpPr>
            <a:spLocks xmlns:a="http://schemas.openxmlformats.org/drawingml/2006/main" noGrp="1"/>
          </p:cNvSpPr>
          <p:nvPr/>
        </p:nvSpPr>
        <p:spPr>
          <a:xfrm xmlns:a="http://schemas.openxmlformats.org/drawingml/2006/main">
            <a:off x="2419350" y="2495550"/>
            <a:ext cx="1524000" cy="666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考试分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技能等级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检测值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报告文本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工时</a:t>
            </a:r>
          </a:p>
        </p:txBody>
      </p:sp>
      <p:sp>
        <p:nvSpPr>
          <p:cNvPr id="35" name="">
            <a:extLst xmlns:a="http://schemas.openxmlformats.org/drawingml/2006/main">
              <a:ext uri="{FF2B5EF4-FFF2-40B4-BE49-F238E27FC236}">
                <a16:creationId xmlns:a16="http://schemas.microsoft.com/office/drawing/2014/main" id="{2F4983A2-B2E6-42F0-9ACE-00C2CFDBA9E8}"/>
              </a:ext>
            </a:extLst>
          </p:cNvPr>
          <p:cNvSpPr>
            <a:spLocks xmlns:a="http://schemas.openxmlformats.org/drawingml/2006/main" noGrp="1"/>
          </p:cNvSpPr>
          <p:nvPr/>
        </p:nvSpPr>
        <p:spPr>
          <a:xfrm xmlns:a="http://schemas.openxmlformats.org/drawingml/2006/main">
            <a:off x="4076700" y="2209800"/>
            <a:ext cx="1524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75" b="0">
                <a:solidFill>
                  <a:srgbClr val="FFD24A"/>
                </a:solidFill>
                <a:latin typeface="微软雅黑"/>
                <a:ea typeface="微软雅黑"/>
                <a:cs typeface="微软雅黑"/>
              </a:defRPr>
            </a:pPr>
            <a:r>
              <a:rPr sz="975" b="0">
                <a:solidFill>
                  <a:srgbClr val="FFD24A"/>
                </a:solidFill>
                <a:latin typeface="微软雅黑"/>
                <a:ea typeface="微软雅黑"/>
                <a:cs typeface="微软雅黑"/>
              </a:rPr>
              <a:t>▶</a:t>
            </a:r>
          </a:p>
        </p:txBody>
      </p:sp>
      <p:sp>
        <p:nvSpPr>
          <p:cNvPr id="36" name="">
            <a:extLst xmlns:a="http://schemas.openxmlformats.org/drawingml/2006/main">
              <a:ext uri="{FF2B5EF4-FFF2-40B4-BE49-F238E27FC236}">
                <a16:creationId xmlns:a16="http://schemas.microsoft.com/office/drawing/2014/main" id="{A86F8B88-DC09-4B78-A9F0-78FBE387A745}"/>
              </a:ext>
            </a:extLst>
          </p:cNvPr>
          <p:cNvSpPr>
            <a:spLocks xmlns:a="http://schemas.openxmlformats.org/drawingml/2006/main" noGrp="1"/>
          </p:cNvSpPr>
          <p:nvPr/>
        </p:nvSpPr>
        <p:spPr>
          <a:xfrm xmlns:a="http://schemas.openxmlformats.org/drawingml/2006/main">
            <a:off x="4248150" y="1428750"/>
            <a:ext cx="1790700" cy="1809750"/>
          </a:xfrm>
          <a:prstGeom xmlns:a="http://schemas.openxmlformats.org/drawingml/2006/main" prst="roundRect">
            <a:avLst>
              <a:gd name="adj" fmla="val 4787"/>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7" name="">
            <a:extLst xmlns:a="http://schemas.openxmlformats.org/drawingml/2006/main">
              <a:ext uri="{FF2B5EF4-FFF2-40B4-BE49-F238E27FC236}">
                <a16:creationId xmlns:a16="http://schemas.microsoft.com/office/drawing/2014/main" id="{0B286B44-F5D0-4641-AF79-552314C4008A}"/>
              </a:ext>
            </a:extLst>
          </p:cNvPr>
          <p:cNvSpPr>
            <a:spLocks xmlns:a="http://schemas.openxmlformats.org/drawingml/2006/main" noGrp="1"/>
          </p:cNvSpPr>
          <p:nvPr/>
        </p:nvSpPr>
        <p:spPr>
          <a:xfrm xmlns:a="http://schemas.openxmlformats.org/drawingml/2006/main">
            <a:off x="4248150" y="1428750"/>
            <a:ext cx="1790700" cy="38100"/>
          </a:xfrm>
          <a:prstGeom xmlns:a="http://schemas.openxmlformats.org/drawingml/2006/main" prst="rect">
            <a:avLst/>
          </a:prstGeom>
          <a:solidFill xmlns:a="http://schemas.openxmlformats.org/drawingml/2006/main">
            <a:srgbClr val="2E86E0"/>
          </a:solidFill>
          <a:ln xmlns:a="http://schemas.openxmlformats.org/drawingml/2006/main">
            <a:noFill/>
          </a:ln>
        </p:spPr>
      </p:sp>
      <p:sp>
        <p:nvSpPr>
          <p:cNvPr id="38" name="">
            <a:extLst xmlns:a="http://schemas.openxmlformats.org/drawingml/2006/main">
              <a:ext uri="{FF2B5EF4-FFF2-40B4-BE49-F238E27FC236}">
                <a16:creationId xmlns:a16="http://schemas.microsoft.com/office/drawing/2014/main" id="{04BA0607-CFCC-471F-ADDC-46B560E5F3ED}"/>
              </a:ext>
            </a:extLst>
          </p:cNvPr>
          <p:cNvSpPr>
            <a:spLocks xmlns:a="http://schemas.openxmlformats.org/drawingml/2006/main" noGrp="1"/>
          </p:cNvSpPr>
          <p:nvPr/>
        </p:nvSpPr>
        <p:spPr>
          <a:xfrm xmlns:a="http://schemas.openxmlformats.org/drawingml/2006/main">
            <a:off x="4400550" y="1562100"/>
            <a:ext cx="571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9DBEE8"/>
                </a:solidFill>
                <a:latin typeface="Bahnschrift"/>
                <a:ea typeface="Bahnschrift"/>
                <a:cs typeface="Bahnschrift"/>
              </a:defRPr>
            </a:pPr>
            <a:r>
              <a:rPr sz="1125" b="1">
                <a:solidFill>
                  <a:srgbClr val="9DBEE8"/>
                </a:solidFill>
                <a:latin typeface="Bahnschrift"/>
                <a:ea typeface="Bahnschrift"/>
                <a:cs typeface="Bahnschrift"/>
              </a:rPr>
              <a:t>03</a:t>
            </a:r>
          </a:p>
        </p:txBody>
      </p:sp>
      <p:sp>
        <p:nvSpPr>
          <p:cNvPr id="39" name="">
            <a:extLst xmlns:a="http://schemas.openxmlformats.org/drawingml/2006/main">
              <a:ext uri="{FF2B5EF4-FFF2-40B4-BE49-F238E27FC236}">
                <a16:creationId xmlns:a16="http://schemas.microsoft.com/office/drawing/2014/main" id="{8BED519A-B9FD-4B12-818D-C15A97F078E8}"/>
              </a:ext>
            </a:extLst>
          </p:cNvPr>
          <p:cNvSpPr>
            <a:spLocks xmlns:a="http://schemas.openxmlformats.org/drawingml/2006/main" noGrp="1"/>
          </p:cNvSpPr>
          <p:nvPr/>
        </p:nvSpPr>
        <p:spPr>
          <a:xfrm xmlns:a="http://schemas.openxmlformats.org/drawingml/2006/main">
            <a:off x="4400550" y="1828800"/>
            <a:ext cx="15240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规则匹配</a:t>
            </a:r>
          </a:p>
        </p:txBody>
      </p:sp>
      <p:sp>
        <p:nvSpPr>
          <p:cNvPr id="40" name="">
            <a:extLst xmlns:a="http://schemas.openxmlformats.org/drawingml/2006/main">
              <a:ext uri="{FF2B5EF4-FFF2-40B4-BE49-F238E27FC236}">
                <a16:creationId xmlns:a16="http://schemas.microsoft.com/office/drawing/2014/main" id="{9359FFA7-C2F9-422C-8E74-ABEC81B2CC30}"/>
              </a:ext>
            </a:extLst>
          </p:cNvPr>
          <p:cNvSpPr>
            <a:spLocks xmlns:a="http://schemas.openxmlformats.org/drawingml/2006/main" noGrp="1"/>
          </p:cNvSpPr>
          <p:nvPr/>
        </p:nvSpPr>
        <p:spPr>
          <a:xfrm xmlns:a="http://schemas.openxmlformats.org/drawingml/2006/main">
            <a:off x="4400550" y="2133600"/>
            <a:ext cx="1524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确定性求值</a:t>
            </a:r>
          </a:p>
        </p:txBody>
      </p:sp>
      <p:sp>
        <p:nvSpPr>
          <p:cNvPr id="41" name="">
            <a:extLst xmlns:a="http://schemas.openxmlformats.org/drawingml/2006/main">
              <a:ext uri="{FF2B5EF4-FFF2-40B4-BE49-F238E27FC236}">
                <a16:creationId xmlns:a16="http://schemas.microsoft.com/office/drawing/2014/main" id="{5C4E6B5A-FF46-487B-A016-67FC9C811613}"/>
              </a:ext>
            </a:extLst>
          </p:cNvPr>
          <p:cNvSpPr>
            <a:spLocks xmlns:a="http://schemas.openxmlformats.org/drawingml/2006/main" noGrp="1"/>
          </p:cNvSpPr>
          <p:nvPr/>
        </p:nvSpPr>
        <p:spPr>
          <a:xfrm xmlns:a="http://schemas.openxmlformats.org/drawingml/2006/main">
            <a:off x="4400550" y="2400300"/>
            <a:ext cx="342900" cy="1905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42" name="">
            <a:extLst xmlns:a="http://schemas.openxmlformats.org/drawingml/2006/main">
              <a:ext uri="{FF2B5EF4-FFF2-40B4-BE49-F238E27FC236}">
                <a16:creationId xmlns:a16="http://schemas.microsoft.com/office/drawing/2014/main" id="{451ABC5F-5367-4C9D-B40D-B7F317FFFCBD}"/>
              </a:ext>
            </a:extLst>
          </p:cNvPr>
          <p:cNvSpPr>
            <a:spLocks xmlns:a="http://schemas.openxmlformats.org/drawingml/2006/main" noGrp="1"/>
          </p:cNvSpPr>
          <p:nvPr/>
        </p:nvSpPr>
        <p:spPr>
          <a:xfrm xmlns:a="http://schemas.openxmlformats.org/drawingml/2006/main">
            <a:off x="4400550" y="2495550"/>
            <a:ext cx="1524000" cy="666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按场景取规则 </a:t>
            </a:r>
            <a:r>
              <a:rPr sz="863" b="0">
                <a:solidFill>
                  <a:srgbClr val="EEF5FF"/>
                </a:solidFill>
                <a:latin typeface="微软雅黑"/>
                <a:ea typeface="微软雅黑"/>
                <a:cs typeface="微软雅黑"/>
              </a:rPr>
              <a:t>→ priority </a:t>
            </a:r>
            <a:r>
              <a:rPr sz="863" b="0">
                <a:solidFill>
                  <a:srgbClr val="EEF5FF"/>
                </a:solidFill>
                <a:latin typeface="微软雅黑"/>
                <a:ea typeface="微软雅黑"/>
                <a:cs typeface="微软雅黑"/>
              </a:rPr>
              <a:t>降序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白名单算子</a:t>
            </a:r>
          </a:p>
        </p:txBody>
      </p:sp>
      <p:sp>
        <p:nvSpPr>
          <p:cNvPr id="43" name="">
            <a:extLst xmlns:a="http://schemas.openxmlformats.org/drawingml/2006/main">
              <a:ext uri="{FF2B5EF4-FFF2-40B4-BE49-F238E27FC236}">
                <a16:creationId xmlns:a16="http://schemas.microsoft.com/office/drawing/2014/main" id="{3E7CA3BA-9A51-4399-86B0-70A14589DA90}"/>
              </a:ext>
            </a:extLst>
          </p:cNvPr>
          <p:cNvSpPr>
            <a:spLocks xmlns:a="http://schemas.openxmlformats.org/drawingml/2006/main" noGrp="1"/>
          </p:cNvSpPr>
          <p:nvPr/>
        </p:nvSpPr>
        <p:spPr>
          <a:xfrm xmlns:a="http://schemas.openxmlformats.org/drawingml/2006/main">
            <a:off x="6057900" y="2209800"/>
            <a:ext cx="1524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75" b="0">
                <a:solidFill>
                  <a:srgbClr val="FFD24A"/>
                </a:solidFill>
                <a:latin typeface="微软雅黑"/>
                <a:ea typeface="微软雅黑"/>
                <a:cs typeface="微软雅黑"/>
              </a:defRPr>
            </a:pPr>
            <a:r>
              <a:rPr sz="975" b="0">
                <a:solidFill>
                  <a:srgbClr val="FFD24A"/>
                </a:solidFill>
                <a:latin typeface="微软雅黑"/>
                <a:ea typeface="微软雅黑"/>
                <a:cs typeface="微软雅黑"/>
              </a:rPr>
              <a:t>▶</a:t>
            </a:r>
          </a:p>
        </p:txBody>
      </p:sp>
      <p:sp>
        <p:nvSpPr>
          <p:cNvPr id="44" name="">
            <a:extLst xmlns:a="http://schemas.openxmlformats.org/drawingml/2006/main">
              <a:ext uri="{FF2B5EF4-FFF2-40B4-BE49-F238E27FC236}">
                <a16:creationId xmlns:a16="http://schemas.microsoft.com/office/drawing/2014/main" id="{9FA870DE-BF62-4A37-8739-6ED9E714B76C}"/>
              </a:ext>
            </a:extLst>
          </p:cNvPr>
          <p:cNvSpPr>
            <a:spLocks xmlns:a="http://schemas.openxmlformats.org/drawingml/2006/main" noGrp="1"/>
          </p:cNvSpPr>
          <p:nvPr/>
        </p:nvSpPr>
        <p:spPr>
          <a:xfrm xmlns:a="http://schemas.openxmlformats.org/drawingml/2006/main">
            <a:off x="6229350" y="1428750"/>
            <a:ext cx="1790700" cy="1809750"/>
          </a:xfrm>
          <a:prstGeom xmlns:a="http://schemas.openxmlformats.org/drawingml/2006/main" prst="roundRect">
            <a:avLst>
              <a:gd name="adj" fmla="val 4787"/>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45" name="">
            <a:extLst xmlns:a="http://schemas.openxmlformats.org/drawingml/2006/main">
              <a:ext uri="{FF2B5EF4-FFF2-40B4-BE49-F238E27FC236}">
                <a16:creationId xmlns:a16="http://schemas.microsoft.com/office/drawing/2014/main" id="{5CFD4E99-38C9-4569-B752-82530C39E237}"/>
              </a:ext>
            </a:extLst>
          </p:cNvPr>
          <p:cNvSpPr>
            <a:spLocks xmlns:a="http://schemas.openxmlformats.org/drawingml/2006/main" noGrp="1"/>
          </p:cNvSpPr>
          <p:nvPr/>
        </p:nvSpPr>
        <p:spPr>
          <a:xfrm xmlns:a="http://schemas.openxmlformats.org/drawingml/2006/main">
            <a:off x="6229350" y="1428750"/>
            <a:ext cx="1790700" cy="381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46" name="">
            <a:extLst xmlns:a="http://schemas.openxmlformats.org/drawingml/2006/main">
              <a:ext uri="{FF2B5EF4-FFF2-40B4-BE49-F238E27FC236}">
                <a16:creationId xmlns:a16="http://schemas.microsoft.com/office/drawing/2014/main" id="{F7E42915-6778-4481-A2E9-5B9DAE3D2D79}"/>
              </a:ext>
            </a:extLst>
          </p:cNvPr>
          <p:cNvSpPr>
            <a:spLocks xmlns:a="http://schemas.openxmlformats.org/drawingml/2006/main" noGrp="1"/>
          </p:cNvSpPr>
          <p:nvPr/>
        </p:nvSpPr>
        <p:spPr>
          <a:xfrm xmlns:a="http://schemas.openxmlformats.org/drawingml/2006/main">
            <a:off x="6381750" y="1562100"/>
            <a:ext cx="571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9DBEE8"/>
                </a:solidFill>
                <a:latin typeface="Bahnschrift"/>
                <a:ea typeface="Bahnschrift"/>
                <a:cs typeface="Bahnschrift"/>
              </a:defRPr>
            </a:pPr>
            <a:r>
              <a:rPr sz="1125" b="1">
                <a:solidFill>
                  <a:srgbClr val="9DBEE8"/>
                </a:solidFill>
                <a:latin typeface="Bahnschrift"/>
                <a:ea typeface="Bahnschrift"/>
                <a:cs typeface="Bahnschrift"/>
              </a:rPr>
              <a:t>04</a:t>
            </a:r>
          </a:p>
        </p:txBody>
      </p:sp>
      <p:sp>
        <p:nvSpPr>
          <p:cNvPr id="47" name="">
            <a:extLst xmlns:a="http://schemas.openxmlformats.org/drawingml/2006/main">
              <a:ext uri="{FF2B5EF4-FFF2-40B4-BE49-F238E27FC236}">
                <a16:creationId xmlns:a16="http://schemas.microsoft.com/office/drawing/2014/main" id="{51CDA067-71E7-4085-8D4C-4C2D9EBAC72D}"/>
              </a:ext>
            </a:extLst>
          </p:cNvPr>
          <p:cNvSpPr>
            <a:spLocks xmlns:a="http://schemas.openxmlformats.org/drawingml/2006/main" noGrp="1"/>
          </p:cNvSpPr>
          <p:nvPr/>
        </p:nvSpPr>
        <p:spPr>
          <a:xfrm xmlns:a="http://schemas.openxmlformats.org/drawingml/2006/main">
            <a:off x="6381750" y="1828800"/>
            <a:ext cx="15240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结论生成</a:t>
            </a:r>
          </a:p>
        </p:txBody>
      </p:sp>
      <p:sp>
        <p:nvSpPr>
          <p:cNvPr id="48" name="">
            <a:extLst xmlns:a="http://schemas.openxmlformats.org/drawingml/2006/main">
              <a:ext uri="{FF2B5EF4-FFF2-40B4-BE49-F238E27FC236}">
                <a16:creationId xmlns:a16="http://schemas.microsoft.com/office/drawing/2014/main" id="{9BAA0E78-417F-4C3A-A596-ED47B3ABBBCC}"/>
              </a:ext>
            </a:extLst>
          </p:cNvPr>
          <p:cNvSpPr>
            <a:spLocks xmlns:a="http://schemas.openxmlformats.org/drawingml/2006/main" noGrp="1"/>
          </p:cNvSpPr>
          <p:nvPr/>
        </p:nvSpPr>
        <p:spPr>
          <a:xfrm xmlns:a="http://schemas.openxmlformats.org/drawingml/2006/main">
            <a:off x="6381750" y="2133600"/>
            <a:ext cx="1524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带依据的判定</a:t>
            </a:r>
          </a:p>
        </p:txBody>
      </p:sp>
      <p:sp>
        <p:nvSpPr>
          <p:cNvPr id="49" name="">
            <a:extLst xmlns:a="http://schemas.openxmlformats.org/drawingml/2006/main">
              <a:ext uri="{FF2B5EF4-FFF2-40B4-BE49-F238E27FC236}">
                <a16:creationId xmlns:a16="http://schemas.microsoft.com/office/drawing/2014/main" id="{568EC292-71A0-46CC-B14A-B6EEDAF3D994}"/>
              </a:ext>
            </a:extLst>
          </p:cNvPr>
          <p:cNvSpPr>
            <a:spLocks xmlns:a="http://schemas.openxmlformats.org/drawingml/2006/main" noGrp="1"/>
          </p:cNvSpPr>
          <p:nvPr/>
        </p:nvSpPr>
        <p:spPr>
          <a:xfrm xmlns:a="http://schemas.openxmlformats.org/drawingml/2006/main">
            <a:off x="6381750" y="2400300"/>
            <a:ext cx="342900" cy="1905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50" name="">
            <a:extLst xmlns:a="http://schemas.openxmlformats.org/drawingml/2006/main">
              <a:ext uri="{FF2B5EF4-FFF2-40B4-BE49-F238E27FC236}">
                <a16:creationId xmlns:a16="http://schemas.microsoft.com/office/drawing/2014/main" id="{95EEDF26-0A73-453C-A4DB-25B87F9D4A28}"/>
              </a:ext>
            </a:extLst>
          </p:cNvPr>
          <p:cNvSpPr>
            <a:spLocks xmlns:a="http://schemas.openxmlformats.org/drawingml/2006/main" noGrp="1"/>
          </p:cNvSpPr>
          <p:nvPr/>
        </p:nvSpPr>
        <p:spPr>
          <a:xfrm xmlns:a="http://schemas.openxmlformats.org/drawingml/2006/main">
            <a:off x="6381750" y="2495550"/>
            <a:ext cx="1524000" cy="666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verdict</a:t>
            </a:r>
            <a:r>
              <a:rPr sz="863" b="0">
                <a:solidFill>
                  <a:srgbClr val="EEF5FF"/>
                </a:solidFill>
                <a:latin typeface="微软雅黑"/>
                <a:ea typeface="微软雅黑"/>
                <a:cs typeface="微软雅黑"/>
              </a:rPr>
              <a:t>：动作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原因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严重度 </a:t>
            </a:r>
            <a:r>
              <a:rPr sz="863" b="0">
                <a:solidFill>
                  <a:srgbClr val="EEF5FF"/>
                </a:solidFill>
                <a:latin typeface="微软雅黑"/>
                <a:ea typeface="微软雅黑"/>
                <a:cs typeface="微软雅黑"/>
              </a:rPr>
              <a:t>/ rule_refs / </a:t>
            </a:r>
            <a:r>
              <a:rPr sz="863" b="0">
                <a:solidFill>
                  <a:srgbClr val="EEF5FF"/>
                </a:solidFill>
                <a:latin typeface="微软雅黑"/>
                <a:ea typeface="微软雅黑"/>
                <a:cs typeface="微软雅黑"/>
              </a:rPr>
              <a:t>置信度</a:t>
            </a:r>
          </a:p>
        </p:txBody>
      </p:sp>
      <p:sp>
        <p:nvSpPr>
          <p:cNvPr id="51" name="">
            <a:extLst xmlns:a="http://schemas.openxmlformats.org/drawingml/2006/main">
              <a:ext uri="{FF2B5EF4-FFF2-40B4-BE49-F238E27FC236}">
                <a16:creationId xmlns:a16="http://schemas.microsoft.com/office/drawing/2014/main" id="{AF1DBBB1-9B29-4A5F-8BE8-0CFD409BD8AF}"/>
              </a:ext>
            </a:extLst>
          </p:cNvPr>
          <p:cNvSpPr>
            <a:spLocks xmlns:a="http://schemas.openxmlformats.org/drawingml/2006/main" noGrp="1"/>
          </p:cNvSpPr>
          <p:nvPr/>
        </p:nvSpPr>
        <p:spPr>
          <a:xfrm xmlns:a="http://schemas.openxmlformats.org/drawingml/2006/main">
            <a:off x="8039100" y="2209800"/>
            <a:ext cx="1524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75" b="0">
                <a:solidFill>
                  <a:srgbClr val="FFD24A"/>
                </a:solidFill>
                <a:latin typeface="微软雅黑"/>
                <a:ea typeface="微软雅黑"/>
                <a:cs typeface="微软雅黑"/>
              </a:defRPr>
            </a:pPr>
            <a:r>
              <a:rPr sz="975" b="0">
                <a:solidFill>
                  <a:srgbClr val="FFD24A"/>
                </a:solidFill>
                <a:latin typeface="微软雅黑"/>
                <a:ea typeface="微软雅黑"/>
                <a:cs typeface="微软雅黑"/>
              </a:rPr>
              <a:t>▶</a:t>
            </a:r>
          </a:p>
        </p:txBody>
      </p:sp>
      <p:sp>
        <p:nvSpPr>
          <p:cNvPr id="52" name="">
            <a:extLst xmlns:a="http://schemas.openxmlformats.org/drawingml/2006/main">
              <a:ext uri="{FF2B5EF4-FFF2-40B4-BE49-F238E27FC236}">
                <a16:creationId xmlns:a16="http://schemas.microsoft.com/office/drawing/2014/main" id="{9436A089-6E37-4342-A97A-AA4BB024E576}"/>
              </a:ext>
            </a:extLst>
          </p:cNvPr>
          <p:cNvSpPr>
            <a:spLocks xmlns:a="http://schemas.openxmlformats.org/drawingml/2006/main" noGrp="1"/>
          </p:cNvSpPr>
          <p:nvPr/>
        </p:nvSpPr>
        <p:spPr>
          <a:xfrm xmlns:a="http://schemas.openxmlformats.org/drawingml/2006/main">
            <a:off x="8210550" y="1428750"/>
            <a:ext cx="1790700" cy="1809750"/>
          </a:xfrm>
          <a:prstGeom xmlns:a="http://schemas.openxmlformats.org/drawingml/2006/main" prst="roundRect">
            <a:avLst>
              <a:gd name="adj" fmla="val 4787"/>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53" name="">
            <a:extLst xmlns:a="http://schemas.openxmlformats.org/drawingml/2006/main">
              <a:ext uri="{FF2B5EF4-FFF2-40B4-BE49-F238E27FC236}">
                <a16:creationId xmlns:a16="http://schemas.microsoft.com/office/drawing/2014/main" id="{0A17745C-3CD6-41F7-B662-469D981DBFAF}"/>
              </a:ext>
            </a:extLst>
          </p:cNvPr>
          <p:cNvSpPr>
            <a:spLocks xmlns:a="http://schemas.openxmlformats.org/drawingml/2006/main" noGrp="1"/>
          </p:cNvSpPr>
          <p:nvPr/>
        </p:nvSpPr>
        <p:spPr>
          <a:xfrm xmlns:a="http://schemas.openxmlformats.org/drawingml/2006/main">
            <a:off x="8210550" y="1428750"/>
            <a:ext cx="1790700" cy="38100"/>
          </a:xfrm>
          <a:prstGeom xmlns:a="http://schemas.openxmlformats.org/drawingml/2006/main" prst="rect">
            <a:avLst/>
          </a:prstGeom>
          <a:solidFill xmlns:a="http://schemas.openxmlformats.org/drawingml/2006/main">
            <a:srgbClr val="2E86E0"/>
          </a:solidFill>
          <a:ln xmlns:a="http://schemas.openxmlformats.org/drawingml/2006/main">
            <a:noFill/>
          </a:ln>
        </p:spPr>
      </p:sp>
      <p:sp>
        <p:nvSpPr>
          <p:cNvPr id="54" name="">
            <a:extLst xmlns:a="http://schemas.openxmlformats.org/drawingml/2006/main">
              <a:ext uri="{FF2B5EF4-FFF2-40B4-BE49-F238E27FC236}">
                <a16:creationId xmlns:a16="http://schemas.microsoft.com/office/drawing/2014/main" id="{69DF0583-A21E-46E5-9224-FCB7DE339A34}"/>
              </a:ext>
            </a:extLst>
          </p:cNvPr>
          <p:cNvSpPr>
            <a:spLocks xmlns:a="http://schemas.openxmlformats.org/drawingml/2006/main" noGrp="1"/>
          </p:cNvSpPr>
          <p:nvPr/>
        </p:nvSpPr>
        <p:spPr>
          <a:xfrm xmlns:a="http://schemas.openxmlformats.org/drawingml/2006/main">
            <a:off x="8362950" y="1562100"/>
            <a:ext cx="571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9DBEE8"/>
                </a:solidFill>
                <a:latin typeface="Bahnschrift"/>
                <a:ea typeface="Bahnschrift"/>
                <a:cs typeface="Bahnschrift"/>
              </a:defRPr>
            </a:pPr>
            <a:r>
              <a:rPr sz="1125" b="1">
                <a:solidFill>
                  <a:srgbClr val="9DBEE8"/>
                </a:solidFill>
                <a:latin typeface="Bahnschrift"/>
                <a:ea typeface="Bahnschrift"/>
                <a:cs typeface="Bahnschrift"/>
              </a:rPr>
              <a:t>05</a:t>
            </a:r>
          </a:p>
        </p:txBody>
      </p:sp>
      <p:sp>
        <p:nvSpPr>
          <p:cNvPr id="55" name="">
            <a:extLst xmlns:a="http://schemas.openxmlformats.org/drawingml/2006/main">
              <a:ext uri="{FF2B5EF4-FFF2-40B4-BE49-F238E27FC236}">
                <a16:creationId xmlns:a16="http://schemas.microsoft.com/office/drawing/2014/main" id="{0E9DE2E6-837F-4934-9827-A4AC5C90F16B}"/>
              </a:ext>
            </a:extLst>
          </p:cNvPr>
          <p:cNvSpPr>
            <a:spLocks xmlns:a="http://schemas.openxmlformats.org/drawingml/2006/main" noGrp="1"/>
          </p:cNvSpPr>
          <p:nvPr/>
        </p:nvSpPr>
        <p:spPr>
          <a:xfrm xmlns:a="http://schemas.openxmlformats.org/drawingml/2006/main">
            <a:off x="8362950" y="1828800"/>
            <a:ext cx="15240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人工确认</a:t>
            </a:r>
          </a:p>
        </p:txBody>
      </p:sp>
      <p:sp>
        <p:nvSpPr>
          <p:cNvPr id="56" name="">
            <a:extLst xmlns:a="http://schemas.openxmlformats.org/drawingml/2006/main">
              <a:ext uri="{FF2B5EF4-FFF2-40B4-BE49-F238E27FC236}">
                <a16:creationId xmlns:a16="http://schemas.microsoft.com/office/drawing/2014/main" id="{720466EB-3E39-4C7F-A8B7-EAEAB331BDF9}"/>
              </a:ext>
            </a:extLst>
          </p:cNvPr>
          <p:cNvSpPr>
            <a:spLocks xmlns:a="http://schemas.openxmlformats.org/drawingml/2006/main" noGrp="1"/>
          </p:cNvSpPr>
          <p:nvPr/>
        </p:nvSpPr>
        <p:spPr>
          <a:xfrm xmlns:a="http://schemas.openxmlformats.org/drawingml/2006/main">
            <a:off x="8362950" y="2133600"/>
            <a:ext cx="1524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角色把关</a:t>
            </a:r>
          </a:p>
        </p:txBody>
      </p:sp>
      <p:sp>
        <p:nvSpPr>
          <p:cNvPr id="57" name="">
            <a:extLst xmlns:a="http://schemas.openxmlformats.org/drawingml/2006/main">
              <a:ext uri="{FF2B5EF4-FFF2-40B4-BE49-F238E27FC236}">
                <a16:creationId xmlns:a16="http://schemas.microsoft.com/office/drawing/2014/main" id="{E9F37AD8-E08E-4417-9D89-9915BA2C3F38}"/>
              </a:ext>
            </a:extLst>
          </p:cNvPr>
          <p:cNvSpPr>
            <a:spLocks xmlns:a="http://schemas.openxmlformats.org/drawingml/2006/main" noGrp="1"/>
          </p:cNvSpPr>
          <p:nvPr/>
        </p:nvSpPr>
        <p:spPr>
          <a:xfrm xmlns:a="http://schemas.openxmlformats.org/drawingml/2006/main">
            <a:off x="8362950" y="2400300"/>
            <a:ext cx="342900" cy="1905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58" name="">
            <a:extLst xmlns:a="http://schemas.openxmlformats.org/drawingml/2006/main">
              <a:ext uri="{FF2B5EF4-FFF2-40B4-BE49-F238E27FC236}">
                <a16:creationId xmlns:a16="http://schemas.microsoft.com/office/drawing/2014/main" id="{22980A90-A207-4A55-9703-C35E1B9DE81E}"/>
              </a:ext>
            </a:extLst>
          </p:cNvPr>
          <p:cNvSpPr>
            <a:spLocks xmlns:a="http://schemas.openxmlformats.org/drawingml/2006/main" noGrp="1"/>
          </p:cNvSpPr>
          <p:nvPr/>
        </p:nvSpPr>
        <p:spPr>
          <a:xfrm xmlns:a="http://schemas.openxmlformats.org/drawingml/2006/main">
            <a:off x="8362950" y="2495550"/>
            <a:ext cx="1524000" cy="666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员工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班组长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老总三端确认，采纳、驳回或修改</a:t>
            </a:r>
          </a:p>
        </p:txBody>
      </p:sp>
      <p:sp>
        <p:nvSpPr>
          <p:cNvPr id="59" name="">
            <a:extLst xmlns:a="http://schemas.openxmlformats.org/drawingml/2006/main">
              <a:ext uri="{FF2B5EF4-FFF2-40B4-BE49-F238E27FC236}">
                <a16:creationId xmlns:a16="http://schemas.microsoft.com/office/drawing/2014/main" id="{BE0F1416-370B-400B-AD73-40325D419D98}"/>
              </a:ext>
            </a:extLst>
          </p:cNvPr>
          <p:cNvSpPr>
            <a:spLocks xmlns:a="http://schemas.openxmlformats.org/drawingml/2006/main" noGrp="1"/>
          </p:cNvSpPr>
          <p:nvPr/>
        </p:nvSpPr>
        <p:spPr>
          <a:xfrm xmlns:a="http://schemas.openxmlformats.org/drawingml/2006/main">
            <a:off x="10020300" y="2209800"/>
            <a:ext cx="1524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75" b="0">
                <a:solidFill>
                  <a:srgbClr val="FFD24A"/>
                </a:solidFill>
                <a:latin typeface="微软雅黑"/>
                <a:ea typeface="微软雅黑"/>
                <a:cs typeface="微软雅黑"/>
              </a:defRPr>
            </a:pPr>
            <a:r>
              <a:rPr sz="975" b="0">
                <a:solidFill>
                  <a:srgbClr val="FFD24A"/>
                </a:solidFill>
                <a:latin typeface="微软雅黑"/>
                <a:ea typeface="微软雅黑"/>
                <a:cs typeface="微软雅黑"/>
              </a:rPr>
              <a:t>▶</a:t>
            </a:r>
          </a:p>
        </p:txBody>
      </p:sp>
      <p:sp>
        <p:nvSpPr>
          <p:cNvPr id="60" name="">
            <a:extLst xmlns:a="http://schemas.openxmlformats.org/drawingml/2006/main">
              <a:ext uri="{FF2B5EF4-FFF2-40B4-BE49-F238E27FC236}">
                <a16:creationId xmlns:a16="http://schemas.microsoft.com/office/drawing/2014/main" id="{367B7EB0-AF81-4421-8885-1B2A903082B0}"/>
              </a:ext>
            </a:extLst>
          </p:cNvPr>
          <p:cNvSpPr>
            <a:spLocks xmlns:a="http://schemas.openxmlformats.org/drawingml/2006/main" noGrp="1"/>
          </p:cNvSpPr>
          <p:nvPr/>
        </p:nvSpPr>
        <p:spPr>
          <a:xfrm xmlns:a="http://schemas.openxmlformats.org/drawingml/2006/main">
            <a:off x="10191750" y="1428750"/>
            <a:ext cx="1790700" cy="1809750"/>
          </a:xfrm>
          <a:prstGeom xmlns:a="http://schemas.openxmlformats.org/drawingml/2006/main" prst="roundRect">
            <a:avLst>
              <a:gd name="adj" fmla="val 4787"/>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61" name="">
            <a:extLst xmlns:a="http://schemas.openxmlformats.org/drawingml/2006/main">
              <a:ext uri="{FF2B5EF4-FFF2-40B4-BE49-F238E27FC236}">
                <a16:creationId xmlns:a16="http://schemas.microsoft.com/office/drawing/2014/main" id="{1C4F4CC8-320C-4316-A2D5-E3C3A94CFF54}"/>
              </a:ext>
            </a:extLst>
          </p:cNvPr>
          <p:cNvSpPr>
            <a:spLocks xmlns:a="http://schemas.openxmlformats.org/drawingml/2006/main" noGrp="1"/>
          </p:cNvSpPr>
          <p:nvPr/>
        </p:nvSpPr>
        <p:spPr>
          <a:xfrm xmlns:a="http://schemas.openxmlformats.org/drawingml/2006/main">
            <a:off x="10191750" y="1428750"/>
            <a:ext cx="1790700" cy="381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62" name="">
            <a:extLst xmlns:a="http://schemas.openxmlformats.org/drawingml/2006/main">
              <a:ext uri="{FF2B5EF4-FFF2-40B4-BE49-F238E27FC236}">
                <a16:creationId xmlns:a16="http://schemas.microsoft.com/office/drawing/2014/main" id="{F14E9C70-5F74-49C4-8531-7FFC2CF7F780}"/>
              </a:ext>
            </a:extLst>
          </p:cNvPr>
          <p:cNvSpPr>
            <a:spLocks xmlns:a="http://schemas.openxmlformats.org/drawingml/2006/main" noGrp="1"/>
          </p:cNvSpPr>
          <p:nvPr/>
        </p:nvSpPr>
        <p:spPr>
          <a:xfrm xmlns:a="http://schemas.openxmlformats.org/drawingml/2006/main">
            <a:off x="10344150" y="1562100"/>
            <a:ext cx="571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9DBEE8"/>
                </a:solidFill>
                <a:latin typeface="Bahnschrift"/>
                <a:ea typeface="Bahnschrift"/>
                <a:cs typeface="Bahnschrift"/>
              </a:defRPr>
            </a:pPr>
            <a:r>
              <a:rPr sz="1125" b="1">
                <a:solidFill>
                  <a:srgbClr val="9DBEE8"/>
                </a:solidFill>
                <a:latin typeface="Bahnschrift"/>
                <a:ea typeface="Bahnschrift"/>
                <a:cs typeface="Bahnschrift"/>
              </a:rPr>
              <a:t>06</a:t>
            </a:r>
          </a:p>
        </p:txBody>
      </p:sp>
      <p:sp>
        <p:nvSpPr>
          <p:cNvPr id="63" name="">
            <a:extLst xmlns:a="http://schemas.openxmlformats.org/drawingml/2006/main">
              <a:ext uri="{FF2B5EF4-FFF2-40B4-BE49-F238E27FC236}">
                <a16:creationId xmlns:a16="http://schemas.microsoft.com/office/drawing/2014/main" id="{55FEF61D-1FEE-4592-9F1C-2459A0DC63BC}"/>
              </a:ext>
            </a:extLst>
          </p:cNvPr>
          <p:cNvSpPr>
            <a:spLocks xmlns:a="http://schemas.openxmlformats.org/drawingml/2006/main" noGrp="1"/>
          </p:cNvSpPr>
          <p:nvPr/>
        </p:nvSpPr>
        <p:spPr>
          <a:xfrm xmlns:a="http://schemas.openxmlformats.org/drawingml/2006/main">
            <a:off x="10344150" y="1828800"/>
            <a:ext cx="15240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决策留痕</a:t>
            </a:r>
          </a:p>
        </p:txBody>
      </p:sp>
      <p:sp>
        <p:nvSpPr>
          <p:cNvPr id="64" name="">
            <a:extLst xmlns:a="http://schemas.openxmlformats.org/drawingml/2006/main">
              <a:ext uri="{FF2B5EF4-FFF2-40B4-BE49-F238E27FC236}">
                <a16:creationId xmlns:a16="http://schemas.microsoft.com/office/drawing/2014/main" id="{DA610625-7E53-4146-844E-91E097742426}"/>
              </a:ext>
            </a:extLst>
          </p:cNvPr>
          <p:cNvSpPr>
            <a:spLocks xmlns:a="http://schemas.openxmlformats.org/drawingml/2006/main" noGrp="1"/>
          </p:cNvSpPr>
          <p:nvPr/>
        </p:nvSpPr>
        <p:spPr>
          <a:xfrm xmlns:a="http://schemas.openxmlformats.org/drawingml/2006/main">
            <a:off x="10344150" y="2133600"/>
            <a:ext cx="1524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可审计闭环</a:t>
            </a:r>
          </a:p>
        </p:txBody>
      </p:sp>
      <p:sp>
        <p:nvSpPr>
          <p:cNvPr id="65" name="">
            <a:extLst xmlns:a="http://schemas.openxmlformats.org/drawingml/2006/main">
              <a:ext uri="{FF2B5EF4-FFF2-40B4-BE49-F238E27FC236}">
                <a16:creationId xmlns:a16="http://schemas.microsoft.com/office/drawing/2014/main" id="{56DC5FAD-09BE-4250-80A3-0E467CDF86FE}"/>
              </a:ext>
            </a:extLst>
          </p:cNvPr>
          <p:cNvSpPr>
            <a:spLocks xmlns:a="http://schemas.openxmlformats.org/drawingml/2006/main" noGrp="1"/>
          </p:cNvSpPr>
          <p:nvPr/>
        </p:nvSpPr>
        <p:spPr>
          <a:xfrm xmlns:a="http://schemas.openxmlformats.org/drawingml/2006/main">
            <a:off x="10344150" y="2400300"/>
            <a:ext cx="342900" cy="1905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66" name="">
            <a:extLst xmlns:a="http://schemas.openxmlformats.org/drawingml/2006/main">
              <a:ext uri="{FF2B5EF4-FFF2-40B4-BE49-F238E27FC236}">
                <a16:creationId xmlns:a16="http://schemas.microsoft.com/office/drawing/2014/main" id="{24AE2812-C1DD-4FC9-8715-41C0EB94CA7D}"/>
              </a:ext>
            </a:extLst>
          </p:cNvPr>
          <p:cNvSpPr>
            <a:spLocks xmlns:a="http://schemas.openxmlformats.org/drawingml/2006/main" noGrp="1"/>
          </p:cNvSpPr>
          <p:nvPr/>
        </p:nvSpPr>
        <p:spPr>
          <a:xfrm xmlns:a="http://schemas.openxmlformats.org/drawingml/2006/main">
            <a:off x="10344150" y="2495550"/>
            <a:ext cx="1524000" cy="666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run_id </a:t>
            </a:r>
            <a:r>
              <a:rPr sz="863" b="0">
                <a:solidFill>
                  <a:srgbClr val="EEF5FF"/>
                </a:solidFill>
                <a:latin typeface="微软雅黑"/>
                <a:ea typeface="微软雅黑"/>
                <a:cs typeface="微软雅黑"/>
              </a:rPr>
              <a:t>串起 </a:t>
            </a:r>
            <a:r>
              <a:rPr sz="863" b="0">
                <a:solidFill>
                  <a:srgbClr val="EEF5FF"/>
                </a:solidFill>
                <a:latin typeface="微软雅黑"/>
                <a:ea typeface="微软雅黑"/>
                <a:cs typeface="微软雅黑"/>
              </a:rPr>
              <a:t>rule_result / agent_suggestion / decision_log</a:t>
            </a:r>
          </a:p>
        </p:txBody>
      </p:sp>
      <p:sp>
        <p:nvSpPr>
          <p:cNvPr id="67" name="">
            <a:extLst xmlns:a="http://schemas.openxmlformats.org/drawingml/2006/main">
              <a:ext uri="{FF2B5EF4-FFF2-40B4-BE49-F238E27FC236}">
                <a16:creationId xmlns:a16="http://schemas.microsoft.com/office/drawing/2014/main" id="{2487C5F2-80AE-4FCA-9FD5-8C37E0BC4D0C}"/>
              </a:ext>
            </a:extLst>
          </p:cNvPr>
          <p:cNvSpPr>
            <a:spLocks xmlns:a="http://schemas.openxmlformats.org/drawingml/2006/main" noGrp="1"/>
          </p:cNvSpPr>
          <p:nvPr/>
        </p:nvSpPr>
        <p:spPr>
          <a:xfrm xmlns:a="http://schemas.openxmlformats.org/drawingml/2006/main">
            <a:off x="285750" y="3429000"/>
            <a:ext cx="11620500" cy="1143000"/>
          </a:xfrm>
          <a:prstGeom xmlns:a="http://schemas.openxmlformats.org/drawingml/2006/main" prst="roundRect">
            <a:avLst>
              <a:gd name="adj" fmla="val 75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68" name="">
            <a:extLst xmlns:a="http://schemas.openxmlformats.org/drawingml/2006/main">
              <a:ext uri="{FF2B5EF4-FFF2-40B4-BE49-F238E27FC236}">
                <a16:creationId xmlns:a16="http://schemas.microsoft.com/office/drawing/2014/main" id="{77840CE5-061B-4563-8F3D-DFBC9E9A0F16}"/>
              </a:ext>
            </a:extLst>
          </p:cNvPr>
          <p:cNvSpPr>
            <a:spLocks xmlns:a="http://schemas.openxmlformats.org/drawingml/2006/main" noGrp="1"/>
          </p:cNvSpPr>
          <p:nvPr/>
        </p:nvSpPr>
        <p:spPr>
          <a:xfrm xmlns:a="http://schemas.openxmlformats.org/drawingml/2006/main">
            <a:off x="495300" y="3562350"/>
            <a:ext cx="8572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FFD24A"/>
                </a:solidFill>
                <a:latin typeface="微软雅黑"/>
                <a:ea typeface="微软雅黑"/>
                <a:cs typeface="微软雅黑"/>
              </a:defRPr>
            </a:pPr>
            <a:r>
              <a:rPr sz="1125" b="1">
                <a:solidFill>
                  <a:srgbClr val="FFD24A"/>
                </a:solidFill>
                <a:latin typeface="微软雅黑"/>
                <a:ea typeface="微软雅黑"/>
                <a:cs typeface="微软雅黑"/>
              </a:rPr>
              <a:t>两条不可违背的铁律（决定接口与前端不改动）</a:t>
            </a:r>
          </a:p>
        </p:txBody>
      </p:sp>
      <p:sp>
        <p:nvSpPr>
          <p:cNvPr id="69" name="">
            <a:extLst xmlns:a="http://schemas.openxmlformats.org/drawingml/2006/main">
              <a:ext uri="{FF2B5EF4-FFF2-40B4-BE49-F238E27FC236}">
                <a16:creationId xmlns:a16="http://schemas.microsoft.com/office/drawing/2014/main" id="{9EAA29B3-9A07-493B-85BC-3B9CC5E7D5C7}"/>
              </a:ext>
            </a:extLst>
          </p:cNvPr>
          <p:cNvSpPr>
            <a:spLocks xmlns:a="http://schemas.openxmlformats.org/drawingml/2006/main" noGrp="1"/>
          </p:cNvSpPr>
          <p:nvPr/>
        </p:nvSpPr>
        <p:spPr>
          <a:xfrm xmlns:a="http://schemas.openxmlformats.org/drawingml/2006/main">
            <a:off x="495300" y="3848100"/>
            <a:ext cx="11239500" cy="628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75">
                <a:solidFill>
                  <a:srgbClr val="EEF5FF"/>
                </a:solidFill>
                <a:latin typeface="微软雅黑"/>
                <a:ea typeface="微软雅黑"/>
                <a:cs typeface="微软雅黑"/>
              </a:defRPr>
            </a:pPr>
            <a:r>
              <a:rPr sz="975" b="1">
                <a:solidFill>
                  <a:srgbClr val="EEF5FF"/>
                </a:solidFill>
                <a:latin typeface="微软雅黑"/>
                <a:ea typeface="微软雅黑"/>
                <a:cs typeface="微软雅黑"/>
              </a:rPr>
              <a:t>铁律一　</a:t>
            </a:r>
            <a:r>
              <a:rPr sz="975" b="1">
                <a:solidFill>
                  <a:srgbClr val="EEF5FF"/>
                </a:solidFill>
                <a:latin typeface="微软雅黑"/>
                <a:ea typeface="微软雅黑"/>
                <a:cs typeface="微软雅黑"/>
              </a:rPr>
              <a:t>source=rule </a:t>
            </a:r>
            <a:r>
              <a:rPr sz="975" b="1">
                <a:solidFill>
                  <a:srgbClr val="EEF5FF"/>
                </a:solidFill>
                <a:latin typeface="微软雅黑"/>
                <a:ea typeface="微软雅黑"/>
                <a:cs typeface="微软雅黑"/>
              </a:rPr>
              <a:t>现在，</a:t>
            </a:r>
            <a:r>
              <a:rPr sz="975" b="1">
                <a:solidFill>
                  <a:srgbClr val="EEF5FF"/>
                </a:solidFill>
                <a:latin typeface="微软雅黑"/>
                <a:ea typeface="微软雅黑"/>
                <a:cs typeface="微软雅黑"/>
              </a:rPr>
              <a:t>source=model </a:t>
            </a:r>
            <a:r>
              <a:rPr sz="975" b="1">
                <a:solidFill>
                  <a:srgbClr val="EEF5FF"/>
                </a:solidFill>
                <a:latin typeface="微软雅黑"/>
                <a:ea typeface="微软雅黑"/>
                <a:cs typeface="微软雅黑"/>
              </a:rPr>
              <a:t>将来：</a:t>
            </a:r>
            <a:r>
              <a:rPr sz="975">
                <a:solidFill>
                  <a:srgbClr val="EEF5FF"/>
                </a:solidFill>
                <a:latin typeface="微软雅黑"/>
                <a:ea typeface="微软雅黑"/>
                <a:cs typeface="微软雅黑"/>
              </a:rPr>
              <a:t>替换 </a:t>
            </a:r>
            <a:r>
              <a:rPr sz="975">
                <a:solidFill>
                  <a:srgbClr val="EEF5FF"/>
                </a:solidFill>
                <a:latin typeface="微软雅黑"/>
                <a:ea typeface="微软雅黑"/>
                <a:cs typeface="微软雅黑"/>
              </a:rPr>
              <a:t>Agent </a:t>
            </a:r>
            <a:r>
              <a:rPr sz="975">
                <a:solidFill>
                  <a:srgbClr val="EEF5FF"/>
                </a:solidFill>
                <a:latin typeface="微软雅黑"/>
                <a:ea typeface="微软雅黑"/>
                <a:cs typeface="微软雅黑"/>
              </a:rPr>
              <a:t>模型时只换 </a:t>
            </a:r>
            <a:r>
              <a:rPr sz="975">
                <a:solidFill>
                  <a:srgbClr val="EEF5FF"/>
                </a:solidFill>
                <a:latin typeface="微软雅黑"/>
                <a:ea typeface="微软雅黑"/>
                <a:cs typeface="微软雅黑"/>
              </a:rPr>
              <a:t>Service </a:t>
            </a:r>
            <a:r>
              <a:rPr sz="975">
                <a:solidFill>
                  <a:srgbClr val="EEF5FF"/>
                </a:solidFill>
                <a:latin typeface="微软雅黑"/>
                <a:ea typeface="微软雅黑"/>
                <a:cs typeface="微软雅黑"/>
              </a:rPr>
              <a:t>实现，</a:t>
            </a:r>
            <a:r>
              <a:rPr sz="975">
                <a:solidFill>
                  <a:srgbClr val="EEF5FF"/>
                </a:solidFill>
                <a:latin typeface="微软雅黑"/>
                <a:ea typeface="微软雅黑"/>
                <a:cs typeface="微软雅黑"/>
              </a:rPr>
              <a:t>Controller</a:t>
            </a:r>
            <a:r>
              <a:rPr sz="975">
                <a:solidFill>
                  <a:srgbClr val="EEF5FF"/>
                </a:solidFill>
                <a:latin typeface="微软雅黑"/>
                <a:ea typeface="微软雅黑"/>
                <a:cs typeface="微软雅黑"/>
              </a:rPr>
              <a:t>、</a:t>
            </a:r>
            <a:r>
              <a:rPr sz="975">
                <a:solidFill>
                  <a:srgbClr val="EEF5FF"/>
                </a:solidFill>
                <a:latin typeface="微软雅黑"/>
                <a:ea typeface="微软雅黑"/>
                <a:cs typeface="微软雅黑"/>
              </a:rPr>
              <a:t>DTO</a:t>
            </a:r>
            <a:r>
              <a:rPr sz="975">
                <a:solidFill>
                  <a:srgbClr val="EEF5FF"/>
                </a:solidFill>
                <a:latin typeface="微软雅黑"/>
                <a:ea typeface="微软雅黑"/>
                <a:cs typeface="微软雅黑"/>
              </a:rPr>
              <a:t>、接口路径与前端全部不动。</a:t>
            </a:r>
          </a:p>
          <a:p xmlns:a="http://schemas.openxmlformats.org/drawingml/2006/main">
            <a:pPr algn="l">
              <a:lnSpc>
                <a:spcPct val="160000"/>
              </a:lnSpc>
              <a:buNone/>
              <a:defRPr sz="975">
                <a:solidFill>
                  <a:srgbClr val="EEF5FF"/>
                </a:solidFill>
                <a:latin typeface="微软雅黑"/>
                <a:ea typeface="微软雅黑"/>
                <a:cs typeface="微软雅黑"/>
              </a:defRPr>
            </a:pPr>
            <a:r>
              <a:rPr sz="975" b="1">
                <a:solidFill>
                  <a:srgbClr val="EEF5FF"/>
                </a:solidFill>
                <a:latin typeface="微软雅黑"/>
                <a:ea typeface="微软雅黑"/>
                <a:cs typeface="微软雅黑"/>
              </a:rPr>
              <a:t>铁律二　</a:t>
            </a:r>
            <a:r>
              <a:rPr sz="975" b="1">
                <a:solidFill>
                  <a:srgbClr val="EEF5FF"/>
                </a:solidFill>
                <a:latin typeface="微软雅黑"/>
                <a:ea typeface="微软雅黑"/>
                <a:cs typeface="微软雅黑"/>
              </a:rPr>
              <a:t>Agent </a:t>
            </a:r>
            <a:r>
              <a:rPr sz="975" b="1">
                <a:solidFill>
                  <a:srgbClr val="EEF5FF"/>
                </a:solidFill>
                <a:latin typeface="微软雅黑"/>
                <a:ea typeface="微软雅黑"/>
                <a:cs typeface="微软雅黑"/>
              </a:rPr>
              <a:t>只出建议，绝不直接改业务数据：</a:t>
            </a:r>
            <a:r>
              <a:rPr sz="975">
                <a:solidFill>
                  <a:srgbClr val="EEF5FF"/>
                </a:solidFill>
                <a:latin typeface="微软雅黑"/>
                <a:ea typeface="微软雅黑"/>
                <a:cs typeface="微软雅黑"/>
              </a:rPr>
              <a:t>建议写 </a:t>
            </a:r>
            <a:r>
              <a:rPr sz="975">
                <a:solidFill>
                  <a:srgbClr val="EEF5FF"/>
                </a:solidFill>
                <a:latin typeface="微软雅黑"/>
                <a:ea typeface="微软雅黑"/>
                <a:cs typeface="微软雅黑"/>
              </a:rPr>
              <a:t>agent_suggestion</a:t>
            </a:r>
            <a:r>
              <a:rPr sz="975">
                <a:solidFill>
                  <a:srgbClr val="EEF5FF"/>
                </a:solidFill>
                <a:latin typeface="微软雅黑"/>
                <a:ea typeface="微软雅黑"/>
                <a:cs typeface="微软雅黑"/>
              </a:rPr>
              <a:t>，人工确认写 </a:t>
            </a:r>
            <a:r>
              <a:rPr sz="975">
                <a:solidFill>
                  <a:srgbClr val="EEF5FF"/>
                </a:solidFill>
                <a:latin typeface="微软雅黑"/>
                <a:ea typeface="微软雅黑"/>
                <a:cs typeface="微软雅黑"/>
              </a:rPr>
              <a:t>decision_log</a:t>
            </a:r>
            <a:r>
              <a:rPr sz="975">
                <a:solidFill>
                  <a:srgbClr val="EEF5FF"/>
                </a:solidFill>
                <a:latin typeface="微软雅黑"/>
                <a:ea typeface="微软雅黑"/>
                <a:cs typeface="微软雅黑"/>
              </a:rPr>
              <a:t>，采纳 </a:t>
            </a: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驳回 </a:t>
            </a: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修改 </a:t>
            </a: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执行 </a:t>
            </a: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回滚全部留痕。</a:t>
            </a:r>
          </a:p>
        </p:txBody>
      </p:sp>
      <p:sp>
        <p:nvSpPr>
          <p:cNvPr id="70" name="">
            <a:extLst xmlns:a="http://schemas.openxmlformats.org/drawingml/2006/main">
              <a:ext uri="{FF2B5EF4-FFF2-40B4-BE49-F238E27FC236}">
                <a16:creationId xmlns:a16="http://schemas.microsoft.com/office/drawing/2014/main" id="{92FBAB72-2BE8-4643-A25A-EF28CABFD731}"/>
              </a:ext>
            </a:extLst>
          </p:cNvPr>
          <p:cNvSpPr>
            <a:spLocks xmlns:a="http://schemas.openxmlformats.org/drawingml/2006/main" noGrp="1"/>
          </p:cNvSpPr>
          <p:nvPr/>
        </p:nvSpPr>
        <p:spPr>
          <a:xfrm xmlns:a="http://schemas.openxmlformats.org/drawingml/2006/main">
            <a:off x="285750" y="4686300"/>
            <a:ext cx="8572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4FD8FF"/>
                </a:solidFill>
                <a:latin typeface="微软雅黑"/>
                <a:ea typeface="微软雅黑"/>
                <a:cs typeface="微软雅黑"/>
              </a:defRPr>
            </a:pPr>
            <a:r>
              <a:rPr sz="1125" b="1">
                <a:solidFill>
                  <a:srgbClr val="4FD8FF"/>
                </a:solidFill>
                <a:latin typeface="微软雅黑"/>
                <a:ea typeface="微软雅黑"/>
                <a:cs typeface="微软雅黑"/>
              </a:rPr>
              <a:t>三个典型角色的规则命中示例</a:t>
            </a:r>
          </a:p>
        </p:txBody>
      </p:sp>
      <p:sp>
        <p:nvSpPr>
          <p:cNvPr id="71" name="">
            <a:extLst xmlns:a="http://schemas.openxmlformats.org/drawingml/2006/main">
              <a:ext uri="{FF2B5EF4-FFF2-40B4-BE49-F238E27FC236}">
                <a16:creationId xmlns:a16="http://schemas.microsoft.com/office/drawing/2014/main" id="{525D241E-6725-446D-80B3-B2E19B68111D}"/>
              </a:ext>
            </a:extLst>
          </p:cNvPr>
          <p:cNvSpPr>
            <a:spLocks xmlns:a="http://schemas.openxmlformats.org/drawingml/2006/main" noGrp="1"/>
          </p:cNvSpPr>
          <p:nvPr/>
        </p:nvSpPr>
        <p:spPr>
          <a:xfrm xmlns:a="http://schemas.openxmlformats.org/drawingml/2006/main">
            <a:off x="285750" y="4972050"/>
            <a:ext cx="11620500" cy="419100"/>
          </a:xfrm>
          <a:prstGeom xmlns:a="http://schemas.openxmlformats.org/drawingml/2006/main" prst="roundRect">
            <a:avLst>
              <a:gd name="adj" fmla="val 20455"/>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72" name="">
            <a:extLst xmlns:a="http://schemas.openxmlformats.org/drawingml/2006/main">
              <a:ext uri="{FF2B5EF4-FFF2-40B4-BE49-F238E27FC236}">
                <a16:creationId xmlns:a16="http://schemas.microsoft.com/office/drawing/2014/main" id="{9C2B0885-0C64-460E-8143-5C56DFAD0E10}"/>
              </a:ext>
            </a:extLst>
          </p:cNvPr>
          <p:cNvSpPr>
            <a:spLocks xmlns:a="http://schemas.openxmlformats.org/drawingml/2006/main" noGrp="1"/>
          </p:cNvSpPr>
          <p:nvPr/>
        </p:nvSpPr>
        <p:spPr>
          <a:xfrm xmlns:a="http://schemas.openxmlformats.org/drawingml/2006/main">
            <a:off x="438150" y="5067300"/>
            <a:ext cx="571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1">
                <a:solidFill>
                  <a:srgbClr val="FFD24A"/>
                </a:solidFill>
                <a:latin typeface="微软雅黑"/>
                <a:ea typeface="微软雅黑"/>
                <a:cs typeface="微软雅黑"/>
              </a:defRPr>
            </a:pPr>
            <a:r>
              <a:rPr sz="938" b="1">
                <a:solidFill>
                  <a:srgbClr val="FFD24A"/>
                </a:solidFill>
                <a:latin typeface="微软雅黑"/>
                <a:ea typeface="微软雅黑"/>
                <a:cs typeface="微软雅黑"/>
              </a:rPr>
              <a:t>个人</a:t>
            </a:r>
          </a:p>
        </p:txBody>
      </p:sp>
      <p:sp>
        <p:nvSpPr>
          <p:cNvPr id="73" name="">
            <a:extLst xmlns:a="http://schemas.openxmlformats.org/drawingml/2006/main">
              <a:ext uri="{FF2B5EF4-FFF2-40B4-BE49-F238E27FC236}">
                <a16:creationId xmlns:a16="http://schemas.microsoft.com/office/drawing/2014/main" id="{6151941F-934A-45BB-9CF6-2D06480E69C9}"/>
              </a:ext>
            </a:extLst>
          </p:cNvPr>
          <p:cNvSpPr>
            <a:spLocks xmlns:a="http://schemas.openxmlformats.org/drawingml/2006/main" noGrp="1"/>
          </p:cNvSpPr>
          <p:nvPr/>
        </p:nvSpPr>
        <p:spPr>
          <a:xfrm xmlns:a="http://schemas.openxmlformats.org/drawingml/2006/main">
            <a:off x="1066800" y="5067300"/>
            <a:ext cx="2000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a:solidFill>
                  <a:srgbClr val="FFFFFF"/>
                </a:solidFill>
                <a:latin typeface="微软雅黑"/>
                <a:ea typeface="微软雅黑"/>
                <a:cs typeface="微软雅黑"/>
              </a:defRPr>
            </a:pPr>
            <a:r>
              <a:rPr sz="938" b="0">
                <a:solidFill>
                  <a:srgbClr val="FFFFFF"/>
                </a:solidFill>
                <a:latin typeface="微软雅黑"/>
                <a:ea typeface="微软雅黑"/>
                <a:cs typeface="微软雅黑"/>
              </a:rPr>
              <a:t>员工 </a:t>
            </a:r>
            <a:r>
              <a:rPr sz="938" b="0">
                <a:solidFill>
                  <a:srgbClr val="FFFFFF"/>
                </a:solidFill>
                <a:latin typeface="微软雅黑"/>
                <a:ea typeface="微软雅黑"/>
                <a:cs typeface="微软雅黑"/>
              </a:rPr>
              <a:t>/ </a:t>
            </a:r>
            <a:r>
              <a:rPr sz="938" b="0">
                <a:solidFill>
                  <a:srgbClr val="FFFFFF"/>
                </a:solidFill>
                <a:latin typeface="微软雅黑"/>
                <a:ea typeface="微软雅黑"/>
                <a:cs typeface="微软雅黑"/>
              </a:rPr>
              <a:t>张伟</a:t>
            </a:r>
          </a:p>
        </p:txBody>
      </p:sp>
      <p:sp>
        <p:nvSpPr>
          <p:cNvPr id="74" name="">
            <a:extLst xmlns:a="http://schemas.openxmlformats.org/drawingml/2006/main">
              <a:ext uri="{FF2B5EF4-FFF2-40B4-BE49-F238E27FC236}">
                <a16:creationId xmlns:a16="http://schemas.microsoft.com/office/drawing/2014/main" id="{631AF8C8-07CF-4ADA-9D5B-C5F7CA6562C3}"/>
              </a:ext>
            </a:extLst>
          </p:cNvPr>
          <p:cNvSpPr>
            <a:spLocks xmlns:a="http://schemas.openxmlformats.org/drawingml/2006/main" noGrp="1"/>
          </p:cNvSpPr>
          <p:nvPr/>
        </p:nvSpPr>
        <p:spPr>
          <a:xfrm xmlns:a="http://schemas.openxmlformats.org/drawingml/2006/main">
            <a:off x="3143250" y="5067300"/>
            <a:ext cx="2667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当前 </a:t>
            </a:r>
            <a:r>
              <a:rPr sz="900" b="0">
                <a:solidFill>
                  <a:srgbClr val="EEF5FF"/>
                </a:solidFill>
                <a:latin typeface="微软雅黑"/>
                <a:ea typeface="微软雅黑"/>
                <a:cs typeface="微软雅黑"/>
              </a:rPr>
              <a:t>L1 </a:t>
            </a:r>
            <a:r>
              <a:rPr sz="900" b="0">
                <a:solidFill>
                  <a:srgbClr val="EEF5FF"/>
                </a:solidFill>
                <a:latin typeface="微软雅黑"/>
                <a:ea typeface="微软雅黑"/>
                <a:cs typeface="微软雅黑"/>
              </a:rPr>
              <a:t>＜ 岗位要求 </a:t>
            </a:r>
            <a:r>
              <a:rPr sz="900" b="0">
                <a:solidFill>
                  <a:srgbClr val="EEF5FF"/>
                </a:solidFill>
                <a:latin typeface="微软雅黑"/>
                <a:ea typeface="微软雅黑"/>
                <a:cs typeface="微软雅黑"/>
              </a:rPr>
              <a:t>L3</a:t>
            </a:r>
          </a:p>
        </p:txBody>
      </p:sp>
      <p:sp>
        <p:nvSpPr>
          <p:cNvPr id="75" name="">
            <a:extLst xmlns:a="http://schemas.openxmlformats.org/drawingml/2006/main">
              <a:ext uri="{FF2B5EF4-FFF2-40B4-BE49-F238E27FC236}">
                <a16:creationId xmlns:a16="http://schemas.microsoft.com/office/drawing/2014/main" id="{EB47D903-4473-4355-BED4-BF136EAF265C}"/>
              </a:ext>
            </a:extLst>
          </p:cNvPr>
          <p:cNvSpPr>
            <a:spLocks xmlns:a="http://schemas.openxmlformats.org/drawingml/2006/main" noGrp="1"/>
          </p:cNvSpPr>
          <p:nvPr/>
        </p:nvSpPr>
        <p:spPr>
          <a:xfrm xmlns:a="http://schemas.openxmlformats.org/drawingml/2006/main">
            <a:off x="5886450" y="5067300"/>
            <a:ext cx="3619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00" b="1">
                <a:solidFill>
                  <a:srgbClr val="4FD8FF"/>
                </a:solidFill>
                <a:latin typeface="Bahnschrift"/>
                <a:ea typeface="Bahnschrift"/>
                <a:cs typeface="Bahnschrift"/>
              </a:defRPr>
            </a:pPr>
            <a:r>
              <a:rPr sz="900" b="1">
                <a:solidFill>
                  <a:srgbClr val="4FD8FF"/>
                </a:solidFill>
                <a:latin typeface="Bahnschrift"/>
                <a:ea typeface="Bahnschrift"/>
                <a:cs typeface="Bahnschrift"/>
              </a:rPr>
              <a:t>SKILL_GAP_L3</a:t>
            </a:r>
          </a:p>
        </p:txBody>
      </p:sp>
      <p:sp>
        <p:nvSpPr>
          <p:cNvPr id="76" name="">
            <a:extLst xmlns:a="http://schemas.openxmlformats.org/drawingml/2006/main">
              <a:ext uri="{FF2B5EF4-FFF2-40B4-BE49-F238E27FC236}">
                <a16:creationId xmlns:a16="http://schemas.microsoft.com/office/drawing/2014/main" id="{2010E0C3-43BC-4689-9DC2-017E852C6CB7}"/>
              </a:ext>
            </a:extLst>
          </p:cNvPr>
          <p:cNvSpPr>
            <a:spLocks xmlns:a="http://schemas.openxmlformats.org/drawingml/2006/main" noGrp="1"/>
          </p:cNvSpPr>
          <p:nvPr/>
        </p:nvSpPr>
        <p:spPr>
          <a:xfrm xmlns:a="http://schemas.openxmlformats.org/drawingml/2006/main">
            <a:off x="9582150" y="5067300"/>
            <a:ext cx="21907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推荐课程 </a:t>
            </a:r>
            <a:r>
              <a:rPr sz="863" b="0">
                <a:solidFill>
                  <a:srgbClr val="C6DDFF"/>
                </a:solidFill>
                <a:latin typeface="微软雅黑"/>
                <a:ea typeface="微软雅黑"/>
                <a:cs typeface="微软雅黑"/>
              </a:rPr>
              <a:t>+ </a:t>
            </a:r>
            <a:r>
              <a:rPr sz="863" b="0">
                <a:solidFill>
                  <a:srgbClr val="C6DDFF"/>
                </a:solidFill>
                <a:latin typeface="微软雅黑"/>
                <a:ea typeface="微软雅黑"/>
                <a:cs typeface="微软雅黑"/>
              </a:rPr>
              <a:t>带教 </a:t>
            </a:r>
            <a:r>
              <a:rPr sz="863" b="0">
                <a:solidFill>
                  <a:srgbClr val="C6DDFF"/>
                </a:solidFill>
                <a:latin typeface="微软雅黑"/>
                <a:ea typeface="微软雅黑"/>
                <a:cs typeface="微软雅黑"/>
              </a:rPr>
              <a:t>+ </a:t>
            </a:r>
            <a:r>
              <a:rPr sz="863" b="0">
                <a:solidFill>
                  <a:srgbClr val="C6DDFF"/>
                </a:solidFill>
                <a:latin typeface="微软雅黑"/>
                <a:ea typeface="微软雅黑"/>
                <a:cs typeface="微软雅黑"/>
              </a:rPr>
              <a:t>模拟考</a:t>
            </a:r>
          </a:p>
        </p:txBody>
      </p:sp>
      <p:sp>
        <p:nvSpPr>
          <p:cNvPr id="77" name="">
            <a:extLst xmlns:a="http://schemas.openxmlformats.org/drawingml/2006/main">
              <a:ext uri="{FF2B5EF4-FFF2-40B4-BE49-F238E27FC236}">
                <a16:creationId xmlns:a16="http://schemas.microsoft.com/office/drawing/2014/main" id="{0F79240E-1F83-4CF7-A42A-5D37152A1494}"/>
              </a:ext>
            </a:extLst>
          </p:cNvPr>
          <p:cNvSpPr>
            <a:spLocks xmlns:a="http://schemas.openxmlformats.org/drawingml/2006/main" noGrp="1"/>
          </p:cNvSpPr>
          <p:nvPr/>
        </p:nvSpPr>
        <p:spPr>
          <a:xfrm xmlns:a="http://schemas.openxmlformats.org/drawingml/2006/main">
            <a:off x="285750" y="5467350"/>
            <a:ext cx="11620500" cy="419100"/>
          </a:xfrm>
          <a:prstGeom xmlns:a="http://schemas.openxmlformats.org/drawingml/2006/main" prst="roundRect">
            <a:avLst>
              <a:gd name="adj" fmla="val 20455"/>
            </a:avLst>
          </a:prstGeom>
          <a:gradFill xmlns:a="http://schemas.openxmlformats.org/drawingml/2006/main">
            <a:gsLst>
              <a:gs pos="0">
                <a:srgbClr val="295EA2"/>
              </a:gs>
              <a:gs pos="62000">
                <a:srgbClr val="0E4A96"/>
              </a:gs>
              <a:gs pos="100000">
                <a:srgbClr val="0B3A75"/>
              </a:gs>
            </a:gsLst>
            <a:lin ang="8100000"/>
          </a:gradFill>
          <a:ln xmlns:a="http://schemas.openxmlformats.org/drawingml/2006/main" w="9525">
            <a:solidFill>
              <a:srgbClr val="5FA8E8"/>
            </a:solidFill>
            <a:prstDash val="solid"/>
          </a:ln>
        </p:spPr>
      </p:sp>
      <p:sp>
        <p:nvSpPr>
          <p:cNvPr id="78" name="">
            <a:extLst xmlns:a="http://schemas.openxmlformats.org/drawingml/2006/main">
              <a:ext uri="{FF2B5EF4-FFF2-40B4-BE49-F238E27FC236}">
                <a16:creationId xmlns:a16="http://schemas.microsoft.com/office/drawing/2014/main" id="{2CF37B9A-0CFD-4689-AA0A-4F7EB5370E89}"/>
              </a:ext>
            </a:extLst>
          </p:cNvPr>
          <p:cNvSpPr>
            <a:spLocks xmlns:a="http://schemas.openxmlformats.org/drawingml/2006/main" noGrp="1"/>
          </p:cNvSpPr>
          <p:nvPr/>
        </p:nvSpPr>
        <p:spPr>
          <a:xfrm xmlns:a="http://schemas.openxmlformats.org/drawingml/2006/main">
            <a:off x="438150" y="5562600"/>
            <a:ext cx="571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1">
                <a:solidFill>
                  <a:srgbClr val="FFD24A"/>
                </a:solidFill>
                <a:latin typeface="微软雅黑"/>
                <a:ea typeface="微软雅黑"/>
                <a:cs typeface="微软雅黑"/>
              </a:defRPr>
            </a:pPr>
            <a:r>
              <a:rPr sz="938" b="1">
                <a:solidFill>
                  <a:srgbClr val="FFD24A"/>
                </a:solidFill>
                <a:latin typeface="微软雅黑"/>
                <a:ea typeface="微软雅黑"/>
                <a:cs typeface="微软雅黑"/>
              </a:rPr>
              <a:t>实操</a:t>
            </a:r>
          </a:p>
        </p:txBody>
      </p:sp>
      <p:sp>
        <p:nvSpPr>
          <p:cNvPr id="79" name="">
            <a:extLst xmlns:a="http://schemas.openxmlformats.org/drawingml/2006/main">
              <a:ext uri="{FF2B5EF4-FFF2-40B4-BE49-F238E27FC236}">
                <a16:creationId xmlns:a16="http://schemas.microsoft.com/office/drawing/2014/main" id="{508465B0-344A-49A2-A71A-6051AACC86BC}"/>
              </a:ext>
            </a:extLst>
          </p:cNvPr>
          <p:cNvSpPr>
            <a:spLocks xmlns:a="http://schemas.openxmlformats.org/drawingml/2006/main" noGrp="1"/>
          </p:cNvSpPr>
          <p:nvPr/>
        </p:nvSpPr>
        <p:spPr>
          <a:xfrm xmlns:a="http://schemas.openxmlformats.org/drawingml/2006/main">
            <a:off x="1066800" y="5562600"/>
            <a:ext cx="2000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a:solidFill>
                  <a:srgbClr val="FFFFFF"/>
                </a:solidFill>
                <a:latin typeface="微软雅黑"/>
                <a:ea typeface="微软雅黑"/>
                <a:cs typeface="微软雅黑"/>
              </a:defRPr>
            </a:pPr>
            <a:r>
              <a:rPr sz="938" b="0">
                <a:solidFill>
                  <a:srgbClr val="FFFFFF"/>
                </a:solidFill>
                <a:latin typeface="微软雅黑"/>
                <a:ea typeface="微软雅黑"/>
                <a:cs typeface="微软雅黑"/>
              </a:rPr>
              <a:t>班组长 </a:t>
            </a:r>
            <a:r>
              <a:rPr sz="938" b="0">
                <a:solidFill>
                  <a:srgbClr val="FFFFFF"/>
                </a:solidFill>
                <a:latin typeface="微软雅黑"/>
                <a:ea typeface="微软雅黑"/>
                <a:cs typeface="微软雅黑"/>
              </a:rPr>
              <a:t>/ </a:t>
            </a:r>
            <a:r>
              <a:rPr sz="938" b="0">
                <a:solidFill>
                  <a:srgbClr val="FFFFFF"/>
                </a:solidFill>
                <a:latin typeface="微软雅黑"/>
                <a:ea typeface="微软雅黑"/>
                <a:cs typeface="微软雅黑"/>
              </a:rPr>
              <a:t>李民</a:t>
            </a:r>
          </a:p>
        </p:txBody>
      </p:sp>
      <p:sp>
        <p:nvSpPr>
          <p:cNvPr id="80" name="">
            <a:extLst xmlns:a="http://schemas.openxmlformats.org/drawingml/2006/main">
              <a:ext uri="{FF2B5EF4-FFF2-40B4-BE49-F238E27FC236}">
                <a16:creationId xmlns:a16="http://schemas.microsoft.com/office/drawing/2014/main" id="{EACD08E0-4F31-4A09-AC1E-6D5EA139C6A3}"/>
              </a:ext>
            </a:extLst>
          </p:cNvPr>
          <p:cNvSpPr>
            <a:spLocks xmlns:a="http://schemas.openxmlformats.org/drawingml/2006/main" noGrp="1"/>
          </p:cNvSpPr>
          <p:nvPr/>
        </p:nvSpPr>
        <p:spPr>
          <a:xfrm xmlns:a="http://schemas.openxmlformats.org/drawingml/2006/main">
            <a:off x="3143250" y="5562600"/>
            <a:ext cx="2667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O2 18.2 %VOL </a:t>
            </a:r>
            <a:r>
              <a:rPr sz="900" b="0">
                <a:solidFill>
                  <a:srgbClr val="EEF5FF"/>
                </a:solidFill>
                <a:latin typeface="微软雅黑"/>
                <a:ea typeface="微软雅黑"/>
                <a:cs typeface="微软雅黑"/>
              </a:rPr>
              <a:t>＜ 阈值 </a:t>
            </a:r>
            <a:r>
              <a:rPr sz="900" b="0">
                <a:solidFill>
                  <a:srgbClr val="EEF5FF"/>
                </a:solidFill>
                <a:latin typeface="微软雅黑"/>
                <a:ea typeface="微软雅黑"/>
                <a:cs typeface="微软雅黑"/>
              </a:rPr>
              <a:t>19.5</a:t>
            </a:r>
          </a:p>
        </p:txBody>
      </p:sp>
      <p:sp>
        <p:nvSpPr>
          <p:cNvPr id="81" name="">
            <a:extLst xmlns:a="http://schemas.openxmlformats.org/drawingml/2006/main">
              <a:ext uri="{FF2B5EF4-FFF2-40B4-BE49-F238E27FC236}">
                <a16:creationId xmlns:a16="http://schemas.microsoft.com/office/drawing/2014/main" id="{F58AEBCE-A7E0-42CD-AC5F-4D8F323FE080}"/>
              </a:ext>
            </a:extLst>
          </p:cNvPr>
          <p:cNvSpPr>
            <a:spLocks xmlns:a="http://schemas.openxmlformats.org/drawingml/2006/main" noGrp="1"/>
          </p:cNvSpPr>
          <p:nvPr/>
        </p:nvSpPr>
        <p:spPr>
          <a:xfrm xmlns:a="http://schemas.openxmlformats.org/drawingml/2006/main">
            <a:off x="5886450" y="5562600"/>
            <a:ext cx="3619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00" b="1">
                <a:solidFill>
                  <a:srgbClr val="4FD8FF"/>
                </a:solidFill>
                <a:latin typeface="Bahnschrift"/>
                <a:ea typeface="Bahnschrift"/>
                <a:cs typeface="Bahnschrift"/>
              </a:defRPr>
            </a:pPr>
            <a:r>
              <a:rPr sz="900" b="1">
                <a:solidFill>
                  <a:srgbClr val="4FD8FF"/>
                </a:solidFill>
                <a:latin typeface="Bahnschrift"/>
                <a:ea typeface="Bahnschrift"/>
                <a:cs typeface="Bahnschrift"/>
              </a:rPr>
              <a:t>REPORT_GAS_OVER_MARGIN_MID + RULE-KW-HEALTH</a:t>
            </a:r>
          </a:p>
        </p:txBody>
      </p:sp>
      <p:sp>
        <p:nvSpPr>
          <p:cNvPr id="82" name="">
            <a:extLst xmlns:a="http://schemas.openxmlformats.org/drawingml/2006/main">
              <a:ext uri="{FF2B5EF4-FFF2-40B4-BE49-F238E27FC236}">
                <a16:creationId xmlns:a16="http://schemas.microsoft.com/office/drawing/2014/main" id="{22836DBD-E941-4F07-B1C1-DFDCE19DA079}"/>
              </a:ext>
            </a:extLst>
          </p:cNvPr>
          <p:cNvSpPr>
            <a:spLocks xmlns:a="http://schemas.openxmlformats.org/drawingml/2006/main" noGrp="1"/>
          </p:cNvSpPr>
          <p:nvPr/>
        </p:nvSpPr>
        <p:spPr>
          <a:xfrm xmlns:a="http://schemas.openxmlformats.org/drawingml/2006/main">
            <a:off x="9582150" y="5562600"/>
            <a:ext cx="21907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严重度「高」</a:t>
            </a:r>
            <a:r>
              <a:rPr sz="863" b="0">
                <a:solidFill>
                  <a:srgbClr val="C6DDFF"/>
                </a:solidFill>
                <a:latin typeface="微软雅黑"/>
                <a:ea typeface="微软雅黑"/>
                <a:cs typeface="微软雅黑"/>
              </a:rPr>
              <a:t>+ </a:t>
            </a:r>
            <a:r>
              <a:rPr sz="863" b="0">
                <a:solidFill>
                  <a:srgbClr val="C6DDFF"/>
                </a:solidFill>
                <a:latin typeface="微软雅黑"/>
                <a:ea typeface="微软雅黑"/>
                <a:cs typeface="微软雅黑"/>
              </a:rPr>
              <a:t>原因 </a:t>
            </a:r>
            <a:r>
              <a:rPr sz="863" b="0">
                <a:solidFill>
                  <a:srgbClr val="C6DDFF"/>
                </a:solidFill>
                <a:latin typeface="微软雅黑"/>
                <a:ea typeface="微软雅黑"/>
                <a:cs typeface="微软雅黑"/>
              </a:rPr>
              <a:t>+ </a:t>
            </a:r>
            <a:r>
              <a:rPr sz="863" b="0">
                <a:solidFill>
                  <a:srgbClr val="C6DDFF"/>
                </a:solidFill>
                <a:latin typeface="微软雅黑"/>
                <a:ea typeface="微软雅黑"/>
                <a:cs typeface="微软雅黑"/>
              </a:rPr>
              <a:t>处置措施</a:t>
            </a:r>
          </a:p>
        </p:txBody>
      </p:sp>
      <p:sp>
        <p:nvSpPr>
          <p:cNvPr id="83" name="">
            <a:extLst xmlns:a="http://schemas.openxmlformats.org/drawingml/2006/main">
              <a:ext uri="{FF2B5EF4-FFF2-40B4-BE49-F238E27FC236}">
                <a16:creationId xmlns:a16="http://schemas.microsoft.com/office/drawing/2014/main" id="{164E46A2-342F-4193-BA99-470DB9928BBD}"/>
              </a:ext>
            </a:extLst>
          </p:cNvPr>
          <p:cNvSpPr>
            <a:spLocks xmlns:a="http://schemas.openxmlformats.org/drawingml/2006/main" noGrp="1"/>
          </p:cNvSpPr>
          <p:nvPr/>
        </p:nvSpPr>
        <p:spPr>
          <a:xfrm xmlns:a="http://schemas.openxmlformats.org/drawingml/2006/main">
            <a:off x="285750" y="5962650"/>
            <a:ext cx="11620500" cy="419100"/>
          </a:xfrm>
          <a:prstGeom xmlns:a="http://schemas.openxmlformats.org/drawingml/2006/main" prst="roundRect">
            <a:avLst>
              <a:gd name="adj" fmla="val 20455"/>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84" name="">
            <a:extLst xmlns:a="http://schemas.openxmlformats.org/drawingml/2006/main">
              <a:ext uri="{FF2B5EF4-FFF2-40B4-BE49-F238E27FC236}">
                <a16:creationId xmlns:a16="http://schemas.microsoft.com/office/drawing/2014/main" id="{7FD972C1-3867-4D9F-805F-3B8CF42C6CE8}"/>
              </a:ext>
            </a:extLst>
          </p:cNvPr>
          <p:cNvSpPr>
            <a:spLocks xmlns:a="http://schemas.openxmlformats.org/drawingml/2006/main" noGrp="1"/>
          </p:cNvSpPr>
          <p:nvPr/>
        </p:nvSpPr>
        <p:spPr>
          <a:xfrm xmlns:a="http://schemas.openxmlformats.org/drawingml/2006/main">
            <a:off x="438150" y="6057900"/>
            <a:ext cx="571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1">
                <a:solidFill>
                  <a:srgbClr val="FFD24A"/>
                </a:solidFill>
                <a:latin typeface="微软雅黑"/>
                <a:ea typeface="微软雅黑"/>
                <a:cs typeface="微软雅黑"/>
              </a:defRPr>
            </a:pPr>
            <a:r>
              <a:rPr sz="938" b="1">
                <a:solidFill>
                  <a:srgbClr val="FFD24A"/>
                </a:solidFill>
                <a:latin typeface="微软雅黑"/>
                <a:ea typeface="微软雅黑"/>
                <a:cs typeface="微软雅黑"/>
              </a:rPr>
              <a:t>人才</a:t>
            </a:r>
          </a:p>
        </p:txBody>
      </p:sp>
      <p:sp>
        <p:nvSpPr>
          <p:cNvPr id="85" name="">
            <a:extLst xmlns:a="http://schemas.openxmlformats.org/drawingml/2006/main">
              <a:ext uri="{FF2B5EF4-FFF2-40B4-BE49-F238E27FC236}">
                <a16:creationId xmlns:a16="http://schemas.microsoft.com/office/drawing/2014/main" id="{F1FF340F-7B19-4F94-8B80-DD5874C26833}"/>
              </a:ext>
            </a:extLst>
          </p:cNvPr>
          <p:cNvSpPr>
            <a:spLocks xmlns:a="http://schemas.openxmlformats.org/drawingml/2006/main" noGrp="1"/>
          </p:cNvSpPr>
          <p:nvPr/>
        </p:nvSpPr>
        <p:spPr>
          <a:xfrm xmlns:a="http://schemas.openxmlformats.org/drawingml/2006/main">
            <a:off x="1066800" y="6057900"/>
            <a:ext cx="2000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a:solidFill>
                  <a:srgbClr val="FFFFFF"/>
                </a:solidFill>
                <a:latin typeface="微软雅黑"/>
                <a:ea typeface="微软雅黑"/>
                <a:cs typeface="微软雅黑"/>
              </a:defRPr>
            </a:pPr>
            <a:r>
              <a:rPr sz="938" b="0">
                <a:solidFill>
                  <a:srgbClr val="FFFFFF"/>
                </a:solidFill>
                <a:latin typeface="微软雅黑"/>
                <a:ea typeface="微软雅黑"/>
                <a:cs typeface="微软雅黑"/>
              </a:rPr>
              <a:t>老总 </a:t>
            </a:r>
            <a:r>
              <a:rPr sz="938" b="0">
                <a:solidFill>
                  <a:srgbClr val="FFFFFF"/>
                </a:solidFill>
                <a:latin typeface="微软雅黑"/>
                <a:ea typeface="微软雅黑"/>
                <a:cs typeface="微软雅黑"/>
              </a:rPr>
              <a:t>/ </a:t>
            </a:r>
            <a:r>
              <a:rPr sz="938" b="0">
                <a:solidFill>
                  <a:srgbClr val="FFFFFF"/>
                </a:solidFill>
                <a:latin typeface="微软雅黑"/>
                <a:ea typeface="微软雅黑"/>
                <a:cs typeface="微软雅黑"/>
              </a:rPr>
              <a:t>王总</a:t>
            </a:r>
          </a:p>
        </p:txBody>
      </p:sp>
      <p:sp>
        <p:nvSpPr>
          <p:cNvPr id="86" name="">
            <a:extLst xmlns:a="http://schemas.openxmlformats.org/drawingml/2006/main">
              <a:ext uri="{FF2B5EF4-FFF2-40B4-BE49-F238E27FC236}">
                <a16:creationId xmlns:a16="http://schemas.microsoft.com/office/drawing/2014/main" id="{D76EAFD4-5B9D-486C-ADF2-6C72925D2606}"/>
              </a:ext>
            </a:extLst>
          </p:cNvPr>
          <p:cNvSpPr>
            <a:spLocks xmlns:a="http://schemas.openxmlformats.org/drawingml/2006/main" noGrp="1"/>
          </p:cNvSpPr>
          <p:nvPr/>
        </p:nvSpPr>
        <p:spPr>
          <a:xfrm xmlns:a="http://schemas.openxmlformats.org/drawingml/2006/main">
            <a:off x="3143250" y="6057900"/>
            <a:ext cx="2667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备份不足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未来需求 </a:t>
            </a:r>
            <a:r>
              <a:rPr sz="900" b="0">
                <a:solidFill>
                  <a:srgbClr val="EEF5FF"/>
                </a:solidFill>
                <a:latin typeface="微软雅黑"/>
                <a:ea typeface="微软雅黑"/>
                <a:cs typeface="微软雅黑"/>
              </a:rPr>
              <a:t>&gt; </a:t>
            </a:r>
            <a:r>
              <a:rPr sz="900" b="0">
                <a:solidFill>
                  <a:srgbClr val="EEF5FF"/>
                </a:solidFill>
                <a:latin typeface="微软雅黑"/>
                <a:ea typeface="微软雅黑"/>
                <a:cs typeface="微软雅黑"/>
              </a:rPr>
              <a:t>现有供给</a:t>
            </a:r>
          </a:p>
        </p:txBody>
      </p:sp>
      <p:sp>
        <p:nvSpPr>
          <p:cNvPr id="87" name="">
            <a:extLst xmlns:a="http://schemas.openxmlformats.org/drawingml/2006/main">
              <a:ext uri="{FF2B5EF4-FFF2-40B4-BE49-F238E27FC236}">
                <a16:creationId xmlns:a16="http://schemas.microsoft.com/office/drawing/2014/main" id="{041CD867-9FF6-4359-8F15-840567DCFFBA}"/>
              </a:ext>
            </a:extLst>
          </p:cNvPr>
          <p:cNvSpPr>
            <a:spLocks xmlns:a="http://schemas.openxmlformats.org/drawingml/2006/main" noGrp="1"/>
          </p:cNvSpPr>
          <p:nvPr/>
        </p:nvSpPr>
        <p:spPr>
          <a:xfrm xmlns:a="http://schemas.openxmlformats.org/drawingml/2006/main">
            <a:off x="5886450" y="6057900"/>
            <a:ext cx="3619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00" b="1">
                <a:solidFill>
                  <a:srgbClr val="4FD8FF"/>
                </a:solidFill>
                <a:latin typeface="Bahnschrift"/>
                <a:ea typeface="Bahnschrift"/>
                <a:cs typeface="Bahnschrift"/>
              </a:defRPr>
            </a:pPr>
            <a:r>
              <a:rPr sz="900" b="1">
                <a:solidFill>
                  <a:srgbClr val="4FD8FF"/>
                </a:solidFill>
                <a:latin typeface="Bahnschrift"/>
                <a:ea typeface="Bahnschrift"/>
                <a:cs typeface="Bahnschrift"/>
              </a:rPr>
              <a:t>BACKUP_SHORTAGE + FUTURE_DEMAND_GAP</a:t>
            </a:r>
          </a:p>
        </p:txBody>
      </p:sp>
      <p:sp>
        <p:nvSpPr>
          <p:cNvPr id="88" name="">
            <a:extLst xmlns:a="http://schemas.openxmlformats.org/drawingml/2006/main">
              <a:ext uri="{FF2B5EF4-FFF2-40B4-BE49-F238E27FC236}">
                <a16:creationId xmlns:a16="http://schemas.microsoft.com/office/drawing/2014/main" id="{61F988FD-7B29-4BE8-93C9-B9F92BBD0AC0}"/>
              </a:ext>
            </a:extLst>
          </p:cNvPr>
          <p:cNvSpPr>
            <a:spLocks xmlns:a="http://schemas.openxmlformats.org/drawingml/2006/main" noGrp="1"/>
          </p:cNvSpPr>
          <p:nvPr/>
        </p:nvSpPr>
        <p:spPr>
          <a:xfrm xmlns:a="http://schemas.openxmlformats.org/drawingml/2006/main">
            <a:off x="9582150" y="6057900"/>
            <a:ext cx="21907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风险预警 </a:t>
            </a:r>
            <a:r>
              <a:rPr sz="863" b="0">
                <a:solidFill>
                  <a:srgbClr val="C6DDFF"/>
                </a:solidFill>
                <a:latin typeface="微软雅黑"/>
                <a:ea typeface="微软雅黑"/>
                <a:cs typeface="微软雅黑"/>
              </a:rPr>
              <a:t>+ </a:t>
            </a:r>
            <a:r>
              <a:rPr sz="863" b="0">
                <a:solidFill>
                  <a:srgbClr val="C6DDFF"/>
                </a:solidFill>
                <a:latin typeface="微软雅黑"/>
                <a:ea typeface="微软雅黑"/>
                <a:cs typeface="微软雅黑"/>
              </a:rPr>
              <a:t>转岗 </a:t>
            </a:r>
            <a:r>
              <a:rPr sz="863" b="0">
                <a:solidFill>
                  <a:srgbClr val="C6DDFF"/>
                </a:solidFill>
                <a:latin typeface="微软雅黑"/>
                <a:ea typeface="微软雅黑"/>
                <a:cs typeface="微软雅黑"/>
              </a:rPr>
              <a:t>+ </a:t>
            </a:r>
            <a:r>
              <a:rPr sz="863" b="0">
                <a:solidFill>
                  <a:srgbClr val="C6DDFF"/>
                </a:solidFill>
                <a:latin typeface="微软雅黑"/>
                <a:ea typeface="微软雅黑"/>
                <a:cs typeface="微软雅黑"/>
              </a:rPr>
              <a:t>招聘 </a:t>
            </a:r>
            <a:r>
              <a:rPr sz="863" b="0">
                <a:solidFill>
                  <a:srgbClr val="C6DDFF"/>
                </a:solidFill>
                <a:latin typeface="微软雅黑"/>
                <a:ea typeface="微软雅黑"/>
                <a:cs typeface="微软雅黑"/>
              </a:rPr>
              <a:t>+ </a:t>
            </a:r>
            <a:r>
              <a:rPr sz="863" b="0">
                <a:solidFill>
                  <a:srgbClr val="C6DDFF"/>
                </a:solidFill>
                <a:latin typeface="微软雅黑"/>
                <a:ea typeface="微软雅黑"/>
                <a:cs typeface="微软雅黑"/>
              </a:rPr>
              <a:t>外委</a:t>
            </a:r>
          </a:p>
        </p:txBody>
      </p:sp>
      <p:sp>
        <p:nvSpPr>
          <p:cNvPr id="89" name="">
            <a:extLst xmlns:a="http://schemas.openxmlformats.org/drawingml/2006/main">
              <a:ext uri="{FF2B5EF4-FFF2-40B4-BE49-F238E27FC236}">
                <a16:creationId xmlns:a16="http://schemas.microsoft.com/office/drawing/2014/main" id="{6C1DC48F-6FA0-4BDC-B50D-2B11190C6574}"/>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90" name="">
            <a:extLst xmlns:a="http://schemas.openxmlformats.org/drawingml/2006/main">
              <a:ext uri="{FF2B5EF4-FFF2-40B4-BE49-F238E27FC236}">
                <a16:creationId xmlns:a16="http://schemas.microsoft.com/office/drawing/2014/main" id="{6817CE1A-842D-420B-B26C-1625CC91B0DE}"/>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91" name="">
            <a:extLst xmlns:a="http://schemas.openxmlformats.org/drawingml/2006/main">
              <a:ext uri="{FF2B5EF4-FFF2-40B4-BE49-F238E27FC236}">
                <a16:creationId xmlns:a16="http://schemas.microsoft.com/office/drawing/2014/main" id="{7620E1CA-3A17-4A5E-A988-A073E0422F24}"/>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92" name="">
            <a:extLst xmlns:a="http://schemas.openxmlformats.org/drawingml/2006/main">
              <a:ext uri="{FF2B5EF4-FFF2-40B4-BE49-F238E27FC236}">
                <a16:creationId xmlns:a16="http://schemas.microsoft.com/office/drawing/2014/main" id="{E605D1B4-C4C0-48CE-B4BA-D7481A9472B2}"/>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93" name="">
            <a:extLst xmlns:a="http://schemas.openxmlformats.org/drawingml/2006/main">
              <a:ext uri="{FF2B5EF4-FFF2-40B4-BE49-F238E27FC236}">
                <a16:creationId xmlns:a16="http://schemas.microsoft.com/office/drawing/2014/main" id="{6913ECE0-C471-414C-B04E-D580F4BEF41F}"/>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14</a:t>
            </a:r>
          </a:p>
        </p:txBody>
      </p:sp>
    </p:spTree>
    <p:extLst>
      <p:ext uri="{BB962C8B-B14F-4D97-AF65-F5344CB8AC3E}">
        <p14:creationId xmlns:p14="http://schemas.microsoft.com/office/powerpoint/2010/main" val="1678463805"/>
      </p:ext>
    </p:extLst>
  </p:cSld>
</p:sld>
</file>

<file path=ppt/slides/slide15.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c773dc4a2ead48ce"/>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5ED6205-784F-4384-BFE5-4D5BD3F5791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9FF6201A-6B00-4BA6-9FDB-C452A05C0A42}"/>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0025A65C-C736-4CC6-98A0-0A8A4A779941}"/>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E4CC9026-D1D1-4604-911E-AFC654CEFB75}"/>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411FCC76-55E6-4336-A614-1B2573054185}"/>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F0D79ED4-297B-42B9-A218-9D1C36AAB89A}"/>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B04A33F8-33F2-4979-B552-9F86775D2AF7}"/>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714EA2C3-2056-4690-831D-25CDF39FE177}"/>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1DF3EF66-EDF5-4C26-8945-DADFB646F299}"/>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2E86E0">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D4E74DF3-5BE1-423C-88DC-6D4DF62FCA76}"/>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2E86E0">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AB6E1F17-752B-4CB5-9463-E81DBFE5BCCB}"/>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2C41F233-B857-44CE-9E9E-15465ED5B45C}"/>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2E86E0"/>
                </a:solidFill>
                <a:latin typeface="微软雅黑"/>
                <a:ea typeface="微软雅黑"/>
                <a:cs typeface="微软雅黑"/>
              </a:defRPr>
            </a:pPr>
            <a:r>
              <a:rPr sz="863" b="1" spc="1">
                <a:solidFill>
                  <a:srgbClr val="2E86E0"/>
                </a:solidFill>
                <a:latin typeface="微软雅黑"/>
                <a:ea typeface="微软雅黑"/>
                <a:cs typeface="微软雅黑"/>
              </a:rPr>
              <a:t>02　</a:t>
            </a:r>
            <a:r>
              <a:rPr sz="863" b="1" spc="1">
                <a:solidFill>
                  <a:srgbClr val="2E86E0"/>
                </a:solidFill>
                <a:latin typeface="微软雅黑"/>
                <a:ea typeface="微软雅黑"/>
                <a:cs typeface="微软雅黑"/>
              </a:rPr>
              <a:t>总体方案</a:t>
            </a:r>
          </a:p>
        </p:txBody>
      </p:sp>
      <p:sp>
        <p:nvSpPr>
          <p:cNvPr id="14" name="">
            <a:extLst xmlns:a="http://schemas.openxmlformats.org/drawingml/2006/main">
              <a:ext uri="{FF2B5EF4-FFF2-40B4-BE49-F238E27FC236}">
                <a16:creationId xmlns:a16="http://schemas.microsoft.com/office/drawing/2014/main" id="{514A2CC0-C634-4B7C-8351-D8792E993450}"/>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四项核心创新点</a:t>
            </a:r>
          </a:p>
        </p:txBody>
      </p:sp>
      <p:sp>
        <p:nvSpPr>
          <p:cNvPr id="15" name="">
            <a:extLst xmlns:a="http://schemas.openxmlformats.org/drawingml/2006/main">
              <a:ext uri="{FF2B5EF4-FFF2-40B4-BE49-F238E27FC236}">
                <a16:creationId xmlns:a16="http://schemas.microsoft.com/office/drawing/2014/main" id="{715C13A1-E401-437B-83F4-618C7D4FFAF3}"/>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E40D83A5-DEDC-430B-AAA2-6E342D5FDA39}"/>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BDDD8576-7F4D-4D47-AE94-B1D8EDBED4D5}"/>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F6C96646-67A4-4314-9EFD-B97C7D948BAF}"/>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520FD7A4-7196-4154-B423-C474F05659D8}"/>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把判断逻辑从代码搬进数据库，再把结论落成可复算、可审计的证据链</a:t>
            </a:r>
            <a:r>
              <a:rPr sz="1238">
                <a:solidFill>
                  <a:srgbClr val="FFFFFF"/>
                </a:solidFill>
                <a:latin typeface="微软雅黑"/>
                <a:ea typeface="微软雅黑"/>
                <a:cs typeface="微软雅黑"/>
              </a:rPr>
              <a:t>——</a:t>
            </a:r>
            <a:r>
              <a:rPr sz="1238">
                <a:solidFill>
                  <a:srgbClr val="FFFFFF"/>
                </a:solidFill>
                <a:latin typeface="微软雅黑"/>
                <a:ea typeface="微软雅黑"/>
                <a:cs typeface="微软雅黑"/>
              </a:rPr>
              <a:t>这是与通用方案的本质差异。</a:t>
            </a:r>
          </a:p>
        </p:txBody>
      </p:sp>
      <p:sp>
        <p:nvSpPr>
          <p:cNvPr id="20" name="">
            <a:extLst xmlns:a="http://schemas.openxmlformats.org/drawingml/2006/main">
              <a:ext uri="{FF2B5EF4-FFF2-40B4-BE49-F238E27FC236}">
                <a16:creationId xmlns:a16="http://schemas.microsoft.com/office/drawing/2014/main" id="{291145A2-3324-4A38-8FBD-0C40A2319A05}"/>
              </a:ext>
            </a:extLst>
          </p:cNvPr>
          <p:cNvSpPr>
            <a:spLocks xmlns:a="http://schemas.openxmlformats.org/drawingml/2006/main" noGrp="1"/>
          </p:cNvSpPr>
          <p:nvPr/>
        </p:nvSpPr>
        <p:spPr>
          <a:xfrm xmlns:a="http://schemas.openxmlformats.org/drawingml/2006/main">
            <a:off x="285750" y="1333500"/>
            <a:ext cx="5695950" cy="2343150"/>
          </a:xfrm>
          <a:prstGeom xmlns:a="http://schemas.openxmlformats.org/drawingml/2006/main" prst="roundRect">
            <a:avLst>
              <a:gd name="adj" fmla="val 365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1" name="">
            <a:extLst xmlns:a="http://schemas.openxmlformats.org/drawingml/2006/main">
              <a:ext uri="{FF2B5EF4-FFF2-40B4-BE49-F238E27FC236}">
                <a16:creationId xmlns:a16="http://schemas.microsoft.com/office/drawing/2014/main" id="{AFA054C4-0328-4590-BC67-4092D89E3D85}"/>
              </a:ext>
            </a:extLst>
          </p:cNvPr>
          <p:cNvSpPr>
            <a:spLocks xmlns:a="http://schemas.openxmlformats.org/drawingml/2006/main" noGrp="1"/>
          </p:cNvSpPr>
          <p:nvPr/>
        </p:nvSpPr>
        <p:spPr>
          <a:xfrm xmlns:a="http://schemas.openxmlformats.org/drawingml/2006/main">
            <a:off x="285750" y="1333500"/>
            <a:ext cx="5695950" cy="47625"/>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CCDC4A43-629E-49C6-86CE-A8AA6CB3AE36}"/>
              </a:ext>
            </a:extLst>
          </p:cNvPr>
          <p:cNvSpPr>
            <a:spLocks xmlns:a="http://schemas.openxmlformats.org/drawingml/2006/main" noGrp="1"/>
          </p:cNvSpPr>
          <p:nvPr/>
        </p:nvSpPr>
        <p:spPr>
          <a:xfrm xmlns:a="http://schemas.openxmlformats.org/drawingml/2006/main">
            <a:off x="514350" y="1524000"/>
            <a:ext cx="1905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创新点一</a:t>
            </a:r>
          </a:p>
        </p:txBody>
      </p:sp>
      <p:sp>
        <p:nvSpPr>
          <p:cNvPr id="23" name="">
            <a:extLst xmlns:a="http://schemas.openxmlformats.org/drawingml/2006/main">
              <a:ext uri="{FF2B5EF4-FFF2-40B4-BE49-F238E27FC236}">
                <a16:creationId xmlns:a16="http://schemas.microsoft.com/office/drawing/2014/main" id="{B723C952-239C-4BB3-A164-AAC746E480B7}"/>
              </a:ext>
            </a:extLst>
          </p:cNvPr>
          <p:cNvSpPr>
            <a:spLocks xmlns:a="http://schemas.openxmlformats.org/drawingml/2006/main" noGrp="1"/>
          </p:cNvSpPr>
          <p:nvPr/>
        </p:nvSpPr>
        <p:spPr>
          <a:xfrm xmlns:a="http://schemas.openxmlformats.org/drawingml/2006/main">
            <a:off x="514350" y="1790700"/>
            <a:ext cx="52578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FFFFFF"/>
                </a:solidFill>
                <a:latin typeface="微软雅黑"/>
                <a:ea typeface="微软雅黑"/>
                <a:cs typeface="微软雅黑"/>
              </a:defRPr>
            </a:pPr>
            <a:r>
              <a:rPr sz="1575" b="1">
                <a:solidFill>
                  <a:srgbClr val="FFFFFF"/>
                </a:solidFill>
                <a:latin typeface="微软雅黑"/>
                <a:ea typeface="微软雅黑"/>
                <a:cs typeface="微软雅黑"/>
              </a:rPr>
              <a:t>规则进数据库（改库即改规则）</a:t>
            </a:r>
          </a:p>
        </p:txBody>
      </p:sp>
      <p:sp>
        <p:nvSpPr>
          <p:cNvPr id="24" name="">
            <a:extLst xmlns:a="http://schemas.openxmlformats.org/drawingml/2006/main">
              <a:ext uri="{FF2B5EF4-FFF2-40B4-BE49-F238E27FC236}">
                <a16:creationId xmlns:a16="http://schemas.microsoft.com/office/drawing/2014/main" id="{65115429-5333-4E7E-8AEF-9EFB9D93879E}"/>
              </a:ext>
            </a:extLst>
          </p:cNvPr>
          <p:cNvSpPr>
            <a:spLocks xmlns:a="http://schemas.openxmlformats.org/drawingml/2006/main" noGrp="1"/>
          </p:cNvSpPr>
          <p:nvPr/>
        </p:nvSpPr>
        <p:spPr>
          <a:xfrm xmlns:a="http://schemas.openxmlformats.org/drawingml/2006/main">
            <a:off x="514350" y="2228850"/>
            <a:ext cx="457200" cy="19050"/>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25" name="">
            <a:extLst xmlns:a="http://schemas.openxmlformats.org/drawingml/2006/main">
              <a:ext uri="{FF2B5EF4-FFF2-40B4-BE49-F238E27FC236}">
                <a16:creationId xmlns:a16="http://schemas.microsoft.com/office/drawing/2014/main" id="{D32794BC-2E91-4E40-AAE7-8FB46C6B1CB4}"/>
              </a:ext>
            </a:extLst>
          </p:cNvPr>
          <p:cNvSpPr>
            <a:spLocks xmlns:a="http://schemas.openxmlformats.org/drawingml/2006/main" noGrp="1"/>
          </p:cNvSpPr>
          <p:nvPr/>
        </p:nvSpPr>
        <p:spPr>
          <a:xfrm xmlns:a="http://schemas.openxmlformats.org/drawingml/2006/main">
            <a:off x="514350" y="2381250"/>
            <a:ext cx="5295900"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7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条件 </a:t>
            </a:r>
            <a:r>
              <a:rPr sz="975">
                <a:solidFill>
                  <a:srgbClr val="EEF5FF"/>
                </a:solidFill>
                <a:latin typeface="微软雅黑"/>
                <a:ea typeface="微软雅黑"/>
                <a:cs typeface="微软雅黑"/>
              </a:rPr>
              <a:t>JSON + </a:t>
            </a:r>
            <a:r>
              <a:rPr sz="975">
                <a:solidFill>
                  <a:srgbClr val="EEF5FF"/>
                </a:solidFill>
                <a:latin typeface="微软雅黑"/>
                <a:ea typeface="微软雅黑"/>
                <a:cs typeface="微软雅黑"/>
              </a:rPr>
              <a:t>动作 </a:t>
            </a:r>
            <a:r>
              <a:rPr sz="975">
                <a:solidFill>
                  <a:srgbClr val="EEF5FF"/>
                </a:solidFill>
                <a:latin typeface="微软雅黑"/>
                <a:ea typeface="微软雅黑"/>
                <a:cs typeface="微软雅黑"/>
              </a:rPr>
              <a:t>JSON + </a:t>
            </a:r>
            <a:r>
              <a:rPr sz="975">
                <a:solidFill>
                  <a:srgbClr val="EEF5FF"/>
                </a:solidFill>
                <a:latin typeface="微软雅黑"/>
                <a:ea typeface="微软雅黑"/>
                <a:cs typeface="微软雅黑"/>
              </a:rPr>
              <a:t>优先级 </a:t>
            </a: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分组 </a:t>
            </a: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启停全部落库</a:t>
            </a:r>
          </a:p>
          <a:p xmlns:a="http://schemas.openxmlformats.org/drawingml/2006/main">
            <a:pPr algn="l">
              <a:lnSpc>
                <a:spcPct val="17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改规则无需重新编译或发布，管理员可在后台试算</a:t>
            </a:r>
          </a:p>
          <a:p xmlns:a="http://schemas.openxmlformats.org/drawingml/2006/main">
            <a:pPr algn="l">
              <a:lnSpc>
                <a:spcPct val="17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算子白名单求值，绝不使用 </a:t>
            </a:r>
            <a:r>
              <a:rPr sz="975">
                <a:solidFill>
                  <a:srgbClr val="EEF5FF"/>
                </a:solidFill>
                <a:latin typeface="微软雅黑"/>
                <a:ea typeface="微软雅黑"/>
                <a:cs typeface="微软雅黑"/>
              </a:rPr>
              <a:t>SpEL / eval / </a:t>
            </a:r>
            <a:r>
              <a:rPr sz="975">
                <a:solidFill>
                  <a:srgbClr val="EEF5FF"/>
                </a:solidFill>
                <a:latin typeface="微软雅黑"/>
                <a:ea typeface="微软雅黑"/>
                <a:cs typeface="微软雅黑"/>
              </a:rPr>
              <a:t>拼 </a:t>
            </a:r>
            <a:r>
              <a:rPr sz="975">
                <a:solidFill>
                  <a:srgbClr val="EEF5FF"/>
                </a:solidFill>
                <a:latin typeface="微软雅黑"/>
                <a:ea typeface="微软雅黑"/>
                <a:cs typeface="微软雅黑"/>
              </a:rPr>
              <a:t>SQL</a:t>
            </a:r>
            <a:r>
              <a:rPr sz="975">
                <a:solidFill>
                  <a:srgbClr val="EEF5FF"/>
                </a:solidFill>
                <a:latin typeface="微软雅黑"/>
                <a:ea typeface="微软雅黑"/>
                <a:cs typeface="微软雅黑"/>
              </a:rPr>
              <a:t>，规则当不可信输入</a:t>
            </a:r>
          </a:p>
          <a:p xmlns:a="http://schemas.openxmlformats.org/drawingml/2006/main">
            <a:pPr algn="l">
              <a:lnSpc>
                <a:spcPct val="17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规则表由 </a:t>
            </a:r>
            <a:r>
              <a:rPr sz="975">
                <a:solidFill>
                  <a:srgbClr val="EEF5FF"/>
                </a:solidFill>
                <a:latin typeface="微软雅黑"/>
                <a:ea typeface="微软雅黑"/>
                <a:cs typeface="微软雅黑"/>
              </a:rPr>
              <a:t>RuleEngine </a:t>
            </a:r>
            <a:r>
              <a:rPr sz="975">
                <a:solidFill>
                  <a:srgbClr val="EEF5FF"/>
                </a:solidFill>
                <a:latin typeface="微软雅黑"/>
                <a:ea typeface="微软雅黑"/>
                <a:cs typeface="微软雅黑"/>
              </a:rPr>
              <a:t>读库驱动，</a:t>
            </a:r>
            <a:r>
              <a:rPr sz="975">
                <a:solidFill>
                  <a:srgbClr val="EEF5FF"/>
                </a:solidFill>
                <a:latin typeface="微软雅黑"/>
                <a:ea typeface="微软雅黑"/>
                <a:cs typeface="微软雅黑"/>
              </a:rPr>
              <a:t>rule_result </a:t>
            </a:r>
            <a:r>
              <a:rPr sz="975">
                <a:solidFill>
                  <a:srgbClr val="EEF5FF"/>
                </a:solidFill>
                <a:latin typeface="微软雅黑"/>
                <a:ea typeface="微软雅黑"/>
                <a:cs typeface="微软雅黑"/>
              </a:rPr>
              <a:t>落执行留痕</a:t>
            </a:r>
          </a:p>
        </p:txBody>
      </p:sp>
      <p:sp>
        <p:nvSpPr>
          <p:cNvPr id="26" name="">
            <a:extLst xmlns:a="http://schemas.openxmlformats.org/drawingml/2006/main">
              <a:ext uri="{FF2B5EF4-FFF2-40B4-BE49-F238E27FC236}">
                <a16:creationId xmlns:a16="http://schemas.microsoft.com/office/drawing/2014/main" id="{13542D37-6A01-4721-8AF8-63B2C9AAA0F8}"/>
              </a:ext>
            </a:extLst>
          </p:cNvPr>
          <p:cNvSpPr>
            <a:spLocks xmlns:a="http://schemas.openxmlformats.org/drawingml/2006/main" noGrp="1"/>
          </p:cNvSpPr>
          <p:nvPr/>
        </p:nvSpPr>
        <p:spPr>
          <a:xfrm xmlns:a="http://schemas.openxmlformats.org/drawingml/2006/main">
            <a:off x="6210300" y="1333500"/>
            <a:ext cx="5695950" cy="2343150"/>
          </a:xfrm>
          <a:prstGeom xmlns:a="http://schemas.openxmlformats.org/drawingml/2006/main" prst="roundRect">
            <a:avLst>
              <a:gd name="adj" fmla="val 365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7" name="">
            <a:extLst xmlns:a="http://schemas.openxmlformats.org/drawingml/2006/main">
              <a:ext uri="{FF2B5EF4-FFF2-40B4-BE49-F238E27FC236}">
                <a16:creationId xmlns:a16="http://schemas.microsoft.com/office/drawing/2014/main" id="{95B6EADF-859C-4BDB-AA59-864410C5E8B4}"/>
              </a:ext>
            </a:extLst>
          </p:cNvPr>
          <p:cNvSpPr>
            <a:spLocks xmlns:a="http://schemas.openxmlformats.org/drawingml/2006/main" noGrp="1"/>
          </p:cNvSpPr>
          <p:nvPr/>
        </p:nvSpPr>
        <p:spPr>
          <a:xfrm xmlns:a="http://schemas.openxmlformats.org/drawingml/2006/main">
            <a:off x="6210300" y="1333500"/>
            <a:ext cx="5695950" cy="47625"/>
          </a:xfrm>
          <a:prstGeom xmlns:a="http://schemas.openxmlformats.org/drawingml/2006/main" prst="rect">
            <a:avLst/>
          </a:prstGeom>
          <a:solidFill xmlns:a="http://schemas.openxmlformats.org/drawingml/2006/main">
            <a:srgbClr val="2E86E0"/>
          </a:solidFill>
          <a:ln xmlns:a="http://schemas.openxmlformats.org/drawingml/2006/main">
            <a:noFill/>
          </a:ln>
        </p:spPr>
      </p:sp>
      <p:sp>
        <p:nvSpPr>
          <p:cNvPr id="28" name="">
            <a:extLst xmlns:a="http://schemas.openxmlformats.org/drawingml/2006/main">
              <a:ext uri="{FF2B5EF4-FFF2-40B4-BE49-F238E27FC236}">
                <a16:creationId xmlns:a16="http://schemas.microsoft.com/office/drawing/2014/main" id="{9DE65563-68B2-49E6-A7B5-B8CF5009B3F7}"/>
              </a:ext>
            </a:extLst>
          </p:cNvPr>
          <p:cNvSpPr>
            <a:spLocks xmlns:a="http://schemas.openxmlformats.org/drawingml/2006/main" noGrp="1"/>
          </p:cNvSpPr>
          <p:nvPr/>
        </p:nvSpPr>
        <p:spPr>
          <a:xfrm xmlns:a="http://schemas.openxmlformats.org/drawingml/2006/main">
            <a:off x="6438900" y="1524000"/>
            <a:ext cx="1905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2E86E0"/>
                </a:solidFill>
                <a:latin typeface="微软雅黑"/>
                <a:ea typeface="微软雅黑"/>
                <a:cs typeface="微软雅黑"/>
              </a:defRPr>
            </a:pPr>
            <a:r>
              <a:rPr sz="938" b="1">
                <a:solidFill>
                  <a:srgbClr val="2E86E0"/>
                </a:solidFill>
                <a:latin typeface="微软雅黑"/>
                <a:ea typeface="微软雅黑"/>
                <a:cs typeface="微软雅黑"/>
              </a:rPr>
              <a:t>创新点二</a:t>
            </a:r>
          </a:p>
        </p:txBody>
      </p:sp>
      <p:sp>
        <p:nvSpPr>
          <p:cNvPr id="29" name="">
            <a:extLst xmlns:a="http://schemas.openxmlformats.org/drawingml/2006/main">
              <a:ext uri="{FF2B5EF4-FFF2-40B4-BE49-F238E27FC236}">
                <a16:creationId xmlns:a16="http://schemas.microsoft.com/office/drawing/2014/main" id="{23149C85-178B-4824-A0D1-AFAC0EF3F2EB}"/>
              </a:ext>
            </a:extLst>
          </p:cNvPr>
          <p:cNvSpPr>
            <a:spLocks xmlns:a="http://schemas.openxmlformats.org/drawingml/2006/main" noGrp="1"/>
          </p:cNvSpPr>
          <p:nvPr/>
        </p:nvSpPr>
        <p:spPr>
          <a:xfrm xmlns:a="http://schemas.openxmlformats.org/drawingml/2006/main">
            <a:off x="6438900" y="1790700"/>
            <a:ext cx="52578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FFFFFF"/>
                </a:solidFill>
                <a:latin typeface="微软雅黑"/>
                <a:ea typeface="微软雅黑"/>
                <a:cs typeface="微软雅黑"/>
              </a:defRPr>
            </a:pPr>
            <a:r>
              <a:rPr sz="1575" b="1">
                <a:solidFill>
                  <a:srgbClr val="FFFFFF"/>
                </a:solidFill>
                <a:latin typeface="微软雅黑"/>
                <a:ea typeface="微软雅黑"/>
                <a:cs typeface="微软雅黑"/>
              </a:rPr>
              <a:t>双组匹配 </a:t>
            </a:r>
            <a:r>
              <a:rPr sz="1575" b="1">
                <a:solidFill>
                  <a:srgbClr val="FFFFFF"/>
                </a:solidFill>
                <a:latin typeface="微软雅黑"/>
                <a:ea typeface="微软雅黑"/>
                <a:cs typeface="微软雅黑"/>
              </a:rPr>
              <a:t>+ </a:t>
            </a:r>
            <a:r>
              <a:rPr sz="1575" b="1">
                <a:solidFill>
                  <a:srgbClr val="FFFFFF"/>
                </a:solidFill>
                <a:latin typeface="微软雅黑"/>
                <a:ea typeface="微软雅黑"/>
                <a:cs typeface="微软雅黑"/>
              </a:rPr>
              <a:t>引用事实</a:t>
            </a:r>
          </a:p>
        </p:txBody>
      </p:sp>
      <p:sp>
        <p:nvSpPr>
          <p:cNvPr id="30" name="">
            <a:extLst xmlns:a="http://schemas.openxmlformats.org/drawingml/2006/main">
              <a:ext uri="{FF2B5EF4-FFF2-40B4-BE49-F238E27FC236}">
                <a16:creationId xmlns:a16="http://schemas.microsoft.com/office/drawing/2014/main" id="{3407F656-A1AE-4549-8AD0-D06EC1E21809}"/>
              </a:ext>
            </a:extLst>
          </p:cNvPr>
          <p:cNvSpPr>
            <a:spLocks xmlns:a="http://schemas.openxmlformats.org/drawingml/2006/main" noGrp="1"/>
          </p:cNvSpPr>
          <p:nvPr/>
        </p:nvSpPr>
        <p:spPr>
          <a:xfrm xmlns:a="http://schemas.openxmlformats.org/drawingml/2006/main">
            <a:off x="6438900" y="2228850"/>
            <a:ext cx="457200" cy="19050"/>
          </a:xfrm>
          <a:prstGeom xmlns:a="http://schemas.openxmlformats.org/drawingml/2006/main" prst="rect">
            <a:avLst/>
          </a:prstGeom>
          <a:solidFill xmlns:a="http://schemas.openxmlformats.org/drawingml/2006/main">
            <a:srgbClr val="2E86E0"/>
          </a:solidFill>
          <a:ln xmlns:a="http://schemas.openxmlformats.org/drawingml/2006/main">
            <a:noFill/>
          </a:ln>
        </p:spPr>
      </p:sp>
      <p:sp>
        <p:nvSpPr>
          <p:cNvPr id="31" name="">
            <a:extLst xmlns:a="http://schemas.openxmlformats.org/drawingml/2006/main">
              <a:ext uri="{FF2B5EF4-FFF2-40B4-BE49-F238E27FC236}">
                <a16:creationId xmlns:a16="http://schemas.microsoft.com/office/drawing/2014/main" id="{CCC7365B-0636-4253-AC04-636ECB0BA953}"/>
              </a:ext>
            </a:extLst>
          </p:cNvPr>
          <p:cNvSpPr>
            <a:spLocks xmlns:a="http://schemas.openxmlformats.org/drawingml/2006/main" noGrp="1"/>
          </p:cNvSpPr>
          <p:nvPr/>
        </p:nvSpPr>
        <p:spPr>
          <a:xfrm xmlns:a="http://schemas.openxmlformats.org/drawingml/2006/main">
            <a:off x="6438900" y="2381250"/>
            <a:ext cx="5295900"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7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rule_group </a:t>
            </a:r>
            <a:r>
              <a:rPr sz="975">
                <a:solidFill>
                  <a:srgbClr val="EEF5FF"/>
                </a:solidFill>
                <a:latin typeface="微软雅黑"/>
                <a:ea typeface="微软雅黑"/>
                <a:cs typeface="微软雅黑"/>
              </a:rPr>
              <a:t>把「定档」与「关键词补充」分成两组，各判各的</a:t>
            </a:r>
          </a:p>
          <a:p xmlns:a="http://schemas.openxmlformats.org/drawingml/2006/main">
            <a:pPr algn="l">
              <a:lnSpc>
                <a:spcPct val="17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stop_on_match </a:t>
            </a:r>
            <a:r>
              <a:rPr sz="975">
                <a:solidFill>
                  <a:srgbClr val="EEF5FF"/>
                </a:solidFill>
                <a:latin typeface="微软雅黑"/>
                <a:ea typeface="微软雅黑"/>
                <a:cs typeface="微软雅黑"/>
              </a:rPr>
              <a:t>只结束本组，</a:t>
            </a:r>
            <a:r>
              <a:rPr sz="975">
                <a:solidFill>
                  <a:srgbClr val="EEF5FF"/>
                </a:solidFill>
                <a:latin typeface="微软雅黑"/>
                <a:ea typeface="微软雅黑"/>
                <a:cs typeface="微软雅黑"/>
              </a:rPr>
              <a:t>max_hits </a:t>
            </a:r>
            <a:r>
              <a:rPr sz="975">
                <a:solidFill>
                  <a:srgbClr val="EEF5FF"/>
                </a:solidFill>
                <a:latin typeface="微软雅黑"/>
                <a:ea typeface="微软雅黑"/>
                <a:cs typeface="微软雅黑"/>
              </a:rPr>
              <a:t>只限制本组命中条数</a:t>
            </a:r>
          </a:p>
          <a:p xmlns:a="http://schemas.openxmlformats.org/drawingml/2006/main">
            <a:pPr algn="l">
              <a:lnSpc>
                <a:spcPct val="17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action_json </a:t>
            </a:r>
            <a:r>
              <a:rPr sz="975">
                <a:solidFill>
                  <a:srgbClr val="EEF5FF"/>
                </a:solidFill>
                <a:latin typeface="微软雅黑"/>
                <a:ea typeface="微软雅黑"/>
                <a:cs typeface="微软雅黑"/>
              </a:rPr>
              <a:t>中以 </a:t>
            </a:r>
            <a:r>
              <a:rPr sz="975">
                <a:solidFill>
                  <a:srgbClr val="EEF5FF"/>
                </a:solidFill>
                <a:latin typeface="微软雅黑"/>
                <a:ea typeface="微软雅黑"/>
                <a:cs typeface="微软雅黑"/>
              </a:rPr>
              <a:t>_from </a:t>
            </a:r>
            <a:r>
              <a:rPr sz="975">
                <a:solidFill>
                  <a:srgbClr val="EEF5FF"/>
                </a:solidFill>
                <a:latin typeface="微软雅黑"/>
                <a:ea typeface="微软雅黑"/>
                <a:cs typeface="微软雅黑"/>
              </a:rPr>
              <a:t>结尾的字段引用事实，一条规则服务所有气体与档位</a:t>
            </a:r>
          </a:p>
          <a:p xmlns:a="http://schemas.openxmlformats.org/drawingml/2006/main">
            <a:pPr algn="l">
              <a:lnSpc>
                <a:spcPct val="17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同一场景多条规则按 </a:t>
            </a:r>
            <a:r>
              <a:rPr sz="975">
                <a:solidFill>
                  <a:srgbClr val="EEF5FF"/>
                </a:solidFill>
                <a:latin typeface="微软雅黑"/>
                <a:ea typeface="微软雅黑"/>
                <a:cs typeface="微软雅黑"/>
              </a:rPr>
              <a:t>priority </a:t>
            </a:r>
            <a:r>
              <a:rPr sz="975">
                <a:solidFill>
                  <a:srgbClr val="EEF5FF"/>
                </a:solidFill>
                <a:latin typeface="微软雅黑"/>
                <a:ea typeface="微软雅黑"/>
                <a:cs typeface="微软雅黑"/>
              </a:rPr>
              <a:t>从高到低稳定匹配，同优先级按 </a:t>
            </a:r>
            <a:r>
              <a:rPr sz="975">
                <a:solidFill>
                  <a:srgbClr val="EEF5FF"/>
                </a:solidFill>
                <a:latin typeface="微软雅黑"/>
                <a:ea typeface="微软雅黑"/>
                <a:cs typeface="微软雅黑"/>
              </a:rPr>
              <a:t>rule_code </a:t>
            </a:r>
            <a:r>
              <a:rPr sz="975">
                <a:solidFill>
                  <a:srgbClr val="EEF5FF"/>
                </a:solidFill>
                <a:latin typeface="微软雅黑"/>
                <a:ea typeface="微软雅黑"/>
                <a:cs typeface="微软雅黑"/>
              </a:rPr>
              <a:t>排序</a:t>
            </a:r>
          </a:p>
        </p:txBody>
      </p:sp>
      <p:sp>
        <p:nvSpPr>
          <p:cNvPr id="32" name="">
            <a:extLst xmlns:a="http://schemas.openxmlformats.org/drawingml/2006/main">
              <a:ext uri="{FF2B5EF4-FFF2-40B4-BE49-F238E27FC236}">
                <a16:creationId xmlns:a16="http://schemas.microsoft.com/office/drawing/2014/main" id="{A0735F09-8273-4332-B591-BCCE2DB34992}"/>
              </a:ext>
            </a:extLst>
          </p:cNvPr>
          <p:cNvSpPr>
            <a:spLocks xmlns:a="http://schemas.openxmlformats.org/drawingml/2006/main" noGrp="1"/>
          </p:cNvSpPr>
          <p:nvPr/>
        </p:nvSpPr>
        <p:spPr>
          <a:xfrm xmlns:a="http://schemas.openxmlformats.org/drawingml/2006/main">
            <a:off x="285750" y="3829050"/>
            <a:ext cx="5695950" cy="2343150"/>
          </a:xfrm>
          <a:prstGeom xmlns:a="http://schemas.openxmlformats.org/drawingml/2006/main" prst="roundRect">
            <a:avLst>
              <a:gd name="adj" fmla="val 365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3" name="">
            <a:extLst xmlns:a="http://schemas.openxmlformats.org/drawingml/2006/main">
              <a:ext uri="{FF2B5EF4-FFF2-40B4-BE49-F238E27FC236}">
                <a16:creationId xmlns:a16="http://schemas.microsoft.com/office/drawing/2014/main" id="{DCD1FC3E-5CB4-4553-A9CA-90B1C05D22A3}"/>
              </a:ext>
            </a:extLst>
          </p:cNvPr>
          <p:cNvSpPr>
            <a:spLocks xmlns:a="http://schemas.openxmlformats.org/drawingml/2006/main" noGrp="1"/>
          </p:cNvSpPr>
          <p:nvPr/>
        </p:nvSpPr>
        <p:spPr>
          <a:xfrm xmlns:a="http://schemas.openxmlformats.org/drawingml/2006/main">
            <a:off x="285750" y="3829050"/>
            <a:ext cx="5695950" cy="47625"/>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34" name="">
            <a:extLst xmlns:a="http://schemas.openxmlformats.org/drawingml/2006/main">
              <a:ext uri="{FF2B5EF4-FFF2-40B4-BE49-F238E27FC236}">
                <a16:creationId xmlns:a16="http://schemas.microsoft.com/office/drawing/2014/main" id="{F9D661C0-F047-44EA-80C6-3444839987B4}"/>
              </a:ext>
            </a:extLst>
          </p:cNvPr>
          <p:cNvSpPr>
            <a:spLocks xmlns:a="http://schemas.openxmlformats.org/drawingml/2006/main" noGrp="1"/>
          </p:cNvSpPr>
          <p:nvPr/>
        </p:nvSpPr>
        <p:spPr>
          <a:xfrm xmlns:a="http://schemas.openxmlformats.org/drawingml/2006/main">
            <a:off x="514350" y="4019550"/>
            <a:ext cx="1905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FFD24A"/>
                </a:solidFill>
                <a:latin typeface="微软雅黑"/>
                <a:ea typeface="微软雅黑"/>
                <a:cs typeface="微软雅黑"/>
              </a:defRPr>
            </a:pPr>
            <a:r>
              <a:rPr sz="938" b="1">
                <a:solidFill>
                  <a:srgbClr val="FFD24A"/>
                </a:solidFill>
                <a:latin typeface="微软雅黑"/>
                <a:ea typeface="微软雅黑"/>
                <a:cs typeface="微软雅黑"/>
              </a:rPr>
              <a:t>创新点三</a:t>
            </a:r>
          </a:p>
        </p:txBody>
      </p:sp>
      <p:sp>
        <p:nvSpPr>
          <p:cNvPr id="35" name="">
            <a:extLst xmlns:a="http://schemas.openxmlformats.org/drawingml/2006/main">
              <a:ext uri="{FF2B5EF4-FFF2-40B4-BE49-F238E27FC236}">
                <a16:creationId xmlns:a16="http://schemas.microsoft.com/office/drawing/2014/main" id="{FABD567E-1944-48C7-B609-A9B4FD69C822}"/>
              </a:ext>
            </a:extLst>
          </p:cNvPr>
          <p:cNvSpPr>
            <a:spLocks xmlns:a="http://schemas.openxmlformats.org/drawingml/2006/main" noGrp="1"/>
          </p:cNvSpPr>
          <p:nvPr/>
        </p:nvSpPr>
        <p:spPr>
          <a:xfrm xmlns:a="http://schemas.openxmlformats.org/drawingml/2006/main">
            <a:off x="514350" y="4286250"/>
            <a:ext cx="52578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FFFFFF"/>
                </a:solidFill>
                <a:latin typeface="微软雅黑"/>
                <a:ea typeface="微软雅黑"/>
                <a:cs typeface="微软雅黑"/>
              </a:defRPr>
            </a:pPr>
            <a:r>
              <a:rPr sz="1575" b="1">
                <a:solidFill>
                  <a:srgbClr val="FFFFFF"/>
                </a:solidFill>
                <a:latin typeface="微软雅黑"/>
                <a:ea typeface="微软雅黑"/>
                <a:cs typeface="微软雅黑"/>
              </a:rPr>
              <a:t>结论可解释到数据点</a:t>
            </a:r>
          </a:p>
        </p:txBody>
      </p:sp>
      <p:sp>
        <p:nvSpPr>
          <p:cNvPr id="36" name="">
            <a:extLst xmlns:a="http://schemas.openxmlformats.org/drawingml/2006/main">
              <a:ext uri="{FF2B5EF4-FFF2-40B4-BE49-F238E27FC236}">
                <a16:creationId xmlns:a16="http://schemas.microsoft.com/office/drawing/2014/main" id="{FA81A428-2CF2-458C-A17C-880C49C0489A}"/>
              </a:ext>
            </a:extLst>
          </p:cNvPr>
          <p:cNvSpPr>
            <a:spLocks xmlns:a="http://schemas.openxmlformats.org/drawingml/2006/main" noGrp="1"/>
          </p:cNvSpPr>
          <p:nvPr/>
        </p:nvSpPr>
        <p:spPr>
          <a:xfrm xmlns:a="http://schemas.openxmlformats.org/drawingml/2006/main">
            <a:off x="514350" y="4724400"/>
            <a:ext cx="457200" cy="1905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37" name="">
            <a:extLst xmlns:a="http://schemas.openxmlformats.org/drawingml/2006/main">
              <a:ext uri="{FF2B5EF4-FFF2-40B4-BE49-F238E27FC236}">
                <a16:creationId xmlns:a16="http://schemas.microsoft.com/office/drawing/2014/main" id="{28F5D6B3-EED0-476B-9836-2452F6D3CC95}"/>
              </a:ext>
            </a:extLst>
          </p:cNvPr>
          <p:cNvSpPr>
            <a:spLocks xmlns:a="http://schemas.openxmlformats.org/drawingml/2006/main" noGrp="1"/>
          </p:cNvSpPr>
          <p:nvPr/>
        </p:nvSpPr>
        <p:spPr>
          <a:xfrm xmlns:a="http://schemas.openxmlformats.org/drawingml/2006/main">
            <a:off x="514350" y="4876800"/>
            <a:ext cx="5295900"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7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每条结论携带 </a:t>
            </a:r>
            <a:r>
              <a:rPr sz="975">
                <a:solidFill>
                  <a:srgbClr val="EEF5FF"/>
                </a:solidFill>
                <a:latin typeface="微软雅黑"/>
                <a:ea typeface="微软雅黑"/>
                <a:cs typeface="微软雅黑"/>
              </a:rPr>
              <a:t>rule_code</a:t>
            </a:r>
            <a:r>
              <a:rPr sz="975">
                <a:solidFill>
                  <a:srgbClr val="EEF5FF"/>
                </a:solidFill>
                <a:latin typeface="微软雅黑"/>
                <a:ea typeface="微软雅黑"/>
                <a:cs typeface="微软雅黑"/>
              </a:rPr>
              <a:t>、命中条件、依据事实与置信度</a:t>
            </a:r>
          </a:p>
          <a:p xmlns:a="http://schemas.openxmlformats.org/drawingml/2006/main">
            <a:pPr algn="l">
              <a:lnSpc>
                <a:spcPct val="17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severity </a:t>
            </a:r>
            <a:r>
              <a:rPr sz="975">
                <a:solidFill>
                  <a:srgbClr val="EEF5FF"/>
                </a:solidFill>
                <a:latin typeface="微软雅黑"/>
                <a:ea typeface="微软雅黑"/>
                <a:cs typeface="微软雅黑"/>
              </a:rPr>
              <a:t>取命中里最严重的一档，</a:t>
            </a:r>
            <a:r>
              <a:rPr sz="975">
                <a:solidFill>
                  <a:srgbClr val="EEF5FF"/>
                </a:solidFill>
                <a:latin typeface="微软雅黑"/>
                <a:ea typeface="微软雅黑"/>
                <a:cs typeface="微软雅黑"/>
              </a:rPr>
              <a:t>actions / causes </a:t>
            </a:r>
            <a:r>
              <a:rPr sz="975">
                <a:solidFill>
                  <a:srgbClr val="EEF5FF"/>
                </a:solidFill>
                <a:latin typeface="微软雅黑"/>
                <a:ea typeface="微软雅黑"/>
                <a:cs typeface="微软雅黑"/>
              </a:rPr>
              <a:t>去重保序</a:t>
            </a:r>
          </a:p>
          <a:p xmlns:a="http://schemas.openxmlformats.org/drawingml/2006/main">
            <a:pPr algn="l">
              <a:lnSpc>
                <a:spcPct val="17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同一份报告连续归因两次，</a:t>
            </a:r>
            <a:r>
              <a:rPr sz="975">
                <a:solidFill>
                  <a:srgbClr val="EEF5FF"/>
                </a:solidFill>
                <a:latin typeface="微软雅黑"/>
                <a:ea typeface="微软雅黑"/>
                <a:cs typeface="微软雅黑"/>
              </a:rPr>
              <a:t>rule_refs </a:t>
            </a:r>
            <a:r>
              <a:rPr sz="975">
                <a:solidFill>
                  <a:srgbClr val="EEF5FF"/>
                </a:solidFill>
                <a:latin typeface="微软雅黑"/>
                <a:ea typeface="微软雅黑"/>
                <a:cs typeface="微软雅黑"/>
              </a:rPr>
              <a:t>必须完全一致（回灌自验）</a:t>
            </a:r>
          </a:p>
          <a:p xmlns:a="http://schemas.openxmlformats.org/drawingml/2006/main">
            <a:pPr algn="l">
              <a:lnSpc>
                <a:spcPct val="17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结论可下钻到「哪几个人、哪几份报告、哪几条记录」</a:t>
            </a:r>
          </a:p>
        </p:txBody>
      </p:sp>
      <p:sp>
        <p:nvSpPr>
          <p:cNvPr id="38" name="">
            <a:extLst xmlns:a="http://schemas.openxmlformats.org/drawingml/2006/main">
              <a:ext uri="{FF2B5EF4-FFF2-40B4-BE49-F238E27FC236}">
                <a16:creationId xmlns:a16="http://schemas.microsoft.com/office/drawing/2014/main" id="{33A5F20C-118B-43BE-82FF-DF523F1903B6}"/>
              </a:ext>
            </a:extLst>
          </p:cNvPr>
          <p:cNvSpPr>
            <a:spLocks xmlns:a="http://schemas.openxmlformats.org/drawingml/2006/main" noGrp="1"/>
          </p:cNvSpPr>
          <p:nvPr/>
        </p:nvSpPr>
        <p:spPr>
          <a:xfrm xmlns:a="http://schemas.openxmlformats.org/drawingml/2006/main">
            <a:off x="6210300" y="3829050"/>
            <a:ext cx="5695950" cy="2343150"/>
          </a:xfrm>
          <a:prstGeom xmlns:a="http://schemas.openxmlformats.org/drawingml/2006/main" prst="roundRect">
            <a:avLst>
              <a:gd name="adj" fmla="val 365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9" name="">
            <a:extLst xmlns:a="http://schemas.openxmlformats.org/drawingml/2006/main">
              <a:ext uri="{FF2B5EF4-FFF2-40B4-BE49-F238E27FC236}">
                <a16:creationId xmlns:a16="http://schemas.microsoft.com/office/drawing/2014/main" id="{6B5C5B46-F033-46E1-83A7-D32192830D84}"/>
              </a:ext>
            </a:extLst>
          </p:cNvPr>
          <p:cNvSpPr>
            <a:spLocks xmlns:a="http://schemas.openxmlformats.org/drawingml/2006/main" noGrp="1"/>
          </p:cNvSpPr>
          <p:nvPr/>
        </p:nvSpPr>
        <p:spPr>
          <a:xfrm xmlns:a="http://schemas.openxmlformats.org/drawingml/2006/main">
            <a:off x="6210300" y="3829050"/>
            <a:ext cx="5695950" cy="47625"/>
          </a:xfrm>
          <a:prstGeom xmlns:a="http://schemas.openxmlformats.org/drawingml/2006/main" prst="rect">
            <a:avLst/>
          </a:prstGeom>
          <a:solidFill xmlns:a="http://schemas.openxmlformats.org/drawingml/2006/main">
            <a:srgbClr val="B7A6FF"/>
          </a:solidFill>
          <a:ln xmlns:a="http://schemas.openxmlformats.org/drawingml/2006/main">
            <a:noFill/>
          </a:ln>
        </p:spPr>
      </p:sp>
      <p:sp>
        <p:nvSpPr>
          <p:cNvPr id="40" name="">
            <a:extLst xmlns:a="http://schemas.openxmlformats.org/drawingml/2006/main">
              <a:ext uri="{FF2B5EF4-FFF2-40B4-BE49-F238E27FC236}">
                <a16:creationId xmlns:a16="http://schemas.microsoft.com/office/drawing/2014/main" id="{542B11D0-3548-4E20-8779-C4615F5464DE}"/>
              </a:ext>
            </a:extLst>
          </p:cNvPr>
          <p:cNvSpPr>
            <a:spLocks xmlns:a="http://schemas.openxmlformats.org/drawingml/2006/main" noGrp="1"/>
          </p:cNvSpPr>
          <p:nvPr/>
        </p:nvSpPr>
        <p:spPr>
          <a:xfrm xmlns:a="http://schemas.openxmlformats.org/drawingml/2006/main">
            <a:off x="6438900" y="4019550"/>
            <a:ext cx="1905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B7A6FF"/>
                </a:solidFill>
                <a:latin typeface="微软雅黑"/>
                <a:ea typeface="微软雅黑"/>
                <a:cs typeface="微软雅黑"/>
              </a:defRPr>
            </a:pPr>
            <a:r>
              <a:rPr sz="938" b="1">
                <a:solidFill>
                  <a:srgbClr val="B7A6FF"/>
                </a:solidFill>
                <a:latin typeface="微软雅黑"/>
                <a:ea typeface="微软雅黑"/>
                <a:cs typeface="微软雅黑"/>
              </a:rPr>
              <a:t>创新点四</a:t>
            </a:r>
          </a:p>
        </p:txBody>
      </p:sp>
      <p:sp>
        <p:nvSpPr>
          <p:cNvPr id="41" name="">
            <a:extLst xmlns:a="http://schemas.openxmlformats.org/drawingml/2006/main">
              <a:ext uri="{FF2B5EF4-FFF2-40B4-BE49-F238E27FC236}">
                <a16:creationId xmlns:a16="http://schemas.microsoft.com/office/drawing/2014/main" id="{168FBB52-EAF5-4F38-A24E-B77FCBD1F8B6}"/>
              </a:ext>
            </a:extLst>
          </p:cNvPr>
          <p:cNvSpPr>
            <a:spLocks xmlns:a="http://schemas.openxmlformats.org/drawingml/2006/main" noGrp="1"/>
          </p:cNvSpPr>
          <p:nvPr/>
        </p:nvSpPr>
        <p:spPr>
          <a:xfrm xmlns:a="http://schemas.openxmlformats.org/drawingml/2006/main">
            <a:off x="6438900" y="4286250"/>
            <a:ext cx="52578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FFFFFF"/>
                </a:solidFill>
                <a:latin typeface="微软雅黑"/>
                <a:ea typeface="微软雅黑"/>
                <a:cs typeface="微软雅黑"/>
              </a:defRPr>
            </a:pPr>
            <a:r>
              <a:rPr sz="1575" b="1">
                <a:solidFill>
                  <a:srgbClr val="FFFFFF"/>
                </a:solidFill>
                <a:latin typeface="微软雅黑"/>
                <a:ea typeface="微软雅黑"/>
                <a:cs typeface="微软雅黑"/>
              </a:rPr>
              <a:t>建议与人工决定全程留痕</a:t>
            </a:r>
          </a:p>
        </p:txBody>
      </p:sp>
      <p:sp>
        <p:nvSpPr>
          <p:cNvPr id="42" name="">
            <a:extLst xmlns:a="http://schemas.openxmlformats.org/drawingml/2006/main">
              <a:ext uri="{FF2B5EF4-FFF2-40B4-BE49-F238E27FC236}">
                <a16:creationId xmlns:a16="http://schemas.microsoft.com/office/drawing/2014/main" id="{8D024A09-DB97-4A73-980B-EEC83F760090}"/>
              </a:ext>
            </a:extLst>
          </p:cNvPr>
          <p:cNvSpPr>
            <a:spLocks xmlns:a="http://schemas.openxmlformats.org/drawingml/2006/main" noGrp="1"/>
          </p:cNvSpPr>
          <p:nvPr/>
        </p:nvSpPr>
        <p:spPr>
          <a:xfrm xmlns:a="http://schemas.openxmlformats.org/drawingml/2006/main">
            <a:off x="6438900" y="4724400"/>
            <a:ext cx="457200" cy="19050"/>
          </a:xfrm>
          <a:prstGeom xmlns:a="http://schemas.openxmlformats.org/drawingml/2006/main" prst="rect">
            <a:avLst/>
          </a:prstGeom>
          <a:solidFill xmlns:a="http://schemas.openxmlformats.org/drawingml/2006/main">
            <a:srgbClr val="B7A6FF"/>
          </a:solidFill>
          <a:ln xmlns:a="http://schemas.openxmlformats.org/drawingml/2006/main">
            <a:noFill/>
          </a:ln>
        </p:spPr>
      </p:sp>
      <p:sp>
        <p:nvSpPr>
          <p:cNvPr id="43" name="">
            <a:extLst xmlns:a="http://schemas.openxmlformats.org/drawingml/2006/main">
              <a:ext uri="{FF2B5EF4-FFF2-40B4-BE49-F238E27FC236}">
                <a16:creationId xmlns:a16="http://schemas.microsoft.com/office/drawing/2014/main" id="{7F4F1BC5-B129-4A98-8588-B5D03DD52120}"/>
              </a:ext>
            </a:extLst>
          </p:cNvPr>
          <p:cNvSpPr>
            <a:spLocks xmlns:a="http://schemas.openxmlformats.org/drawingml/2006/main" noGrp="1"/>
          </p:cNvSpPr>
          <p:nvPr/>
        </p:nvSpPr>
        <p:spPr>
          <a:xfrm xmlns:a="http://schemas.openxmlformats.org/drawingml/2006/main">
            <a:off x="6438900" y="4876800"/>
            <a:ext cx="5295900"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7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一次归因 </a:t>
            </a: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一个 </a:t>
            </a:r>
            <a:r>
              <a:rPr sz="975">
                <a:solidFill>
                  <a:srgbClr val="EEF5FF"/>
                </a:solidFill>
                <a:latin typeface="微软雅黑"/>
                <a:ea typeface="微软雅黑"/>
                <a:cs typeface="微软雅黑"/>
              </a:rPr>
              <a:t>run_id</a:t>
            </a:r>
            <a:r>
              <a:rPr sz="975">
                <a:solidFill>
                  <a:srgbClr val="EEF5FF"/>
                </a:solidFill>
                <a:latin typeface="微软雅黑"/>
                <a:ea typeface="微软雅黑"/>
                <a:cs typeface="微软雅黑"/>
              </a:rPr>
              <a:t>，串起三张留痕表</a:t>
            </a:r>
          </a:p>
          <a:p xmlns:a="http://schemas.openxmlformats.org/drawingml/2006/main">
            <a:pPr algn="l">
              <a:lnSpc>
                <a:spcPct val="17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确认接口只改建议状态，不改任何业务数据</a:t>
            </a:r>
          </a:p>
          <a:p xmlns:a="http://schemas.openxmlformats.org/drawingml/2006/main">
            <a:pPr algn="l">
              <a:lnSpc>
                <a:spcPct val="17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采纳、驳回、修改、执行、回滚全部可追溯，责任归属清楚</a:t>
            </a:r>
          </a:p>
          <a:p xmlns:a="http://schemas.openxmlformats.org/drawingml/2006/main">
            <a:pPr algn="l">
              <a:lnSpc>
                <a:spcPct val="17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老总、班组长、员工三端均可确认，决定统一写入 </a:t>
            </a:r>
            <a:r>
              <a:rPr sz="975">
                <a:solidFill>
                  <a:srgbClr val="EEF5FF"/>
                </a:solidFill>
                <a:latin typeface="微软雅黑"/>
                <a:ea typeface="微软雅黑"/>
                <a:cs typeface="微软雅黑"/>
              </a:rPr>
              <a:t>decision_log</a:t>
            </a:r>
          </a:p>
        </p:txBody>
      </p:sp>
      <p:sp>
        <p:nvSpPr>
          <p:cNvPr id="44" name="">
            <a:extLst xmlns:a="http://schemas.openxmlformats.org/drawingml/2006/main">
              <a:ext uri="{FF2B5EF4-FFF2-40B4-BE49-F238E27FC236}">
                <a16:creationId xmlns:a16="http://schemas.microsoft.com/office/drawing/2014/main" id="{CB70E336-5E28-4E3E-AFBA-47E78CF10558}"/>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45" name="">
            <a:extLst xmlns:a="http://schemas.openxmlformats.org/drawingml/2006/main">
              <a:ext uri="{FF2B5EF4-FFF2-40B4-BE49-F238E27FC236}">
                <a16:creationId xmlns:a16="http://schemas.microsoft.com/office/drawing/2014/main" id="{423AE4F2-B318-4F13-850F-75E8D1A96A83}"/>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46" name="">
            <a:extLst xmlns:a="http://schemas.openxmlformats.org/drawingml/2006/main">
              <a:ext uri="{FF2B5EF4-FFF2-40B4-BE49-F238E27FC236}">
                <a16:creationId xmlns:a16="http://schemas.microsoft.com/office/drawing/2014/main" id="{880EB73F-EF71-4773-B41E-273700EBE101}"/>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47" name="">
            <a:extLst xmlns:a="http://schemas.openxmlformats.org/drawingml/2006/main">
              <a:ext uri="{FF2B5EF4-FFF2-40B4-BE49-F238E27FC236}">
                <a16:creationId xmlns:a16="http://schemas.microsoft.com/office/drawing/2014/main" id="{4DDC32FD-B5A7-4F00-8FE1-31DF8E9B5612}"/>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48" name="">
            <a:extLst xmlns:a="http://schemas.openxmlformats.org/drawingml/2006/main">
              <a:ext uri="{FF2B5EF4-FFF2-40B4-BE49-F238E27FC236}">
                <a16:creationId xmlns:a16="http://schemas.microsoft.com/office/drawing/2014/main" id="{6A0986EB-AB37-4EBF-B3AB-B36728C86178}"/>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15</a:t>
            </a:r>
          </a:p>
        </p:txBody>
      </p:sp>
    </p:spTree>
    <p:extLst>
      <p:ext uri="{BB962C8B-B14F-4D97-AF65-F5344CB8AC3E}">
        <p14:creationId xmlns:p14="http://schemas.microsoft.com/office/powerpoint/2010/main" val="76961735"/>
      </p:ext>
    </p:extLst>
  </p:cSld>
</p:sld>
</file>

<file path=ppt/slides/slide16.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111" name=""/>
          <p:cNvPicPr>
            <a:picLocks xmlns:a="http://schemas.openxmlformats.org/drawingml/2006/main" noChangeAspect="1"/>
          </p:cNvPicPr>
          <p:nvPr/>
        </p:nvPicPr>
        <p:blipFill>
          <a:blip xmlns:r="http://schemas.openxmlformats.org/officeDocument/2006/relationships" xmlns:a="http://schemas.openxmlformats.org/drawingml/2006/main" r:embed="R58efdc6b91f14aa3"/>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7CA891C-9BC6-4C81-B561-5B27CA8B842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049D3610-2A1D-4C98-B158-D73C4B8E938B}"/>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69B017A2-B000-47CB-952A-1C791DC5CC3B}"/>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01C5F617-FFCB-4E46-8F00-7333D82AFF0C}"/>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97342B15-BA2A-4230-8129-B497005EF6C2}"/>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91CCE6CD-A1DE-4080-960C-16A1843F74C4}"/>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89CD3A14-74BA-4B3A-ABA4-DE5853CD9B84}"/>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F09C8B83-8B34-4405-87BC-C1EEF3631343}"/>
              </a:ext>
            </a:extLst>
          </p:cNvPr>
          <p:cNvSpPr>
            <a:spLocks xmlns:a="http://schemas.openxmlformats.org/drawingml/2006/main" noGrp="1"/>
          </p:cNvSpPr>
          <p:nvPr/>
        </p:nvSpPr>
        <p:spPr>
          <a:xfrm xmlns:a="http://schemas.openxmlformats.org/drawingml/2006/main">
            <a:off x="6858000" y="0"/>
            <a:ext cx="5334000" cy="5334000"/>
          </a:xfrm>
          <a:prstGeom xmlns:a="http://schemas.openxmlformats.org/drawingml/2006/main" prst="ellipse">
            <a:avLst/>
          </a:prstGeom>
          <a:gradFill xmlns:a="http://schemas.openxmlformats.org/drawingml/2006/main">
            <a:gsLst>
              <a:gs pos="0">
                <a:srgbClr val="FFD24A">
                  <a:alpha val="20000"/>
                </a:srgbClr>
              </a:gs>
              <a:gs pos="45000">
                <a:srgbClr val="FFD24A">
                  <a:alpha val="8000"/>
                </a:srgbClr>
              </a:gs>
              <a:gs pos="100000">
                <a:srgbClr val="FFD24A">
                  <a:alpha val="0"/>
                </a:srgbClr>
              </a:gs>
            </a:gsLst>
            <a:path path="shape"/>
          </a:gradFill>
          <a:ln xmlns:a="http://schemas.openxmlformats.org/drawingml/2006/main">
            <a:noFill/>
          </a:ln>
        </p:spPr>
      </p:sp>
      <p:sp>
        <p:nvSpPr>
          <p:cNvPr id="10" name="">
            <a:extLst xmlns:a="http://schemas.openxmlformats.org/drawingml/2006/main">
              <a:ext uri="{FF2B5EF4-FFF2-40B4-BE49-F238E27FC236}">
                <a16:creationId xmlns:a16="http://schemas.microsoft.com/office/drawing/2014/main" id="{2ED8B168-4DD4-473E-B1A0-68F2C5082B5C}"/>
              </a:ext>
            </a:extLst>
          </p:cNvPr>
          <p:cNvSpPr>
            <a:spLocks xmlns:a="http://schemas.openxmlformats.org/drawingml/2006/main" noGrp="1"/>
          </p:cNvSpPr>
          <p:nvPr/>
        </p:nvSpPr>
        <p:spPr>
          <a:xfrm xmlns:a="http://schemas.openxmlformats.org/drawingml/2006/main">
            <a:off x="0" y="3429000"/>
            <a:ext cx="3429000" cy="3429000"/>
          </a:xfrm>
          <a:prstGeom xmlns:a="http://schemas.openxmlformats.org/drawingml/2006/main" prst="ellipse">
            <a:avLst/>
          </a:prstGeom>
          <a:gradFill xmlns:a="http://schemas.openxmlformats.org/drawingml/2006/main">
            <a:gsLst>
              <a:gs pos="0">
                <a:srgbClr val="7FD4FF">
                  <a:alpha val="14000"/>
                </a:srgbClr>
              </a:gs>
              <a:gs pos="45000">
                <a:srgbClr val="7FD4FF">
                  <a:alpha val="6000"/>
                </a:srgbClr>
              </a:gs>
              <a:gs pos="100000">
                <a:srgbClr val="7FD4FF">
                  <a:alpha val="0"/>
                </a:srgbClr>
              </a:gs>
            </a:gsLst>
            <a:path path="shape"/>
          </a:gra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C8E564B8-519A-4511-9313-078922074FEB}"/>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gradFill xmlns:a="http://schemas.openxmlformats.org/drawingml/2006/main">
            <a:gsLst>
              <a:gs pos="0">
                <a:srgbClr val="FFD24A"/>
              </a:gs>
              <a:gs pos="52000">
                <a:srgbClr val="FFD24A"/>
              </a:gs>
              <a:gs pos="100000">
                <a:srgbClr val="FFD24A">
                  <a:alpha val="0"/>
                </a:srgbClr>
              </a:gs>
            </a:gsLst>
            <a:lin ang="5400000"/>
          </a:gra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5AD0A7F2-240F-4C71-A958-780455F11868}"/>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FFD24A">
              <a:alpha val="70000"/>
            </a:srgbClr>
          </a:soli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38A49E1A-62C7-44B8-B4E9-70CB015F14C0}"/>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4" name="">
            <a:extLst xmlns:a="http://schemas.openxmlformats.org/drawingml/2006/main">
              <a:ext uri="{FF2B5EF4-FFF2-40B4-BE49-F238E27FC236}">
                <a16:creationId xmlns:a16="http://schemas.microsoft.com/office/drawing/2014/main" id="{E98A2752-DB74-4DD1-9D70-07C4117A2782}"/>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FFD24A">
              <a:alpha val="75000"/>
            </a:srgbClr>
          </a:solidFill>
          <a:ln xmlns:a="http://schemas.openxmlformats.org/drawingml/2006/main">
            <a:noFill/>
          </a:ln>
        </p:spPr>
      </p:sp>
      <p:sp>
        <p:nvSpPr>
          <p:cNvPr id="15" name="">
            <a:extLst xmlns:a="http://schemas.openxmlformats.org/drawingml/2006/main">
              <a:ext uri="{FF2B5EF4-FFF2-40B4-BE49-F238E27FC236}">
                <a16:creationId xmlns:a16="http://schemas.microsoft.com/office/drawing/2014/main" id="{8E1E6BE9-8ED0-4B1B-8E3F-7B2340ACA411}"/>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FFD24A">
              <a:alpha val="60000"/>
            </a:srgbClr>
          </a:solidFill>
          <a:ln xmlns:a="http://schemas.openxmlformats.org/drawingml/2006/main">
            <a:noFill/>
          </a:ln>
        </p:spPr>
      </p:sp>
      <p:sp>
        <p:nvSpPr>
          <p:cNvPr id="16" name="">
            <a:extLst xmlns:a="http://schemas.openxmlformats.org/drawingml/2006/main">
              <a:ext uri="{FF2B5EF4-FFF2-40B4-BE49-F238E27FC236}">
                <a16:creationId xmlns:a16="http://schemas.microsoft.com/office/drawing/2014/main" id="{0DF8A130-E4DE-456D-87F9-E2D1995004FC}"/>
              </a:ext>
            </a:extLst>
          </p:cNvPr>
          <p:cNvSpPr>
            <a:spLocks xmlns:a="http://schemas.openxmlformats.org/drawingml/2006/main" noGrp="1"/>
          </p:cNvSpPr>
          <p:nvPr/>
        </p:nvSpPr>
        <p:spPr>
          <a:xfrm xmlns:a="http://schemas.openxmlformats.org/drawingml/2006/main">
            <a:off x="6972300" y="1162050"/>
            <a:ext cx="4495800" cy="4495800"/>
          </a:xfrm>
          <a:prstGeom xmlns:a="http://schemas.openxmlformats.org/drawingml/2006/main" prst="roundRect">
            <a:avLst>
              <a:gd name="adj" fmla="val 3390"/>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1430">
            <a:solidFill>
              <a:srgbClr val="FFD24A">
                <a:alpha val="45000"/>
              </a:srgbClr>
            </a:solidFill>
            <a:prstDash val="solid"/>
          </a:ln>
        </p:spPr>
      </p:sp>
      <p:sp>
        <p:nvSpPr>
          <p:cNvPr id="17" name="">
            <a:extLst xmlns:a="http://schemas.openxmlformats.org/drawingml/2006/main">
              <a:ext uri="{FF2B5EF4-FFF2-40B4-BE49-F238E27FC236}">
                <a16:creationId xmlns:a16="http://schemas.microsoft.com/office/drawing/2014/main" id="{4F1C0CCE-8EB9-470D-B097-9600642F73AC}"/>
              </a:ext>
            </a:extLst>
          </p:cNvPr>
          <p:cNvSpPr>
            <a:spLocks xmlns:a="http://schemas.openxmlformats.org/drawingml/2006/main" noGrp="1"/>
          </p:cNvSpPr>
          <p:nvPr/>
        </p:nvSpPr>
        <p:spPr>
          <a:xfrm xmlns:a="http://schemas.openxmlformats.org/drawingml/2006/main">
            <a:off x="7067550" y="1257300"/>
            <a:ext cx="4305300" cy="4305300"/>
          </a:xfrm>
          <a:prstGeom xmlns:a="http://schemas.openxmlformats.org/drawingml/2006/main" prst="roundRect">
            <a:avLst>
              <a:gd name="adj" fmla="val 2655"/>
            </a:avLst>
          </a:prstGeom>
          <a:gradFill xmlns:a="http://schemas.openxmlformats.org/drawingml/2006/main">
            <a:gsLst>
              <a:gs pos="0">
                <a:srgbClr val="2760A8"/>
              </a:gs>
              <a:gs pos="100000">
                <a:srgbClr val="0A2F6B"/>
              </a:gs>
            </a:gsLst>
            <a:lin ang="8100000"/>
          </a:gradFill>
          <a:ln xmlns:a="http://schemas.openxmlformats.org/drawingml/2006/main" w="9525">
            <a:solidFill>
              <a:srgbClr val="FFD24A">
                <a:alpha val="28000"/>
              </a:srgbClr>
            </a:solidFill>
            <a:prstDash val="solid"/>
          </a:ln>
        </p:spPr>
      </p:sp>
      <p:sp>
        <p:nvSpPr>
          <p:cNvPr id="18" name="">
            <a:extLst xmlns:a="http://schemas.openxmlformats.org/drawingml/2006/main">
              <a:ext uri="{FF2B5EF4-FFF2-40B4-BE49-F238E27FC236}">
                <a16:creationId xmlns:a16="http://schemas.microsoft.com/office/drawing/2014/main" id="{34484554-7A36-4383-A7E2-010EC13FBEE2}"/>
              </a:ext>
            </a:extLst>
          </p:cNvPr>
          <p:cNvSpPr>
            <a:spLocks xmlns:a="http://schemas.openxmlformats.org/drawingml/2006/main" noGrp="1"/>
          </p:cNvSpPr>
          <p:nvPr/>
        </p:nvSpPr>
        <p:spPr>
          <a:xfrm xmlns:a="http://schemas.openxmlformats.org/drawingml/2006/main">
            <a:off x="7239000" y="1428750"/>
            <a:ext cx="3962400" cy="1676400"/>
          </a:xfrm>
          <a:prstGeom xmlns:a="http://schemas.openxmlformats.org/drawingml/2006/main" prst="rect">
            <a:avLst/>
          </a:prstGeom>
          <a:pattFill xmlns:a="http://schemas.openxmlformats.org/drawingml/2006/main" prst="dotGrid">
            <a:fgClr>
              <a:srgbClr val="7FC4FF">
                <a:alpha val="55000"/>
              </a:srgbClr>
            </a:fgClr>
            <a:bgClr>
              <a:srgbClr val="0B3E82"/>
            </a:bgClr>
          </a:patt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AF1F44C8-5F4A-405A-9DC8-12DC91A9825A}"/>
              </a:ext>
            </a:extLst>
          </p:cNvPr>
          <p:cNvSpPr>
            <a:spLocks xmlns:a="http://schemas.openxmlformats.org/drawingml/2006/main" noGrp="1"/>
          </p:cNvSpPr>
          <p:nvPr/>
        </p:nvSpPr>
        <p:spPr>
          <a:xfrm xmlns:a="http://schemas.openxmlformats.org/drawingml/2006/main">
            <a:off x="7391400" y="1847850"/>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a:noFill/>
          </a:ln>
        </p:spPr>
      </p:sp>
      <p:sp>
        <p:nvSpPr>
          <p:cNvPr id="20" name="">
            <a:extLst xmlns:a="http://schemas.openxmlformats.org/drawingml/2006/main">
              <a:ext uri="{FF2B5EF4-FFF2-40B4-BE49-F238E27FC236}">
                <a16:creationId xmlns:a16="http://schemas.microsoft.com/office/drawing/2014/main" id="{321B9749-9EE1-453E-AC7B-690CF21E4DAB}"/>
              </a:ext>
            </a:extLst>
          </p:cNvPr>
          <p:cNvSpPr>
            <a:spLocks xmlns:a="http://schemas.openxmlformats.org/drawingml/2006/main" noGrp="1"/>
          </p:cNvSpPr>
          <p:nvPr/>
        </p:nvSpPr>
        <p:spPr>
          <a:xfrm xmlns:a="http://schemas.openxmlformats.org/drawingml/2006/main">
            <a:off x="7391400" y="1990725"/>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a:noFill/>
          </a:ln>
        </p:spPr>
      </p:sp>
      <p:sp>
        <p:nvSpPr>
          <p:cNvPr id="21" name="">
            <a:extLst xmlns:a="http://schemas.openxmlformats.org/drawingml/2006/main">
              <a:ext uri="{FF2B5EF4-FFF2-40B4-BE49-F238E27FC236}">
                <a16:creationId xmlns:a16="http://schemas.microsoft.com/office/drawing/2014/main" id="{AF862E0D-EAF4-4E85-B02D-A01B3EECBE0E}"/>
              </a:ext>
            </a:extLst>
          </p:cNvPr>
          <p:cNvSpPr>
            <a:spLocks xmlns:a="http://schemas.openxmlformats.org/drawingml/2006/main" noGrp="1"/>
          </p:cNvSpPr>
          <p:nvPr/>
        </p:nvSpPr>
        <p:spPr>
          <a:xfrm xmlns:a="http://schemas.openxmlformats.org/drawingml/2006/main">
            <a:off x="7391400" y="2133600"/>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6AE6355F-58B4-4530-864F-35344C263328}"/>
              </a:ext>
            </a:extLst>
          </p:cNvPr>
          <p:cNvSpPr>
            <a:spLocks xmlns:a="http://schemas.openxmlformats.org/drawingml/2006/main" noGrp="1"/>
          </p:cNvSpPr>
          <p:nvPr/>
        </p:nvSpPr>
        <p:spPr>
          <a:xfrm xmlns:a="http://schemas.openxmlformats.org/drawingml/2006/main">
            <a:off x="7534275" y="1847850"/>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a:noFill/>
          </a:ln>
        </p:spPr>
      </p:sp>
      <p:sp>
        <p:nvSpPr>
          <p:cNvPr id="23" name="">
            <a:extLst xmlns:a="http://schemas.openxmlformats.org/drawingml/2006/main">
              <a:ext uri="{FF2B5EF4-FFF2-40B4-BE49-F238E27FC236}">
                <a16:creationId xmlns:a16="http://schemas.microsoft.com/office/drawing/2014/main" id="{D7E85F78-5BA0-471C-95B0-F9BEC8A9B038}"/>
              </a:ext>
            </a:extLst>
          </p:cNvPr>
          <p:cNvSpPr>
            <a:spLocks xmlns:a="http://schemas.openxmlformats.org/drawingml/2006/main" noGrp="1"/>
          </p:cNvSpPr>
          <p:nvPr/>
        </p:nvSpPr>
        <p:spPr>
          <a:xfrm xmlns:a="http://schemas.openxmlformats.org/drawingml/2006/main">
            <a:off x="7534275" y="1990725"/>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a:noFill/>
          </a:ln>
        </p:spPr>
      </p:sp>
      <p:sp>
        <p:nvSpPr>
          <p:cNvPr id="24" name="">
            <a:extLst xmlns:a="http://schemas.openxmlformats.org/drawingml/2006/main">
              <a:ext uri="{FF2B5EF4-FFF2-40B4-BE49-F238E27FC236}">
                <a16:creationId xmlns:a16="http://schemas.microsoft.com/office/drawing/2014/main" id="{A8E1125E-108A-432D-A699-98CD0F323076}"/>
              </a:ext>
            </a:extLst>
          </p:cNvPr>
          <p:cNvSpPr>
            <a:spLocks xmlns:a="http://schemas.openxmlformats.org/drawingml/2006/main" noGrp="1"/>
          </p:cNvSpPr>
          <p:nvPr/>
        </p:nvSpPr>
        <p:spPr>
          <a:xfrm xmlns:a="http://schemas.openxmlformats.org/drawingml/2006/main">
            <a:off x="7534275" y="2133600"/>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a:noFill/>
          </a:ln>
        </p:spPr>
      </p:sp>
      <p:sp>
        <p:nvSpPr>
          <p:cNvPr id="25" name="">
            <a:extLst xmlns:a="http://schemas.openxmlformats.org/drawingml/2006/main">
              <a:ext uri="{FF2B5EF4-FFF2-40B4-BE49-F238E27FC236}">
                <a16:creationId xmlns:a16="http://schemas.microsoft.com/office/drawing/2014/main" id="{28FC6896-E5E4-49C6-912C-A67EE93BA3F4}"/>
              </a:ext>
            </a:extLst>
          </p:cNvPr>
          <p:cNvSpPr>
            <a:spLocks xmlns:a="http://schemas.openxmlformats.org/drawingml/2006/main" noGrp="1"/>
          </p:cNvSpPr>
          <p:nvPr/>
        </p:nvSpPr>
        <p:spPr>
          <a:xfrm xmlns:a="http://schemas.openxmlformats.org/drawingml/2006/main">
            <a:off x="7677150" y="1847850"/>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a:noFill/>
          </a:ln>
        </p:spPr>
      </p:sp>
      <p:sp>
        <p:nvSpPr>
          <p:cNvPr id="26" name="">
            <a:extLst xmlns:a="http://schemas.openxmlformats.org/drawingml/2006/main">
              <a:ext uri="{FF2B5EF4-FFF2-40B4-BE49-F238E27FC236}">
                <a16:creationId xmlns:a16="http://schemas.microsoft.com/office/drawing/2014/main" id="{3F489158-A0CE-4555-BD67-96C51184CB20}"/>
              </a:ext>
            </a:extLst>
          </p:cNvPr>
          <p:cNvSpPr>
            <a:spLocks xmlns:a="http://schemas.openxmlformats.org/drawingml/2006/main" noGrp="1"/>
          </p:cNvSpPr>
          <p:nvPr/>
        </p:nvSpPr>
        <p:spPr>
          <a:xfrm xmlns:a="http://schemas.openxmlformats.org/drawingml/2006/main">
            <a:off x="7677150" y="1990725"/>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a:noFill/>
          </a:ln>
        </p:spPr>
      </p:sp>
      <p:sp>
        <p:nvSpPr>
          <p:cNvPr id="27" name="">
            <a:extLst xmlns:a="http://schemas.openxmlformats.org/drawingml/2006/main">
              <a:ext uri="{FF2B5EF4-FFF2-40B4-BE49-F238E27FC236}">
                <a16:creationId xmlns:a16="http://schemas.microsoft.com/office/drawing/2014/main" id="{6C0FC87E-A861-43B5-AE92-7637B5E3684A}"/>
              </a:ext>
            </a:extLst>
          </p:cNvPr>
          <p:cNvSpPr>
            <a:spLocks xmlns:a="http://schemas.openxmlformats.org/drawingml/2006/main" noGrp="1"/>
          </p:cNvSpPr>
          <p:nvPr/>
        </p:nvSpPr>
        <p:spPr>
          <a:xfrm xmlns:a="http://schemas.openxmlformats.org/drawingml/2006/main">
            <a:off x="7677150" y="2133600"/>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a:noFill/>
          </a:ln>
        </p:spPr>
      </p:sp>
      <p:sp>
        <p:nvSpPr>
          <p:cNvPr id="28" name="">
            <a:extLst xmlns:a="http://schemas.openxmlformats.org/drawingml/2006/main">
              <a:ext uri="{FF2B5EF4-FFF2-40B4-BE49-F238E27FC236}">
                <a16:creationId xmlns:a16="http://schemas.microsoft.com/office/drawing/2014/main" id="{B16CA79B-F8CE-4280-88B1-153F5255A083}"/>
              </a:ext>
            </a:extLst>
          </p:cNvPr>
          <p:cNvSpPr>
            <a:spLocks xmlns:a="http://schemas.openxmlformats.org/drawingml/2006/main" noGrp="1"/>
          </p:cNvSpPr>
          <p:nvPr/>
        </p:nvSpPr>
        <p:spPr>
          <a:xfrm xmlns:a="http://schemas.openxmlformats.org/drawingml/2006/main">
            <a:off x="7820025" y="1847850"/>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a:noFill/>
          </a:ln>
        </p:spPr>
      </p:sp>
      <p:sp>
        <p:nvSpPr>
          <p:cNvPr id="29" name="">
            <a:extLst xmlns:a="http://schemas.openxmlformats.org/drawingml/2006/main">
              <a:ext uri="{FF2B5EF4-FFF2-40B4-BE49-F238E27FC236}">
                <a16:creationId xmlns:a16="http://schemas.microsoft.com/office/drawing/2014/main" id="{000904D0-738F-49B0-A172-B9E412841D7E}"/>
              </a:ext>
            </a:extLst>
          </p:cNvPr>
          <p:cNvSpPr>
            <a:spLocks xmlns:a="http://schemas.openxmlformats.org/drawingml/2006/main" noGrp="1"/>
          </p:cNvSpPr>
          <p:nvPr/>
        </p:nvSpPr>
        <p:spPr>
          <a:xfrm xmlns:a="http://schemas.openxmlformats.org/drawingml/2006/main">
            <a:off x="7820025" y="1990725"/>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a:noFill/>
          </a:ln>
        </p:spPr>
      </p:sp>
      <p:sp>
        <p:nvSpPr>
          <p:cNvPr id="30" name="">
            <a:extLst xmlns:a="http://schemas.openxmlformats.org/drawingml/2006/main">
              <a:ext uri="{FF2B5EF4-FFF2-40B4-BE49-F238E27FC236}">
                <a16:creationId xmlns:a16="http://schemas.microsoft.com/office/drawing/2014/main" id="{A154CA11-D464-4214-B836-EA12CD3DB8E9}"/>
              </a:ext>
            </a:extLst>
          </p:cNvPr>
          <p:cNvSpPr>
            <a:spLocks xmlns:a="http://schemas.openxmlformats.org/drawingml/2006/main" noGrp="1"/>
          </p:cNvSpPr>
          <p:nvPr/>
        </p:nvSpPr>
        <p:spPr>
          <a:xfrm xmlns:a="http://schemas.openxmlformats.org/drawingml/2006/main">
            <a:off x="7820025" y="2133600"/>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a:noFill/>
          </a:ln>
        </p:spPr>
      </p:sp>
      <p:sp>
        <p:nvSpPr>
          <p:cNvPr id="31" name="">
            <a:extLst xmlns:a="http://schemas.openxmlformats.org/drawingml/2006/main">
              <a:ext uri="{FF2B5EF4-FFF2-40B4-BE49-F238E27FC236}">
                <a16:creationId xmlns:a16="http://schemas.microsoft.com/office/drawing/2014/main" id="{DD598C5C-98AD-4378-BE23-9B6046295464}"/>
              </a:ext>
            </a:extLst>
          </p:cNvPr>
          <p:cNvSpPr>
            <a:spLocks xmlns:a="http://schemas.openxmlformats.org/drawingml/2006/main" noGrp="1"/>
          </p:cNvSpPr>
          <p:nvPr/>
        </p:nvSpPr>
        <p:spPr>
          <a:xfrm xmlns:a="http://schemas.openxmlformats.org/drawingml/2006/main">
            <a:off x="7962900" y="1847850"/>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a:noFill/>
          </a:ln>
        </p:spPr>
      </p:sp>
      <p:sp>
        <p:nvSpPr>
          <p:cNvPr id="32" name="">
            <a:extLst xmlns:a="http://schemas.openxmlformats.org/drawingml/2006/main">
              <a:ext uri="{FF2B5EF4-FFF2-40B4-BE49-F238E27FC236}">
                <a16:creationId xmlns:a16="http://schemas.microsoft.com/office/drawing/2014/main" id="{21A17F15-BE4E-4627-A1CD-9BC304FBE83B}"/>
              </a:ext>
            </a:extLst>
          </p:cNvPr>
          <p:cNvSpPr>
            <a:spLocks xmlns:a="http://schemas.openxmlformats.org/drawingml/2006/main" noGrp="1"/>
          </p:cNvSpPr>
          <p:nvPr/>
        </p:nvSpPr>
        <p:spPr>
          <a:xfrm xmlns:a="http://schemas.openxmlformats.org/drawingml/2006/main">
            <a:off x="7962900" y="1990725"/>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a:noFill/>
          </a:ln>
        </p:spPr>
      </p:sp>
      <p:sp>
        <p:nvSpPr>
          <p:cNvPr id="33" name="">
            <a:extLst xmlns:a="http://schemas.openxmlformats.org/drawingml/2006/main">
              <a:ext uri="{FF2B5EF4-FFF2-40B4-BE49-F238E27FC236}">
                <a16:creationId xmlns:a16="http://schemas.microsoft.com/office/drawing/2014/main" id="{5B95AB85-565A-4167-B6BD-C2D491AFF0B1}"/>
              </a:ext>
            </a:extLst>
          </p:cNvPr>
          <p:cNvSpPr>
            <a:spLocks xmlns:a="http://schemas.openxmlformats.org/drawingml/2006/main" noGrp="1"/>
          </p:cNvSpPr>
          <p:nvPr/>
        </p:nvSpPr>
        <p:spPr>
          <a:xfrm xmlns:a="http://schemas.openxmlformats.org/drawingml/2006/main">
            <a:off x="7962900" y="2133600"/>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a:noFill/>
          </a:ln>
        </p:spPr>
      </p:sp>
      <p:sp>
        <p:nvSpPr>
          <p:cNvPr id="34" name="">
            <a:extLst xmlns:a="http://schemas.openxmlformats.org/drawingml/2006/main">
              <a:ext uri="{FF2B5EF4-FFF2-40B4-BE49-F238E27FC236}">
                <a16:creationId xmlns:a16="http://schemas.microsoft.com/office/drawing/2014/main" id="{C21C0641-300C-4C9A-9979-85FA6CFD896F}"/>
              </a:ext>
            </a:extLst>
          </p:cNvPr>
          <p:cNvSpPr>
            <a:spLocks xmlns:a="http://schemas.openxmlformats.org/drawingml/2006/main" noGrp="1"/>
          </p:cNvSpPr>
          <p:nvPr/>
        </p:nvSpPr>
        <p:spPr>
          <a:xfrm xmlns:a="http://schemas.openxmlformats.org/drawingml/2006/main">
            <a:off x="8105775" y="1847850"/>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a:noFill/>
          </a:ln>
        </p:spPr>
      </p:sp>
      <p:sp>
        <p:nvSpPr>
          <p:cNvPr id="35" name="">
            <a:extLst xmlns:a="http://schemas.openxmlformats.org/drawingml/2006/main">
              <a:ext uri="{FF2B5EF4-FFF2-40B4-BE49-F238E27FC236}">
                <a16:creationId xmlns:a16="http://schemas.microsoft.com/office/drawing/2014/main" id="{F6997B79-F215-4293-ACD8-44AB0407F4ED}"/>
              </a:ext>
            </a:extLst>
          </p:cNvPr>
          <p:cNvSpPr>
            <a:spLocks xmlns:a="http://schemas.openxmlformats.org/drawingml/2006/main" noGrp="1"/>
          </p:cNvSpPr>
          <p:nvPr/>
        </p:nvSpPr>
        <p:spPr>
          <a:xfrm xmlns:a="http://schemas.openxmlformats.org/drawingml/2006/main">
            <a:off x="8105775" y="1990725"/>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a:noFill/>
          </a:ln>
        </p:spPr>
      </p:sp>
      <p:sp>
        <p:nvSpPr>
          <p:cNvPr id="36" name="">
            <a:extLst xmlns:a="http://schemas.openxmlformats.org/drawingml/2006/main">
              <a:ext uri="{FF2B5EF4-FFF2-40B4-BE49-F238E27FC236}">
                <a16:creationId xmlns:a16="http://schemas.microsoft.com/office/drawing/2014/main" id="{E1ED8A54-4330-4ACA-BB7D-2ACFF5B8321C}"/>
              </a:ext>
            </a:extLst>
          </p:cNvPr>
          <p:cNvSpPr>
            <a:spLocks xmlns:a="http://schemas.openxmlformats.org/drawingml/2006/main" noGrp="1"/>
          </p:cNvSpPr>
          <p:nvPr/>
        </p:nvSpPr>
        <p:spPr>
          <a:xfrm xmlns:a="http://schemas.openxmlformats.org/drawingml/2006/main">
            <a:off x="8105775" y="2133600"/>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a:noFill/>
          </a:ln>
        </p:spPr>
      </p:sp>
      <p:sp>
        <p:nvSpPr>
          <p:cNvPr id="37" name="">
            <a:extLst xmlns:a="http://schemas.openxmlformats.org/drawingml/2006/main">
              <a:ext uri="{FF2B5EF4-FFF2-40B4-BE49-F238E27FC236}">
                <a16:creationId xmlns:a16="http://schemas.microsoft.com/office/drawing/2014/main" id="{35D2D6AF-2A85-484F-88F7-9CFA95D59371}"/>
              </a:ext>
            </a:extLst>
          </p:cNvPr>
          <p:cNvSpPr>
            <a:spLocks xmlns:a="http://schemas.openxmlformats.org/drawingml/2006/main" noGrp="1"/>
          </p:cNvSpPr>
          <p:nvPr/>
        </p:nvSpPr>
        <p:spPr>
          <a:xfrm xmlns:a="http://schemas.openxmlformats.org/drawingml/2006/main">
            <a:off x="8248650" y="1847850"/>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a:noFill/>
          </a:ln>
        </p:spPr>
      </p:sp>
      <p:sp>
        <p:nvSpPr>
          <p:cNvPr id="38" name="">
            <a:extLst xmlns:a="http://schemas.openxmlformats.org/drawingml/2006/main">
              <a:ext uri="{FF2B5EF4-FFF2-40B4-BE49-F238E27FC236}">
                <a16:creationId xmlns:a16="http://schemas.microsoft.com/office/drawing/2014/main" id="{4F982FD7-F51E-467E-85E3-EE29D7AC095F}"/>
              </a:ext>
            </a:extLst>
          </p:cNvPr>
          <p:cNvSpPr>
            <a:spLocks xmlns:a="http://schemas.openxmlformats.org/drawingml/2006/main" noGrp="1"/>
          </p:cNvSpPr>
          <p:nvPr/>
        </p:nvSpPr>
        <p:spPr>
          <a:xfrm xmlns:a="http://schemas.openxmlformats.org/drawingml/2006/main">
            <a:off x="8248650" y="1990725"/>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a:noFill/>
          </a:ln>
        </p:spPr>
      </p:sp>
      <p:sp>
        <p:nvSpPr>
          <p:cNvPr id="39" name="">
            <a:extLst xmlns:a="http://schemas.openxmlformats.org/drawingml/2006/main">
              <a:ext uri="{FF2B5EF4-FFF2-40B4-BE49-F238E27FC236}">
                <a16:creationId xmlns:a16="http://schemas.microsoft.com/office/drawing/2014/main" id="{4E746CDA-5BC8-46BF-AC21-F28750E90B01}"/>
              </a:ext>
            </a:extLst>
          </p:cNvPr>
          <p:cNvSpPr>
            <a:spLocks xmlns:a="http://schemas.openxmlformats.org/drawingml/2006/main" noGrp="1"/>
          </p:cNvSpPr>
          <p:nvPr/>
        </p:nvSpPr>
        <p:spPr>
          <a:xfrm xmlns:a="http://schemas.openxmlformats.org/drawingml/2006/main">
            <a:off x="8248650" y="2133600"/>
            <a:ext cx="22860" cy="22860"/>
          </a:xfrm>
          <a:prstGeom xmlns:a="http://schemas.openxmlformats.org/drawingml/2006/main" prst="ellipse">
            <a:avLst/>
          </a:prstGeom>
          <a:solidFill xmlns:a="http://schemas.openxmlformats.org/drawingml/2006/main">
            <a:srgbClr val="FFD24A">
              <a:alpha val="35000"/>
            </a:srgbClr>
          </a:solidFill>
          <a:ln xmlns:a="http://schemas.openxmlformats.org/drawingml/2006/main">
            <a:noFill/>
          </a:ln>
        </p:spPr>
      </p:sp>
      <p:sp>
        <p:nvSpPr>
          <p:cNvPr id="40" name="">
            <a:extLst xmlns:a="http://schemas.openxmlformats.org/drawingml/2006/main">
              <a:ext uri="{FF2B5EF4-FFF2-40B4-BE49-F238E27FC236}">
                <a16:creationId xmlns:a16="http://schemas.microsoft.com/office/drawing/2014/main" id="{04BEB606-3F39-4FC8-9FD3-2683B6CE1115}"/>
              </a:ext>
            </a:extLst>
          </p:cNvPr>
          <p:cNvSpPr>
            <a:spLocks xmlns:a="http://schemas.openxmlformats.org/drawingml/2006/main" noGrp="1"/>
          </p:cNvSpPr>
          <p:nvPr/>
        </p:nvSpPr>
        <p:spPr>
          <a:xfrm xmlns:a="http://schemas.openxmlformats.org/drawingml/2006/main">
            <a:off x="8743950" y="1638300"/>
            <a:ext cx="2457450" cy="1771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oAutofit/>
          </a:bodyPr>
          <a:lstStyle xmlns:a="http://schemas.openxmlformats.org/drawingml/2006/main"/>
          <a:p xmlns:a="http://schemas.openxmlformats.org/drawingml/2006/main">
            <a:pPr algn="r">
              <a:defRPr sz="9900" b="1">
                <a:ln w="14288">
                  <a:solidFill>
                    <a:srgbClr val="FFD24A">
                      <a:alpha val="75000"/>
                    </a:srgbClr>
                  </a:solidFill>
                  <a:prstDash val="solid"/>
                </a:ln>
                <a:solidFill>
                  <a:srgbClr val="0B3E82"/>
                </a:solidFill>
                <a:latin typeface="Bahnschrift SemiBold"/>
                <a:ea typeface="Bahnschrift SemiBold"/>
                <a:cs typeface="Bahnschrift SemiBold"/>
              </a:defRPr>
            </a:pPr>
            <a:r>
              <a:rPr sz="9900" b="1">
                <a:ln w="14288">
                  <a:solidFill>
                    <a:srgbClr val="FFD24A">
                      <a:alpha val="75000"/>
                    </a:srgbClr>
                  </a:solidFill>
                  <a:prstDash val="solid"/>
                </a:ln>
                <a:solidFill>
                  <a:srgbClr val="0B3E82"/>
                </a:solidFill>
                <a:latin typeface="Bahnschrift SemiBold"/>
                <a:ea typeface="Bahnschrift SemiBold"/>
                <a:cs typeface="Bahnschrift SemiBold"/>
              </a:rPr>
              <a:t>03</a:t>
            </a:r>
          </a:p>
        </p:txBody>
      </p:sp>
      <p:sp>
        <p:nvSpPr>
          <p:cNvPr id="41" name="">
            <a:extLst xmlns:a="http://schemas.openxmlformats.org/drawingml/2006/main">
              <a:ext uri="{FF2B5EF4-FFF2-40B4-BE49-F238E27FC236}">
                <a16:creationId xmlns:a16="http://schemas.microsoft.com/office/drawing/2014/main" id="{64773595-46CB-4B60-A4E4-0DC824D92194}"/>
              </a:ext>
            </a:extLst>
          </p:cNvPr>
          <p:cNvSpPr>
            <a:spLocks xmlns:a="http://schemas.openxmlformats.org/drawingml/2006/main" noGrp="1"/>
          </p:cNvSpPr>
          <p:nvPr/>
        </p:nvSpPr>
        <p:spPr>
          <a:xfrm xmlns:a="http://schemas.openxmlformats.org/drawingml/2006/main">
            <a:off x="7239000" y="3295650"/>
            <a:ext cx="3962400" cy="19050"/>
          </a:xfrm>
          <a:prstGeom xmlns:a="http://schemas.openxmlformats.org/drawingml/2006/main" prst="rect">
            <a:avLst/>
          </a:prstGeom>
          <a:gradFill xmlns:a="http://schemas.openxmlformats.org/drawingml/2006/main">
            <a:gsLst>
              <a:gs pos="0">
                <a:srgbClr val="FFD24A"/>
              </a:gs>
              <a:gs pos="100000">
                <a:srgbClr val="FFD24A">
                  <a:alpha val="0"/>
                </a:srgbClr>
              </a:gs>
            </a:gsLst>
            <a:lin ang="0"/>
          </a:gradFill>
          <a:ln xmlns:a="http://schemas.openxmlformats.org/drawingml/2006/main">
            <a:noFill/>
          </a:ln>
        </p:spPr>
      </p:sp>
      <p:sp>
        <p:nvSpPr>
          <p:cNvPr id="42" name="">
            <a:extLst xmlns:a="http://schemas.openxmlformats.org/drawingml/2006/main">
              <a:ext uri="{FF2B5EF4-FFF2-40B4-BE49-F238E27FC236}">
                <a16:creationId xmlns:a16="http://schemas.microsoft.com/office/drawing/2014/main" id="{A0CF4A3F-898F-4A4E-BC3D-44BD79776016}"/>
              </a:ext>
            </a:extLst>
          </p:cNvPr>
          <p:cNvSpPr>
            <a:spLocks xmlns:a="http://schemas.openxmlformats.org/drawingml/2006/main" noGrp="1"/>
          </p:cNvSpPr>
          <p:nvPr/>
        </p:nvSpPr>
        <p:spPr>
          <a:xfrm xmlns:a="http://schemas.openxmlformats.org/drawingml/2006/main">
            <a:off x="7239000" y="3524250"/>
            <a:ext cx="3962400" cy="685800"/>
          </a:xfrm>
          <a:prstGeom xmlns:a="http://schemas.openxmlformats.org/drawingml/2006/main" prst="rect">
            <a:avLst/>
          </a:prstGeom>
          <a:pattFill xmlns:a="http://schemas.openxmlformats.org/drawingml/2006/main" prst="wdUpDiag">
            <a:fgClr>
              <a:srgbClr val="FFD24A">
                <a:alpha val="24000"/>
              </a:srgbClr>
            </a:fgClr>
            <a:bgClr>
              <a:srgbClr val="0B3E82"/>
            </a:bgClr>
          </a:pattFill>
          <a:ln xmlns:a="http://schemas.openxmlformats.org/drawingml/2006/main">
            <a:noFill/>
          </a:ln>
        </p:spPr>
      </p:sp>
      <p:sp>
        <p:nvSpPr>
          <p:cNvPr id="43" name="">
            <a:extLst xmlns:a="http://schemas.openxmlformats.org/drawingml/2006/main">
              <a:ext uri="{FF2B5EF4-FFF2-40B4-BE49-F238E27FC236}">
                <a16:creationId xmlns:a16="http://schemas.microsoft.com/office/drawing/2014/main" id="{5481BF8B-29AF-46B0-AA3F-1E46D993AB64}"/>
              </a:ext>
            </a:extLst>
          </p:cNvPr>
          <p:cNvSpPr>
            <a:spLocks xmlns:a="http://schemas.openxmlformats.org/drawingml/2006/main" noGrp="1"/>
          </p:cNvSpPr>
          <p:nvPr/>
        </p:nvSpPr>
        <p:spPr>
          <a:xfrm xmlns:a="http://schemas.openxmlformats.org/drawingml/2006/main">
            <a:off x="7239000" y="440055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44" name="">
            <a:extLst xmlns:a="http://schemas.openxmlformats.org/drawingml/2006/main">
              <a:ext uri="{FF2B5EF4-FFF2-40B4-BE49-F238E27FC236}">
                <a16:creationId xmlns:a16="http://schemas.microsoft.com/office/drawing/2014/main" id="{FBCFE9C2-C75D-4830-A6F1-DD29DE755A6D}"/>
              </a:ext>
            </a:extLst>
          </p:cNvPr>
          <p:cNvSpPr>
            <a:spLocks xmlns:a="http://schemas.openxmlformats.org/drawingml/2006/main" noGrp="1"/>
          </p:cNvSpPr>
          <p:nvPr/>
        </p:nvSpPr>
        <p:spPr>
          <a:xfrm xmlns:a="http://schemas.openxmlformats.org/drawingml/2006/main">
            <a:off x="7239000" y="4524375"/>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45" name="">
            <a:extLst xmlns:a="http://schemas.openxmlformats.org/drawingml/2006/main">
              <a:ext uri="{FF2B5EF4-FFF2-40B4-BE49-F238E27FC236}">
                <a16:creationId xmlns:a16="http://schemas.microsoft.com/office/drawing/2014/main" id="{6B5D4766-5E89-46BF-8197-893DA44C58E4}"/>
              </a:ext>
            </a:extLst>
          </p:cNvPr>
          <p:cNvSpPr>
            <a:spLocks xmlns:a="http://schemas.openxmlformats.org/drawingml/2006/main" noGrp="1"/>
          </p:cNvSpPr>
          <p:nvPr/>
        </p:nvSpPr>
        <p:spPr>
          <a:xfrm xmlns:a="http://schemas.openxmlformats.org/drawingml/2006/main">
            <a:off x="7239000" y="464820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46" name="">
            <a:extLst xmlns:a="http://schemas.openxmlformats.org/drawingml/2006/main">
              <a:ext uri="{FF2B5EF4-FFF2-40B4-BE49-F238E27FC236}">
                <a16:creationId xmlns:a16="http://schemas.microsoft.com/office/drawing/2014/main" id="{2A0DF32B-78B9-4122-9878-482A9693B6CF}"/>
              </a:ext>
            </a:extLst>
          </p:cNvPr>
          <p:cNvSpPr>
            <a:spLocks xmlns:a="http://schemas.openxmlformats.org/drawingml/2006/main" noGrp="1"/>
          </p:cNvSpPr>
          <p:nvPr/>
        </p:nvSpPr>
        <p:spPr>
          <a:xfrm xmlns:a="http://schemas.openxmlformats.org/drawingml/2006/main">
            <a:off x="7362825" y="440055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47" name="">
            <a:extLst xmlns:a="http://schemas.openxmlformats.org/drawingml/2006/main">
              <a:ext uri="{FF2B5EF4-FFF2-40B4-BE49-F238E27FC236}">
                <a16:creationId xmlns:a16="http://schemas.microsoft.com/office/drawing/2014/main" id="{7A80E144-80CB-4A00-87DC-A001D9BAC5CE}"/>
              </a:ext>
            </a:extLst>
          </p:cNvPr>
          <p:cNvSpPr>
            <a:spLocks xmlns:a="http://schemas.openxmlformats.org/drawingml/2006/main" noGrp="1"/>
          </p:cNvSpPr>
          <p:nvPr/>
        </p:nvSpPr>
        <p:spPr>
          <a:xfrm xmlns:a="http://schemas.openxmlformats.org/drawingml/2006/main">
            <a:off x="7362825" y="4524375"/>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48" name="">
            <a:extLst xmlns:a="http://schemas.openxmlformats.org/drawingml/2006/main">
              <a:ext uri="{FF2B5EF4-FFF2-40B4-BE49-F238E27FC236}">
                <a16:creationId xmlns:a16="http://schemas.microsoft.com/office/drawing/2014/main" id="{0FD04A82-169E-4A85-A9BA-154D3655CEA1}"/>
              </a:ext>
            </a:extLst>
          </p:cNvPr>
          <p:cNvSpPr>
            <a:spLocks xmlns:a="http://schemas.openxmlformats.org/drawingml/2006/main" noGrp="1"/>
          </p:cNvSpPr>
          <p:nvPr/>
        </p:nvSpPr>
        <p:spPr>
          <a:xfrm xmlns:a="http://schemas.openxmlformats.org/drawingml/2006/main">
            <a:off x="7362825" y="464820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49" name="">
            <a:extLst xmlns:a="http://schemas.openxmlformats.org/drawingml/2006/main">
              <a:ext uri="{FF2B5EF4-FFF2-40B4-BE49-F238E27FC236}">
                <a16:creationId xmlns:a16="http://schemas.microsoft.com/office/drawing/2014/main" id="{A7608338-2D38-424C-AFE1-5BE6368F9393}"/>
              </a:ext>
            </a:extLst>
          </p:cNvPr>
          <p:cNvSpPr>
            <a:spLocks xmlns:a="http://schemas.openxmlformats.org/drawingml/2006/main" noGrp="1"/>
          </p:cNvSpPr>
          <p:nvPr/>
        </p:nvSpPr>
        <p:spPr>
          <a:xfrm xmlns:a="http://schemas.openxmlformats.org/drawingml/2006/main">
            <a:off x="7486650" y="440055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50" name="">
            <a:extLst xmlns:a="http://schemas.openxmlformats.org/drawingml/2006/main">
              <a:ext uri="{FF2B5EF4-FFF2-40B4-BE49-F238E27FC236}">
                <a16:creationId xmlns:a16="http://schemas.microsoft.com/office/drawing/2014/main" id="{4880B6BC-B9F5-4D8B-958C-8154AB5DE3E3}"/>
              </a:ext>
            </a:extLst>
          </p:cNvPr>
          <p:cNvSpPr>
            <a:spLocks xmlns:a="http://schemas.openxmlformats.org/drawingml/2006/main" noGrp="1"/>
          </p:cNvSpPr>
          <p:nvPr/>
        </p:nvSpPr>
        <p:spPr>
          <a:xfrm xmlns:a="http://schemas.openxmlformats.org/drawingml/2006/main">
            <a:off x="7486650" y="4524375"/>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51" name="">
            <a:extLst xmlns:a="http://schemas.openxmlformats.org/drawingml/2006/main">
              <a:ext uri="{FF2B5EF4-FFF2-40B4-BE49-F238E27FC236}">
                <a16:creationId xmlns:a16="http://schemas.microsoft.com/office/drawing/2014/main" id="{A1177669-28F4-4FD3-9AC2-2D83FC34BA4B}"/>
              </a:ext>
            </a:extLst>
          </p:cNvPr>
          <p:cNvSpPr>
            <a:spLocks xmlns:a="http://schemas.openxmlformats.org/drawingml/2006/main" noGrp="1"/>
          </p:cNvSpPr>
          <p:nvPr/>
        </p:nvSpPr>
        <p:spPr>
          <a:xfrm xmlns:a="http://schemas.openxmlformats.org/drawingml/2006/main">
            <a:off x="7486650" y="464820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52" name="">
            <a:extLst xmlns:a="http://schemas.openxmlformats.org/drawingml/2006/main">
              <a:ext uri="{FF2B5EF4-FFF2-40B4-BE49-F238E27FC236}">
                <a16:creationId xmlns:a16="http://schemas.microsoft.com/office/drawing/2014/main" id="{EE272392-95B3-41BE-95E6-8F8CA1C41DBE}"/>
              </a:ext>
            </a:extLst>
          </p:cNvPr>
          <p:cNvSpPr>
            <a:spLocks xmlns:a="http://schemas.openxmlformats.org/drawingml/2006/main" noGrp="1"/>
          </p:cNvSpPr>
          <p:nvPr/>
        </p:nvSpPr>
        <p:spPr>
          <a:xfrm xmlns:a="http://schemas.openxmlformats.org/drawingml/2006/main">
            <a:off x="7610475" y="440055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53" name="">
            <a:extLst xmlns:a="http://schemas.openxmlformats.org/drawingml/2006/main">
              <a:ext uri="{FF2B5EF4-FFF2-40B4-BE49-F238E27FC236}">
                <a16:creationId xmlns:a16="http://schemas.microsoft.com/office/drawing/2014/main" id="{3C65BAD4-4DE8-4CA7-9C2C-8D69B66D61BA}"/>
              </a:ext>
            </a:extLst>
          </p:cNvPr>
          <p:cNvSpPr>
            <a:spLocks xmlns:a="http://schemas.openxmlformats.org/drawingml/2006/main" noGrp="1"/>
          </p:cNvSpPr>
          <p:nvPr/>
        </p:nvSpPr>
        <p:spPr>
          <a:xfrm xmlns:a="http://schemas.openxmlformats.org/drawingml/2006/main">
            <a:off x="7610475" y="4524375"/>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54" name="">
            <a:extLst xmlns:a="http://schemas.openxmlformats.org/drawingml/2006/main">
              <a:ext uri="{FF2B5EF4-FFF2-40B4-BE49-F238E27FC236}">
                <a16:creationId xmlns:a16="http://schemas.microsoft.com/office/drawing/2014/main" id="{C65BD795-84B2-445C-99F1-263B327910AE}"/>
              </a:ext>
            </a:extLst>
          </p:cNvPr>
          <p:cNvSpPr>
            <a:spLocks xmlns:a="http://schemas.openxmlformats.org/drawingml/2006/main" noGrp="1"/>
          </p:cNvSpPr>
          <p:nvPr/>
        </p:nvSpPr>
        <p:spPr>
          <a:xfrm xmlns:a="http://schemas.openxmlformats.org/drawingml/2006/main">
            <a:off x="7610475" y="464820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55" name="">
            <a:extLst xmlns:a="http://schemas.openxmlformats.org/drawingml/2006/main">
              <a:ext uri="{FF2B5EF4-FFF2-40B4-BE49-F238E27FC236}">
                <a16:creationId xmlns:a16="http://schemas.microsoft.com/office/drawing/2014/main" id="{45CE247C-F78C-4818-8768-78F85C83D7A9}"/>
              </a:ext>
            </a:extLst>
          </p:cNvPr>
          <p:cNvSpPr>
            <a:spLocks xmlns:a="http://schemas.openxmlformats.org/drawingml/2006/main" noGrp="1"/>
          </p:cNvSpPr>
          <p:nvPr/>
        </p:nvSpPr>
        <p:spPr>
          <a:xfrm xmlns:a="http://schemas.openxmlformats.org/drawingml/2006/main">
            <a:off x="7734300" y="440055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56" name="">
            <a:extLst xmlns:a="http://schemas.openxmlformats.org/drawingml/2006/main">
              <a:ext uri="{FF2B5EF4-FFF2-40B4-BE49-F238E27FC236}">
                <a16:creationId xmlns:a16="http://schemas.microsoft.com/office/drawing/2014/main" id="{DAF587D7-6BE3-48A3-8965-9785A63363CC}"/>
              </a:ext>
            </a:extLst>
          </p:cNvPr>
          <p:cNvSpPr>
            <a:spLocks xmlns:a="http://schemas.openxmlformats.org/drawingml/2006/main" noGrp="1"/>
          </p:cNvSpPr>
          <p:nvPr/>
        </p:nvSpPr>
        <p:spPr>
          <a:xfrm xmlns:a="http://schemas.openxmlformats.org/drawingml/2006/main">
            <a:off x="7734300" y="4524375"/>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57" name="">
            <a:extLst xmlns:a="http://schemas.openxmlformats.org/drawingml/2006/main">
              <a:ext uri="{FF2B5EF4-FFF2-40B4-BE49-F238E27FC236}">
                <a16:creationId xmlns:a16="http://schemas.microsoft.com/office/drawing/2014/main" id="{249A5A8B-D36E-4508-81BC-4F494A1D4CC7}"/>
              </a:ext>
            </a:extLst>
          </p:cNvPr>
          <p:cNvSpPr>
            <a:spLocks xmlns:a="http://schemas.openxmlformats.org/drawingml/2006/main" noGrp="1"/>
          </p:cNvSpPr>
          <p:nvPr/>
        </p:nvSpPr>
        <p:spPr>
          <a:xfrm xmlns:a="http://schemas.openxmlformats.org/drawingml/2006/main">
            <a:off x="7734300" y="464820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58" name="">
            <a:extLst xmlns:a="http://schemas.openxmlformats.org/drawingml/2006/main">
              <a:ext uri="{FF2B5EF4-FFF2-40B4-BE49-F238E27FC236}">
                <a16:creationId xmlns:a16="http://schemas.microsoft.com/office/drawing/2014/main" id="{EDF1EC86-24DD-4852-AFEA-2290FF976DBF}"/>
              </a:ext>
            </a:extLst>
          </p:cNvPr>
          <p:cNvSpPr>
            <a:spLocks xmlns:a="http://schemas.openxmlformats.org/drawingml/2006/main" noGrp="1"/>
          </p:cNvSpPr>
          <p:nvPr/>
        </p:nvSpPr>
        <p:spPr>
          <a:xfrm xmlns:a="http://schemas.openxmlformats.org/drawingml/2006/main">
            <a:off x="7858125" y="440055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59" name="">
            <a:extLst xmlns:a="http://schemas.openxmlformats.org/drawingml/2006/main">
              <a:ext uri="{FF2B5EF4-FFF2-40B4-BE49-F238E27FC236}">
                <a16:creationId xmlns:a16="http://schemas.microsoft.com/office/drawing/2014/main" id="{84F10956-896A-409C-90AC-7FBE3F31F672}"/>
              </a:ext>
            </a:extLst>
          </p:cNvPr>
          <p:cNvSpPr>
            <a:spLocks xmlns:a="http://schemas.openxmlformats.org/drawingml/2006/main" noGrp="1"/>
          </p:cNvSpPr>
          <p:nvPr/>
        </p:nvSpPr>
        <p:spPr>
          <a:xfrm xmlns:a="http://schemas.openxmlformats.org/drawingml/2006/main">
            <a:off x="7858125" y="4524375"/>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60" name="">
            <a:extLst xmlns:a="http://schemas.openxmlformats.org/drawingml/2006/main">
              <a:ext uri="{FF2B5EF4-FFF2-40B4-BE49-F238E27FC236}">
                <a16:creationId xmlns:a16="http://schemas.microsoft.com/office/drawing/2014/main" id="{4C0DAFEF-8E0D-4F22-ADB2-3E4AE6D55C03}"/>
              </a:ext>
            </a:extLst>
          </p:cNvPr>
          <p:cNvSpPr>
            <a:spLocks xmlns:a="http://schemas.openxmlformats.org/drawingml/2006/main" noGrp="1"/>
          </p:cNvSpPr>
          <p:nvPr/>
        </p:nvSpPr>
        <p:spPr>
          <a:xfrm xmlns:a="http://schemas.openxmlformats.org/drawingml/2006/main">
            <a:off x="7858125" y="464820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61" name="">
            <a:extLst xmlns:a="http://schemas.openxmlformats.org/drawingml/2006/main">
              <a:ext uri="{FF2B5EF4-FFF2-40B4-BE49-F238E27FC236}">
                <a16:creationId xmlns:a16="http://schemas.microsoft.com/office/drawing/2014/main" id="{7AFE36BC-218B-439E-A535-6C6202FFBF51}"/>
              </a:ext>
            </a:extLst>
          </p:cNvPr>
          <p:cNvSpPr>
            <a:spLocks xmlns:a="http://schemas.openxmlformats.org/drawingml/2006/main" noGrp="1"/>
          </p:cNvSpPr>
          <p:nvPr/>
        </p:nvSpPr>
        <p:spPr>
          <a:xfrm xmlns:a="http://schemas.openxmlformats.org/drawingml/2006/main">
            <a:off x="7981950" y="440055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62" name="">
            <a:extLst xmlns:a="http://schemas.openxmlformats.org/drawingml/2006/main">
              <a:ext uri="{FF2B5EF4-FFF2-40B4-BE49-F238E27FC236}">
                <a16:creationId xmlns:a16="http://schemas.microsoft.com/office/drawing/2014/main" id="{343D53F1-7087-4E32-86DC-F5F30AB55976}"/>
              </a:ext>
            </a:extLst>
          </p:cNvPr>
          <p:cNvSpPr>
            <a:spLocks xmlns:a="http://schemas.openxmlformats.org/drawingml/2006/main" noGrp="1"/>
          </p:cNvSpPr>
          <p:nvPr/>
        </p:nvSpPr>
        <p:spPr>
          <a:xfrm xmlns:a="http://schemas.openxmlformats.org/drawingml/2006/main">
            <a:off x="7981950" y="4524375"/>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63" name="">
            <a:extLst xmlns:a="http://schemas.openxmlformats.org/drawingml/2006/main">
              <a:ext uri="{FF2B5EF4-FFF2-40B4-BE49-F238E27FC236}">
                <a16:creationId xmlns:a16="http://schemas.microsoft.com/office/drawing/2014/main" id="{F822D261-3F31-4BC6-9611-235DD5F3127F}"/>
              </a:ext>
            </a:extLst>
          </p:cNvPr>
          <p:cNvSpPr>
            <a:spLocks xmlns:a="http://schemas.openxmlformats.org/drawingml/2006/main" noGrp="1"/>
          </p:cNvSpPr>
          <p:nvPr/>
        </p:nvSpPr>
        <p:spPr>
          <a:xfrm xmlns:a="http://schemas.openxmlformats.org/drawingml/2006/main">
            <a:off x="7981950" y="464820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64" name="">
            <a:extLst xmlns:a="http://schemas.openxmlformats.org/drawingml/2006/main">
              <a:ext uri="{FF2B5EF4-FFF2-40B4-BE49-F238E27FC236}">
                <a16:creationId xmlns:a16="http://schemas.microsoft.com/office/drawing/2014/main" id="{FEEAB6B2-B4AD-41C8-BD75-C6F300A1C4EE}"/>
              </a:ext>
            </a:extLst>
          </p:cNvPr>
          <p:cNvSpPr>
            <a:spLocks xmlns:a="http://schemas.openxmlformats.org/drawingml/2006/main" noGrp="1"/>
          </p:cNvSpPr>
          <p:nvPr/>
        </p:nvSpPr>
        <p:spPr>
          <a:xfrm xmlns:a="http://schemas.openxmlformats.org/drawingml/2006/main">
            <a:off x="8105775" y="440055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65" name="">
            <a:extLst xmlns:a="http://schemas.openxmlformats.org/drawingml/2006/main">
              <a:ext uri="{FF2B5EF4-FFF2-40B4-BE49-F238E27FC236}">
                <a16:creationId xmlns:a16="http://schemas.microsoft.com/office/drawing/2014/main" id="{6387F802-06BB-476D-83C9-D365F58B6D5F}"/>
              </a:ext>
            </a:extLst>
          </p:cNvPr>
          <p:cNvSpPr>
            <a:spLocks xmlns:a="http://schemas.openxmlformats.org/drawingml/2006/main" noGrp="1"/>
          </p:cNvSpPr>
          <p:nvPr/>
        </p:nvSpPr>
        <p:spPr>
          <a:xfrm xmlns:a="http://schemas.openxmlformats.org/drawingml/2006/main">
            <a:off x="8105775" y="4524375"/>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66" name="">
            <a:extLst xmlns:a="http://schemas.openxmlformats.org/drawingml/2006/main">
              <a:ext uri="{FF2B5EF4-FFF2-40B4-BE49-F238E27FC236}">
                <a16:creationId xmlns:a16="http://schemas.microsoft.com/office/drawing/2014/main" id="{8008D0A7-B541-4970-8361-4DF7F75B68A6}"/>
              </a:ext>
            </a:extLst>
          </p:cNvPr>
          <p:cNvSpPr>
            <a:spLocks xmlns:a="http://schemas.openxmlformats.org/drawingml/2006/main" noGrp="1"/>
          </p:cNvSpPr>
          <p:nvPr/>
        </p:nvSpPr>
        <p:spPr>
          <a:xfrm xmlns:a="http://schemas.openxmlformats.org/drawingml/2006/main">
            <a:off x="8105775" y="464820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67" name="">
            <a:extLst xmlns:a="http://schemas.openxmlformats.org/drawingml/2006/main">
              <a:ext uri="{FF2B5EF4-FFF2-40B4-BE49-F238E27FC236}">
                <a16:creationId xmlns:a16="http://schemas.microsoft.com/office/drawing/2014/main" id="{636F4D83-F59B-48CE-A31D-CD1AE3E670AF}"/>
              </a:ext>
            </a:extLst>
          </p:cNvPr>
          <p:cNvSpPr>
            <a:spLocks xmlns:a="http://schemas.openxmlformats.org/drawingml/2006/main" noGrp="1"/>
          </p:cNvSpPr>
          <p:nvPr/>
        </p:nvSpPr>
        <p:spPr>
          <a:xfrm xmlns:a="http://schemas.openxmlformats.org/drawingml/2006/main">
            <a:off x="8229600" y="440055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68" name="">
            <a:extLst xmlns:a="http://schemas.openxmlformats.org/drawingml/2006/main">
              <a:ext uri="{FF2B5EF4-FFF2-40B4-BE49-F238E27FC236}">
                <a16:creationId xmlns:a16="http://schemas.microsoft.com/office/drawing/2014/main" id="{8C803322-9F59-4FB1-AC04-D887779D13BA}"/>
              </a:ext>
            </a:extLst>
          </p:cNvPr>
          <p:cNvSpPr>
            <a:spLocks xmlns:a="http://schemas.openxmlformats.org/drawingml/2006/main" noGrp="1"/>
          </p:cNvSpPr>
          <p:nvPr/>
        </p:nvSpPr>
        <p:spPr>
          <a:xfrm xmlns:a="http://schemas.openxmlformats.org/drawingml/2006/main">
            <a:off x="8229600" y="4524375"/>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69" name="">
            <a:extLst xmlns:a="http://schemas.openxmlformats.org/drawingml/2006/main">
              <a:ext uri="{FF2B5EF4-FFF2-40B4-BE49-F238E27FC236}">
                <a16:creationId xmlns:a16="http://schemas.microsoft.com/office/drawing/2014/main" id="{795EEF11-28E3-4BD3-B4EA-6F21DAD7667D}"/>
              </a:ext>
            </a:extLst>
          </p:cNvPr>
          <p:cNvSpPr>
            <a:spLocks xmlns:a="http://schemas.openxmlformats.org/drawingml/2006/main" noGrp="1"/>
          </p:cNvSpPr>
          <p:nvPr/>
        </p:nvSpPr>
        <p:spPr>
          <a:xfrm xmlns:a="http://schemas.openxmlformats.org/drawingml/2006/main">
            <a:off x="8229600" y="4648200"/>
            <a:ext cx="20955" cy="20955"/>
          </a:xfrm>
          <a:prstGeom xmlns:a="http://schemas.openxmlformats.org/drawingml/2006/main" prst="ellipse">
            <a:avLst/>
          </a:prstGeom>
          <a:solidFill xmlns:a="http://schemas.openxmlformats.org/drawingml/2006/main">
            <a:srgbClr val="FFD24A">
              <a:alpha val="40000"/>
            </a:srgbClr>
          </a:solidFill>
          <a:ln xmlns:a="http://schemas.openxmlformats.org/drawingml/2006/main">
            <a:noFill/>
          </a:ln>
        </p:spPr>
      </p:sp>
      <p:sp>
        <p:nvSpPr>
          <p:cNvPr id="70" name="">
            <a:extLst xmlns:a="http://schemas.openxmlformats.org/drawingml/2006/main">
              <a:ext uri="{FF2B5EF4-FFF2-40B4-BE49-F238E27FC236}">
                <a16:creationId xmlns:a16="http://schemas.microsoft.com/office/drawing/2014/main" id="{5FCFAAB3-F0FA-4B7B-A996-67FAB18785A7}"/>
              </a:ext>
            </a:extLst>
          </p:cNvPr>
          <p:cNvSpPr>
            <a:spLocks xmlns:a="http://schemas.openxmlformats.org/drawingml/2006/main" noGrp="1"/>
          </p:cNvSpPr>
          <p:nvPr/>
        </p:nvSpPr>
        <p:spPr>
          <a:xfrm xmlns:a="http://schemas.openxmlformats.org/drawingml/2006/main">
            <a:off x="9067800" y="4438650"/>
            <a:ext cx="209550" cy="209550"/>
          </a:xfrm>
          <a:prstGeom xmlns:a="http://schemas.openxmlformats.org/drawingml/2006/main" prst="chevron">
            <a:avLst/>
          </a:prstGeom>
          <a:solidFill xmlns:a="http://schemas.openxmlformats.org/drawingml/2006/main">
            <a:srgbClr val="FFD24A">
              <a:alpha val="50000"/>
            </a:srgbClr>
          </a:solidFill>
          <a:ln xmlns:a="http://schemas.openxmlformats.org/drawingml/2006/main">
            <a:noFill/>
          </a:ln>
        </p:spPr>
      </p:sp>
      <p:sp>
        <p:nvSpPr>
          <p:cNvPr id="71" name="">
            <a:extLst xmlns:a="http://schemas.openxmlformats.org/drawingml/2006/main">
              <a:ext uri="{FF2B5EF4-FFF2-40B4-BE49-F238E27FC236}">
                <a16:creationId xmlns:a16="http://schemas.microsoft.com/office/drawing/2014/main" id="{54EB6AD8-4D23-42D2-B6C9-1E4617F8CD7B}"/>
              </a:ext>
            </a:extLst>
          </p:cNvPr>
          <p:cNvSpPr>
            <a:spLocks xmlns:a="http://schemas.openxmlformats.org/drawingml/2006/main" noGrp="1"/>
          </p:cNvSpPr>
          <p:nvPr/>
        </p:nvSpPr>
        <p:spPr>
          <a:xfrm xmlns:a="http://schemas.openxmlformats.org/drawingml/2006/main">
            <a:off x="9334500" y="4438650"/>
            <a:ext cx="209550" cy="209550"/>
          </a:xfrm>
          <a:prstGeom xmlns:a="http://schemas.openxmlformats.org/drawingml/2006/main" prst="chevron">
            <a:avLst/>
          </a:prstGeom>
          <a:solidFill xmlns:a="http://schemas.openxmlformats.org/drawingml/2006/main">
            <a:srgbClr val="FFD24A">
              <a:alpha val="28000"/>
            </a:srgbClr>
          </a:solidFill>
          <a:ln xmlns:a="http://schemas.openxmlformats.org/drawingml/2006/main">
            <a:noFill/>
          </a:ln>
        </p:spPr>
      </p:sp>
      <p:sp>
        <p:nvSpPr>
          <p:cNvPr id="72" name="">
            <a:extLst xmlns:a="http://schemas.openxmlformats.org/drawingml/2006/main">
              <a:ext uri="{FF2B5EF4-FFF2-40B4-BE49-F238E27FC236}">
                <a16:creationId xmlns:a16="http://schemas.microsoft.com/office/drawing/2014/main" id="{8336E795-0CA8-4665-A9A5-BB2542089618}"/>
              </a:ext>
            </a:extLst>
          </p:cNvPr>
          <p:cNvSpPr>
            <a:spLocks xmlns:a="http://schemas.openxmlformats.org/drawingml/2006/main" noGrp="1"/>
          </p:cNvSpPr>
          <p:nvPr/>
        </p:nvSpPr>
        <p:spPr>
          <a:xfrm xmlns:a="http://schemas.openxmlformats.org/drawingml/2006/main">
            <a:off x="9601200" y="4438650"/>
            <a:ext cx="209550" cy="209550"/>
          </a:xfrm>
          <a:prstGeom xmlns:a="http://schemas.openxmlformats.org/drawingml/2006/main" prst="chevron">
            <a:avLst/>
          </a:prstGeom>
          <a:solidFill xmlns:a="http://schemas.openxmlformats.org/drawingml/2006/main">
            <a:srgbClr val="FFD24A">
              <a:alpha val="14000"/>
            </a:srgbClr>
          </a:solidFill>
          <a:ln xmlns:a="http://schemas.openxmlformats.org/drawingml/2006/main">
            <a:noFill/>
          </a:ln>
        </p:spPr>
      </p:sp>
      <p:sp>
        <p:nvSpPr>
          <p:cNvPr id="73" name="">
            <a:extLst xmlns:a="http://schemas.openxmlformats.org/drawingml/2006/main">
              <a:ext uri="{FF2B5EF4-FFF2-40B4-BE49-F238E27FC236}">
                <a16:creationId xmlns:a16="http://schemas.microsoft.com/office/drawing/2014/main" id="{40A9AF95-2E2B-4C81-8033-FD71D6201D1E}"/>
              </a:ext>
            </a:extLst>
          </p:cNvPr>
          <p:cNvSpPr>
            <a:spLocks xmlns:a="http://schemas.openxmlformats.org/drawingml/2006/main" noGrp="1"/>
          </p:cNvSpPr>
          <p:nvPr/>
        </p:nvSpPr>
        <p:spPr>
          <a:xfrm xmlns:a="http://schemas.openxmlformats.org/drawingml/2006/main">
            <a:off x="7448550" y="5067300"/>
            <a:ext cx="3543300" cy="14478"/>
          </a:xfrm>
          <a:prstGeom xmlns:a="http://schemas.openxmlformats.org/drawingml/2006/main" prst="rect">
            <a:avLst/>
          </a:prstGeom>
          <a:solidFill xmlns:a="http://schemas.openxmlformats.org/drawingml/2006/main">
            <a:srgbClr val="7FC4FF">
              <a:alpha val="40000"/>
            </a:srgbClr>
          </a:solidFill>
          <a:ln xmlns:a="http://schemas.openxmlformats.org/drawingml/2006/main">
            <a:noFill/>
          </a:ln>
        </p:spPr>
      </p:sp>
      <p:sp>
        <p:nvSpPr>
          <p:cNvPr id="74" name="">
            <a:extLst xmlns:a="http://schemas.openxmlformats.org/drawingml/2006/main">
              <a:ext uri="{FF2B5EF4-FFF2-40B4-BE49-F238E27FC236}">
                <a16:creationId xmlns:a16="http://schemas.microsoft.com/office/drawing/2014/main" id="{04468691-62C7-4767-912C-03A769B295BA}"/>
              </a:ext>
            </a:extLst>
          </p:cNvPr>
          <p:cNvSpPr>
            <a:spLocks xmlns:a="http://schemas.openxmlformats.org/drawingml/2006/main" noGrp="1"/>
          </p:cNvSpPr>
          <p:nvPr/>
        </p:nvSpPr>
        <p:spPr>
          <a:xfrm xmlns:a="http://schemas.openxmlformats.org/drawingml/2006/main">
            <a:off x="7505700"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75" name="">
            <a:extLst xmlns:a="http://schemas.openxmlformats.org/drawingml/2006/main">
              <a:ext uri="{FF2B5EF4-FFF2-40B4-BE49-F238E27FC236}">
                <a16:creationId xmlns:a16="http://schemas.microsoft.com/office/drawing/2014/main" id="{EEF30C37-0E85-4F63-950A-3F815B336FC2}"/>
              </a:ext>
            </a:extLst>
          </p:cNvPr>
          <p:cNvSpPr>
            <a:spLocks xmlns:a="http://schemas.openxmlformats.org/drawingml/2006/main" noGrp="1"/>
          </p:cNvSpPr>
          <p:nvPr/>
        </p:nvSpPr>
        <p:spPr>
          <a:xfrm xmlns:a="http://schemas.openxmlformats.org/drawingml/2006/main">
            <a:off x="7353300"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背景</a:t>
            </a:r>
          </a:p>
        </p:txBody>
      </p:sp>
      <p:sp>
        <p:nvSpPr>
          <p:cNvPr id="76" name="">
            <a:extLst xmlns:a="http://schemas.openxmlformats.org/drawingml/2006/main">
              <a:ext uri="{FF2B5EF4-FFF2-40B4-BE49-F238E27FC236}">
                <a16:creationId xmlns:a16="http://schemas.microsoft.com/office/drawing/2014/main" id="{F923A112-69D1-4A01-8122-967163FD1AB6}"/>
              </a:ext>
            </a:extLst>
          </p:cNvPr>
          <p:cNvSpPr>
            <a:spLocks xmlns:a="http://schemas.openxmlformats.org/drawingml/2006/main" noGrp="1"/>
          </p:cNvSpPr>
          <p:nvPr/>
        </p:nvSpPr>
        <p:spPr>
          <a:xfrm xmlns:a="http://schemas.openxmlformats.org/drawingml/2006/main">
            <a:off x="8162925"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77" name="">
            <a:extLst xmlns:a="http://schemas.openxmlformats.org/drawingml/2006/main">
              <a:ext uri="{FF2B5EF4-FFF2-40B4-BE49-F238E27FC236}">
                <a16:creationId xmlns:a16="http://schemas.microsoft.com/office/drawing/2014/main" id="{2EF8ED5D-86DD-4EC4-9374-B21C9241E7DA}"/>
              </a:ext>
            </a:extLst>
          </p:cNvPr>
          <p:cNvSpPr>
            <a:spLocks xmlns:a="http://schemas.openxmlformats.org/drawingml/2006/main" noGrp="1"/>
          </p:cNvSpPr>
          <p:nvPr/>
        </p:nvSpPr>
        <p:spPr>
          <a:xfrm xmlns:a="http://schemas.openxmlformats.org/drawingml/2006/main">
            <a:off x="8010525"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方案</a:t>
            </a:r>
          </a:p>
        </p:txBody>
      </p:sp>
      <p:sp>
        <p:nvSpPr>
          <p:cNvPr id="78" name="">
            <a:extLst xmlns:a="http://schemas.openxmlformats.org/drawingml/2006/main">
              <a:ext uri="{FF2B5EF4-FFF2-40B4-BE49-F238E27FC236}">
                <a16:creationId xmlns:a16="http://schemas.microsoft.com/office/drawing/2014/main" id="{663B75CA-4BCB-456B-8CE3-ABE7047A17F9}"/>
              </a:ext>
            </a:extLst>
          </p:cNvPr>
          <p:cNvSpPr>
            <a:spLocks xmlns:a="http://schemas.openxmlformats.org/drawingml/2006/main" noGrp="1"/>
          </p:cNvSpPr>
          <p:nvPr/>
        </p:nvSpPr>
        <p:spPr>
          <a:xfrm xmlns:a="http://schemas.openxmlformats.org/drawingml/2006/main">
            <a:off x="8667750" y="4895850"/>
            <a:ext cx="571500" cy="571500"/>
          </a:xfrm>
          <a:prstGeom xmlns:a="http://schemas.openxmlformats.org/drawingml/2006/main" prst="ellipse">
            <a:avLst/>
          </a:prstGeom>
          <a:gradFill xmlns:a="http://schemas.openxmlformats.org/drawingml/2006/main">
            <a:gsLst>
              <a:gs pos="0">
                <a:srgbClr val="FFD24A">
                  <a:alpha val="30000"/>
                </a:srgbClr>
              </a:gs>
              <a:gs pos="45000">
                <a:srgbClr val="FFD24A">
                  <a:alpha val="12000"/>
                </a:srgbClr>
              </a:gs>
              <a:gs pos="100000">
                <a:srgbClr val="FFD24A">
                  <a:alpha val="0"/>
                </a:srgbClr>
              </a:gs>
            </a:gsLst>
            <a:path path="shape"/>
          </a:gradFill>
          <a:ln xmlns:a="http://schemas.openxmlformats.org/drawingml/2006/main">
            <a:noFill/>
          </a:ln>
        </p:spPr>
      </p:sp>
      <p:sp>
        <p:nvSpPr>
          <p:cNvPr id="79" name="">
            <a:extLst xmlns:a="http://schemas.openxmlformats.org/drawingml/2006/main">
              <a:ext uri="{FF2B5EF4-FFF2-40B4-BE49-F238E27FC236}">
                <a16:creationId xmlns:a16="http://schemas.microsoft.com/office/drawing/2014/main" id="{065BB247-381E-4351-8C3F-ED027143ADBB}"/>
              </a:ext>
            </a:extLst>
          </p:cNvPr>
          <p:cNvSpPr>
            <a:spLocks xmlns:a="http://schemas.openxmlformats.org/drawingml/2006/main" noGrp="1"/>
          </p:cNvSpPr>
          <p:nvPr/>
        </p:nvSpPr>
        <p:spPr>
          <a:xfrm xmlns:a="http://schemas.openxmlformats.org/drawingml/2006/main">
            <a:off x="8820150" y="5019675"/>
            <a:ext cx="123825" cy="123825"/>
          </a:xfrm>
          <a:prstGeom xmlns:a="http://schemas.openxmlformats.org/drawingml/2006/main" prst="ellipse">
            <a:avLst/>
          </a:prstGeom>
          <a:solidFill xmlns:a="http://schemas.openxmlformats.org/drawingml/2006/main">
            <a:srgbClr val="FFD24A"/>
          </a:solidFill>
          <a:ln xmlns:a="http://schemas.openxmlformats.org/drawingml/2006/main">
            <a:noFill/>
          </a:ln>
        </p:spPr>
      </p:sp>
      <p:sp>
        <p:nvSpPr>
          <p:cNvPr id="80" name="">
            <a:extLst xmlns:a="http://schemas.openxmlformats.org/drawingml/2006/main">
              <a:ext uri="{FF2B5EF4-FFF2-40B4-BE49-F238E27FC236}">
                <a16:creationId xmlns:a16="http://schemas.microsoft.com/office/drawing/2014/main" id="{3A0A4925-72A0-472B-A7D2-B9B59125DB7C}"/>
              </a:ext>
            </a:extLst>
          </p:cNvPr>
          <p:cNvSpPr>
            <a:spLocks xmlns:a="http://schemas.openxmlformats.org/drawingml/2006/main" noGrp="1"/>
          </p:cNvSpPr>
          <p:nvPr/>
        </p:nvSpPr>
        <p:spPr>
          <a:xfrm xmlns:a="http://schemas.openxmlformats.org/drawingml/2006/main">
            <a:off x="8667750"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FFFFFF"/>
                </a:solidFill>
                <a:latin typeface="微软雅黑"/>
                <a:ea typeface="微软雅黑"/>
                <a:cs typeface="微软雅黑"/>
              </a:defRPr>
            </a:pPr>
            <a:r>
              <a:rPr sz="750" b="0">
                <a:solidFill>
                  <a:srgbClr val="FFFFFF"/>
                </a:solidFill>
                <a:latin typeface="微软雅黑"/>
                <a:ea typeface="微软雅黑"/>
                <a:cs typeface="微软雅黑"/>
              </a:rPr>
              <a:t>算法</a:t>
            </a:r>
          </a:p>
        </p:txBody>
      </p:sp>
      <p:sp>
        <p:nvSpPr>
          <p:cNvPr id="81" name="">
            <a:extLst xmlns:a="http://schemas.openxmlformats.org/drawingml/2006/main">
              <a:ext uri="{FF2B5EF4-FFF2-40B4-BE49-F238E27FC236}">
                <a16:creationId xmlns:a16="http://schemas.microsoft.com/office/drawing/2014/main" id="{1FC7B4E5-3664-450A-B7CE-AEE95AE57E47}"/>
              </a:ext>
            </a:extLst>
          </p:cNvPr>
          <p:cNvSpPr>
            <a:spLocks xmlns:a="http://schemas.openxmlformats.org/drawingml/2006/main" noGrp="1"/>
          </p:cNvSpPr>
          <p:nvPr/>
        </p:nvSpPr>
        <p:spPr>
          <a:xfrm xmlns:a="http://schemas.openxmlformats.org/drawingml/2006/main">
            <a:off x="9477375"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82" name="">
            <a:extLst xmlns:a="http://schemas.openxmlformats.org/drawingml/2006/main">
              <a:ext uri="{FF2B5EF4-FFF2-40B4-BE49-F238E27FC236}">
                <a16:creationId xmlns:a16="http://schemas.microsoft.com/office/drawing/2014/main" id="{0ED205EF-90AD-4F4A-8DAB-E02B0F4AA7E7}"/>
              </a:ext>
            </a:extLst>
          </p:cNvPr>
          <p:cNvSpPr>
            <a:spLocks xmlns:a="http://schemas.openxmlformats.org/drawingml/2006/main" noGrp="1"/>
          </p:cNvSpPr>
          <p:nvPr/>
        </p:nvSpPr>
        <p:spPr>
          <a:xfrm xmlns:a="http://schemas.openxmlformats.org/drawingml/2006/main">
            <a:off x="9324975"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系统</a:t>
            </a:r>
          </a:p>
        </p:txBody>
      </p:sp>
      <p:sp>
        <p:nvSpPr>
          <p:cNvPr id="83" name="">
            <a:extLst xmlns:a="http://schemas.openxmlformats.org/drawingml/2006/main">
              <a:ext uri="{FF2B5EF4-FFF2-40B4-BE49-F238E27FC236}">
                <a16:creationId xmlns:a16="http://schemas.microsoft.com/office/drawing/2014/main" id="{8CBAD6AC-FEAE-4B14-A560-8F5F70371BE1}"/>
              </a:ext>
            </a:extLst>
          </p:cNvPr>
          <p:cNvSpPr>
            <a:spLocks xmlns:a="http://schemas.openxmlformats.org/drawingml/2006/main" noGrp="1"/>
          </p:cNvSpPr>
          <p:nvPr/>
        </p:nvSpPr>
        <p:spPr>
          <a:xfrm xmlns:a="http://schemas.openxmlformats.org/drawingml/2006/main">
            <a:off x="10134600"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84" name="">
            <a:extLst xmlns:a="http://schemas.openxmlformats.org/drawingml/2006/main">
              <a:ext uri="{FF2B5EF4-FFF2-40B4-BE49-F238E27FC236}">
                <a16:creationId xmlns:a16="http://schemas.microsoft.com/office/drawing/2014/main" id="{57BC7099-C9CB-4B1F-8EEB-1219DABF2FB5}"/>
              </a:ext>
            </a:extLst>
          </p:cNvPr>
          <p:cNvSpPr>
            <a:spLocks xmlns:a="http://schemas.openxmlformats.org/drawingml/2006/main" noGrp="1"/>
          </p:cNvSpPr>
          <p:nvPr/>
        </p:nvSpPr>
        <p:spPr>
          <a:xfrm xmlns:a="http://schemas.openxmlformats.org/drawingml/2006/main">
            <a:off x="9982200"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验证</a:t>
            </a:r>
          </a:p>
        </p:txBody>
      </p:sp>
      <p:sp>
        <p:nvSpPr>
          <p:cNvPr id="85" name="">
            <a:extLst xmlns:a="http://schemas.openxmlformats.org/drawingml/2006/main">
              <a:ext uri="{FF2B5EF4-FFF2-40B4-BE49-F238E27FC236}">
                <a16:creationId xmlns:a16="http://schemas.microsoft.com/office/drawing/2014/main" id="{A19885DE-A51A-407E-91A2-835F67272E4A}"/>
              </a:ext>
            </a:extLst>
          </p:cNvPr>
          <p:cNvSpPr>
            <a:spLocks xmlns:a="http://schemas.openxmlformats.org/drawingml/2006/main" noGrp="1"/>
          </p:cNvSpPr>
          <p:nvPr/>
        </p:nvSpPr>
        <p:spPr>
          <a:xfrm xmlns:a="http://schemas.openxmlformats.org/drawingml/2006/main">
            <a:off x="10791825"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86" name="">
            <a:extLst xmlns:a="http://schemas.openxmlformats.org/drawingml/2006/main">
              <a:ext uri="{FF2B5EF4-FFF2-40B4-BE49-F238E27FC236}">
                <a16:creationId xmlns:a16="http://schemas.microsoft.com/office/drawing/2014/main" id="{1C7D57B1-DA44-4F8B-B2AE-EAB7601CF104}"/>
              </a:ext>
            </a:extLst>
          </p:cNvPr>
          <p:cNvSpPr>
            <a:spLocks xmlns:a="http://schemas.openxmlformats.org/drawingml/2006/main" noGrp="1"/>
          </p:cNvSpPr>
          <p:nvPr/>
        </p:nvSpPr>
        <p:spPr>
          <a:xfrm xmlns:a="http://schemas.openxmlformats.org/drawingml/2006/main">
            <a:off x="10639425"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价值</a:t>
            </a:r>
          </a:p>
        </p:txBody>
      </p:sp>
      <p:sp>
        <p:nvSpPr>
          <p:cNvPr id="87" name="">
            <a:extLst xmlns:a="http://schemas.openxmlformats.org/drawingml/2006/main">
              <a:ext uri="{FF2B5EF4-FFF2-40B4-BE49-F238E27FC236}">
                <a16:creationId xmlns:a16="http://schemas.microsoft.com/office/drawing/2014/main" id="{9F90DF7A-DEC8-4CBF-B8F1-75114791929B}"/>
              </a:ext>
            </a:extLst>
          </p:cNvPr>
          <p:cNvSpPr>
            <a:spLocks xmlns:a="http://schemas.openxmlformats.org/drawingml/2006/main" noGrp="1"/>
          </p:cNvSpPr>
          <p:nvPr/>
        </p:nvSpPr>
        <p:spPr>
          <a:xfrm xmlns:a="http://schemas.openxmlformats.org/drawingml/2006/main">
            <a:off x="7239000" y="4648200"/>
            <a:ext cx="3962400" cy="14478"/>
          </a:xfrm>
          <a:prstGeom xmlns:a="http://schemas.openxmlformats.org/drawingml/2006/main" prst="rect">
            <a:avLst/>
          </a:prstGeom>
          <a:gradFill xmlns:a="http://schemas.openxmlformats.org/drawingml/2006/main">
            <a:gsLst>
              <a:gs pos="0">
                <a:srgbClr val="FFD24A"/>
              </a:gs>
              <a:gs pos="100000">
                <a:srgbClr val="FFD24A">
                  <a:alpha val="0"/>
                </a:srgbClr>
              </a:gs>
            </a:gsLst>
            <a:lin ang="0"/>
          </a:gradFill>
          <a:ln xmlns:a="http://schemas.openxmlformats.org/drawingml/2006/main">
            <a:noFill/>
          </a:ln>
        </p:spPr>
      </p:sp>
      <p:sp>
        <p:nvSpPr>
          <p:cNvPr id="88" name="">
            <a:extLst xmlns:a="http://schemas.openxmlformats.org/drawingml/2006/main">
              <a:ext uri="{FF2B5EF4-FFF2-40B4-BE49-F238E27FC236}">
                <a16:creationId xmlns:a16="http://schemas.microsoft.com/office/drawing/2014/main" id="{27F7277A-810E-4263-9E43-9BD823628AB9}"/>
              </a:ext>
            </a:extLst>
          </p:cNvPr>
          <p:cNvSpPr>
            <a:spLocks xmlns:a="http://schemas.openxmlformats.org/drawingml/2006/main" noGrp="1"/>
          </p:cNvSpPr>
          <p:nvPr/>
        </p:nvSpPr>
        <p:spPr>
          <a:xfrm xmlns:a="http://schemas.openxmlformats.org/drawingml/2006/main">
            <a:off x="7239000" y="4743450"/>
            <a:ext cx="39624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spc="1">
                <a:solidFill>
                  <a:srgbClr val="C6DDFF"/>
                </a:solidFill>
                <a:latin typeface="微软雅黑"/>
                <a:ea typeface="微软雅黑"/>
                <a:cs typeface="微软雅黑"/>
              </a:defRPr>
            </a:pPr>
            <a:r>
              <a:rPr sz="938" b="0" spc="1">
                <a:solidFill>
                  <a:srgbClr val="C6DDFF"/>
                </a:solidFill>
                <a:latin typeface="微软雅黑"/>
                <a:ea typeface="微软雅黑"/>
                <a:cs typeface="微软雅黑"/>
              </a:rPr>
              <a:t>答辩结构 </a:t>
            </a:r>
            <a:r>
              <a:rPr sz="938" b="0" spc="1">
                <a:solidFill>
                  <a:srgbClr val="C6DDFF"/>
                </a:solidFill>
                <a:latin typeface="微软雅黑"/>
                <a:ea typeface="微软雅黑"/>
                <a:cs typeface="微软雅黑"/>
              </a:rPr>
              <a:t>· </a:t>
            </a:r>
            <a:r>
              <a:rPr sz="938" b="0" spc="1">
                <a:solidFill>
                  <a:srgbClr val="C6DDFF"/>
                </a:solidFill>
                <a:latin typeface="微软雅黑"/>
                <a:ea typeface="微软雅黑"/>
                <a:cs typeface="微软雅黑"/>
              </a:rPr>
              <a:t>六章推进</a:t>
            </a:r>
          </a:p>
        </p:txBody>
      </p:sp>
      <p:sp>
        <p:nvSpPr>
          <p:cNvPr id="89" name="">
            <a:extLst xmlns:a="http://schemas.openxmlformats.org/drawingml/2006/main">
              <a:ext uri="{FF2B5EF4-FFF2-40B4-BE49-F238E27FC236}">
                <a16:creationId xmlns:a16="http://schemas.microsoft.com/office/drawing/2014/main" id="{2B8F691D-ACF3-4E56-9519-FA3A7FECF816}"/>
              </a:ext>
            </a:extLst>
          </p:cNvPr>
          <p:cNvSpPr>
            <a:spLocks xmlns:a="http://schemas.openxmlformats.org/drawingml/2006/main" noGrp="1"/>
          </p:cNvSpPr>
          <p:nvPr/>
        </p:nvSpPr>
        <p:spPr>
          <a:xfrm xmlns:a="http://schemas.openxmlformats.org/drawingml/2006/main">
            <a:off x="819150" y="1390650"/>
            <a:ext cx="30480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75" spc="3">
                <a:latin typeface="Bahnschrift SemiBold"/>
                <a:ea typeface="Bahnschrift SemiBold"/>
                <a:cs typeface="Bahnschrift SemiBold"/>
              </a:defRPr>
            </a:pPr>
            <a:r>
              <a:rPr sz="975" spc="3">
                <a:solidFill>
                  <a:srgbClr val="9DBEE8"/>
                </a:solidFill>
                <a:latin typeface="Bahnschrift SemiBold"/>
                <a:ea typeface="Bahnschrift SemiBold"/>
                <a:cs typeface="Bahnschrift SemiBold"/>
              </a:rPr>
              <a:t>SECTION </a:t>
            </a:r>
            <a:r>
              <a:rPr sz="975" b="1" spc="3">
                <a:solidFill>
                  <a:srgbClr val="FFD24A"/>
                </a:solidFill>
                <a:latin typeface="Bahnschrift SemiBold"/>
                <a:ea typeface="Bahnschrift SemiBold"/>
                <a:cs typeface="Bahnschrift SemiBold"/>
              </a:rPr>
              <a:t>03</a:t>
            </a:r>
            <a:r>
              <a:rPr sz="975" spc="3">
                <a:solidFill>
                  <a:srgbClr val="9DBEE8"/>
                </a:solidFill>
                <a:latin typeface="Bahnschrift SemiBold"/>
                <a:ea typeface="Bahnschrift SemiBold"/>
                <a:cs typeface="Bahnschrift SemiBold"/>
              </a:rPr>
              <a:t> / 06</a:t>
            </a:r>
          </a:p>
        </p:txBody>
      </p:sp>
      <p:sp>
        <p:nvSpPr>
          <p:cNvPr id="90" name="">
            <a:extLst xmlns:a="http://schemas.openxmlformats.org/drawingml/2006/main">
              <a:ext uri="{FF2B5EF4-FFF2-40B4-BE49-F238E27FC236}">
                <a16:creationId xmlns:a16="http://schemas.microsoft.com/office/drawing/2014/main" id="{D8564009-4F18-42E8-A712-F29B92A46839}"/>
              </a:ext>
            </a:extLst>
          </p:cNvPr>
          <p:cNvSpPr>
            <a:spLocks xmlns:a="http://schemas.openxmlformats.org/drawingml/2006/main" noGrp="1"/>
          </p:cNvSpPr>
          <p:nvPr/>
        </p:nvSpPr>
        <p:spPr>
          <a:xfrm xmlns:a="http://schemas.openxmlformats.org/drawingml/2006/main">
            <a:off x="819150" y="1695450"/>
            <a:ext cx="800100" cy="19050"/>
          </a:xfrm>
          <a:prstGeom xmlns:a="http://schemas.openxmlformats.org/drawingml/2006/main" prst="rect">
            <a:avLst/>
          </a:prstGeom>
          <a:gradFill xmlns:a="http://schemas.openxmlformats.org/drawingml/2006/main">
            <a:gsLst>
              <a:gs pos="0">
                <a:srgbClr val="FFD24A"/>
              </a:gs>
              <a:gs pos="100000">
                <a:srgbClr val="FFD24A">
                  <a:alpha val="0"/>
                </a:srgbClr>
              </a:gs>
            </a:gsLst>
            <a:lin ang="0"/>
          </a:gradFill>
          <a:ln xmlns:a="http://schemas.openxmlformats.org/drawingml/2006/main">
            <a:noFill/>
          </a:ln>
        </p:spPr>
      </p:sp>
      <p:sp>
        <p:nvSpPr>
          <p:cNvPr id="91" name="">
            <a:extLst xmlns:a="http://schemas.openxmlformats.org/drawingml/2006/main">
              <a:ext uri="{FF2B5EF4-FFF2-40B4-BE49-F238E27FC236}">
                <a16:creationId xmlns:a16="http://schemas.microsoft.com/office/drawing/2014/main" id="{8B82A284-8295-41D5-BC8E-E8A730833D19}"/>
              </a:ext>
            </a:extLst>
          </p:cNvPr>
          <p:cNvSpPr>
            <a:spLocks xmlns:a="http://schemas.openxmlformats.org/drawingml/2006/main" noGrp="1"/>
          </p:cNvSpPr>
          <p:nvPr/>
        </p:nvSpPr>
        <p:spPr>
          <a:xfrm xmlns:a="http://schemas.openxmlformats.org/drawingml/2006/main">
            <a:off x="800100" y="1905000"/>
            <a:ext cx="59055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3900" b="1" spc="3">
                <a:solidFill>
                  <a:srgbClr val="FFFFFF"/>
                </a:solidFill>
                <a:latin typeface="微软雅黑"/>
                <a:ea typeface="微软雅黑"/>
                <a:cs typeface="微软雅黑"/>
              </a:defRPr>
            </a:pPr>
            <a:r>
              <a:rPr sz="3900" b="1" spc="3">
                <a:solidFill>
                  <a:srgbClr val="FFFFFF"/>
                </a:solidFill>
                <a:latin typeface="微软雅黑"/>
                <a:ea typeface="微软雅黑"/>
                <a:cs typeface="微软雅黑"/>
              </a:rPr>
              <a:t>核心算法</a:t>
            </a:r>
          </a:p>
        </p:txBody>
      </p:sp>
      <p:sp>
        <p:nvSpPr>
          <p:cNvPr id="92" name="">
            <a:extLst xmlns:a="http://schemas.openxmlformats.org/drawingml/2006/main">
              <a:ext uri="{FF2B5EF4-FFF2-40B4-BE49-F238E27FC236}">
                <a16:creationId xmlns:a16="http://schemas.microsoft.com/office/drawing/2014/main" id="{8A75105D-49D1-4F9A-B057-384F38DE1533}"/>
              </a:ext>
            </a:extLst>
          </p:cNvPr>
          <p:cNvSpPr>
            <a:spLocks xmlns:a="http://schemas.openxmlformats.org/drawingml/2006/main" noGrp="1"/>
          </p:cNvSpPr>
          <p:nvPr/>
        </p:nvSpPr>
        <p:spPr>
          <a:xfrm xmlns:a="http://schemas.openxmlformats.org/drawingml/2006/main">
            <a:off x="838200" y="2705100"/>
            <a:ext cx="5905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013" b="0" spc="3">
                <a:solidFill>
                  <a:srgbClr val="FFD24A"/>
                </a:solidFill>
                <a:latin typeface="Bahnschrift"/>
                <a:ea typeface="Bahnschrift"/>
                <a:cs typeface="Bahnschrift"/>
              </a:defRPr>
            </a:pPr>
            <a:r>
              <a:rPr sz="1013" b="0" spc="3">
                <a:solidFill>
                  <a:srgbClr val="FFD24A"/>
                </a:solidFill>
                <a:latin typeface="Bahnschrift"/>
                <a:ea typeface="Bahnschrift"/>
                <a:cs typeface="Bahnschrift"/>
              </a:rPr>
              <a:t>ALGORITHMS · RULE ENGINE &amp; RECOMMENDATION</a:t>
            </a:r>
          </a:p>
        </p:txBody>
      </p:sp>
      <p:sp>
        <p:nvSpPr>
          <p:cNvPr id="93" name="">
            <a:extLst xmlns:a="http://schemas.openxmlformats.org/drawingml/2006/main">
              <a:ext uri="{FF2B5EF4-FFF2-40B4-BE49-F238E27FC236}">
                <a16:creationId xmlns:a16="http://schemas.microsoft.com/office/drawing/2014/main" id="{5A71E43E-5434-4EBE-86AD-1B3A62FB9363}"/>
              </a:ext>
            </a:extLst>
          </p:cNvPr>
          <p:cNvSpPr>
            <a:spLocks xmlns:a="http://schemas.openxmlformats.org/drawingml/2006/main" noGrp="1"/>
          </p:cNvSpPr>
          <p:nvPr/>
        </p:nvSpPr>
        <p:spPr>
          <a:xfrm xmlns:a="http://schemas.openxmlformats.org/drawingml/2006/main">
            <a:off x="838200" y="3105150"/>
            <a:ext cx="1257300" cy="28575"/>
          </a:xfrm>
          <a:prstGeom xmlns:a="http://schemas.openxmlformats.org/drawingml/2006/main" prst="rect">
            <a:avLst/>
          </a:prstGeom>
          <a:gradFill xmlns:a="http://schemas.openxmlformats.org/drawingml/2006/main">
            <a:gsLst>
              <a:gs pos="0">
                <a:srgbClr val="FFD24A"/>
              </a:gs>
              <a:gs pos="100000">
                <a:srgbClr val="FFD24A">
                  <a:alpha val="0"/>
                </a:srgbClr>
              </a:gs>
            </a:gsLst>
            <a:lin ang="0"/>
          </a:gradFill>
          <a:ln xmlns:a="http://schemas.openxmlformats.org/drawingml/2006/main">
            <a:noFill/>
          </a:ln>
        </p:spPr>
      </p:sp>
      <p:sp>
        <p:nvSpPr>
          <p:cNvPr id="94" name="">
            <a:extLst xmlns:a="http://schemas.openxmlformats.org/drawingml/2006/main">
              <a:ext uri="{FF2B5EF4-FFF2-40B4-BE49-F238E27FC236}">
                <a16:creationId xmlns:a16="http://schemas.microsoft.com/office/drawing/2014/main" id="{359C8EAF-0CE3-4F26-8393-7A0922375C8E}"/>
              </a:ext>
            </a:extLst>
          </p:cNvPr>
          <p:cNvSpPr>
            <a:spLocks xmlns:a="http://schemas.openxmlformats.org/drawingml/2006/main" noGrp="1"/>
          </p:cNvSpPr>
          <p:nvPr/>
        </p:nvSpPr>
        <p:spPr>
          <a:xfrm xmlns:a="http://schemas.openxmlformats.org/drawingml/2006/main">
            <a:off x="819150" y="3352800"/>
            <a:ext cx="5905500" cy="1428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四个算法：规则引擎、气体检测归因、个性化组卷、课程匹配</a:t>
            </a:r>
          </a:p>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每个算法给出公式、流程图、具体案例与输入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约束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输出</a:t>
            </a:r>
          </a:p>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并说明相比「纯规则」或「纯大模型」单用的优势</a:t>
            </a:r>
          </a:p>
        </p:txBody>
      </p:sp>
      <p:sp>
        <p:nvSpPr>
          <p:cNvPr id="95" name="">
            <a:extLst xmlns:a="http://schemas.openxmlformats.org/drawingml/2006/main">
              <a:ext uri="{FF2B5EF4-FFF2-40B4-BE49-F238E27FC236}">
                <a16:creationId xmlns:a16="http://schemas.microsoft.com/office/drawing/2014/main" id="{5956C97A-F6B7-4D7E-A030-ABCB0E0BE4F1}"/>
              </a:ext>
            </a:extLst>
          </p:cNvPr>
          <p:cNvSpPr>
            <a:spLocks xmlns:a="http://schemas.openxmlformats.org/drawingml/2006/main" noGrp="1"/>
          </p:cNvSpPr>
          <p:nvPr/>
        </p:nvSpPr>
        <p:spPr>
          <a:xfrm xmlns:a="http://schemas.openxmlformats.org/drawingml/2006/main">
            <a:off x="8191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FFD24A">
                <a:alpha val="50000"/>
              </a:srgbClr>
            </a:solidFill>
            <a:prstDash val="solid"/>
          </a:ln>
        </p:spPr>
      </p:sp>
      <p:sp>
        <p:nvSpPr>
          <p:cNvPr id="96" name="">
            <a:extLst xmlns:a="http://schemas.openxmlformats.org/drawingml/2006/main">
              <a:ext uri="{FF2B5EF4-FFF2-40B4-BE49-F238E27FC236}">
                <a16:creationId xmlns:a16="http://schemas.microsoft.com/office/drawing/2014/main" id="{56C020F7-1377-4756-B634-2CC329F91FEB}"/>
              </a:ext>
            </a:extLst>
          </p:cNvPr>
          <p:cNvSpPr>
            <a:spLocks xmlns:a="http://schemas.openxmlformats.org/drawingml/2006/main" noGrp="1"/>
          </p:cNvSpPr>
          <p:nvPr/>
        </p:nvSpPr>
        <p:spPr>
          <a:xfrm xmlns:a="http://schemas.openxmlformats.org/drawingml/2006/main">
            <a:off x="819150" y="4953000"/>
            <a:ext cx="1809750" cy="28575"/>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97" name="">
            <a:extLst xmlns:a="http://schemas.openxmlformats.org/drawingml/2006/main">
              <a:ext uri="{FF2B5EF4-FFF2-40B4-BE49-F238E27FC236}">
                <a16:creationId xmlns:a16="http://schemas.microsoft.com/office/drawing/2014/main" id="{3A72E226-CA80-44AC-8DA4-376D856C91D9}"/>
              </a:ext>
            </a:extLst>
          </p:cNvPr>
          <p:cNvSpPr>
            <a:spLocks xmlns:a="http://schemas.openxmlformats.org/drawingml/2006/main" noGrp="1"/>
          </p:cNvSpPr>
          <p:nvPr/>
        </p:nvSpPr>
        <p:spPr>
          <a:xfrm xmlns:a="http://schemas.openxmlformats.org/drawingml/2006/main">
            <a:off x="971550" y="5048250"/>
            <a:ext cx="15621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18</a:t>
            </a:r>
          </a:p>
        </p:txBody>
      </p:sp>
      <p:sp>
        <p:nvSpPr>
          <p:cNvPr id="98" name="">
            <a:extLst xmlns:a="http://schemas.openxmlformats.org/drawingml/2006/main">
              <a:ext uri="{FF2B5EF4-FFF2-40B4-BE49-F238E27FC236}">
                <a16:creationId xmlns:a16="http://schemas.microsoft.com/office/drawing/2014/main" id="{9BF5500B-F178-4893-8589-8BD546C0CEA1}"/>
              </a:ext>
            </a:extLst>
          </p:cNvPr>
          <p:cNvSpPr>
            <a:spLocks xmlns:a="http://schemas.openxmlformats.org/drawingml/2006/main" noGrp="1"/>
          </p:cNvSpPr>
          <p:nvPr/>
        </p:nvSpPr>
        <p:spPr>
          <a:xfrm xmlns:a="http://schemas.openxmlformats.org/drawingml/2006/main">
            <a:off x="971550" y="5372100"/>
            <a:ext cx="1581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条启用规则 </a:t>
            </a:r>
            <a:r>
              <a:rPr sz="863" b="0">
                <a:solidFill>
                  <a:srgbClr val="C6DDFF"/>
                </a:solidFill>
                <a:latin typeface="微软雅黑"/>
                <a:ea typeface="微软雅黑"/>
                <a:cs typeface="微软雅黑"/>
              </a:rPr>
              <a:t>/ 5 </a:t>
            </a:r>
            <a:r>
              <a:rPr sz="863" b="0">
                <a:solidFill>
                  <a:srgbClr val="C6DDFF"/>
                </a:solidFill>
                <a:latin typeface="微软雅黑"/>
                <a:ea typeface="微软雅黑"/>
                <a:cs typeface="微软雅黑"/>
              </a:rPr>
              <a:t>个场景</a:t>
            </a:r>
          </a:p>
        </p:txBody>
      </p:sp>
      <p:sp>
        <p:nvSpPr>
          <p:cNvPr id="99" name="">
            <a:extLst xmlns:a="http://schemas.openxmlformats.org/drawingml/2006/main">
              <a:ext uri="{FF2B5EF4-FFF2-40B4-BE49-F238E27FC236}">
                <a16:creationId xmlns:a16="http://schemas.microsoft.com/office/drawing/2014/main" id="{58F2B695-4D86-4F21-87FB-2DDB8E142647}"/>
              </a:ext>
            </a:extLst>
          </p:cNvPr>
          <p:cNvSpPr>
            <a:spLocks xmlns:a="http://schemas.openxmlformats.org/drawingml/2006/main" noGrp="1"/>
          </p:cNvSpPr>
          <p:nvPr/>
        </p:nvSpPr>
        <p:spPr>
          <a:xfrm xmlns:a="http://schemas.openxmlformats.org/drawingml/2006/main">
            <a:off x="28003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FFD24A">
                <a:alpha val="50000"/>
              </a:srgbClr>
            </a:solidFill>
            <a:prstDash val="solid"/>
          </a:ln>
        </p:spPr>
      </p:sp>
      <p:sp>
        <p:nvSpPr>
          <p:cNvPr id="100" name="">
            <a:extLst xmlns:a="http://schemas.openxmlformats.org/drawingml/2006/main">
              <a:ext uri="{FF2B5EF4-FFF2-40B4-BE49-F238E27FC236}">
                <a16:creationId xmlns:a16="http://schemas.microsoft.com/office/drawing/2014/main" id="{54AD2BBB-C290-43BC-9BB3-077CBFE4C170}"/>
              </a:ext>
            </a:extLst>
          </p:cNvPr>
          <p:cNvSpPr>
            <a:spLocks xmlns:a="http://schemas.openxmlformats.org/drawingml/2006/main" noGrp="1"/>
          </p:cNvSpPr>
          <p:nvPr/>
        </p:nvSpPr>
        <p:spPr>
          <a:xfrm xmlns:a="http://schemas.openxmlformats.org/drawingml/2006/main">
            <a:off x="2800350" y="4953000"/>
            <a:ext cx="1809750" cy="28575"/>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01" name="">
            <a:extLst xmlns:a="http://schemas.openxmlformats.org/drawingml/2006/main">
              <a:ext uri="{FF2B5EF4-FFF2-40B4-BE49-F238E27FC236}">
                <a16:creationId xmlns:a16="http://schemas.microsoft.com/office/drawing/2014/main" id="{9BFF4CD2-5CDF-40B3-8972-232278BCC000}"/>
              </a:ext>
            </a:extLst>
          </p:cNvPr>
          <p:cNvSpPr>
            <a:spLocks xmlns:a="http://schemas.openxmlformats.org/drawingml/2006/main" noGrp="1"/>
          </p:cNvSpPr>
          <p:nvPr/>
        </p:nvSpPr>
        <p:spPr>
          <a:xfrm xmlns:a="http://schemas.openxmlformats.org/drawingml/2006/main">
            <a:off x="2952750" y="5048250"/>
            <a:ext cx="15621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3</a:t>
            </a:r>
          </a:p>
        </p:txBody>
      </p:sp>
      <p:sp>
        <p:nvSpPr>
          <p:cNvPr id="102" name="">
            <a:extLst xmlns:a="http://schemas.openxmlformats.org/drawingml/2006/main">
              <a:ext uri="{FF2B5EF4-FFF2-40B4-BE49-F238E27FC236}">
                <a16:creationId xmlns:a16="http://schemas.microsoft.com/office/drawing/2014/main" id="{A55B72D5-5D61-4BF2-A14D-42CC515E056E}"/>
              </a:ext>
            </a:extLst>
          </p:cNvPr>
          <p:cNvSpPr>
            <a:spLocks xmlns:a="http://schemas.openxmlformats.org/drawingml/2006/main" noGrp="1"/>
          </p:cNvSpPr>
          <p:nvPr/>
        </p:nvSpPr>
        <p:spPr>
          <a:xfrm xmlns:a="http://schemas.openxmlformats.org/drawingml/2006/main">
            <a:off x="2952750" y="5372100"/>
            <a:ext cx="1581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个匹配分组</a:t>
            </a:r>
          </a:p>
        </p:txBody>
      </p:sp>
      <p:sp>
        <p:nvSpPr>
          <p:cNvPr id="103" name="">
            <a:extLst xmlns:a="http://schemas.openxmlformats.org/drawingml/2006/main">
              <a:ext uri="{FF2B5EF4-FFF2-40B4-BE49-F238E27FC236}">
                <a16:creationId xmlns:a16="http://schemas.microsoft.com/office/drawing/2014/main" id="{673B735D-2974-4925-BFD7-D41C80DEB7D4}"/>
              </a:ext>
            </a:extLst>
          </p:cNvPr>
          <p:cNvSpPr>
            <a:spLocks xmlns:a="http://schemas.openxmlformats.org/drawingml/2006/main" noGrp="1"/>
          </p:cNvSpPr>
          <p:nvPr/>
        </p:nvSpPr>
        <p:spPr>
          <a:xfrm xmlns:a="http://schemas.openxmlformats.org/drawingml/2006/main">
            <a:off x="47815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FFD24A">
                <a:alpha val="50000"/>
              </a:srgbClr>
            </a:solidFill>
            <a:prstDash val="solid"/>
          </a:ln>
        </p:spPr>
      </p:sp>
      <p:sp>
        <p:nvSpPr>
          <p:cNvPr id="104" name="">
            <a:extLst xmlns:a="http://schemas.openxmlformats.org/drawingml/2006/main">
              <a:ext uri="{FF2B5EF4-FFF2-40B4-BE49-F238E27FC236}">
                <a16:creationId xmlns:a16="http://schemas.microsoft.com/office/drawing/2014/main" id="{DF5A6104-D828-40F8-8CF5-1963AA879C9B}"/>
              </a:ext>
            </a:extLst>
          </p:cNvPr>
          <p:cNvSpPr>
            <a:spLocks xmlns:a="http://schemas.openxmlformats.org/drawingml/2006/main" noGrp="1"/>
          </p:cNvSpPr>
          <p:nvPr/>
        </p:nvSpPr>
        <p:spPr>
          <a:xfrm xmlns:a="http://schemas.openxmlformats.org/drawingml/2006/main">
            <a:off x="4781550" y="4953000"/>
            <a:ext cx="1809750" cy="28575"/>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05" name="">
            <a:extLst xmlns:a="http://schemas.openxmlformats.org/drawingml/2006/main">
              <a:ext uri="{FF2B5EF4-FFF2-40B4-BE49-F238E27FC236}">
                <a16:creationId xmlns:a16="http://schemas.microsoft.com/office/drawing/2014/main" id="{A1C9D1A4-C151-47C2-952A-EA780D4C2C13}"/>
              </a:ext>
            </a:extLst>
          </p:cNvPr>
          <p:cNvSpPr>
            <a:spLocks xmlns:a="http://schemas.openxmlformats.org/drawingml/2006/main" noGrp="1"/>
          </p:cNvSpPr>
          <p:nvPr/>
        </p:nvSpPr>
        <p:spPr>
          <a:xfrm xmlns:a="http://schemas.openxmlformats.org/drawingml/2006/main">
            <a:off x="4933950" y="5048250"/>
            <a:ext cx="15621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1</a:t>
            </a:r>
          </a:p>
        </p:txBody>
      </p:sp>
      <p:sp>
        <p:nvSpPr>
          <p:cNvPr id="106" name="">
            <a:extLst xmlns:a="http://schemas.openxmlformats.org/drawingml/2006/main">
              <a:ext uri="{FF2B5EF4-FFF2-40B4-BE49-F238E27FC236}">
                <a16:creationId xmlns:a16="http://schemas.microsoft.com/office/drawing/2014/main" id="{E6238FA2-099B-4BB1-924D-0A0307E01263}"/>
              </a:ext>
            </a:extLst>
          </p:cNvPr>
          <p:cNvSpPr>
            <a:spLocks xmlns:a="http://schemas.openxmlformats.org/drawingml/2006/main" noGrp="1"/>
          </p:cNvSpPr>
          <p:nvPr/>
        </p:nvSpPr>
        <p:spPr>
          <a:xfrm xmlns:a="http://schemas.openxmlformats.org/drawingml/2006/main">
            <a:off x="4933950" y="5372100"/>
            <a:ext cx="1581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条可复算留痕链</a:t>
            </a:r>
          </a:p>
        </p:txBody>
      </p:sp>
      <p:sp>
        <p:nvSpPr>
          <p:cNvPr id="107" name="">
            <a:extLst xmlns:a="http://schemas.openxmlformats.org/drawingml/2006/main">
              <a:ext uri="{FF2B5EF4-FFF2-40B4-BE49-F238E27FC236}">
                <a16:creationId xmlns:a16="http://schemas.microsoft.com/office/drawing/2014/main" id="{4656318F-3C9C-4D5F-92A2-F8FD1F0F1000}"/>
              </a:ext>
            </a:extLst>
          </p:cNvPr>
          <p:cNvSpPr>
            <a:spLocks xmlns:a="http://schemas.openxmlformats.org/drawingml/2006/main" noGrp="1"/>
          </p:cNvSpPr>
          <p:nvPr/>
        </p:nvSpPr>
        <p:spPr>
          <a:xfrm xmlns:a="http://schemas.openxmlformats.org/drawingml/2006/main">
            <a:off x="819150" y="5962650"/>
            <a:ext cx="5143500" cy="14478"/>
          </a:xfrm>
          <a:prstGeom xmlns:a="http://schemas.openxmlformats.org/drawingml/2006/main" prst="rect">
            <a:avLst/>
          </a:prstGeom>
          <a:gradFill xmlns:a="http://schemas.openxmlformats.org/drawingml/2006/main">
            <a:gsLst>
              <a:gs pos="0">
                <a:srgbClr val="FFD24A"/>
              </a:gs>
              <a:gs pos="100000">
                <a:srgbClr val="FFD24A">
                  <a:alpha val="0"/>
                </a:srgbClr>
              </a:gs>
            </a:gsLst>
            <a:lin ang="0"/>
          </a:gradFill>
          <a:ln xmlns:a="http://schemas.openxmlformats.org/drawingml/2006/main">
            <a:noFill/>
          </a:ln>
        </p:spPr>
      </p:sp>
      <p:sp>
        <p:nvSpPr>
          <p:cNvPr id="108" name="">
            <a:extLst xmlns:a="http://schemas.openxmlformats.org/drawingml/2006/main">
              <a:ext uri="{FF2B5EF4-FFF2-40B4-BE49-F238E27FC236}">
                <a16:creationId xmlns:a16="http://schemas.microsoft.com/office/drawing/2014/main" id="{1E196353-7621-4C7E-9D07-1414872E94CE}"/>
              </a:ext>
            </a:extLst>
          </p:cNvPr>
          <p:cNvSpPr>
            <a:spLocks xmlns:a="http://schemas.openxmlformats.org/drawingml/2006/main" noGrp="1"/>
          </p:cNvSpPr>
          <p:nvPr/>
        </p:nvSpPr>
        <p:spPr>
          <a:xfrm xmlns:a="http://schemas.openxmlformats.org/drawingml/2006/main">
            <a:off x="819150" y="6096000"/>
            <a:ext cx="24765" cy="24765"/>
          </a:xfrm>
          <a:prstGeom xmlns:a="http://schemas.openxmlformats.org/drawingml/2006/main" prst="ellipse">
            <a:avLst/>
          </a:prstGeom>
          <a:solidFill xmlns:a="http://schemas.openxmlformats.org/drawingml/2006/main">
            <a:srgbClr val="FFD24A">
              <a:alpha val="60000"/>
            </a:srgbClr>
          </a:solidFill>
          <a:ln xmlns:a="http://schemas.openxmlformats.org/drawingml/2006/main">
            <a:noFill/>
          </a:ln>
        </p:spPr>
      </p:sp>
      <p:sp>
        <p:nvSpPr>
          <p:cNvPr id="109" name="">
            <a:extLst xmlns:a="http://schemas.openxmlformats.org/drawingml/2006/main">
              <a:ext uri="{FF2B5EF4-FFF2-40B4-BE49-F238E27FC236}">
                <a16:creationId xmlns:a16="http://schemas.microsoft.com/office/drawing/2014/main" id="{11138BF0-D90F-4D34-ADC8-CC015E66F256}"/>
              </a:ext>
            </a:extLst>
          </p:cNvPr>
          <p:cNvSpPr>
            <a:spLocks xmlns:a="http://schemas.openxmlformats.org/drawingml/2006/main" noGrp="1"/>
          </p:cNvSpPr>
          <p:nvPr/>
        </p:nvSpPr>
        <p:spPr>
          <a:xfrm xmlns:a="http://schemas.openxmlformats.org/drawingml/2006/main">
            <a:off x="885825" y="6096000"/>
            <a:ext cx="24765" cy="24765"/>
          </a:xfrm>
          <a:prstGeom xmlns:a="http://schemas.openxmlformats.org/drawingml/2006/main" prst="ellipse">
            <a:avLst/>
          </a:prstGeom>
          <a:solidFill xmlns:a="http://schemas.openxmlformats.org/drawingml/2006/main">
            <a:srgbClr val="FFD24A">
              <a:alpha val="60000"/>
            </a:srgbClr>
          </a:solidFill>
          <a:ln xmlns:a="http://schemas.openxmlformats.org/drawingml/2006/main">
            <a:noFill/>
          </a:ln>
        </p:spPr>
      </p:sp>
      <p:sp>
        <p:nvSpPr>
          <p:cNvPr id="110" name="">
            <a:extLst xmlns:a="http://schemas.openxmlformats.org/drawingml/2006/main">
              <a:ext uri="{FF2B5EF4-FFF2-40B4-BE49-F238E27FC236}">
                <a16:creationId xmlns:a16="http://schemas.microsoft.com/office/drawing/2014/main" id="{036589E1-CEC2-46D1-A1FD-654456782013}"/>
              </a:ext>
            </a:extLst>
          </p:cNvPr>
          <p:cNvSpPr>
            <a:spLocks xmlns:a="http://schemas.openxmlformats.org/drawingml/2006/main" noGrp="1"/>
          </p:cNvSpPr>
          <p:nvPr/>
        </p:nvSpPr>
        <p:spPr>
          <a:xfrm xmlns:a="http://schemas.openxmlformats.org/drawingml/2006/main">
            <a:off x="952500" y="6096000"/>
            <a:ext cx="24765" cy="24765"/>
          </a:xfrm>
          <a:prstGeom xmlns:a="http://schemas.openxmlformats.org/drawingml/2006/main" prst="ellipse">
            <a:avLst/>
          </a:prstGeom>
          <a:solidFill xmlns:a="http://schemas.openxmlformats.org/drawingml/2006/main">
            <a:srgbClr val="FFD24A">
              <a:alpha val="60000"/>
            </a:srgbClr>
          </a:solidFill>
          <a:ln xmlns:a="http://schemas.openxmlformats.org/drawingml/2006/main">
            <a:noFill/>
          </a:ln>
        </p:spPr>
      </p:sp>
    </p:spTree>
    <p:extLst>
      <p:ext uri="{BB962C8B-B14F-4D97-AF65-F5344CB8AC3E}">
        <p14:creationId xmlns:p14="http://schemas.microsoft.com/office/powerpoint/2010/main" val="1946946335"/>
      </p:ext>
    </p:extLst>
  </p:cSld>
</p:sld>
</file>

<file path=ppt/slides/slide17.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80" name=""/>
          <p:cNvPicPr>
            <a:picLocks xmlns:a="http://schemas.openxmlformats.org/drawingml/2006/main" noChangeAspect="1"/>
          </p:cNvPicPr>
          <p:nvPr/>
        </p:nvPicPr>
        <p:blipFill>
          <a:blip xmlns:r="http://schemas.openxmlformats.org/officeDocument/2006/relationships" xmlns:a="http://schemas.openxmlformats.org/drawingml/2006/main" r:embed="Rbefa1534d7884e77"/>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FBDC40A-27F9-41F2-96BD-0BB7494417E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FDF48AAB-169B-4929-BD30-27F41F79599F}"/>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5EE327E9-8BD0-4982-8A8B-00679AA45440}"/>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889A82FB-B78B-459B-A2E7-E7BE76D5CF80}"/>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C222C095-99B3-4731-8304-786B612992DD}"/>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A4545C9E-AB3E-499F-BA7D-A97A8CD334D9}"/>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95FE603B-394E-4739-A5F0-DAE4D3F4CB70}"/>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9F3CFCAE-49FE-4A2F-BF33-F389FBE921F4}"/>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1F384EFC-A72E-4C27-A31F-8EEDE095EA9C}"/>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FFD24A">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808AC2CB-A904-4120-9356-62B4803836E3}"/>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FFD24A">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FDAA8734-A896-4110-8F99-7ED8A7DE413A}"/>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D6580CA9-6E53-464B-85A6-6E3F227D1EB8}"/>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FFD24A"/>
                </a:solidFill>
                <a:latin typeface="微软雅黑"/>
                <a:ea typeface="微软雅黑"/>
                <a:cs typeface="微软雅黑"/>
              </a:defRPr>
            </a:pPr>
            <a:r>
              <a:rPr sz="863" b="1" spc="1">
                <a:solidFill>
                  <a:srgbClr val="FFD24A"/>
                </a:solidFill>
                <a:latin typeface="微软雅黑"/>
                <a:ea typeface="微软雅黑"/>
                <a:cs typeface="微软雅黑"/>
              </a:rPr>
              <a:t>03　</a:t>
            </a:r>
            <a:r>
              <a:rPr sz="863" b="1" spc="1">
                <a:solidFill>
                  <a:srgbClr val="FFD24A"/>
                </a:solidFill>
                <a:latin typeface="微软雅黑"/>
                <a:ea typeface="微软雅黑"/>
                <a:cs typeface="微软雅黑"/>
              </a:rPr>
              <a:t>核心算法</a:t>
            </a:r>
          </a:p>
        </p:txBody>
      </p:sp>
      <p:sp>
        <p:nvSpPr>
          <p:cNvPr id="14" name="">
            <a:extLst xmlns:a="http://schemas.openxmlformats.org/drawingml/2006/main">
              <a:ext uri="{FF2B5EF4-FFF2-40B4-BE49-F238E27FC236}">
                <a16:creationId xmlns:a16="http://schemas.microsoft.com/office/drawing/2014/main" id="{13BDD230-0F28-429C-AD2D-E6DD162E6233}"/>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算法一 </a:t>
            </a:r>
            <a:r>
              <a:rPr sz="1800" b="1" spc="1">
                <a:solidFill>
                  <a:srgbClr val="FFFFFF"/>
                </a:solidFill>
                <a:latin typeface="微软雅黑"/>
                <a:ea typeface="微软雅黑"/>
                <a:cs typeface="微软雅黑"/>
              </a:rPr>
              <a:t>· </a:t>
            </a:r>
            <a:r>
              <a:rPr sz="1800" b="1" spc="1">
                <a:solidFill>
                  <a:srgbClr val="FFFFFF"/>
                </a:solidFill>
                <a:latin typeface="微软雅黑"/>
                <a:ea typeface="微软雅黑"/>
                <a:cs typeface="微软雅黑"/>
              </a:rPr>
              <a:t>规则引擎：确定性匹配、可复算输出</a:t>
            </a:r>
          </a:p>
        </p:txBody>
      </p:sp>
      <p:sp>
        <p:nvSpPr>
          <p:cNvPr id="15" name="">
            <a:extLst xmlns:a="http://schemas.openxmlformats.org/drawingml/2006/main">
              <a:ext uri="{FF2B5EF4-FFF2-40B4-BE49-F238E27FC236}">
                <a16:creationId xmlns:a16="http://schemas.microsoft.com/office/drawing/2014/main" id="{3ACCFCC7-FD45-4697-B011-4C38E7007A78}"/>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AE5B19E2-4354-42F1-8DC6-0693223A1E17}"/>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5F2DB33D-4555-4937-900A-61E381168E35}"/>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75DDE075-8B31-4616-AFB8-5DC1E854A7D0}"/>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257B94DF-711C-4891-91C5-737F7989B866}"/>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同一输入必然得到同一输出</a:t>
            </a:r>
            <a:r>
              <a:rPr sz="1238">
                <a:solidFill>
                  <a:srgbClr val="FFFFFF"/>
                </a:solidFill>
                <a:latin typeface="微软雅黑"/>
                <a:ea typeface="微软雅黑"/>
                <a:cs typeface="微软雅黑"/>
              </a:rPr>
              <a:t>——</a:t>
            </a:r>
            <a:r>
              <a:rPr sz="1238">
                <a:solidFill>
                  <a:srgbClr val="FFFFFF"/>
                </a:solidFill>
                <a:latin typeface="微软雅黑"/>
                <a:ea typeface="微软雅黑"/>
                <a:cs typeface="微软雅黑"/>
              </a:rPr>
              <a:t>这是「可复算」的前提，也是规则引擎相对大模型的根本优势。</a:t>
            </a:r>
          </a:p>
        </p:txBody>
      </p:sp>
      <p:sp>
        <p:nvSpPr>
          <p:cNvPr id="20" name="">
            <a:extLst xmlns:a="http://schemas.openxmlformats.org/drawingml/2006/main">
              <a:ext uri="{FF2B5EF4-FFF2-40B4-BE49-F238E27FC236}">
                <a16:creationId xmlns:a16="http://schemas.microsoft.com/office/drawing/2014/main" id="{DF224EE1-C6E8-4EA8-95B1-674663DCA12B}"/>
              </a:ext>
            </a:extLst>
          </p:cNvPr>
          <p:cNvSpPr>
            <a:spLocks xmlns:a="http://schemas.openxmlformats.org/drawingml/2006/main" noGrp="1"/>
          </p:cNvSpPr>
          <p:nvPr/>
        </p:nvSpPr>
        <p:spPr>
          <a:xfrm xmlns:a="http://schemas.openxmlformats.org/drawingml/2006/main">
            <a:off x="285750" y="1333500"/>
            <a:ext cx="5715000" cy="1123950"/>
          </a:xfrm>
          <a:prstGeom xmlns:a="http://schemas.openxmlformats.org/drawingml/2006/main" prst="roundRect">
            <a:avLst>
              <a:gd name="adj" fmla="val 7627"/>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13335">
            <a:solidFill>
              <a:srgbClr val="FFD24A"/>
            </a:solidFill>
            <a:prstDash val="solid"/>
          </a:ln>
        </p:spPr>
      </p:sp>
      <p:sp>
        <p:nvSpPr>
          <p:cNvPr id="21" name="">
            <a:extLst xmlns:a="http://schemas.openxmlformats.org/drawingml/2006/main">
              <a:ext uri="{FF2B5EF4-FFF2-40B4-BE49-F238E27FC236}">
                <a16:creationId xmlns:a16="http://schemas.microsoft.com/office/drawing/2014/main" id="{D889B669-9855-4324-930A-E4CB790D3DD3}"/>
              </a:ext>
            </a:extLst>
          </p:cNvPr>
          <p:cNvSpPr>
            <a:spLocks xmlns:a="http://schemas.openxmlformats.org/drawingml/2006/main" noGrp="1"/>
          </p:cNvSpPr>
          <p:nvPr/>
        </p:nvSpPr>
        <p:spPr>
          <a:xfrm xmlns:a="http://schemas.openxmlformats.org/drawingml/2006/main">
            <a:off x="457200" y="1447800"/>
            <a:ext cx="5334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FFD24A"/>
                </a:solidFill>
                <a:latin typeface="微软雅黑"/>
                <a:ea typeface="微软雅黑"/>
                <a:cs typeface="微软雅黑"/>
              </a:defRPr>
            </a:pPr>
            <a:r>
              <a:rPr sz="1050" b="1">
                <a:solidFill>
                  <a:srgbClr val="FFD24A"/>
                </a:solidFill>
                <a:latin typeface="微软雅黑"/>
                <a:ea typeface="微软雅黑"/>
                <a:cs typeface="微软雅黑"/>
              </a:rPr>
              <a:t>核心公式</a:t>
            </a:r>
          </a:p>
        </p:txBody>
      </p:sp>
      <p:sp>
        <p:nvSpPr>
          <p:cNvPr id="22" name="">
            <a:extLst xmlns:a="http://schemas.openxmlformats.org/drawingml/2006/main">
              <a:ext uri="{FF2B5EF4-FFF2-40B4-BE49-F238E27FC236}">
                <a16:creationId xmlns:a16="http://schemas.microsoft.com/office/drawing/2014/main" id="{0D87BE1F-27F8-41EB-A932-E824AEA24A76}"/>
              </a:ext>
            </a:extLst>
          </p:cNvPr>
          <p:cNvSpPr>
            <a:spLocks xmlns:a="http://schemas.openxmlformats.org/drawingml/2006/main" noGrp="1"/>
          </p:cNvSpPr>
          <p:nvPr/>
        </p:nvSpPr>
        <p:spPr>
          <a:xfrm xmlns:a="http://schemas.openxmlformats.org/drawingml/2006/main">
            <a:off x="457200" y="1714500"/>
            <a:ext cx="5391150" cy="666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55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verdict.actions = unique(concat(actions_i))　　</a:t>
            </a:r>
          </a:p>
          <a:p xmlns:a="http://schemas.openxmlformats.org/drawingml/2006/main">
            <a:pPr algn="l">
              <a:lnSpc>
                <a:spcPct val="155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verdict.severity = max_severity(severity_i)　　</a:t>
            </a:r>
          </a:p>
          <a:p xmlns:a="http://schemas.openxmlformats.org/drawingml/2006/main">
            <a:pPr algn="l">
              <a:lnSpc>
                <a:spcPct val="155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其中 </a:t>
            </a:r>
            <a:r>
              <a:rPr sz="975">
                <a:solidFill>
                  <a:srgbClr val="EEF5FF"/>
                </a:solidFill>
                <a:latin typeface="微软雅黑"/>
                <a:ea typeface="微软雅黑"/>
                <a:cs typeface="微软雅黑"/>
              </a:rPr>
              <a:t>i ∈ hits(rule)</a:t>
            </a:r>
            <a:r>
              <a:rPr sz="975">
                <a:solidFill>
                  <a:srgbClr val="EEF5FF"/>
                </a:solidFill>
                <a:latin typeface="微软雅黑"/>
                <a:ea typeface="微软雅黑"/>
                <a:cs typeface="微软雅黑"/>
              </a:rPr>
              <a:t>，</a:t>
            </a:r>
            <a:r>
              <a:rPr sz="975">
                <a:solidFill>
                  <a:srgbClr val="EEF5FF"/>
                </a:solidFill>
                <a:latin typeface="微软雅黑"/>
                <a:ea typeface="微软雅黑"/>
                <a:cs typeface="微软雅黑"/>
              </a:rPr>
              <a:t>hits </a:t>
            </a:r>
            <a:r>
              <a:rPr sz="975">
                <a:solidFill>
                  <a:srgbClr val="EEF5FF"/>
                </a:solidFill>
                <a:latin typeface="微软雅黑"/>
                <a:ea typeface="微软雅黑"/>
                <a:cs typeface="微软雅黑"/>
              </a:rPr>
              <a:t>按 </a:t>
            </a:r>
            <a:r>
              <a:rPr sz="975">
                <a:solidFill>
                  <a:srgbClr val="EEF5FF"/>
                </a:solidFill>
                <a:latin typeface="微软雅黑"/>
                <a:ea typeface="微软雅黑"/>
                <a:cs typeface="微软雅黑"/>
              </a:rPr>
              <a:t>priority </a:t>
            </a:r>
            <a:r>
              <a:rPr sz="975">
                <a:solidFill>
                  <a:srgbClr val="EEF5FF"/>
                </a:solidFill>
                <a:latin typeface="微软雅黑"/>
                <a:ea typeface="微软雅黑"/>
                <a:cs typeface="微软雅黑"/>
              </a:rPr>
              <a:t>降序、同优先级按 </a:t>
            </a:r>
            <a:r>
              <a:rPr sz="975">
                <a:solidFill>
                  <a:srgbClr val="EEF5FF"/>
                </a:solidFill>
                <a:latin typeface="微软雅黑"/>
                <a:ea typeface="微软雅黑"/>
                <a:cs typeface="微软雅黑"/>
              </a:rPr>
              <a:t>rule_code </a:t>
            </a:r>
            <a:r>
              <a:rPr sz="975">
                <a:solidFill>
                  <a:srgbClr val="EEF5FF"/>
                </a:solidFill>
                <a:latin typeface="微软雅黑"/>
                <a:ea typeface="微软雅黑"/>
                <a:cs typeface="微软雅黑"/>
              </a:rPr>
              <a:t>稳定排序。</a:t>
            </a:r>
          </a:p>
        </p:txBody>
      </p:sp>
      <p:sp>
        <p:nvSpPr>
          <p:cNvPr id="23" name="">
            <a:extLst xmlns:a="http://schemas.openxmlformats.org/drawingml/2006/main">
              <a:ext uri="{FF2B5EF4-FFF2-40B4-BE49-F238E27FC236}">
                <a16:creationId xmlns:a16="http://schemas.microsoft.com/office/drawing/2014/main" id="{622325E8-2CD1-469E-AD6B-B661C7903916}"/>
              </a:ext>
            </a:extLst>
          </p:cNvPr>
          <p:cNvSpPr>
            <a:spLocks xmlns:a="http://schemas.openxmlformats.org/drawingml/2006/main" noGrp="1"/>
          </p:cNvSpPr>
          <p:nvPr/>
        </p:nvSpPr>
        <p:spPr>
          <a:xfrm xmlns:a="http://schemas.openxmlformats.org/drawingml/2006/main">
            <a:off x="285750" y="2590800"/>
            <a:ext cx="5715000" cy="1676400"/>
          </a:xfrm>
          <a:prstGeom xmlns:a="http://schemas.openxmlformats.org/drawingml/2006/main" prst="roundRect">
            <a:avLst>
              <a:gd name="adj" fmla="val 5114"/>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4" name="">
            <a:extLst xmlns:a="http://schemas.openxmlformats.org/drawingml/2006/main">
              <a:ext uri="{FF2B5EF4-FFF2-40B4-BE49-F238E27FC236}">
                <a16:creationId xmlns:a16="http://schemas.microsoft.com/office/drawing/2014/main" id="{DC04E42F-4DB9-447D-87DC-FA541B23C9BC}"/>
              </a:ext>
            </a:extLst>
          </p:cNvPr>
          <p:cNvSpPr>
            <a:spLocks xmlns:a="http://schemas.openxmlformats.org/drawingml/2006/main" noGrp="1"/>
          </p:cNvSpPr>
          <p:nvPr/>
        </p:nvSpPr>
        <p:spPr>
          <a:xfrm xmlns:a="http://schemas.openxmlformats.org/drawingml/2006/main">
            <a:off x="457200" y="2705100"/>
            <a:ext cx="5334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4FD8FF"/>
                </a:solidFill>
                <a:latin typeface="微软雅黑"/>
                <a:ea typeface="微软雅黑"/>
                <a:cs typeface="微软雅黑"/>
              </a:defRPr>
            </a:pPr>
            <a:r>
              <a:rPr sz="1050" b="1">
                <a:solidFill>
                  <a:srgbClr val="4FD8FF"/>
                </a:solidFill>
                <a:latin typeface="微软雅黑"/>
                <a:ea typeface="微软雅黑"/>
                <a:cs typeface="微软雅黑"/>
              </a:rPr>
              <a:t>匹配顺序（决定结果可复现）</a:t>
            </a:r>
          </a:p>
        </p:txBody>
      </p:sp>
      <p:sp>
        <p:nvSpPr>
          <p:cNvPr id="25" name="">
            <a:extLst xmlns:a="http://schemas.openxmlformats.org/drawingml/2006/main">
              <a:ext uri="{FF2B5EF4-FFF2-40B4-BE49-F238E27FC236}">
                <a16:creationId xmlns:a16="http://schemas.microsoft.com/office/drawing/2014/main" id="{B7D4F91E-5BA9-416E-A601-C9CBF8274494}"/>
              </a:ext>
            </a:extLst>
          </p:cNvPr>
          <p:cNvSpPr>
            <a:spLocks xmlns:a="http://schemas.openxmlformats.org/drawingml/2006/main" noGrp="1"/>
          </p:cNvSpPr>
          <p:nvPr/>
        </p:nvSpPr>
        <p:spPr>
          <a:xfrm xmlns:a="http://schemas.openxmlformats.org/drawingml/2006/main">
            <a:off x="457200" y="2990850"/>
            <a:ext cx="5391150" cy="118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1　</a:t>
            </a:r>
            <a:r>
              <a:rPr sz="938">
                <a:solidFill>
                  <a:srgbClr val="EEF5FF"/>
                </a:solidFill>
                <a:latin typeface="微软雅黑"/>
                <a:ea typeface="微软雅黑"/>
                <a:cs typeface="微软雅黑"/>
              </a:rPr>
              <a:t>按 </a:t>
            </a:r>
            <a:r>
              <a:rPr sz="938">
                <a:solidFill>
                  <a:srgbClr val="EEF5FF"/>
                </a:solidFill>
                <a:latin typeface="微软雅黑"/>
                <a:ea typeface="微软雅黑"/>
                <a:cs typeface="微软雅黑"/>
              </a:rPr>
              <a:t>scene </a:t>
            </a:r>
            <a:r>
              <a:rPr sz="938">
                <a:solidFill>
                  <a:srgbClr val="EEF5FF"/>
                </a:solidFill>
                <a:latin typeface="微软雅黑"/>
                <a:ea typeface="微软雅黑"/>
                <a:cs typeface="微软雅黑"/>
              </a:rPr>
              <a:t>读取 </a:t>
            </a:r>
            <a:r>
              <a:rPr sz="938">
                <a:solidFill>
                  <a:srgbClr val="EEF5FF"/>
                </a:solidFill>
                <a:latin typeface="微软雅黑"/>
                <a:ea typeface="微软雅黑"/>
                <a:cs typeface="微软雅黑"/>
              </a:rPr>
              <a:t>enabled=1 </a:t>
            </a:r>
            <a:r>
              <a:rPr sz="938">
                <a:solidFill>
                  <a:srgbClr val="EEF5FF"/>
                </a:solidFill>
                <a:latin typeface="微软雅黑"/>
                <a:ea typeface="微软雅黑"/>
                <a:cs typeface="微软雅黑"/>
              </a:rPr>
              <a:t>的规则；</a:t>
            </a:r>
          </a:p>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2　</a:t>
            </a:r>
            <a:r>
              <a:rPr sz="938">
                <a:solidFill>
                  <a:srgbClr val="EEF5FF"/>
                </a:solidFill>
                <a:latin typeface="微软雅黑"/>
                <a:ea typeface="微软雅黑"/>
                <a:cs typeface="微软雅黑"/>
              </a:rPr>
              <a:t>按 </a:t>
            </a:r>
            <a:r>
              <a:rPr sz="938">
                <a:solidFill>
                  <a:srgbClr val="EEF5FF"/>
                </a:solidFill>
                <a:latin typeface="微软雅黑"/>
                <a:ea typeface="微软雅黑"/>
                <a:cs typeface="微软雅黑"/>
              </a:rPr>
              <a:t>priority </a:t>
            </a:r>
            <a:r>
              <a:rPr sz="938">
                <a:solidFill>
                  <a:srgbClr val="EEF5FF"/>
                </a:solidFill>
                <a:latin typeface="微软雅黑"/>
                <a:ea typeface="微软雅黑"/>
                <a:cs typeface="微软雅黑"/>
              </a:rPr>
              <a:t>从高到低排序；</a:t>
            </a:r>
          </a:p>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3　</a:t>
            </a:r>
            <a:r>
              <a:rPr sz="938">
                <a:solidFill>
                  <a:srgbClr val="EEF5FF"/>
                </a:solidFill>
                <a:latin typeface="微软雅黑"/>
                <a:ea typeface="微软雅黑"/>
                <a:cs typeface="微软雅黑"/>
              </a:rPr>
              <a:t>对条件树做白名单算子求值（</a:t>
            </a:r>
            <a:r>
              <a:rPr sz="938">
                <a:solidFill>
                  <a:srgbClr val="EEF5FF"/>
                </a:solidFill>
                <a:latin typeface="微软雅黑"/>
                <a:ea typeface="微软雅黑"/>
                <a:cs typeface="微软雅黑"/>
              </a:rPr>
              <a:t>and / or / not + 20 </a:t>
            </a:r>
            <a:r>
              <a:rPr sz="938">
                <a:solidFill>
                  <a:srgbClr val="EEF5FF"/>
                </a:solidFill>
                <a:latin typeface="微软雅黑"/>
                <a:ea typeface="微软雅黑"/>
                <a:cs typeface="微软雅黑"/>
              </a:rPr>
              <a:t>个算子）；</a:t>
            </a:r>
          </a:p>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4　</a:t>
            </a:r>
            <a:r>
              <a:rPr sz="938">
                <a:solidFill>
                  <a:srgbClr val="EEF5FF"/>
                </a:solidFill>
                <a:latin typeface="微软雅黑"/>
                <a:ea typeface="微软雅黑"/>
                <a:cs typeface="微软雅黑"/>
              </a:rPr>
              <a:t>按 </a:t>
            </a:r>
            <a:r>
              <a:rPr sz="938">
                <a:solidFill>
                  <a:srgbClr val="EEF5FF"/>
                </a:solidFill>
                <a:latin typeface="微软雅黑"/>
                <a:ea typeface="微软雅黑"/>
                <a:cs typeface="微软雅黑"/>
              </a:rPr>
              <a:t>rule_group </a:t>
            </a:r>
            <a:r>
              <a:rPr sz="938">
                <a:solidFill>
                  <a:srgbClr val="EEF5FF"/>
                </a:solidFill>
                <a:latin typeface="微软雅黑"/>
                <a:ea typeface="微软雅黑"/>
                <a:cs typeface="微软雅黑"/>
              </a:rPr>
              <a:t>分别处理 </a:t>
            </a:r>
            <a:r>
              <a:rPr sz="938">
                <a:solidFill>
                  <a:srgbClr val="EEF5FF"/>
                </a:solidFill>
                <a:latin typeface="微软雅黑"/>
                <a:ea typeface="微软雅黑"/>
                <a:cs typeface="微软雅黑"/>
              </a:rPr>
              <a:t>stop_on_match </a:t>
            </a:r>
            <a:r>
              <a:rPr sz="938">
                <a:solidFill>
                  <a:srgbClr val="EEF5FF"/>
                </a:solidFill>
                <a:latin typeface="微软雅黑"/>
                <a:ea typeface="微软雅黑"/>
                <a:cs typeface="微软雅黑"/>
              </a:rPr>
              <a:t>与 </a:t>
            </a:r>
            <a:r>
              <a:rPr sz="938">
                <a:solidFill>
                  <a:srgbClr val="EEF5FF"/>
                </a:solidFill>
                <a:latin typeface="微软雅黑"/>
                <a:ea typeface="微软雅黑"/>
                <a:cs typeface="微软雅黑"/>
              </a:rPr>
              <a:t>max_hits</a:t>
            </a:r>
            <a:r>
              <a:rPr sz="938">
                <a:solidFill>
                  <a:srgbClr val="EEF5FF"/>
                </a:solidFill>
                <a:latin typeface="微软雅黑"/>
                <a:ea typeface="微软雅黑"/>
                <a:cs typeface="微软雅黑"/>
              </a:rPr>
              <a:t>；</a:t>
            </a:r>
          </a:p>
          <a:p xmlns:a="http://schemas.openxmlformats.org/drawingml/2006/main">
            <a:pPr algn="l">
              <a:lnSpc>
                <a:spcPct val="16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5　</a:t>
            </a:r>
            <a:r>
              <a:rPr sz="938">
                <a:solidFill>
                  <a:srgbClr val="EEF5FF"/>
                </a:solidFill>
                <a:latin typeface="微软雅黑"/>
                <a:ea typeface="微软雅黑"/>
                <a:cs typeface="微软雅黑"/>
              </a:rPr>
              <a:t>合并 </a:t>
            </a:r>
            <a:r>
              <a:rPr sz="938">
                <a:solidFill>
                  <a:srgbClr val="EEF5FF"/>
                </a:solidFill>
                <a:latin typeface="微软雅黑"/>
                <a:ea typeface="微软雅黑"/>
                <a:cs typeface="微软雅黑"/>
              </a:rPr>
              <a:t>actions / causes / rule_refs</a:t>
            </a:r>
            <a:r>
              <a:rPr sz="938">
                <a:solidFill>
                  <a:srgbClr val="EEF5FF"/>
                </a:solidFill>
                <a:latin typeface="微软雅黑"/>
                <a:ea typeface="微软雅黑"/>
                <a:cs typeface="微软雅黑"/>
              </a:rPr>
              <a:t>，严重度取最高档。</a:t>
            </a:r>
          </a:p>
        </p:txBody>
      </p:sp>
      <p:sp>
        <p:nvSpPr>
          <p:cNvPr id="26" name="">
            <a:extLst xmlns:a="http://schemas.openxmlformats.org/drawingml/2006/main">
              <a:ext uri="{FF2B5EF4-FFF2-40B4-BE49-F238E27FC236}">
                <a16:creationId xmlns:a16="http://schemas.microsoft.com/office/drawing/2014/main" id="{7BAD21F1-1012-42CC-A29D-ED457205580F}"/>
              </a:ext>
            </a:extLst>
          </p:cNvPr>
          <p:cNvSpPr>
            <a:spLocks xmlns:a="http://schemas.openxmlformats.org/drawingml/2006/main" noGrp="1"/>
          </p:cNvSpPr>
          <p:nvPr/>
        </p:nvSpPr>
        <p:spPr>
          <a:xfrm xmlns:a="http://schemas.openxmlformats.org/drawingml/2006/main">
            <a:off x="285750" y="4381500"/>
            <a:ext cx="5715000" cy="1866900"/>
          </a:xfrm>
          <a:prstGeom xmlns:a="http://schemas.openxmlformats.org/drawingml/2006/main" prst="roundRect">
            <a:avLst>
              <a:gd name="adj" fmla="val 4592"/>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27" name="">
            <a:extLst xmlns:a="http://schemas.openxmlformats.org/drawingml/2006/main">
              <a:ext uri="{FF2B5EF4-FFF2-40B4-BE49-F238E27FC236}">
                <a16:creationId xmlns:a16="http://schemas.microsoft.com/office/drawing/2014/main" id="{AD75229E-B870-4F44-97CE-677ED23E6C67}"/>
              </a:ext>
            </a:extLst>
          </p:cNvPr>
          <p:cNvSpPr>
            <a:spLocks xmlns:a="http://schemas.openxmlformats.org/drawingml/2006/main" noGrp="1"/>
          </p:cNvSpPr>
          <p:nvPr/>
        </p:nvSpPr>
        <p:spPr>
          <a:xfrm xmlns:a="http://schemas.openxmlformats.org/drawingml/2006/main">
            <a:off x="457200" y="4495800"/>
            <a:ext cx="5334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4FD8FF"/>
                </a:solidFill>
                <a:latin typeface="微软雅黑"/>
                <a:ea typeface="微软雅黑"/>
                <a:cs typeface="微软雅黑"/>
              </a:defRPr>
            </a:pPr>
            <a:r>
              <a:rPr sz="1050" b="1">
                <a:solidFill>
                  <a:srgbClr val="4FD8FF"/>
                </a:solidFill>
                <a:latin typeface="微软雅黑"/>
                <a:ea typeface="微软雅黑"/>
                <a:cs typeface="微软雅黑"/>
              </a:rPr>
              <a:t>算子白名单（规则内容当不可信输入）</a:t>
            </a:r>
          </a:p>
        </p:txBody>
      </p:sp>
      <p:sp>
        <p:nvSpPr>
          <p:cNvPr id="28" name="">
            <a:extLst xmlns:a="http://schemas.openxmlformats.org/drawingml/2006/main">
              <a:ext uri="{FF2B5EF4-FFF2-40B4-BE49-F238E27FC236}">
                <a16:creationId xmlns:a16="http://schemas.microsoft.com/office/drawing/2014/main" id="{7520A371-4180-4EEA-9B3C-5353F773D85D}"/>
              </a:ext>
            </a:extLst>
          </p:cNvPr>
          <p:cNvSpPr>
            <a:spLocks xmlns:a="http://schemas.openxmlformats.org/drawingml/2006/main" noGrp="1"/>
          </p:cNvSpPr>
          <p:nvPr/>
        </p:nvSpPr>
        <p:spPr>
          <a:xfrm xmlns:a="http://schemas.openxmlformats.org/drawingml/2006/main">
            <a:off x="457200" y="4800600"/>
            <a:ext cx="1695450" cy="304800"/>
          </a:xfrm>
          <a:prstGeom xmlns:a="http://schemas.openxmlformats.org/drawingml/2006/main" prst="roundRect">
            <a:avLst>
              <a:gd name="adj" fmla="val 18750"/>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29" name="">
            <a:extLst xmlns:a="http://schemas.openxmlformats.org/drawingml/2006/main">
              <a:ext uri="{FF2B5EF4-FFF2-40B4-BE49-F238E27FC236}">
                <a16:creationId xmlns:a16="http://schemas.microsoft.com/office/drawing/2014/main" id="{AD8D7F89-7740-4857-9EC4-0159FD1671A6}"/>
              </a:ext>
            </a:extLst>
          </p:cNvPr>
          <p:cNvSpPr>
            <a:spLocks xmlns:a="http://schemas.openxmlformats.org/drawingml/2006/main" noGrp="1"/>
          </p:cNvSpPr>
          <p:nvPr/>
        </p:nvSpPr>
        <p:spPr>
          <a:xfrm xmlns:a="http://schemas.openxmlformats.org/drawingml/2006/main">
            <a:off x="457200" y="4800600"/>
            <a:ext cx="16954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eq / ne</a:t>
            </a:r>
          </a:p>
        </p:txBody>
      </p:sp>
      <p:sp>
        <p:nvSpPr>
          <p:cNvPr id="30" name="">
            <a:extLst xmlns:a="http://schemas.openxmlformats.org/drawingml/2006/main">
              <a:ext uri="{FF2B5EF4-FFF2-40B4-BE49-F238E27FC236}">
                <a16:creationId xmlns:a16="http://schemas.microsoft.com/office/drawing/2014/main" id="{88EAE331-C4C1-4C79-BC00-127D933E92A6}"/>
              </a:ext>
            </a:extLst>
          </p:cNvPr>
          <p:cNvSpPr>
            <a:spLocks xmlns:a="http://schemas.openxmlformats.org/drawingml/2006/main" noGrp="1"/>
          </p:cNvSpPr>
          <p:nvPr/>
        </p:nvSpPr>
        <p:spPr>
          <a:xfrm xmlns:a="http://schemas.openxmlformats.org/drawingml/2006/main">
            <a:off x="2266950" y="4800600"/>
            <a:ext cx="1695450" cy="304800"/>
          </a:xfrm>
          <a:prstGeom xmlns:a="http://schemas.openxmlformats.org/drawingml/2006/main" prst="roundRect">
            <a:avLst>
              <a:gd name="adj" fmla="val 18750"/>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31" name="">
            <a:extLst xmlns:a="http://schemas.openxmlformats.org/drawingml/2006/main">
              <a:ext uri="{FF2B5EF4-FFF2-40B4-BE49-F238E27FC236}">
                <a16:creationId xmlns:a16="http://schemas.microsoft.com/office/drawing/2014/main" id="{E93827D5-328D-416C-BD42-BA0182620B88}"/>
              </a:ext>
            </a:extLst>
          </p:cNvPr>
          <p:cNvSpPr>
            <a:spLocks xmlns:a="http://schemas.openxmlformats.org/drawingml/2006/main" noGrp="1"/>
          </p:cNvSpPr>
          <p:nvPr/>
        </p:nvSpPr>
        <p:spPr>
          <a:xfrm xmlns:a="http://schemas.openxmlformats.org/drawingml/2006/main">
            <a:off x="2266950" y="4800600"/>
            <a:ext cx="16954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gt / gte / lt / lte</a:t>
            </a:r>
          </a:p>
        </p:txBody>
      </p:sp>
      <p:sp>
        <p:nvSpPr>
          <p:cNvPr id="32" name="">
            <a:extLst xmlns:a="http://schemas.openxmlformats.org/drawingml/2006/main">
              <a:ext uri="{FF2B5EF4-FFF2-40B4-BE49-F238E27FC236}">
                <a16:creationId xmlns:a16="http://schemas.microsoft.com/office/drawing/2014/main" id="{3D6B4040-6AEB-4C8A-BE76-F4AFBC21D2BA}"/>
              </a:ext>
            </a:extLst>
          </p:cNvPr>
          <p:cNvSpPr>
            <a:spLocks xmlns:a="http://schemas.openxmlformats.org/drawingml/2006/main" noGrp="1"/>
          </p:cNvSpPr>
          <p:nvPr/>
        </p:nvSpPr>
        <p:spPr>
          <a:xfrm xmlns:a="http://schemas.openxmlformats.org/drawingml/2006/main">
            <a:off x="4076700" y="4800600"/>
            <a:ext cx="1695450" cy="304800"/>
          </a:xfrm>
          <a:prstGeom xmlns:a="http://schemas.openxmlformats.org/drawingml/2006/main" prst="roundRect">
            <a:avLst>
              <a:gd name="adj" fmla="val 18750"/>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33" name="">
            <a:extLst xmlns:a="http://schemas.openxmlformats.org/drawingml/2006/main">
              <a:ext uri="{FF2B5EF4-FFF2-40B4-BE49-F238E27FC236}">
                <a16:creationId xmlns:a16="http://schemas.microsoft.com/office/drawing/2014/main" id="{73A76307-F512-452D-A951-03DC8655CEC6}"/>
              </a:ext>
            </a:extLst>
          </p:cNvPr>
          <p:cNvSpPr>
            <a:spLocks xmlns:a="http://schemas.openxmlformats.org/drawingml/2006/main" noGrp="1"/>
          </p:cNvSpPr>
          <p:nvPr/>
        </p:nvSpPr>
        <p:spPr>
          <a:xfrm xmlns:a="http://schemas.openxmlformats.org/drawingml/2006/main">
            <a:off x="4076700" y="4800600"/>
            <a:ext cx="16954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between</a:t>
            </a:r>
          </a:p>
        </p:txBody>
      </p:sp>
      <p:sp>
        <p:nvSpPr>
          <p:cNvPr id="34" name="">
            <a:extLst xmlns:a="http://schemas.openxmlformats.org/drawingml/2006/main">
              <a:ext uri="{FF2B5EF4-FFF2-40B4-BE49-F238E27FC236}">
                <a16:creationId xmlns:a16="http://schemas.microsoft.com/office/drawing/2014/main" id="{83CA0A48-013F-4336-9CC8-6CEB4B363147}"/>
              </a:ext>
            </a:extLst>
          </p:cNvPr>
          <p:cNvSpPr>
            <a:spLocks xmlns:a="http://schemas.openxmlformats.org/drawingml/2006/main" noGrp="1"/>
          </p:cNvSpPr>
          <p:nvPr/>
        </p:nvSpPr>
        <p:spPr>
          <a:xfrm xmlns:a="http://schemas.openxmlformats.org/drawingml/2006/main">
            <a:off x="457200" y="5200650"/>
            <a:ext cx="1695450" cy="304800"/>
          </a:xfrm>
          <a:prstGeom xmlns:a="http://schemas.openxmlformats.org/drawingml/2006/main" prst="roundRect">
            <a:avLst>
              <a:gd name="adj" fmla="val 18750"/>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35" name="">
            <a:extLst xmlns:a="http://schemas.openxmlformats.org/drawingml/2006/main">
              <a:ext uri="{FF2B5EF4-FFF2-40B4-BE49-F238E27FC236}">
                <a16:creationId xmlns:a16="http://schemas.microsoft.com/office/drawing/2014/main" id="{FE3699A2-122F-4060-A9A0-2EBB8823773D}"/>
              </a:ext>
            </a:extLst>
          </p:cNvPr>
          <p:cNvSpPr>
            <a:spLocks xmlns:a="http://schemas.openxmlformats.org/drawingml/2006/main" noGrp="1"/>
          </p:cNvSpPr>
          <p:nvPr/>
        </p:nvSpPr>
        <p:spPr>
          <a:xfrm xmlns:a="http://schemas.openxmlformats.org/drawingml/2006/main">
            <a:off x="457200" y="5200650"/>
            <a:ext cx="16954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in / not_in</a:t>
            </a:r>
          </a:p>
        </p:txBody>
      </p:sp>
      <p:sp>
        <p:nvSpPr>
          <p:cNvPr id="36" name="">
            <a:extLst xmlns:a="http://schemas.openxmlformats.org/drawingml/2006/main">
              <a:ext uri="{FF2B5EF4-FFF2-40B4-BE49-F238E27FC236}">
                <a16:creationId xmlns:a16="http://schemas.microsoft.com/office/drawing/2014/main" id="{88DB171B-D540-452A-979D-9EE5B1D186F7}"/>
              </a:ext>
            </a:extLst>
          </p:cNvPr>
          <p:cNvSpPr>
            <a:spLocks xmlns:a="http://schemas.openxmlformats.org/drawingml/2006/main" noGrp="1"/>
          </p:cNvSpPr>
          <p:nvPr/>
        </p:nvSpPr>
        <p:spPr>
          <a:xfrm xmlns:a="http://schemas.openxmlformats.org/drawingml/2006/main">
            <a:off x="2266950" y="5200650"/>
            <a:ext cx="1695450" cy="304800"/>
          </a:xfrm>
          <a:prstGeom xmlns:a="http://schemas.openxmlformats.org/drawingml/2006/main" prst="roundRect">
            <a:avLst>
              <a:gd name="adj" fmla="val 18750"/>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37" name="">
            <a:extLst xmlns:a="http://schemas.openxmlformats.org/drawingml/2006/main">
              <a:ext uri="{FF2B5EF4-FFF2-40B4-BE49-F238E27FC236}">
                <a16:creationId xmlns:a16="http://schemas.microsoft.com/office/drawing/2014/main" id="{11147A04-DA54-42FB-A48D-5395B893C79C}"/>
              </a:ext>
            </a:extLst>
          </p:cNvPr>
          <p:cNvSpPr>
            <a:spLocks xmlns:a="http://schemas.openxmlformats.org/drawingml/2006/main" noGrp="1"/>
          </p:cNvSpPr>
          <p:nvPr/>
        </p:nvSpPr>
        <p:spPr>
          <a:xfrm xmlns:a="http://schemas.openxmlformats.org/drawingml/2006/main">
            <a:off x="2266950" y="5200650"/>
            <a:ext cx="16954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contains / not_contains</a:t>
            </a:r>
          </a:p>
        </p:txBody>
      </p:sp>
      <p:sp>
        <p:nvSpPr>
          <p:cNvPr id="38" name="">
            <a:extLst xmlns:a="http://schemas.openxmlformats.org/drawingml/2006/main">
              <a:ext uri="{FF2B5EF4-FFF2-40B4-BE49-F238E27FC236}">
                <a16:creationId xmlns:a16="http://schemas.microsoft.com/office/drawing/2014/main" id="{B85709A1-FC1B-46ED-B729-1ECE26AEEDBA}"/>
              </a:ext>
            </a:extLst>
          </p:cNvPr>
          <p:cNvSpPr>
            <a:spLocks xmlns:a="http://schemas.openxmlformats.org/drawingml/2006/main" noGrp="1"/>
          </p:cNvSpPr>
          <p:nvPr/>
        </p:nvSpPr>
        <p:spPr>
          <a:xfrm xmlns:a="http://schemas.openxmlformats.org/drawingml/2006/main">
            <a:off x="4076700" y="5200650"/>
            <a:ext cx="1695450" cy="304800"/>
          </a:xfrm>
          <a:prstGeom xmlns:a="http://schemas.openxmlformats.org/drawingml/2006/main" prst="roundRect">
            <a:avLst>
              <a:gd name="adj" fmla="val 18750"/>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39" name="">
            <a:extLst xmlns:a="http://schemas.openxmlformats.org/drawingml/2006/main">
              <a:ext uri="{FF2B5EF4-FFF2-40B4-BE49-F238E27FC236}">
                <a16:creationId xmlns:a16="http://schemas.microsoft.com/office/drawing/2014/main" id="{BA84CDA4-8E34-4118-883B-9D537C9EA91C}"/>
              </a:ext>
            </a:extLst>
          </p:cNvPr>
          <p:cNvSpPr>
            <a:spLocks xmlns:a="http://schemas.openxmlformats.org/drawingml/2006/main" noGrp="1"/>
          </p:cNvSpPr>
          <p:nvPr/>
        </p:nvSpPr>
        <p:spPr>
          <a:xfrm xmlns:a="http://schemas.openxmlformats.org/drawingml/2006/main">
            <a:off x="4076700" y="5200650"/>
            <a:ext cx="16954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contains_any</a:t>
            </a:r>
          </a:p>
        </p:txBody>
      </p:sp>
      <p:sp>
        <p:nvSpPr>
          <p:cNvPr id="40" name="">
            <a:extLst xmlns:a="http://schemas.openxmlformats.org/drawingml/2006/main">
              <a:ext uri="{FF2B5EF4-FFF2-40B4-BE49-F238E27FC236}">
                <a16:creationId xmlns:a16="http://schemas.microsoft.com/office/drawing/2014/main" id="{00584E61-D7A5-409E-93F8-48F722104115}"/>
              </a:ext>
            </a:extLst>
          </p:cNvPr>
          <p:cNvSpPr>
            <a:spLocks xmlns:a="http://schemas.openxmlformats.org/drawingml/2006/main" noGrp="1"/>
          </p:cNvSpPr>
          <p:nvPr/>
        </p:nvSpPr>
        <p:spPr>
          <a:xfrm xmlns:a="http://schemas.openxmlformats.org/drawingml/2006/main">
            <a:off x="457200" y="5600700"/>
            <a:ext cx="1695450" cy="304800"/>
          </a:xfrm>
          <a:prstGeom xmlns:a="http://schemas.openxmlformats.org/drawingml/2006/main" prst="roundRect">
            <a:avLst>
              <a:gd name="adj" fmla="val 18750"/>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41" name="">
            <a:extLst xmlns:a="http://schemas.openxmlformats.org/drawingml/2006/main">
              <a:ext uri="{FF2B5EF4-FFF2-40B4-BE49-F238E27FC236}">
                <a16:creationId xmlns:a16="http://schemas.microsoft.com/office/drawing/2014/main" id="{A000CFED-B715-4E54-B888-696D45812C77}"/>
              </a:ext>
            </a:extLst>
          </p:cNvPr>
          <p:cNvSpPr>
            <a:spLocks xmlns:a="http://schemas.openxmlformats.org/drawingml/2006/main" noGrp="1"/>
          </p:cNvSpPr>
          <p:nvPr/>
        </p:nvSpPr>
        <p:spPr>
          <a:xfrm xmlns:a="http://schemas.openxmlformats.org/drawingml/2006/main">
            <a:off x="457200" y="5600700"/>
            <a:ext cx="16954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starts_with / ends_with</a:t>
            </a:r>
          </a:p>
        </p:txBody>
      </p:sp>
      <p:sp>
        <p:nvSpPr>
          <p:cNvPr id="42" name="">
            <a:extLst xmlns:a="http://schemas.openxmlformats.org/drawingml/2006/main">
              <a:ext uri="{FF2B5EF4-FFF2-40B4-BE49-F238E27FC236}">
                <a16:creationId xmlns:a16="http://schemas.microsoft.com/office/drawing/2014/main" id="{0C8AC4C3-0099-485C-B442-5BF5DD99ED4B}"/>
              </a:ext>
            </a:extLst>
          </p:cNvPr>
          <p:cNvSpPr>
            <a:spLocks xmlns:a="http://schemas.openxmlformats.org/drawingml/2006/main" noGrp="1"/>
          </p:cNvSpPr>
          <p:nvPr/>
        </p:nvSpPr>
        <p:spPr>
          <a:xfrm xmlns:a="http://schemas.openxmlformats.org/drawingml/2006/main">
            <a:off x="2266950" y="5600700"/>
            <a:ext cx="1695450" cy="304800"/>
          </a:xfrm>
          <a:prstGeom xmlns:a="http://schemas.openxmlformats.org/drawingml/2006/main" prst="roundRect">
            <a:avLst>
              <a:gd name="adj" fmla="val 18750"/>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43" name="">
            <a:extLst xmlns:a="http://schemas.openxmlformats.org/drawingml/2006/main">
              <a:ext uri="{FF2B5EF4-FFF2-40B4-BE49-F238E27FC236}">
                <a16:creationId xmlns:a16="http://schemas.microsoft.com/office/drawing/2014/main" id="{65CE1169-4FCF-4B8C-8F2E-C2E42B679180}"/>
              </a:ext>
            </a:extLst>
          </p:cNvPr>
          <p:cNvSpPr>
            <a:spLocks xmlns:a="http://schemas.openxmlformats.org/drawingml/2006/main" noGrp="1"/>
          </p:cNvSpPr>
          <p:nvPr/>
        </p:nvSpPr>
        <p:spPr>
          <a:xfrm xmlns:a="http://schemas.openxmlformats.org/drawingml/2006/main">
            <a:off x="2266950" y="5600700"/>
            <a:ext cx="16954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is_true / is_false</a:t>
            </a:r>
          </a:p>
        </p:txBody>
      </p:sp>
      <p:sp>
        <p:nvSpPr>
          <p:cNvPr id="44" name="">
            <a:extLst xmlns:a="http://schemas.openxmlformats.org/drawingml/2006/main">
              <a:ext uri="{FF2B5EF4-FFF2-40B4-BE49-F238E27FC236}">
                <a16:creationId xmlns:a16="http://schemas.microsoft.com/office/drawing/2014/main" id="{3ED5D32C-263F-49E2-851D-CF16E27B6069}"/>
              </a:ext>
            </a:extLst>
          </p:cNvPr>
          <p:cNvSpPr>
            <a:spLocks xmlns:a="http://schemas.openxmlformats.org/drawingml/2006/main" noGrp="1"/>
          </p:cNvSpPr>
          <p:nvPr/>
        </p:nvSpPr>
        <p:spPr>
          <a:xfrm xmlns:a="http://schemas.openxmlformats.org/drawingml/2006/main">
            <a:off x="4076700" y="5600700"/>
            <a:ext cx="1695450" cy="304800"/>
          </a:xfrm>
          <a:prstGeom xmlns:a="http://schemas.openxmlformats.org/drawingml/2006/main" prst="roundRect">
            <a:avLst>
              <a:gd name="adj" fmla="val 18750"/>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45" name="">
            <a:extLst xmlns:a="http://schemas.openxmlformats.org/drawingml/2006/main">
              <a:ext uri="{FF2B5EF4-FFF2-40B4-BE49-F238E27FC236}">
                <a16:creationId xmlns:a16="http://schemas.microsoft.com/office/drawing/2014/main" id="{85D6492D-E86D-4383-8333-2CEA1EF93D1C}"/>
              </a:ext>
            </a:extLst>
          </p:cNvPr>
          <p:cNvSpPr>
            <a:spLocks xmlns:a="http://schemas.openxmlformats.org/drawingml/2006/main" noGrp="1"/>
          </p:cNvSpPr>
          <p:nvPr/>
        </p:nvSpPr>
        <p:spPr>
          <a:xfrm xmlns:a="http://schemas.openxmlformats.org/drawingml/2006/main">
            <a:off x="4076700" y="5600700"/>
            <a:ext cx="16954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863" b="0">
                <a:solidFill>
                  <a:srgbClr val="FFFFFF"/>
                </a:solidFill>
                <a:latin typeface="微软雅黑"/>
                <a:ea typeface="微软雅黑"/>
                <a:cs typeface="微软雅黑"/>
              </a:defRPr>
            </a:pPr>
            <a:r>
              <a:rPr sz="863" b="0">
                <a:solidFill>
                  <a:srgbClr val="FFFFFF"/>
                </a:solidFill>
                <a:latin typeface="微软雅黑"/>
                <a:ea typeface="微软雅黑"/>
                <a:cs typeface="微软雅黑"/>
              </a:rPr>
              <a:t>exists / missing</a:t>
            </a:r>
          </a:p>
        </p:txBody>
      </p:sp>
      <p:sp>
        <p:nvSpPr>
          <p:cNvPr id="46" name="">
            <a:extLst xmlns:a="http://schemas.openxmlformats.org/drawingml/2006/main">
              <a:ext uri="{FF2B5EF4-FFF2-40B4-BE49-F238E27FC236}">
                <a16:creationId xmlns:a16="http://schemas.microsoft.com/office/drawing/2014/main" id="{48402930-33DA-4081-A7A2-030FE21DD9AC}"/>
              </a:ext>
            </a:extLst>
          </p:cNvPr>
          <p:cNvSpPr>
            <a:spLocks xmlns:a="http://schemas.openxmlformats.org/drawingml/2006/main" noGrp="1"/>
          </p:cNvSpPr>
          <p:nvPr/>
        </p:nvSpPr>
        <p:spPr>
          <a:xfrm xmlns:a="http://schemas.openxmlformats.org/drawingml/2006/main">
            <a:off x="457200" y="6038850"/>
            <a:ext cx="53911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0">
                <a:solidFill>
                  <a:srgbClr val="FF7A6B"/>
                </a:solidFill>
                <a:latin typeface="微软雅黑"/>
                <a:ea typeface="微软雅黑"/>
                <a:cs typeface="微软雅黑"/>
              </a:defRPr>
            </a:pPr>
            <a:r>
              <a:rPr sz="863" b="0">
                <a:solidFill>
                  <a:srgbClr val="FF7A6B"/>
                </a:solidFill>
                <a:latin typeface="微软雅黑"/>
                <a:ea typeface="微软雅黑"/>
                <a:cs typeface="微软雅黑"/>
              </a:rPr>
              <a:t>全程不使用 </a:t>
            </a:r>
            <a:r>
              <a:rPr sz="863" b="0">
                <a:solidFill>
                  <a:srgbClr val="FF7A6B"/>
                </a:solidFill>
                <a:latin typeface="微软雅黑"/>
                <a:ea typeface="微软雅黑"/>
                <a:cs typeface="微软雅黑"/>
              </a:rPr>
              <a:t>SpEL / eval / </a:t>
            </a:r>
            <a:r>
              <a:rPr sz="863" b="0">
                <a:solidFill>
                  <a:srgbClr val="FF7A6B"/>
                </a:solidFill>
                <a:latin typeface="微软雅黑"/>
                <a:ea typeface="微软雅黑"/>
                <a:cs typeface="微软雅黑"/>
              </a:rPr>
              <a:t>脚本引擎 </a:t>
            </a:r>
            <a:r>
              <a:rPr sz="863" b="0">
                <a:solidFill>
                  <a:srgbClr val="FF7A6B"/>
                </a:solidFill>
                <a:latin typeface="微软雅黑"/>
                <a:ea typeface="微软雅黑"/>
                <a:cs typeface="微软雅黑"/>
              </a:rPr>
              <a:t>/ </a:t>
            </a:r>
            <a:r>
              <a:rPr sz="863" b="0">
                <a:solidFill>
                  <a:srgbClr val="FF7A6B"/>
                </a:solidFill>
                <a:latin typeface="微软雅黑"/>
                <a:ea typeface="微软雅黑"/>
                <a:cs typeface="微软雅黑"/>
              </a:rPr>
              <a:t>拼 </a:t>
            </a:r>
            <a:r>
              <a:rPr sz="863" b="0">
                <a:solidFill>
                  <a:srgbClr val="FF7A6B"/>
                </a:solidFill>
                <a:latin typeface="微软雅黑"/>
                <a:ea typeface="微软雅黑"/>
                <a:cs typeface="微软雅黑"/>
              </a:rPr>
              <a:t>SQL</a:t>
            </a:r>
            <a:r>
              <a:rPr sz="863" b="0">
                <a:solidFill>
                  <a:srgbClr val="FF7A6B"/>
                </a:solidFill>
                <a:latin typeface="微软雅黑"/>
                <a:ea typeface="微软雅黑"/>
                <a:cs typeface="微软雅黑"/>
              </a:rPr>
              <a:t>。</a:t>
            </a:r>
          </a:p>
        </p:txBody>
      </p:sp>
      <p:sp>
        <p:nvSpPr>
          <p:cNvPr id="47" name="">
            <a:extLst xmlns:a="http://schemas.openxmlformats.org/drawingml/2006/main">
              <a:ext uri="{FF2B5EF4-FFF2-40B4-BE49-F238E27FC236}">
                <a16:creationId xmlns:a16="http://schemas.microsoft.com/office/drawing/2014/main" id="{5F5B790F-9350-412A-A4A8-2C2733A733B0}"/>
              </a:ext>
            </a:extLst>
          </p:cNvPr>
          <p:cNvSpPr>
            <a:spLocks xmlns:a="http://schemas.openxmlformats.org/drawingml/2006/main" noGrp="1"/>
          </p:cNvSpPr>
          <p:nvPr/>
        </p:nvSpPr>
        <p:spPr>
          <a:xfrm xmlns:a="http://schemas.openxmlformats.org/drawingml/2006/main">
            <a:off x="6229350" y="1333500"/>
            <a:ext cx="5715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FFD24A"/>
                </a:solidFill>
                <a:latin typeface="微软雅黑"/>
                <a:ea typeface="微软雅黑"/>
                <a:cs typeface="微软雅黑"/>
              </a:defRPr>
            </a:pPr>
            <a:r>
              <a:rPr sz="1050" b="1">
                <a:solidFill>
                  <a:srgbClr val="FFD24A"/>
                </a:solidFill>
                <a:latin typeface="微软雅黑"/>
                <a:ea typeface="微软雅黑"/>
                <a:cs typeface="微软雅黑"/>
              </a:rPr>
              <a:t>输入 </a:t>
            </a:r>
            <a:r>
              <a:rPr sz="1050" b="1">
                <a:solidFill>
                  <a:srgbClr val="FFD24A"/>
                </a:solidFill>
                <a:latin typeface="微软雅黑"/>
                <a:ea typeface="微软雅黑"/>
                <a:cs typeface="微软雅黑"/>
              </a:rPr>
              <a:t>→ </a:t>
            </a:r>
            <a:r>
              <a:rPr sz="1050" b="1">
                <a:solidFill>
                  <a:srgbClr val="FFD24A"/>
                </a:solidFill>
                <a:latin typeface="微软雅黑"/>
                <a:ea typeface="微软雅黑"/>
                <a:cs typeface="微软雅黑"/>
              </a:rPr>
              <a:t>匹配 </a:t>
            </a:r>
            <a:r>
              <a:rPr sz="1050" b="1">
                <a:solidFill>
                  <a:srgbClr val="FFD24A"/>
                </a:solidFill>
                <a:latin typeface="微软雅黑"/>
                <a:ea typeface="微软雅黑"/>
                <a:cs typeface="微软雅黑"/>
              </a:rPr>
              <a:t>→ </a:t>
            </a:r>
            <a:r>
              <a:rPr sz="1050" b="1">
                <a:solidFill>
                  <a:srgbClr val="FFD24A"/>
                </a:solidFill>
                <a:latin typeface="微软雅黑"/>
                <a:ea typeface="微软雅黑"/>
                <a:cs typeface="微软雅黑"/>
              </a:rPr>
              <a:t>求值 </a:t>
            </a:r>
            <a:r>
              <a:rPr sz="1050" b="1">
                <a:solidFill>
                  <a:srgbClr val="FFD24A"/>
                </a:solidFill>
                <a:latin typeface="微软雅黑"/>
                <a:ea typeface="微软雅黑"/>
                <a:cs typeface="微软雅黑"/>
              </a:rPr>
              <a:t>→ </a:t>
            </a:r>
            <a:r>
              <a:rPr sz="1050" b="1">
                <a:solidFill>
                  <a:srgbClr val="FFD24A"/>
                </a:solidFill>
                <a:latin typeface="微软雅黑"/>
                <a:ea typeface="微软雅黑"/>
                <a:cs typeface="微软雅黑"/>
              </a:rPr>
              <a:t>分组 </a:t>
            </a:r>
            <a:r>
              <a:rPr sz="1050" b="1">
                <a:solidFill>
                  <a:srgbClr val="FFD24A"/>
                </a:solidFill>
                <a:latin typeface="微软雅黑"/>
                <a:ea typeface="微软雅黑"/>
                <a:cs typeface="微软雅黑"/>
              </a:rPr>
              <a:t>→ </a:t>
            </a:r>
            <a:r>
              <a:rPr sz="1050" b="1">
                <a:solidFill>
                  <a:srgbClr val="FFD24A"/>
                </a:solidFill>
                <a:latin typeface="微软雅黑"/>
                <a:ea typeface="微软雅黑"/>
                <a:cs typeface="微软雅黑"/>
              </a:rPr>
              <a:t>合并 </a:t>
            </a:r>
            <a:r>
              <a:rPr sz="1050" b="1">
                <a:solidFill>
                  <a:srgbClr val="FFD24A"/>
                </a:solidFill>
                <a:latin typeface="微软雅黑"/>
                <a:ea typeface="微软雅黑"/>
                <a:cs typeface="微软雅黑"/>
              </a:rPr>
              <a:t>→ </a:t>
            </a:r>
            <a:r>
              <a:rPr sz="1050" b="1">
                <a:solidFill>
                  <a:srgbClr val="FFD24A"/>
                </a:solidFill>
                <a:latin typeface="微软雅黑"/>
                <a:ea typeface="微软雅黑"/>
                <a:cs typeface="微软雅黑"/>
              </a:rPr>
              <a:t>输出</a:t>
            </a:r>
          </a:p>
        </p:txBody>
      </p:sp>
      <p:sp>
        <p:nvSpPr>
          <p:cNvPr id="48" name="">
            <a:extLst xmlns:a="http://schemas.openxmlformats.org/drawingml/2006/main">
              <a:ext uri="{FF2B5EF4-FFF2-40B4-BE49-F238E27FC236}">
                <a16:creationId xmlns:a16="http://schemas.microsoft.com/office/drawing/2014/main" id="{1185E840-1077-469F-BFDF-1E6E4555636C}"/>
              </a:ext>
            </a:extLst>
          </p:cNvPr>
          <p:cNvSpPr>
            <a:spLocks xmlns:a="http://schemas.openxmlformats.org/drawingml/2006/main" noGrp="1"/>
          </p:cNvSpPr>
          <p:nvPr/>
        </p:nvSpPr>
        <p:spPr>
          <a:xfrm xmlns:a="http://schemas.openxmlformats.org/drawingml/2006/main">
            <a:off x="6229350" y="1619250"/>
            <a:ext cx="5676900" cy="571500"/>
          </a:xfrm>
          <a:prstGeom xmlns:a="http://schemas.openxmlformats.org/drawingml/2006/main" prst="roundRect">
            <a:avLst>
              <a:gd name="adj" fmla="val 150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49" name="">
            <a:extLst xmlns:a="http://schemas.openxmlformats.org/drawingml/2006/main">
              <a:ext uri="{FF2B5EF4-FFF2-40B4-BE49-F238E27FC236}">
                <a16:creationId xmlns:a16="http://schemas.microsoft.com/office/drawing/2014/main" id="{494E63F4-6A33-494B-9A92-27FAE4BF7FC0}"/>
              </a:ext>
            </a:extLst>
          </p:cNvPr>
          <p:cNvSpPr>
            <a:spLocks xmlns:a="http://schemas.openxmlformats.org/drawingml/2006/main" noGrp="1"/>
          </p:cNvSpPr>
          <p:nvPr/>
        </p:nvSpPr>
        <p:spPr>
          <a:xfrm xmlns:a="http://schemas.openxmlformats.org/drawingml/2006/main">
            <a:off x="6362700" y="1676400"/>
            <a:ext cx="8001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输入</a:t>
            </a:r>
          </a:p>
        </p:txBody>
      </p:sp>
      <p:sp>
        <p:nvSpPr>
          <p:cNvPr id="50" name="">
            <a:extLst xmlns:a="http://schemas.openxmlformats.org/drawingml/2006/main">
              <a:ext uri="{FF2B5EF4-FFF2-40B4-BE49-F238E27FC236}">
                <a16:creationId xmlns:a16="http://schemas.microsoft.com/office/drawing/2014/main" id="{C25E2A42-AB3A-4353-949A-48A83F69FA12}"/>
              </a:ext>
            </a:extLst>
          </p:cNvPr>
          <p:cNvSpPr>
            <a:spLocks xmlns:a="http://schemas.openxmlformats.org/drawingml/2006/main" noGrp="1"/>
          </p:cNvSpPr>
          <p:nvPr/>
        </p:nvSpPr>
        <p:spPr>
          <a:xfrm xmlns:a="http://schemas.openxmlformats.org/drawingml/2006/main">
            <a:off x="6362700" y="1866900"/>
            <a:ext cx="54483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场景 </a:t>
            </a:r>
            <a:r>
              <a:rPr sz="825" b="0">
                <a:solidFill>
                  <a:srgbClr val="EEF5FF"/>
                </a:solidFill>
                <a:latin typeface="微软雅黑"/>
                <a:ea typeface="微软雅黑"/>
                <a:cs typeface="微软雅黑"/>
              </a:rPr>
              <a:t>PERSONAL_GAP / EXAM_RESULT / TALENT_GAP / REPORT_GAS / REPORT_ANALYSIS</a:t>
            </a:r>
            <a:r>
              <a:rPr sz="825" b="0">
                <a:solidFill>
                  <a:srgbClr val="EEF5FF"/>
                </a:solidFill>
                <a:latin typeface="微软雅黑"/>
                <a:ea typeface="微软雅黑"/>
                <a:cs typeface="微软雅黑"/>
              </a:rPr>
              <a:t>；事实：考试分、技能等级、岗位要求、检测值、报告文本</a:t>
            </a:r>
          </a:p>
        </p:txBody>
      </p:sp>
      <p:sp>
        <p:nvSpPr>
          <p:cNvPr id="51" name="">
            <a:extLst xmlns:a="http://schemas.openxmlformats.org/drawingml/2006/main">
              <a:ext uri="{FF2B5EF4-FFF2-40B4-BE49-F238E27FC236}">
                <a16:creationId xmlns:a16="http://schemas.microsoft.com/office/drawing/2014/main" id="{37F5B34B-EA2E-4278-8F14-E596941BFBBB}"/>
              </a:ext>
            </a:extLst>
          </p:cNvPr>
          <p:cNvSpPr>
            <a:spLocks xmlns:a="http://schemas.openxmlformats.org/drawingml/2006/main" noGrp="1"/>
          </p:cNvSpPr>
          <p:nvPr/>
        </p:nvSpPr>
        <p:spPr>
          <a:xfrm xmlns:a="http://schemas.openxmlformats.org/drawingml/2006/main">
            <a:off x="6229350" y="2266950"/>
            <a:ext cx="5676900" cy="571500"/>
          </a:xfrm>
          <a:prstGeom xmlns:a="http://schemas.openxmlformats.org/drawingml/2006/main" prst="roundRect">
            <a:avLst>
              <a:gd name="adj" fmla="val 150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52" name="">
            <a:extLst xmlns:a="http://schemas.openxmlformats.org/drawingml/2006/main">
              <a:ext uri="{FF2B5EF4-FFF2-40B4-BE49-F238E27FC236}">
                <a16:creationId xmlns:a16="http://schemas.microsoft.com/office/drawing/2014/main" id="{02325551-A357-4CDB-957B-3257F5486846}"/>
              </a:ext>
            </a:extLst>
          </p:cNvPr>
          <p:cNvSpPr>
            <a:spLocks xmlns:a="http://schemas.openxmlformats.org/drawingml/2006/main" noGrp="1"/>
          </p:cNvSpPr>
          <p:nvPr/>
        </p:nvSpPr>
        <p:spPr>
          <a:xfrm xmlns:a="http://schemas.openxmlformats.org/drawingml/2006/main">
            <a:off x="6362700" y="2324100"/>
            <a:ext cx="8001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匹配</a:t>
            </a:r>
          </a:p>
        </p:txBody>
      </p:sp>
      <p:sp>
        <p:nvSpPr>
          <p:cNvPr id="53" name="">
            <a:extLst xmlns:a="http://schemas.openxmlformats.org/drawingml/2006/main">
              <a:ext uri="{FF2B5EF4-FFF2-40B4-BE49-F238E27FC236}">
                <a16:creationId xmlns:a16="http://schemas.microsoft.com/office/drawing/2014/main" id="{1E5B045B-EB2F-4709-B957-F1766E1471FE}"/>
              </a:ext>
            </a:extLst>
          </p:cNvPr>
          <p:cNvSpPr>
            <a:spLocks xmlns:a="http://schemas.openxmlformats.org/drawingml/2006/main" noGrp="1"/>
          </p:cNvSpPr>
          <p:nvPr/>
        </p:nvSpPr>
        <p:spPr>
          <a:xfrm xmlns:a="http://schemas.openxmlformats.org/drawingml/2006/main">
            <a:off x="6362700" y="2514600"/>
            <a:ext cx="54483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取启用规则 </a:t>
            </a:r>
            <a:r>
              <a:rPr sz="825" b="0">
                <a:solidFill>
                  <a:srgbClr val="EEF5FF"/>
                </a:solidFill>
                <a:latin typeface="微软雅黑"/>
                <a:ea typeface="微软雅黑"/>
                <a:cs typeface="微软雅黑"/>
              </a:rPr>
              <a:t>→ priority </a:t>
            </a:r>
            <a:r>
              <a:rPr sz="825" b="0">
                <a:solidFill>
                  <a:srgbClr val="EEF5FF"/>
                </a:solidFill>
                <a:latin typeface="微软雅黑"/>
                <a:ea typeface="微软雅黑"/>
                <a:cs typeface="微软雅黑"/>
              </a:rPr>
              <a:t>降序 </a:t>
            </a:r>
            <a:r>
              <a:rPr sz="825" b="0">
                <a:solidFill>
                  <a:srgbClr val="EEF5FF"/>
                </a:solidFill>
                <a:latin typeface="微软雅黑"/>
                <a:ea typeface="微软雅黑"/>
                <a:cs typeface="微软雅黑"/>
              </a:rPr>
              <a:t>→ rule_code </a:t>
            </a:r>
            <a:r>
              <a:rPr sz="825" b="0">
                <a:solidFill>
                  <a:srgbClr val="EEF5FF"/>
                </a:solidFill>
                <a:latin typeface="微软雅黑"/>
                <a:ea typeface="微软雅黑"/>
                <a:cs typeface="微软雅黑"/>
              </a:rPr>
              <a:t>稳定排序</a:t>
            </a:r>
          </a:p>
        </p:txBody>
      </p:sp>
      <p:sp>
        <p:nvSpPr>
          <p:cNvPr id="54" name="">
            <a:extLst xmlns:a="http://schemas.openxmlformats.org/drawingml/2006/main">
              <a:ext uri="{FF2B5EF4-FFF2-40B4-BE49-F238E27FC236}">
                <a16:creationId xmlns:a16="http://schemas.microsoft.com/office/drawing/2014/main" id="{47C78F1F-C44D-481E-90B2-30F1EC469D60}"/>
              </a:ext>
            </a:extLst>
          </p:cNvPr>
          <p:cNvSpPr>
            <a:spLocks xmlns:a="http://schemas.openxmlformats.org/drawingml/2006/main" noGrp="1"/>
          </p:cNvSpPr>
          <p:nvPr/>
        </p:nvSpPr>
        <p:spPr>
          <a:xfrm xmlns:a="http://schemas.openxmlformats.org/drawingml/2006/main">
            <a:off x="6229350" y="2914650"/>
            <a:ext cx="5676900" cy="571500"/>
          </a:xfrm>
          <a:prstGeom xmlns:a="http://schemas.openxmlformats.org/drawingml/2006/main" prst="roundRect">
            <a:avLst>
              <a:gd name="adj" fmla="val 150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55" name="">
            <a:extLst xmlns:a="http://schemas.openxmlformats.org/drawingml/2006/main">
              <a:ext uri="{FF2B5EF4-FFF2-40B4-BE49-F238E27FC236}">
                <a16:creationId xmlns:a16="http://schemas.microsoft.com/office/drawing/2014/main" id="{44425A87-0102-49FA-B4BC-AFA03B639EE4}"/>
              </a:ext>
            </a:extLst>
          </p:cNvPr>
          <p:cNvSpPr>
            <a:spLocks xmlns:a="http://schemas.openxmlformats.org/drawingml/2006/main" noGrp="1"/>
          </p:cNvSpPr>
          <p:nvPr/>
        </p:nvSpPr>
        <p:spPr>
          <a:xfrm xmlns:a="http://schemas.openxmlformats.org/drawingml/2006/main">
            <a:off x="6362700" y="2971800"/>
            <a:ext cx="8001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求值</a:t>
            </a:r>
          </a:p>
        </p:txBody>
      </p:sp>
      <p:sp>
        <p:nvSpPr>
          <p:cNvPr id="56" name="">
            <a:extLst xmlns:a="http://schemas.openxmlformats.org/drawingml/2006/main">
              <a:ext uri="{FF2B5EF4-FFF2-40B4-BE49-F238E27FC236}">
                <a16:creationId xmlns:a16="http://schemas.microsoft.com/office/drawing/2014/main" id="{E60D8192-1B31-4B53-9BC6-DDA06735CB65}"/>
              </a:ext>
            </a:extLst>
          </p:cNvPr>
          <p:cNvSpPr>
            <a:spLocks xmlns:a="http://schemas.openxmlformats.org/drawingml/2006/main" noGrp="1"/>
          </p:cNvSpPr>
          <p:nvPr/>
        </p:nvSpPr>
        <p:spPr>
          <a:xfrm xmlns:a="http://schemas.openxmlformats.org/drawingml/2006/main">
            <a:off x="6362700" y="3162300"/>
            <a:ext cx="54483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条件树逐节点求值，缺失字段或类型不符不抛错，计入 </a:t>
            </a:r>
            <a:r>
              <a:rPr sz="825" b="0">
                <a:solidFill>
                  <a:srgbClr val="EEF5FF"/>
                </a:solidFill>
                <a:latin typeface="微软雅黑"/>
                <a:ea typeface="微软雅黑"/>
                <a:cs typeface="微软雅黑"/>
              </a:rPr>
              <a:t>skipped </a:t>
            </a:r>
            <a:r>
              <a:rPr sz="825" b="0">
                <a:solidFill>
                  <a:srgbClr val="EEF5FF"/>
                </a:solidFill>
                <a:latin typeface="微软雅黑"/>
                <a:ea typeface="微软雅黑"/>
                <a:cs typeface="微软雅黑"/>
              </a:rPr>
              <a:t>并给出原因</a:t>
            </a:r>
          </a:p>
        </p:txBody>
      </p:sp>
      <p:sp>
        <p:nvSpPr>
          <p:cNvPr id="57" name="">
            <a:extLst xmlns:a="http://schemas.openxmlformats.org/drawingml/2006/main">
              <a:ext uri="{FF2B5EF4-FFF2-40B4-BE49-F238E27FC236}">
                <a16:creationId xmlns:a16="http://schemas.microsoft.com/office/drawing/2014/main" id="{230E61D0-7FCA-4DFF-8663-720FDBC84742}"/>
              </a:ext>
            </a:extLst>
          </p:cNvPr>
          <p:cNvSpPr>
            <a:spLocks xmlns:a="http://schemas.openxmlformats.org/drawingml/2006/main" noGrp="1"/>
          </p:cNvSpPr>
          <p:nvPr/>
        </p:nvSpPr>
        <p:spPr>
          <a:xfrm xmlns:a="http://schemas.openxmlformats.org/drawingml/2006/main">
            <a:off x="6229350" y="3562350"/>
            <a:ext cx="5676900" cy="571500"/>
          </a:xfrm>
          <a:prstGeom xmlns:a="http://schemas.openxmlformats.org/drawingml/2006/main" prst="roundRect">
            <a:avLst>
              <a:gd name="adj" fmla="val 150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58" name="">
            <a:extLst xmlns:a="http://schemas.openxmlformats.org/drawingml/2006/main">
              <a:ext uri="{FF2B5EF4-FFF2-40B4-BE49-F238E27FC236}">
                <a16:creationId xmlns:a16="http://schemas.microsoft.com/office/drawing/2014/main" id="{5D2CE813-4375-4821-BFDE-766CDB1F791D}"/>
              </a:ext>
            </a:extLst>
          </p:cNvPr>
          <p:cNvSpPr>
            <a:spLocks xmlns:a="http://schemas.openxmlformats.org/drawingml/2006/main" noGrp="1"/>
          </p:cNvSpPr>
          <p:nvPr/>
        </p:nvSpPr>
        <p:spPr>
          <a:xfrm xmlns:a="http://schemas.openxmlformats.org/drawingml/2006/main">
            <a:off x="6362700" y="3619500"/>
            <a:ext cx="8001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分组</a:t>
            </a:r>
          </a:p>
        </p:txBody>
      </p:sp>
      <p:sp>
        <p:nvSpPr>
          <p:cNvPr id="59" name="">
            <a:extLst xmlns:a="http://schemas.openxmlformats.org/drawingml/2006/main">
              <a:ext uri="{FF2B5EF4-FFF2-40B4-BE49-F238E27FC236}">
                <a16:creationId xmlns:a16="http://schemas.microsoft.com/office/drawing/2014/main" id="{4BC80D61-3B03-4017-81A8-1D39152ECFD5}"/>
              </a:ext>
            </a:extLst>
          </p:cNvPr>
          <p:cNvSpPr>
            <a:spLocks xmlns:a="http://schemas.openxmlformats.org/drawingml/2006/main" noGrp="1"/>
          </p:cNvSpPr>
          <p:nvPr/>
        </p:nvSpPr>
        <p:spPr>
          <a:xfrm xmlns:a="http://schemas.openxmlformats.org/drawingml/2006/main">
            <a:off x="6362700" y="3810000"/>
            <a:ext cx="54483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VALUE </a:t>
            </a:r>
            <a:r>
              <a:rPr sz="825" b="0">
                <a:solidFill>
                  <a:srgbClr val="EEF5FF"/>
                </a:solidFill>
                <a:latin typeface="微软雅黑"/>
                <a:ea typeface="微软雅黑"/>
                <a:cs typeface="微软雅黑"/>
              </a:rPr>
              <a:t>组定严重度、</a:t>
            </a:r>
            <a:r>
              <a:rPr sz="825" b="0">
                <a:solidFill>
                  <a:srgbClr val="EEF5FF"/>
                </a:solidFill>
                <a:latin typeface="微软雅黑"/>
                <a:ea typeface="微软雅黑"/>
                <a:cs typeface="微软雅黑"/>
              </a:rPr>
              <a:t>KEYWORD </a:t>
            </a:r>
            <a:r>
              <a:rPr sz="825" b="0">
                <a:solidFill>
                  <a:srgbClr val="EEF5FF"/>
                </a:solidFill>
                <a:latin typeface="微软雅黑"/>
                <a:ea typeface="微软雅黑"/>
                <a:cs typeface="微软雅黑"/>
              </a:rPr>
              <a:t>组补原因，两组独立，互不阻断</a:t>
            </a:r>
          </a:p>
        </p:txBody>
      </p:sp>
      <p:sp>
        <p:nvSpPr>
          <p:cNvPr id="60" name="">
            <a:extLst xmlns:a="http://schemas.openxmlformats.org/drawingml/2006/main">
              <a:ext uri="{FF2B5EF4-FFF2-40B4-BE49-F238E27FC236}">
                <a16:creationId xmlns:a16="http://schemas.microsoft.com/office/drawing/2014/main" id="{B9261DDE-1326-4A73-A3FA-9CE62CB5B7AB}"/>
              </a:ext>
            </a:extLst>
          </p:cNvPr>
          <p:cNvSpPr>
            <a:spLocks xmlns:a="http://schemas.openxmlformats.org/drawingml/2006/main" noGrp="1"/>
          </p:cNvSpPr>
          <p:nvPr/>
        </p:nvSpPr>
        <p:spPr>
          <a:xfrm xmlns:a="http://schemas.openxmlformats.org/drawingml/2006/main">
            <a:off x="6229350" y="4210050"/>
            <a:ext cx="5676900" cy="571500"/>
          </a:xfrm>
          <a:prstGeom xmlns:a="http://schemas.openxmlformats.org/drawingml/2006/main" prst="roundRect">
            <a:avLst>
              <a:gd name="adj" fmla="val 15000"/>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FFD24A"/>
            </a:solidFill>
            <a:prstDash val="solid"/>
          </a:ln>
        </p:spPr>
      </p:sp>
      <p:sp>
        <p:nvSpPr>
          <p:cNvPr id="61" name="">
            <a:extLst xmlns:a="http://schemas.openxmlformats.org/drawingml/2006/main">
              <a:ext uri="{FF2B5EF4-FFF2-40B4-BE49-F238E27FC236}">
                <a16:creationId xmlns:a16="http://schemas.microsoft.com/office/drawing/2014/main" id="{855E516B-9705-4BB1-98F7-AB6B81DDA0BA}"/>
              </a:ext>
            </a:extLst>
          </p:cNvPr>
          <p:cNvSpPr>
            <a:spLocks xmlns:a="http://schemas.openxmlformats.org/drawingml/2006/main" noGrp="1"/>
          </p:cNvSpPr>
          <p:nvPr/>
        </p:nvSpPr>
        <p:spPr>
          <a:xfrm xmlns:a="http://schemas.openxmlformats.org/drawingml/2006/main">
            <a:off x="6362700" y="4267200"/>
            <a:ext cx="8001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FFD24A"/>
                </a:solidFill>
                <a:latin typeface="微软雅黑"/>
                <a:ea typeface="微软雅黑"/>
                <a:cs typeface="微软雅黑"/>
              </a:defRPr>
            </a:pPr>
            <a:r>
              <a:rPr sz="938" b="1">
                <a:solidFill>
                  <a:srgbClr val="FFD24A"/>
                </a:solidFill>
                <a:latin typeface="微软雅黑"/>
                <a:ea typeface="微软雅黑"/>
                <a:cs typeface="微软雅黑"/>
              </a:rPr>
              <a:t>输出</a:t>
            </a:r>
          </a:p>
        </p:txBody>
      </p:sp>
      <p:sp>
        <p:nvSpPr>
          <p:cNvPr id="62" name="">
            <a:extLst xmlns:a="http://schemas.openxmlformats.org/drawingml/2006/main">
              <a:ext uri="{FF2B5EF4-FFF2-40B4-BE49-F238E27FC236}">
                <a16:creationId xmlns:a16="http://schemas.microsoft.com/office/drawing/2014/main" id="{7BBCFB62-F1B8-434D-BBE2-32BF4443C924}"/>
              </a:ext>
            </a:extLst>
          </p:cNvPr>
          <p:cNvSpPr>
            <a:spLocks xmlns:a="http://schemas.openxmlformats.org/drawingml/2006/main" noGrp="1"/>
          </p:cNvSpPr>
          <p:nvPr/>
        </p:nvSpPr>
        <p:spPr>
          <a:xfrm xmlns:a="http://schemas.openxmlformats.org/drawingml/2006/main">
            <a:off x="6362700" y="4457700"/>
            <a:ext cx="54483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matched / hits</a:t>
            </a:r>
            <a:r>
              <a:rPr sz="825" b="0">
                <a:solidFill>
                  <a:srgbClr val="EEF5FF"/>
                </a:solidFill>
                <a:latin typeface="微软雅黑"/>
                <a:ea typeface="微软雅黑"/>
                <a:cs typeface="微软雅黑"/>
              </a:rPr>
              <a:t>（命中规则与解释）</a:t>
            </a:r>
            <a:r>
              <a:rPr sz="825" b="0">
                <a:solidFill>
                  <a:srgbClr val="EEF5FF"/>
                </a:solidFill>
                <a:latin typeface="微软雅黑"/>
                <a:ea typeface="微软雅黑"/>
                <a:cs typeface="微软雅黑"/>
              </a:rPr>
              <a:t>/ skipped</a:t>
            </a:r>
            <a:r>
              <a:rPr sz="825" b="0">
                <a:solidFill>
                  <a:srgbClr val="EEF5FF"/>
                </a:solidFill>
                <a:latin typeface="微软雅黑"/>
                <a:ea typeface="微软雅黑"/>
                <a:cs typeface="微软雅黑"/>
              </a:rPr>
              <a:t>（无法判定及原因）</a:t>
            </a:r>
            <a:r>
              <a:rPr sz="825" b="0">
                <a:solidFill>
                  <a:srgbClr val="EEF5FF"/>
                </a:solidFill>
                <a:latin typeface="微软雅黑"/>
                <a:ea typeface="微软雅黑"/>
                <a:cs typeface="微软雅黑"/>
              </a:rPr>
              <a:t>/ verdict</a:t>
            </a:r>
            <a:r>
              <a:rPr sz="825" b="0">
                <a:solidFill>
                  <a:srgbClr val="EEF5FF"/>
                </a:solidFill>
                <a:latin typeface="微软雅黑"/>
                <a:ea typeface="微软雅黑"/>
                <a:cs typeface="微软雅黑"/>
              </a:rPr>
              <a:t>（动作、原因、严重度、</a:t>
            </a:r>
            <a:r>
              <a:rPr sz="825" b="0">
                <a:solidFill>
                  <a:srgbClr val="EEF5FF"/>
                </a:solidFill>
                <a:latin typeface="微软雅黑"/>
                <a:ea typeface="微软雅黑"/>
                <a:cs typeface="微软雅黑"/>
              </a:rPr>
              <a:t>rule_code</a:t>
            </a:r>
            <a:r>
              <a:rPr sz="825" b="0">
                <a:solidFill>
                  <a:srgbClr val="EEF5FF"/>
                </a:solidFill>
                <a:latin typeface="微软雅黑"/>
                <a:ea typeface="微软雅黑"/>
                <a:cs typeface="微软雅黑"/>
              </a:rPr>
              <a:t>、置信度）</a:t>
            </a:r>
          </a:p>
        </p:txBody>
      </p:sp>
      <p:sp>
        <p:nvSpPr>
          <p:cNvPr id="63" name="">
            <a:extLst xmlns:a="http://schemas.openxmlformats.org/drawingml/2006/main">
              <a:ext uri="{FF2B5EF4-FFF2-40B4-BE49-F238E27FC236}">
                <a16:creationId xmlns:a16="http://schemas.microsoft.com/office/drawing/2014/main" id="{BCFD1547-8816-43A9-A8E0-1B2FB4E2DACE}"/>
              </a:ext>
            </a:extLst>
          </p:cNvPr>
          <p:cNvSpPr>
            <a:spLocks xmlns:a="http://schemas.openxmlformats.org/drawingml/2006/main" noGrp="1"/>
          </p:cNvSpPr>
          <p:nvPr/>
        </p:nvSpPr>
        <p:spPr>
          <a:xfrm xmlns:a="http://schemas.openxmlformats.org/drawingml/2006/main">
            <a:off x="6229350" y="4914900"/>
            <a:ext cx="5676900" cy="1333500"/>
          </a:xfrm>
          <a:prstGeom xmlns:a="http://schemas.openxmlformats.org/drawingml/2006/main" prst="roundRect">
            <a:avLst>
              <a:gd name="adj" fmla="val 642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64" name="">
            <a:extLst xmlns:a="http://schemas.openxmlformats.org/drawingml/2006/main">
              <a:ext uri="{FF2B5EF4-FFF2-40B4-BE49-F238E27FC236}">
                <a16:creationId xmlns:a16="http://schemas.microsoft.com/office/drawing/2014/main" id="{C5E01739-8B6C-41E5-A011-663DC45A0ACA}"/>
              </a:ext>
            </a:extLst>
          </p:cNvPr>
          <p:cNvSpPr>
            <a:spLocks xmlns:a="http://schemas.openxmlformats.org/drawingml/2006/main" noGrp="1"/>
          </p:cNvSpPr>
          <p:nvPr/>
        </p:nvSpPr>
        <p:spPr>
          <a:xfrm xmlns:a="http://schemas.openxmlformats.org/drawingml/2006/main">
            <a:off x="6400800" y="5029200"/>
            <a:ext cx="5334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5FE3A1"/>
                </a:solidFill>
                <a:latin typeface="微软雅黑"/>
                <a:ea typeface="微软雅黑"/>
                <a:cs typeface="微软雅黑"/>
              </a:defRPr>
            </a:pPr>
            <a:r>
              <a:rPr sz="1050" b="1">
                <a:solidFill>
                  <a:srgbClr val="5FE3A1"/>
                </a:solidFill>
                <a:latin typeface="微软雅黑"/>
                <a:ea typeface="微软雅黑"/>
                <a:cs typeface="微软雅黑"/>
              </a:rPr>
              <a:t>实测数据（演示数据集口径）</a:t>
            </a:r>
          </a:p>
        </p:txBody>
      </p:sp>
      <p:sp>
        <p:nvSpPr>
          <p:cNvPr id="65" name="">
            <a:extLst xmlns:a="http://schemas.openxmlformats.org/drawingml/2006/main">
              <a:ext uri="{FF2B5EF4-FFF2-40B4-BE49-F238E27FC236}">
                <a16:creationId xmlns:a16="http://schemas.microsoft.com/office/drawing/2014/main" id="{0EA35CDB-7655-4475-A9FF-0748D03CF2C8}"/>
              </a:ext>
            </a:extLst>
          </p:cNvPr>
          <p:cNvSpPr>
            <a:spLocks xmlns:a="http://schemas.openxmlformats.org/drawingml/2006/main" noGrp="1"/>
          </p:cNvSpPr>
          <p:nvPr/>
        </p:nvSpPr>
        <p:spPr>
          <a:xfrm xmlns:a="http://schemas.openxmlformats.org/drawingml/2006/main">
            <a:off x="6400800" y="5314950"/>
            <a:ext cx="10287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FFD24A"/>
                </a:solidFill>
                <a:latin typeface="Bahnschrift"/>
                <a:ea typeface="Bahnschrift"/>
                <a:cs typeface="Bahnschrift"/>
              </a:defRPr>
            </a:pPr>
            <a:r>
              <a:rPr sz="1425" b="1">
                <a:solidFill>
                  <a:srgbClr val="FFD24A"/>
                </a:solidFill>
                <a:latin typeface="Bahnschrift"/>
                <a:ea typeface="Bahnschrift"/>
                <a:cs typeface="Bahnschrift"/>
              </a:rPr>
              <a:t>18 </a:t>
            </a:r>
            <a:r>
              <a:rPr sz="1425" b="1">
                <a:solidFill>
                  <a:srgbClr val="FFD24A"/>
                </a:solidFill>
                <a:latin typeface="Bahnschrift"/>
                <a:ea typeface="Bahnschrift"/>
                <a:cs typeface="Bahnschrift"/>
              </a:rPr>
              <a:t>条</a:t>
            </a:r>
          </a:p>
        </p:txBody>
      </p:sp>
      <p:sp>
        <p:nvSpPr>
          <p:cNvPr id="66" name="">
            <a:extLst xmlns:a="http://schemas.openxmlformats.org/drawingml/2006/main">
              <a:ext uri="{FF2B5EF4-FFF2-40B4-BE49-F238E27FC236}">
                <a16:creationId xmlns:a16="http://schemas.microsoft.com/office/drawing/2014/main" id="{63938F83-E012-48F0-AC7D-4FA77DDD9CB6}"/>
              </a:ext>
            </a:extLst>
          </p:cNvPr>
          <p:cNvSpPr>
            <a:spLocks xmlns:a="http://schemas.openxmlformats.org/drawingml/2006/main" noGrp="1"/>
          </p:cNvSpPr>
          <p:nvPr/>
        </p:nvSpPr>
        <p:spPr>
          <a:xfrm xmlns:a="http://schemas.openxmlformats.org/drawingml/2006/main">
            <a:off x="6400800" y="5619750"/>
            <a:ext cx="10287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C6DDFF"/>
                </a:solidFill>
                <a:latin typeface="微软雅黑"/>
                <a:ea typeface="微软雅黑"/>
                <a:cs typeface="微软雅黑"/>
              </a:defRPr>
            </a:pPr>
            <a:r>
              <a:rPr sz="825" b="0">
                <a:solidFill>
                  <a:srgbClr val="C6DDFF"/>
                </a:solidFill>
                <a:latin typeface="微软雅黑"/>
                <a:ea typeface="微软雅黑"/>
                <a:cs typeface="微软雅黑"/>
              </a:rPr>
              <a:t>规则总数</a:t>
            </a:r>
          </a:p>
        </p:txBody>
      </p:sp>
      <p:sp>
        <p:nvSpPr>
          <p:cNvPr id="67" name="">
            <a:extLst xmlns:a="http://schemas.openxmlformats.org/drawingml/2006/main">
              <a:ext uri="{FF2B5EF4-FFF2-40B4-BE49-F238E27FC236}">
                <a16:creationId xmlns:a16="http://schemas.microsoft.com/office/drawing/2014/main" id="{6279EBFD-6EA0-4B6A-A2AC-F45F56AE0210}"/>
              </a:ext>
            </a:extLst>
          </p:cNvPr>
          <p:cNvSpPr>
            <a:spLocks xmlns:a="http://schemas.openxmlformats.org/drawingml/2006/main" noGrp="1"/>
          </p:cNvSpPr>
          <p:nvPr/>
        </p:nvSpPr>
        <p:spPr>
          <a:xfrm xmlns:a="http://schemas.openxmlformats.org/drawingml/2006/main">
            <a:off x="7486650" y="5314950"/>
            <a:ext cx="10287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FFD24A"/>
                </a:solidFill>
                <a:latin typeface="Bahnschrift"/>
                <a:ea typeface="Bahnschrift"/>
                <a:cs typeface="Bahnschrift"/>
              </a:defRPr>
            </a:pPr>
            <a:r>
              <a:rPr sz="1425" b="1">
                <a:solidFill>
                  <a:srgbClr val="FFD24A"/>
                </a:solidFill>
                <a:latin typeface="Bahnschrift"/>
                <a:ea typeface="Bahnschrift"/>
                <a:cs typeface="Bahnschrift"/>
              </a:rPr>
              <a:t>5 </a:t>
            </a:r>
            <a:r>
              <a:rPr sz="1425" b="1">
                <a:solidFill>
                  <a:srgbClr val="FFD24A"/>
                </a:solidFill>
                <a:latin typeface="Bahnschrift"/>
                <a:ea typeface="Bahnschrift"/>
                <a:cs typeface="Bahnschrift"/>
              </a:rPr>
              <a:t>个</a:t>
            </a:r>
          </a:p>
        </p:txBody>
      </p:sp>
      <p:sp>
        <p:nvSpPr>
          <p:cNvPr id="68" name="">
            <a:extLst xmlns:a="http://schemas.openxmlformats.org/drawingml/2006/main">
              <a:ext uri="{FF2B5EF4-FFF2-40B4-BE49-F238E27FC236}">
                <a16:creationId xmlns:a16="http://schemas.microsoft.com/office/drawing/2014/main" id="{647002C3-BDA0-450B-AD1F-88EA871EEEF1}"/>
              </a:ext>
            </a:extLst>
          </p:cNvPr>
          <p:cNvSpPr>
            <a:spLocks xmlns:a="http://schemas.openxmlformats.org/drawingml/2006/main" noGrp="1"/>
          </p:cNvSpPr>
          <p:nvPr/>
        </p:nvSpPr>
        <p:spPr>
          <a:xfrm xmlns:a="http://schemas.openxmlformats.org/drawingml/2006/main">
            <a:off x="7486650" y="5619750"/>
            <a:ext cx="10287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C6DDFF"/>
                </a:solidFill>
                <a:latin typeface="微软雅黑"/>
                <a:ea typeface="微软雅黑"/>
                <a:cs typeface="微软雅黑"/>
              </a:defRPr>
            </a:pPr>
            <a:r>
              <a:rPr sz="825" b="0">
                <a:solidFill>
                  <a:srgbClr val="C6DDFF"/>
                </a:solidFill>
                <a:latin typeface="微软雅黑"/>
                <a:ea typeface="微软雅黑"/>
                <a:cs typeface="微软雅黑"/>
              </a:rPr>
              <a:t>覆盖场景</a:t>
            </a:r>
          </a:p>
        </p:txBody>
      </p:sp>
      <p:sp>
        <p:nvSpPr>
          <p:cNvPr id="69" name="">
            <a:extLst xmlns:a="http://schemas.openxmlformats.org/drawingml/2006/main">
              <a:ext uri="{FF2B5EF4-FFF2-40B4-BE49-F238E27FC236}">
                <a16:creationId xmlns:a16="http://schemas.microsoft.com/office/drawing/2014/main" id="{F0F3EF91-6FF7-4907-BB7F-28BCEFE66BE4}"/>
              </a:ext>
            </a:extLst>
          </p:cNvPr>
          <p:cNvSpPr>
            <a:spLocks xmlns:a="http://schemas.openxmlformats.org/drawingml/2006/main" noGrp="1"/>
          </p:cNvSpPr>
          <p:nvPr/>
        </p:nvSpPr>
        <p:spPr>
          <a:xfrm xmlns:a="http://schemas.openxmlformats.org/drawingml/2006/main">
            <a:off x="8572500" y="5314950"/>
            <a:ext cx="10287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FFD24A"/>
                </a:solidFill>
                <a:latin typeface="Bahnschrift"/>
                <a:ea typeface="Bahnschrift"/>
                <a:cs typeface="Bahnschrift"/>
              </a:defRPr>
            </a:pPr>
            <a:r>
              <a:rPr sz="1425" b="1">
                <a:solidFill>
                  <a:srgbClr val="FFD24A"/>
                </a:solidFill>
                <a:latin typeface="Bahnschrift"/>
                <a:ea typeface="Bahnschrift"/>
                <a:cs typeface="Bahnschrift"/>
              </a:rPr>
              <a:t>3 </a:t>
            </a:r>
            <a:r>
              <a:rPr sz="1425" b="1">
                <a:solidFill>
                  <a:srgbClr val="FFD24A"/>
                </a:solidFill>
                <a:latin typeface="Bahnschrift"/>
                <a:ea typeface="Bahnschrift"/>
                <a:cs typeface="Bahnschrift"/>
              </a:rPr>
              <a:t>组</a:t>
            </a:r>
          </a:p>
        </p:txBody>
      </p:sp>
      <p:sp>
        <p:nvSpPr>
          <p:cNvPr id="70" name="">
            <a:extLst xmlns:a="http://schemas.openxmlformats.org/drawingml/2006/main">
              <a:ext uri="{FF2B5EF4-FFF2-40B4-BE49-F238E27FC236}">
                <a16:creationId xmlns:a16="http://schemas.microsoft.com/office/drawing/2014/main" id="{35685C66-143A-4BAB-9A72-891A829CBA46}"/>
              </a:ext>
            </a:extLst>
          </p:cNvPr>
          <p:cNvSpPr>
            <a:spLocks xmlns:a="http://schemas.openxmlformats.org/drawingml/2006/main" noGrp="1"/>
          </p:cNvSpPr>
          <p:nvPr/>
        </p:nvSpPr>
        <p:spPr>
          <a:xfrm xmlns:a="http://schemas.openxmlformats.org/drawingml/2006/main">
            <a:off x="8572500" y="5619750"/>
            <a:ext cx="10287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C6DDFF"/>
                </a:solidFill>
                <a:latin typeface="微软雅黑"/>
                <a:ea typeface="微软雅黑"/>
                <a:cs typeface="微软雅黑"/>
              </a:defRPr>
            </a:pPr>
            <a:r>
              <a:rPr sz="825" b="0">
                <a:solidFill>
                  <a:srgbClr val="C6DDFF"/>
                </a:solidFill>
                <a:latin typeface="微软雅黑"/>
                <a:ea typeface="微软雅黑"/>
                <a:cs typeface="微软雅黑"/>
              </a:rPr>
              <a:t>匹配分组</a:t>
            </a:r>
          </a:p>
        </p:txBody>
      </p:sp>
      <p:sp>
        <p:nvSpPr>
          <p:cNvPr id="71" name="">
            <a:extLst xmlns:a="http://schemas.openxmlformats.org/drawingml/2006/main">
              <a:ext uri="{FF2B5EF4-FFF2-40B4-BE49-F238E27FC236}">
                <a16:creationId xmlns:a16="http://schemas.microsoft.com/office/drawing/2014/main" id="{82852E14-BAD0-4494-A81D-5E3D0D57F32F}"/>
              </a:ext>
            </a:extLst>
          </p:cNvPr>
          <p:cNvSpPr>
            <a:spLocks xmlns:a="http://schemas.openxmlformats.org/drawingml/2006/main" noGrp="1"/>
          </p:cNvSpPr>
          <p:nvPr/>
        </p:nvSpPr>
        <p:spPr>
          <a:xfrm xmlns:a="http://schemas.openxmlformats.org/drawingml/2006/main">
            <a:off x="9658350" y="5314950"/>
            <a:ext cx="10287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FFD24A"/>
                </a:solidFill>
                <a:latin typeface="Bahnschrift"/>
                <a:ea typeface="Bahnschrift"/>
                <a:cs typeface="Bahnschrift"/>
              </a:defRPr>
            </a:pPr>
            <a:r>
              <a:rPr sz="1425" b="1">
                <a:solidFill>
                  <a:srgbClr val="FFD24A"/>
                </a:solidFill>
                <a:latin typeface="Bahnschrift"/>
                <a:ea typeface="Bahnschrift"/>
                <a:cs typeface="Bahnschrift"/>
              </a:rPr>
              <a:t>200 </a:t>
            </a:r>
            <a:r>
              <a:rPr sz="1425" b="1">
                <a:solidFill>
                  <a:srgbClr val="FFD24A"/>
                </a:solidFill>
                <a:latin typeface="Bahnschrift"/>
                <a:ea typeface="Bahnschrift"/>
                <a:cs typeface="Bahnschrift"/>
              </a:rPr>
              <a:t>次</a:t>
            </a:r>
          </a:p>
        </p:txBody>
      </p:sp>
      <p:sp>
        <p:nvSpPr>
          <p:cNvPr id="72" name="">
            <a:extLst xmlns:a="http://schemas.openxmlformats.org/drawingml/2006/main">
              <a:ext uri="{FF2B5EF4-FFF2-40B4-BE49-F238E27FC236}">
                <a16:creationId xmlns:a16="http://schemas.microsoft.com/office/drawing/2014/main" id="{150E16A0-ED6E-4110-9E5D-F00F87886991}"/>
              </a:ext>
            </a:extLst>
          </p:cNvPr>
          <p:cNvSpPr>
            <a:spLocks xmlns:a="http://schemas.openxmlformats.org/drawingml/2006/main" noGrp="1"/>
          </p:cNvSpPr>
          <p:nvPr/>
        </p:nvSpPr>
        <p:spPr>
          <a:xfrm xmlns:a="http://schemas.openxmlformats.org/drawingml/2006/main">
            <a:off x="9658350" y="5619750"/>
            <a:ext cx="10287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C6DDFF"/>
                </a:solidFill>
                <a:latin typeface="微软雅黑"/>
                <a:ea typeface="微软雅黑"/>
                <a:cs typeface="微软雅黑"/>
              </a:defRPr>
            </a:pPr>
            <a:r>
              <a:rPr sz="825" b="0">
                <a:solidFill>
                  <a:srgbClr val="C6DDFF"/>
                </a:solidFill>
                <a:latin typeface="微软雅黑"/>
                <a:ea typeface="微软雅黑"/>
                <a:cs typeface="微软雅黑"/>
              </a:rPr>
              <a:t>重复一致性 </a:t>
            </a:r>
            <a:r>
              <a:rPr sz="825" b="0">
                <a:solidFill>
                  <a:srgbClr val="C6DDFF"/>
                </a:solidFill>
                <a:latin typeface="微软雅黑"/>
                <a:ea typeface="微软雅黑"/>
                <a:cs typeface="微软雅黑"/>
              </a:rPr>
              <a:t>100%</a:t>
            </a:r>
          </a:p>
        </p:txBody>
      </p:sp>
      <p:sp>
        <p:nvSpPr>
          <p:cNvPr id="73" name="">
            <a:extLst xmlns:a="http://schemas.openxmlformats.org/drawingml/2006/main">
              <a:ext uri="{FF2B5EF4-FFF2-40B4-BE49-F238E27FC236}">
                <a16:creationId xmlns:a16="http://schemas.microsoft.com/office/drawing/2014/main" id="{C974D1A4-61AD-4FC7-A26B-D1D40A5C6C31}"/>
              </a:ext>
            </a:extLst>
          </p:cNvPr>
          <p:cNvSpPr>
            <a:spLocks xmlns:a="http://schemas.openxmlformats.org/drawingml/2006/main" noGrp="1"/>
          </p:cNvSpPr>
          <p:nvPr/>
        </p:nvSpPr>
        <p:spPr>
          <a:xfrm xmlns:a="http://schemas.openxmlformats.org/drawingml/2006/main">
            <a:off x="10744200" y="5314950"/>
            <a:ext cx="10287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FFD24A"/>
                </a:solidFill>
                <a:latin typeface="Bahnschrift"/>
                <a:ea typeface="Bahnschrift"/>
                <a:cs typeface="Bahnschrift"/>
              </a:defRPr>
            </a:pPr>
            <a:r>
              <a:rPr sz="1425" b="1">
                <a:solidFill>
                  <a:srgbClr val="FFD24A"/>
                </a:solidFill>
                <a:latin typeface="Bahnschrift"/>
                <a:ea typeface="Bahnschrift"/>
                <a:cs typeface="Bahnschrift"/>
              </a:rPr>
              <a:t>11 </a:t>
            </a:r>
            <a:r>
              <a:rPr sz="1425" b="1">
                <a:solidFill>
                  <a:srgbClr val="FFD24A"/>
                </a:solidFill>
                <a:latin typeface="Bahnschrift"/>
                <a:ea typeface="Bahnschrift"/>
                <a:cs typeface="Bahnschrift"/>
              </a:rPr>
              <a:t>项</a:t>
            </a:r>
          </a:p>
        </p:txBody>
      </p:sp>
      <p:sp>
        <p:nvSpPr>
          <p:cNvPr id="74" name="">
            <a:extLst xmlns:a="http://schemas.openxmlformats.org/drawingml/2006/main">
              <a:ext uri="{FF2B5EF4-FFF2-40B4-BE49-F238E27FC236}">
                <a16:creationId xmlns:a16="http://schemas.microsoft.com/office/drawing/2014/main" id="{4448383F-7881-479F-8B78-E8E3089F0CF7}"/>
              </a:ext>
            </a:extLst>
          </p:cNvPr>
          <p:cNvSpPr>
            <a:spLocks xmlns:a="http://schemas.openxmlformats.org/drawingml/2006/main" noGrp="1"/>
          </p:cNvSpPr>
          <p:nvPr/>
        </p:nvSpPr>
        <p:spPr>
          <a:xfrm xmlns:a="http://schemas.openxmlformats.org/drawingml/2006/main">
            <a:off x="10744200" y="5619750"/>
            <a:ext cx="10287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C6DDFF"/>
                </a:solidFill>
                <a:latin typeface="微软雅黑"/>
                <a:ea typeface="微软雅黑"/>
                <a:cs typeface="微软雅黑"/>
              </a:defRPr>
            </a:pPr>
            <a:r>
              <a:rPr sz="825" b="0">
                <a:solidFill>
                  <a:srgbClr val="C6DDFF"/>
                </a:solidFill>
                <a:latin typeface="微软雅黑"/>
                <a:ea typeface="微软雅黑"/>
                <a:cs typeface="微软雅黑"/>
              </a:rPr>
              <a:t>规则测试场景通过</a:t>
            </a:r>
          </a:p>
        </p:txBody>
      </p:sp>
      <p:sp>
        <p:nvSpPr>
          <p:cNvPr id="75" name="">
            <a:extLst xmlns:a="http://schemas.openxmlformats.org/drawingml/2006/main">
              <a:ext uri="{FF2B5EF4-FFF2-40B4-BE49-F238E27FC236}">
                <a16:creationId xmlns:a16="http://schemas.microsoft.com/office/drawing/2014/main" id="{1EBB3253-6A3C-4117-8EE7-F7589D2AA519}"/>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76" name="">
            <a:extLst xmlns:a="http://schemas.openxmlformats.org/drawingml/2006/main">
              <a:ext uri="{FF2B5EF4-FFF2-40B4-BE49-F238E27FC236}">
                <a16:creationId xmlns:a16="http://schemas.microsoft.com/office/drawing/2014/main" id="{C9CA8642-5C30-486C-975F-13D4E455D5CB}"/>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77" name="">
            <a:extLst xmlns:a="http://schemas.openxmlformats.org/drawingml/2006/main">
              <a:ext uri="{FF2B5EF4-FFF2-40B4-BE49-F238E27FC236}">
                <a16:creationId xmlns:a16="http://schemas.microsoft.com/office/drawing/2014/main" id="{6485A553-FB0A-45FB-A123-4019EBB51C99}"/>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78" name="">
            <a:extLst xmlns:a="http://schemas.openxmlformats.org/drawingml/2006/main">
              <a:ext uri="{FF2B5EF4-FFF2-40B4-BE49-F238E27FC236}">
                <a16:creationId xmlns:a16="http://schemas.microsoft.com/office/drawing/2014/main" id="{169876E4-B85D-4DC6-8527-3032BD257C3C}"/>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79" name="">
            <a:extLst xmlns:a="http://schemas.openxmlformats.org/drawingml/2006/main">
              <a:ext uri="{FF2B5EF4-FFF2-40B4-BE49-F238E27FC236}">
                <a16:creationId xmlns:a16="http://schemas.microsoft.com/office/drawing/2014/main" id="{CBA48810-C176-4188-A173-8BB55750EE25}"/>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17</a:t>
            </a:r>
          </a:p>
        </p:txBody>
      </p:sp>
    </p:spTree>
    <p:extLst>
      <p:ext uri="{BB962C8B-B14F-4D97-AF65-F5344CB8AC3E}">
        <p14:creationId xmlns:p14="http://schemas.microsoft.com/office/powerpoint/2010/main" val="737520811"/>
      </p:ext>
    </p:extLst>
  </p:cSld>
</p:sld>
</file>

<file path=ppt/slides/slide18.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68" name=""/>
          <p:cNvPicPr>
            <a:picLocks xmlns:a="http://schemas.openxmlformats.org/drawingml/2006/main" noChangeAspect="1"/>
          </p:cNvPicPr>
          <p:nvPr/>
        </p:nvPicPr>
        <p:blipFill>
          <a:blip xmlns:r="http://schemas.openxmlformats.org/officeDocument/2006/relationships" xmlns:a="http://schemas.openxmlformats.org/drawingml/2006/main" r:embed="R91e47b9c4fee4620"/>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A427A7A-C28D-4482-B508-B7209D6A4DD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594FED44-5697-4A87-B180-B78AD5ED5C57}"/>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67EA1303-CA7E-43E9-8395-ED5702CC3B2F}"/>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DB683C40-D7E7-46AD-A887-D618CD76C146}"/>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CA2F79AC-B990-4A60-AC31-81C2025C574A}"/>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F7F4F43A-16DA-43A2-AB96-DE7E6934BC8E}"/>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3B87FF53-CA12-4299-8139-196B613684B1}"/>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B590E04A-25F9-4626-8195-237F9800CFB4}"/>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E54B6A9C-C1E8-4694-8937-1F91204E0826}"/>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FFD24A">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3ECB9003-A0A5-40AF-88DE-7768A948FED6}"/>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FFD24A">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FDC904CB-DBBC-4EE8-96AA-D1D7D5B84492}"/>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40019F28-AF93-42FA-9DF6-D605CA88F702}"/>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FFD24A"/>
                </a:solidFill>
                <a:latin typeface="微软雅黑"/>
                <a:ea typeface="微软雅黑"/>
                <a:cs typeface="微软雅黑"/>
              </a:defRPr>
            </a:pPr>
            <a:r>
              <a:rPr sz="863" b="1" spc="1">
                <a:solidFill>
                  <a:srgbClr val="FFD24A"/>
                </a:solidFill>
                <a:latin typeface="微软雅黑"/>
                <a:ea typeface="微软雅黑"/>
                <a:cs typeface="微软雅黑"/>
              </a:rPr>
              <a:t>03　</a:t>
            </a:r>
            <a:r>
              <a:rPr sz="863" b="1" spc="1">
                <a:solidFill>
                  <a:srgbClr val="FFD24A"/>
                </a:solidFill>
                <a:latin typeface="微软雅黑"/>
                <a:ea typeface="微软雅黑"/>
                <a:cs typeface="微软雅黑"/>
              </a:rPr>
              <a:t>核心算法</a:t>
            </a:r>
          </a:p>
        </p:txBody>
      </p:sp>
      <p:sp>
        <p:nvSpPr>
          <p:cNvPr id="14" name="">
            <a:extLst xmlns:a="http://schemas.openxmlformats.org/drawingml/2006/main">
              <a:ext uri="{FF2B5EF4-FFF2-40B4-BE49-F238E27FC236}">
                <a16:creationId xmlns:a16="http://schemas.microsoft.com/office/drawing/2014/main" id="{D1B6B57F-2F18-4D76-9062-4AE19C4964DE}"/>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算法二 </a:t>
            </a:r>
            <a:r>
              <a:rPr sz="1800" b="1" spc="1">
                <a:solidFill>
                  <a:srgbClr val="FFFFFF"/>
                </a:solidFill>
                <a:latin typeface="微软雅黑"/>
                <a:ea typeface="微软雅黑"/>
                <a:cs typeface="微软雅黑"/>
              </a:rPr>
              <a:t>· </a:t>
            </a:r>
            <a:r>
              <a:rPr sz="1800" b="1" spc="1">
                <a:solidFill>
                  <a:srgbClr val="FFFFFF"/>
                </a:solidFill>
                <a:latin typeface="微软雅黑"/>
                <a:ea typeface="微软雅黑"/>
                <a:cs typeface="微软雅黑"/>
              </a:rPr>
              <a:t>气体检测报告双组匹配与引用事实</a:t>
            </a:r>
          </a:p>
        </p:txBody>
      </p:sp>
      <p:sp>
        <p:nvSpPr>
          <p:cNvPr id="15" name="">
            <a:extLst xmlns:a="http://schemas.openxmlformats.org/drawingml/2006/main">
              <a:ext uri="{FF2B5EF4-FFF2-40B4-BE49-F238E27FC236}">
                <a16:creationId xmlns:a16="http://schemas.microsoft.com/office/drawing/2014/main" id="{CB156170-BB9A-48D5-81B1-67713ADF472D}"/>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4093EC08-49E6-4981-BDE4-2FC25C68D619}"/>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03312EE6-5969-4E2B-B8E3-5F36D1D6050C}"/>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4FE4CC57-3E67-4B03-BB0E-A3BC3A152A14}"/>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72A84CA1-5634-49B4-A09B-5C7C8B36E973}"/>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用「双组匹配 </a:t>
            </a:r>
            <a:r>
              <a:rPr sz="1238">
                <a:solidFill>
                  <a:srgbClr val="FFFFFF"/>
                </a:solidFill>
                <a:latin typeface="微软雅黑"/>
                <a:ea typeface="微软雅黑"/>
                <a:cs typeface="微软雅黑"/>
              </a:rPr>
              <a:t>+ </a:t>
            </a:r>
            <a:r>
              <a:rPr sz="1238">
                <a:solidFill>
                  <a:srgbClr val="FFFFFF"/>
                </a:solidFill>
                <a:latin typeface="微软雅黑"/>
                <a:ea typeface="微软雅黑"/>
                <a:cs typeface="微软雅黑"/>
              </a:rPr>
              <a:t>引用事实」把规则条数从「气体 </a:t>
            </a:r>
            <a:r>
              <a:rPr sz="1238">
                <a:solidFill>
                  <a:srgbClr val="FFFFFF"/>
                </a:solidFill>
                <a:latin typeface="微软雅黑"/>
                <a:ea typeface="微软雅黑"/>
                <a:cs typeface="微软雅黑"/>
              </a:rPr>
              <a:t>× </a:t>
            </a:r>
            <a:r>
              <a:rPr sz="1238">
                <a:solidFill>
                  <a:srgbClr val="FFFFFF"/>
                </a:solidFill>
                <a:latin typeface="微软雅黑"/>
                <a:ea typeface="微软雅黑"/>
                <a:cs typeface="微软雅黑"/>
              </a:rPr>
              <a:t>档位 </a:t>
            </a:r>
            <a:r>
              <a:rPr sz="1238">
                <a:solidFill>
                  <a:srgbClr val="FFFFFF"/>
                </a:solidFill>
                <a:latin typeface="微软雅黑"/>
                <a:ea typeface="微软雅黑"/>
                <a:cs typeface="微软雅黑"/>
              </a:rPr>
              <a:t>× </a:t>
            </a:r>
            <a:r>
              <a:rPr sz="1238">
                <a:solidFill>
                  <a:srgbClr val="FFFFFF"/>
                </a:solidFill>
                <a:latin typeface="微软雅黑"/>
                <a:ea typeface="微软雅黑"/>
                <a:cs typeface="微软雅黑"/>
              </a:rPr>
              <a:t>现象」压到 </a:t>
            </a:r>
            <a:r>
              <a:rPr sz="1238">
                <a:solidFill>
                  <a:srgbClr val="FFFFFF"/>
                </a:solidFill>
                <a:latin typeface="微软雅黑"/>
                <a:ea typeface="微软雅黑"/>
                <a:cs typeface="微软雅黑"/>
              </a:rPr>
              <a:t>12 </a:t>
            </a:r>
            <a:r>
              <a:rPr sz="1238">
                <a:solidFill>
                  <a:srgbClr val="FFFFFF"/>
                </a:solidFill>
                <a:latin typeface="微软雅黑"/>
                <a:ea typeface="微软雅黑"/>
                <a:cs typeface="微软雅黑"/>
              </a:rPr>
              <a:t>条，且两组互不阻断。</a:t>
            </a:r>
          </a:p>
        </p:txBody>
      </p:sp>
      <p:sp>
        <p:nvSpPr>
          <p:cNvPr id="20" name="">
            <a:extLst xmlns:a="http://schemas.openxmlformats.org/drawingml/2006/main">
              <a:ext uri="{FF2B5EF4-FFF2-40B4-BE49-F238E27FC236}">
                <a16:creationId xmlns:a16="http://schemas.microsoft.com/office/drawing/2014/main" id="{4751C14F-BCD9-47C3-9DB3-D81E131D7A5C}"/>
              </a:ext>
            </a:extLst>
          </p:cNvPr>
          <p:cNvSpPr>
            <a:spLocks xmlns:a="http://schemas.openxmlformats.org/drawingml/2006/main" noGrp="1"/>
          </p:cNvSpPr>
          <p:nvPr/>
        </p:nvSpPr>
        <p:spPr>
          <a:xfrm xmlns:a="http://schemas.openxmlformats.org/drawingml/2006/main">
            <a:off x="285750" y="1333500"/>
            <a:ext cx="3771900" cy="2381250"/>
          </a:xfrm>
          <a:prstGeom xmlns:a="http://schemas.openxmlformats.org/drawingml/2006/main" prst="roundRect">
            <a:avLst>
              <a:gd name="adj" fmla="val 3600"/>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21" name="">
            <a:extLst xmlns:a="http://schemas.openxmlformats.org/drawingml/2006/main">
              <a:ext uri="{FF2B5EF4-FFF2-40B4-BE49-F238E27FC236}">
                <a16:creationId xmlns:a16="http://schemas.microsoft.com/office/drawing/2014/main" id="{EB24D8E8-704E-4FDA-B4A3-3516BD102398}"/>
              </a:ext>
            </a:extLst>
          </p:cNvPr>
          <p:cNvSpPr>
            <a:spLocks xmlns:a="http://schemas.openxmlformats.org/drawingml/2006/main" noGrp="1"/>
          </p:cNvSpPr>
          <p:nvPr/>
        </p:nvSpPr>
        <p:spPr>
          <a:xfrm xmlns:a="http://schemas.openxmlformats.org/drawingml/2006/main">
            <a:off x="457200" y="1447800"/>
            <a:ext cx="3429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4FD8FF"/>
                </a:solidFill>
                <a:latin typeface="微软雅黑"/>
                <a:ea typeface="微软雅黑"/>
                <a:cs typeface="微软雅黑"/>
              </a:defRPr>
            </a:pPr>
            <a:r>
              <a:rPr sz="1050" b="1">
                <a:solidFill>
                  <a:srgbClr val="4FD8FF"/>
                </a:solidFill>
                <a:latin typeface="微软雅黑"/>
                <a:ea typeface="微软雅黑"/>
                <a:cs typeface="微软雅黑"/>
              </a:rPr>
              <a:t>输入：一份真实填报的报告</a:t>
            </a:r>
          </a:p>
        </p:txBody>
      </p:sp>
      <p:sp>
        <p:nvSpPr>
          <p:cNvPr id="22" name="">
            <a:extLst xmlns:a="http://schemas.openxmlformats.org/drawingml/2006/main">
              <a:ext uri="{FF2B5EF4-FFF2-40B4-BE49-F238E27FC236}">
                <a16:creationId xmlns:a16="http://schemas.microsoft.com/office/drawing/2014/main" id="{49B198AD-1B68-4209-8C05-94208F4C609F}"/>
              </a:ext>
            </a:extLst>
          </p:cNvPr>
          <p:cNvSpPr>
            <a:spLocks xmlns:a="http://schemas.openxmlformats.org/drawingml/2006/main" noGrp="1"/>
          </p:cNvSpPr>
          <p:nvPr/>
        </p:nvSpPr>
        <p:spPr>
          <a:xfrm xmlns:a="http://schemas.openxmlformats.org/drawingml/2006/main">
            <a:off x="457200" y="1733550"/>
            <a:ext cx="3448050" cy="186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报告编号　</a:t>
            </a:r>
            <a:r>
              <a:rPr sz="938">
                <a:solidFill>
                  <a:srgbClr val="EEF5FF"/>
                </a:solidFill>
                <a:latin typeface="微软雅黑"/>
                <a:ea typeface="微软雅黑"/>
                <a:cs typeface="微软雅黑"/>
              </a:rPr>
              <a:t>RPT-20260919-0003</a:t>
            </a:r>
          </a:p>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检测地点　</a:t>
            </a:r>
            <a:r>
              <a:rPr sz="938">
                <a:solidFill>
                  <a:srgbClr val="EEF5FF"/>
                </a:solidFill>
                <a:latin typeface="微软雅黑"/>
                <a:ea typeface="微软雅黑"/>
                <a:cs typeface="微软雅黑"/>
              </a:rPr>
              <a:t>110kV </a:t>
            </a:r>
            <a:r>
              <a:rPr sz="938">
                <a:solidFill>
                  <a:srgbClr val="EEF5FF"/>
                </a:solidFill>
                <a:latin typeface="微软雅黑"/>
                <a:ea typeface="微软雅黑"/>
                <a:cs typeface="微软雅黑"/>
              </a:rPr>
              <a:t>城北变电所电缆沟 </a:t>
            </a:r>
            <a:r>
              <a:rPr sz="938">
                <a:solidFill>
                  <a:srgbClr val="EEF5FF"/>
                </a:solidFill>
                <a:latin typeface="微软雅黑"/>
                <a:ea typeface="微软雅黑"/>
                <a:cs typeface="微软雅黑"/>
              </a:rPr>
              <a:t>A </a:t>
            </a:r>
            <a:r>
              <a:rPr sz="938">
                <a:solidFill>
                  <a:srgbClr val="EEF5FF"/>
                </a:solidFill>
                <a:latin typeface="微软雅黑"/>
                <a:ea typeface="微软雅黑"/>
                <a:cs typeface="微软雅黑"/>
              </a:rPr>
              <a:t>段 </a:t>
            </a:r>
            <a:r>
              <a:rPr sz="938">
                <a:solidFill>
                  <a:srgbClr val="EEF5FF"/>
                </a:solidFill>
                <a:latin typeface="微软雅黑"/>
                <a:ea typeface="微软雅黑"/>
                <a:cs typeface="微软雅黑"/>
              </a:rPr>
              <a:t>#1 </a:t>
            </a:r>
            <a:r>
              <a:rPr sz="938">
                <a:solidFill>
                  <a:srgbClr val="EEF5FF"/>
                </a:solidFill>
                <a:latin typeface="微软雅黑"/>
                <a:ea typeface="微软雅黑"/>
                <a:cs typeface="微软雅黑"/>
              </a:rPr>
              <a:t>检查井</a:t>
            </a:r>
          </a:p>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气体类型　</a:t>
            </a:r>
            <a:r>
              <a:rPr sz="938">
                <a:solidFill>
                  <a:srgbClr val="EEF5FF"/>
                </a:solidFill>
                <a:latin typeface="微软雅黑"/>
                <a:ea typeface="微软雅黑"/>
                <a:cs typeface="微软雅黑"/>
              </a:rPr>
              <a:t>氧气 </a:t>
            </a:r>
            <a:r>
              <a:rPr sz="938">
                <a:solidFill>
                  <a:srgbClr val="EEF5FF"/>
                </a:solidFill>
                <a:latin typeface="微软雅黑"/>
                <a:ea typeface="微软雅黑"/>
                <a:cs typeface="微软雅黑"/>
              </a:rPr>
              <a:t>O2</a:t>
            </a:r>
          </a:p>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检测值 </a:t>
            </a: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阈值　</a:t>
            </a:r>
            <a:r>
              <a:rPr sz="938" b="1">
                <a:solidFill>
                  <a:srgbClr val="EEF5FF"/>
                </a:solidFill>
                <a:latin typeface="微软雅黑"/>
                <a:ea typeface="微软雅黑"/>
                <a:cs typeface="微软雅黑"/>
              </a:rPr>
              <a:t>18.2 %VOL / 19.5 %VOL</a:t>
            </a:r>
          </a:p>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异常现象　</a:t>
            </a:r>
            <a:r>
              <a:rPr sz="938">
                <a:solidFill>
                  <a:srgbClr val="EEF5FF"/>
                </a:solidFill>
                <a:latin typeface="微软雅黑"/>
                <a:ea typeface="微软雅黑"/>
                <a:cs typeface="微软雅黑"/>
              </a:rPr>
              <a:t>作业人员出现头晕、胸闷不适，已撤出并通风</a:t>
            </a:r>
          </a:p>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SOP </a:t>
            </a:r>
            <a:r>
              <a:rPr sz="938">
                <a:solidFill>
                  <a:srgbClr val="EEF5FF"/>
                </a:solidFill>
                <a:latin typeface="微软雅黑"/>
                <a:ea typeface="微软雅黑"/>
                <a:cs typeface="微软雅黑"/>
              </a:rPr>
              <a:t>执行　</a:t>
            </a:r>
            <a:r>
              <a:rPr sz="938" b="1">
                <a:solidFill>
                  <a:srgbClr val="EEF5FF"/>
                </a:solidFill>
                <a:latin typeface="微软雅黑"/>
                <a:ea typeface="微软雅黑"/>
                <a:cs typeface="微软雅黑"/>
              </a:rPr>
              <a:t>未按 </a:t>
            </a:r>
            <a:r>
              <a:rPr sz="938" b="1">
                <a:solidFill>
                  <a:srgbClr val="EEF5FF"/>
                </a:solidFill>
                <a:latin typeface="微软雅黑"/>
                <a:ea typeface="微软雅黑"/>
                <a:cs typeface="微软雅黑"/>
              </a:rPr>
              <a:t>SOP </a:t>
            </a:r>
            <a:r>
              <a:rPr sz="938" b="1">
                <a:solidFill>
                  <a:srgbClr val="EEF5FF"/>
                </a:solidFill>
                <a:latin typeface="微软雅黑"/>
                <a:ea typeface="微软雅黑"/>
                <a:cs typeface="微软雅黑"/>
              </a:rPr>
              <a:t>执行</a:t>
            </a:r>
          </a:p>
        </p:txBody>
      </p:sp>
      <p:sp>
        <p:nvSpPr>
          <p:cNvPr id="23" name="">
            <a:extLst xmlns:a="http://schemas.openxmlformats.org/drawingml/2006/main">
              <a:ext uri="{FF2B5EF4-FFF2-40B4-BE49-F238E27FC236}">
                <a16:creationId xmlns:a16="http://schemas.microsoft.com/office/drawing/2014/main" id="{79E35E99-1072-41B7-87B7-E08FAAD3F309}"/>
              </a:ext>
            </a:extLst>
          </p:cNvPr>
          <p:cNvSpPr>
            <a:spLocks xmlns:a="http://schemas.openxmlformats.org/drawingml/2006/main" noGrp="1"/>
          </p:cNvSpPr>
          <p:nvPr/>
        </p:nvSpPr>
        <p:spPr>
          <a:xfrm xmlns:a="http://schemas.openxmlformats.org/drawingml/2006/main">
            <a:off x="285750" y="3848100"/>
            <a:ext cx="3771900" cy="2400300"/>
          </a:xfrm>
          <a:prstGeom xmlns:a="http://schemas.openxmlformats.org/drawingml/2006/main" prst="roundRect">
            <a:avLst>
              <a:gd name="adj" fmla="val 3571"/>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4" name="">
            <a:extLst xmlns:a="http://schemas.openxmlformats.org/drawingml/2006/main">
              <a:ext uri="{FF2B5EF4-FFF2-40B4-BE49-F238E27FC236}">
                <a16:creationId xmlns:a16="http://schemas.microsoft.com/office/drawing/2014/main" id="{D302D850-E05C-406D-88E5-460BE4F2E990}"/>
              </a:ext>
            </a:extLst>
          </p:cNvPr>
          <p:cNvSpPr>
            <a:spLocks xmlns:a="http://schemas.openxmlformats.org/drawingml/2006/main" noGrp="1"/>
          </p:cNvSpPr>
          <p:nvPr/>
        </p:nvSpPr>
        <p:spPr>
          <a:xfrm xmlns:a="http://schemas.openxmlformats.org/drawingml/2006/main">
            <a:off x="457200" y="3962400"/>
            <a:ext cx="3429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FFD24A"/>
                </a:solidFill>
                <a:latin typeface="微软雅黑"/>
                <a:ea typeface="微软雅黑"/>
                <a:cs typeface="微软雅黑"/>
              </a:defRPr>
            </a:pPr>
            <a:r>
              <a:rPr sz="1050" b="1">
                <a:solidFill>
                  <a:srgbClr val="FFD24A"/>
                </a:solidFill>
                <a:latin typeface="微软雅黑"/>
                <a:ea typeface="微软雅黑"/>
                <a:cs typeface="微软雅黑"/>
              </a:rPr>
              <a:t>设计要点：为什么只写一条</a:t>
            </a:r>
          </a:p>
        </p:txBody>
      </p:sp>
      <p:sp>
        <p:nvSpPr>
          <p:cNvPr id="25" name="">
            <a:extLst xmlns:a="http://schemas.openxmlformats.org/drawingml/2006/main">
              <a:ext uri="{FF2B5EF4-FFF2-40B4-BE49-F238E27FC236}">
                <a16:creationId xmlns:a16="http://schemas.microsoft.com/office/drawing/2014/main" id="{1B18CCDD-F77D-4317-92B2-EBB848E63BA9}"/>
              </a:ext>
            </a:extLst>
          </p:cNvPr>
          <p:cNvSpPr>
            <a:spLocks xmlns:a="http://schemas.openxmlformats.org/drawingml/2006/main" noGrp="1"/>
          </p:cNvSpPr>
          <p:nvPr/>
        </p:nvSpPr>
        <p:spPr>
          <a:xfrm xmlns:a="http://schemas.openxmlformats.org/drawingml/2006/main">
            <a:off x="457200" y="4248150"/>
            <a:ext cx="3448050" cy="1905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38">
                <a:solidFill>
                  <a:srgbClr val="EEF5FF"/>
                </a:solidFill>
                <a:latin typeface="微软雅黑"/>
                <a:ea typeface="微软雅黑"/>
                <a:cs typeface="微软雅黑"/>
              </a:defRPr>
            </a:pPr>
            <a:r>
              <a:rPr sz="938" b="1">
                <a:solidFill>
                  <a:srgbClr val="EEF5FF"/>
                </a:solidFill>
                <a:latin typeface="微软雅黑"/>
                <a:ea typeface="微软雅黑"/>
                <a:cs typeface="微软雅黑"/>
              </a:rPr>
              <a:t>问题　</a:t>
            </a:r>
            <a:r>
              <a:rPr sz="938">
                <a:solidFill>
                  <a:srgbClr val="EEF5FF"/>
                </a:solidFill>
                <a:latin typeface="微软雅黑"/>
                <a:ea typeface="微软雅黑"/>
                <a:cs typeface="微软雅黑"/>
              </a:rPr>
              <a:t>每种气体 </a:t>
            </a: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每个档位 </a:t>
            </a: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每条现象都写规则，规则库会迅速膨胀。</a:t>
            </a:r>
          </a:p>
          <a:p xmlns:a="http://schemas.openxmlformats.org/drawingml/2006/main">
            <a:pPr algn="l">
              <a:lnSpc>
                <a:spcPct val="160000"/>
              </a:lnSpc>
              <a:buNone/>
              <a:defRPr sz="938">
                <a:solidFill>
                  <a:srgbClr val="EEF5FF"/>
                </a:solidFill>
                <a:latin typeface="微软雅黑"/>
                <a:ea typeface="微软雅黑"/>
                <a:cs typeface="微软雅黑"/>
              </a:defRPr>
            </a:pPr>
            <a:r>
              <a:rPr sz="938" b="1">
                <a:solidFill>
                  <a:srgbClr val="EEF5FF"/>
                </a:solidFill>
                <a:latin typeface="微软雅黑"/>
                <a:ea typeface="微软雅黑"/>
                <a:cs typeface="微软雅黑"/>
              </a:rPr>
              <a:t>做法一　</a:t>
            </a:r>
            <a:r>
              <a:rPr sz="938">
                <a:solidFill>
                  <a:srgbClr val="EEF5FF"/>
                </a:solidFill>
                <a:latin typeface="微软雅黑"/>
                <a:ea typeface="微软雅黑"/>
                <a:cs typeface="微软雅黑"/>
              </a:rPr>
              <a:t>VALUE </a:t>
            </a:r>
            <a:r>
              <a:rPr sz="938">
                <a:solidFill>
                  <a:srgbClr val="EEF5FF"/>
                </a:solidFill>
                <a:latin typeface="微软雅黑"/>
                <a:ea typeface="微软雅黑"/>
                <a:cs typeface="微软雅黑"/>
              </a:rPr>
              <a:t>组只判「超没超、余量多少」，一套规则服务全部 </a:t>
            </a:r>
            <a:r>
              <a:rPr sz="938">
                <a:solidFill>
                  <a:srgbClr val="EEF5FF"/>
                </a:solidFill>
                <a:latin typeface="微软雅黑"/>
                <a:ea typeface="微软雅黑"/>
                <a:cs typeface="微软雅黑"/>
              </a:rPr>
              <a:t>5 </a:t>
            </a:r>
            <a:r>
              <a:rPr sz="938">
                <a:solidFill>
                  <a:srgbClr val="EEF5FF"/>
                </a:solidFill>
                <a:latin typeface="微软雅黑"/>
                <a:ea typeface="微软雅黑"/>
                <a:cs typeface="微软雅黑"/>
              </a:rPr>
              <a:t>类气体。</a:t>
            </a:r>
          </a:p>
          <a:p xmlns:a="http://schemas.openxmlformats.org/drawingml/2006/main">
            <a:pPr algn="l">
              <a:lnSpc>
                <a:spcPct val="160000"/>
              </a:lnSpc>
              <a:buNone/>
              <a:defRPr sz="938">
                <a:solidFill>
                  <a:srgbClr val="EEF5FF"/>
                </a:solidFill>
                <a:latin typeface="微软雅黑"/>
                <a:ea typeface="微软雅黑"/>
                <a:cs typeface="微软雅黑"/>
              </a:defRPr>
            </a:pPr>
            <a:r>
              <a:rPr sz="938" b="1">
                <a:solidFill>
                  <a:srgbClr val="EEF5FF"/>
                </a:solidFill>
                <a:latin typeface="微软雅黑"/>
                <a:ea typeface="微软雅黑"/>
                <a:cs typeface="微软雅黑"/>
              </a:rPr>
              <a:t>做法二　</a:t>
            </a:r>
            <a:r>
              <a:rPr sz="938">
                <a:solidFill>
                  <a:srgbClr val="EEF5FF"/>
                </a:solidFill>
                <a:latin typeface="微软雅黑"/>
                <a:ea typeface="微软雅黑"/>
                <a:cs typeface="微软雅黑"/>
              </a:rPr>
              <a:t>KEYWORD </a:t>
            </a:r>
            <a:r>
              <a:rPr sz="938">
                <a:solidFill>
                  <a:srgbClr val="EEF5FF"/>
                </a:solidFill>
                <a:latin typeface="微软雅黑"/>
                <a:ea typeface="微软雅黑"/>
                <a:cs typeface="微软雅黑"/>
              </a:rPr>
              <a:t>组只判现象文本，</a:t>
            </a:r>
            <a:r>
              <a:rPr sz="938">
                <a:solidFill>
                  <a:srgbClr val="EEF5FF"/>
                </a:solidFill>
                <a:latin typeface="微软雅黑"/>
                <a:ea typeface="微软雅黑"/>
                <a:cs typeface="微软雅黑"/>
              </a:rPr>
              <a:t>7 </a:t>
            </a:r>
            <a:r>
              <a:rPr sz="938">
                <a:solidFill>
                  <a:srgbClr val="EEF5FF"/>
                </a:solidFill>
                <a:latin typeface="微软雅黑"/>
                <a:ea typeface="微软雅黑"/>
                <a:cs typeface="微软雅黑"/>
              </a:rPr>
              <a:t>条规则覆盖 </a:t>
            </a:r>
            <a:r>
              <a:rPr sz="938">
                <a:solidFill>
                  <a:srgbClr val="EEF5FF"/>
                </a:solidFill>
                <a:latin typeface="微软雅黑"/>
                <a:ea typeface="微软雅黑"/>
                <a:cs typeface="微软雅黑"/>
              </a:rPr>
              <a:t>7 </a:t>
            </a:r>
            <a:r>
              <a:rPr sz="938">
                <a:solidFill>
                  <a:srgbClr val="EEF5FF"/>
                </a:solidFill>
                <a:latin typeface="微软雅黑"/>
                <a:ea typeface="微软雅黑"/>
                <a:cs typeface="微软雅黑"/>
              </a:rPr>
              <a:t>类典型缺陷。</a:t>
            </a:r>
          </a:p>
          <a:p xmlns:a="http://schemas.openxmlformats.org/drawingml/2006/main">
            <a:pPr algn="l">
              <a:lnSpc>
                <a:spcPct val="160000"/>
              </a:lnSpc>
              <a:buNone/>
              <a:defRPr sz="938">
                <a:solidFill>
                  <a:srgbClr val="EEF5FF"/>
                </a:solidFill>
                <a:latin typeface="微软雅黑"/>
                <a:ea typeface="微软雅黑"/>
                <a:cs typeface="微软雅黑"/>
              </a:defRPr>
            </a:pPr>
            <a:r>
              <a:rPr sz="938" b="1">
                <a:solidFill>
                  <a:srgbClr val="EEF5FF"/>
                </a:solidFill>
                <a:latin typeface="微软雅黑"/>
                <a:ea typeface="微软雅黑"/>
                <a:cs typeface="微软雅黑"/>
              </a:rPr>
              <a:t>做法三　</a:t>
            </a:r>
            <a:r>
              <a:rPr sz="938">
                <a:solidFill>
                  <a:srgbClr val="EEF5FF"/>
                </a:solidFill>
                <a:latin typeface="微软雅黑"/>
                <a:ea typeface="微软雅黑"/>
                <a:cs typeface="微软雅黑"/>
              </a:rPr>
              <a:t>action_json </a:t>
            </a:r>
            <a:r>
              <a:rPr sz="938">
                <a:solidFill>
                  <a:srgbClr val="EEF5FF"/>
                </a:solidFill>
                <a:latin typeface="微软雅黑"/>
                <a:ea typeface="微软雅黑"/>
                <a:cs typeface="微软雅黑"/>
              </a:rPr>
              <a:t>用 </a:t>
            </a:r>
            <a:r>
              <a:rPr sz="938">
                <a:solidFill>
                  <a:srgbClr val="EEF5FF"/>
                </a:solidFill>
                <a:latin typeface="微软雅黑"/>
                <a:ea typeface="微软雅黑"/>
                <a:cs typeface="微软雅黑"/>
              </a:rPr>
              <a:t>*_from </a:t>
            </a:r>
            <a:r>
              <a:rPr sz="938">
                <a:solidFill>
                  <a:srgbClr val="EEF5FF"/>
                </a:solidFill>
                <a:latin typeface="微软雅黑"/>
                <a:ea typeface="微软雅黑"/>
                <a:cs typeface="微软雅黑"/>
              </a:rPr>
              <a:t>引用事实（如 </a:t>
            </a:r>
            <a:r>
              <a:rPr sz="938">
                <a:solidFill>
                  <a:srgbClr val="EEF5FF"/>
                </a:solidFill>
                <a:latin typeface="微软雅黑"/>
                <a:ea typeface="微软雅黑"/>
                <a:cs typeface="微软雅黑"/>
              </a:rPr>
              <a:t>cause_from=gas_attribution</a:t>
            </a:r>
            <a:r>
              <a:rPr sz="938">
                <a:solidFill>
                  <a:srgbClr val="EEF5FF"/>
                </a:solidFill>
                <a:latin typeface="微软雅黑"/>
                <a:ea typeface="微软雅黑"/>
                <a:cs typeface="微软雅黑"/>
              </a:rPr>
              <a:t>），输出时替换为当前值。</a:t>
            </a:r>
          </a:p>
        </p:txBody>
      </p:sp>
      <p:sp>
        <p:nvSpPr>
          <p:cNvPr id="26" name="">
            <a:extLst xmlns:a="http://schemas.openxmlformats.org/drawingml/2006/main">
              <a:ext uri="{FF2B5EF4-FFF2-40B4-BE49-F238E27FC236}">
                <a16:creationId xmlns:a16="http://schemas.microsoft.com/office/drawing/2014/main" id="{38F8F5A1-E977-47FE-8656-49FDFA0F44CF}"/>
              </a:ext>
            </a:extLst>
          </p:cNvPr>
          <p:cNvSpPr>
            <a:spLocks xmlns:a="http://schemas.openxmlformats.org/drawingml/2006/main" noGrp="1"/>
          </p:cNvSpPr>
          <p:nvPr/>
        </p:nvSpPr>
        <p:spPr>
          <a:xfrm xmlns:a="http://schemas.openxmlformats.org/drawingml/2006/main">
            <a:off x="4286250" y="1333500"/>
            <a:ext cx="3810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FFD24A"/>
                </a:solidFill>
                <a:latin typeface="微软雅黑"/>
                <a:ea typeface="微软雅黑"/>
                <a:cs typeface="微软雅黑"/>
              </a:defRPr>
            </a:pPr>
            <a:r>
              <a:rPr sz="1050" b="1">
                <a:solidFill>
                  <a:srgbClr val="FFD24A"/>
                </a:solidFill>
                <a:latin typeface="微软雅黑"/>
                <a:ea typeface="微软雅黑"/>
                <a:cs typeface="微软雅黑"/>
              </a:rPr>
              <a:t>双组匹配结果</a:t>
            </a:r>
          </a:p>
        </p:txBody>
      </p:sp>
      <p:sp>
        <p:nvSpPr>
          <p:cNvPr id="27" name="">
            <a:extLst xmlns:a="http://schemas.openxmlformats.org/drawingml/2006/main">
              <a:ext uri="{FF2B5EF4-FFF2-40B4-BE49-F238E27FC236}">
                <a16:creationId xmlns:a16="http://schemas.microsoft.com/office/drawing/2014/main" id="{2F053A4B-4930-4A62-912D-03B8EA1C19A3}"/>
              </a:ext>
            </a:extLst>
          </p:cNvPr>
          <p:cNvSpPr>
            <a:spLocks xmlns:a="http://schemas.openxmlformats.org/drawingml/2006/main" noGrp="1"/>
          </p:cNvSpPr>
          <p:nvPr/>
        </p:nvSpPr>
        <p:spPr>
          <a:xfrm xmlns:a="http://schemas.openxmlformats.org/drawingml/2006/main">
            <a:off x="4286250" y="1619250"/>
            <a:ext cx="3676650" cy="1485900"/>
          </a:xfrm>
          <a:prstGeom xmlns:a="http://schemas.openxmlformats.org/drawingml/2006/main" prst="roundRect">
            <a:avLst>
              <a:gd name="adj" fmla="val 576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2E86E0"/>
            </a:solidFill>
            <a:prstDash val="solid"/>
          </a:ln>
        </p:spPr>
      </p:sp>
      <p:sp>
        <p:nvSpPr>
          <p:cNvPr id="28" name="">
            <a:extLst xmlns:a="http://schemas.openxmlformats.org/drawingml/2006/main">
              <a:ext uri="{FF2B5EF4-FFF2-40B4-BE49-F238E27FC236}">
                <a16:creationId xmlns:a16="http://schemas.microsoft.com/office/drawing/2014/main" id="{9ECC6677-522C-430E-AEFF-92E0A9E3EDCE}"/>
              </a:ext>
            </a:extLst>
          </p:cNvPr>
          <p:cNvSpPr>
            <a:spLocks xmlns:a="http://schemas.openxmlformats.org/drawingml/2006/main" noGrp="1"/>
          </p:cNvSpPr>
          <p:nvPr/>
        </p:nvSpPr>
        <p:spPr>
          <a:xfrm xmlns:a="http://schemas.openxmlformats.org/drawingml/2006/main">
            <a:off x="4286250" y="1619250"/>
            <a:ext cx="3676650" cy="38100"/>
          </a:xfrm>
          <a:prstGeom xmlns:a="http://schemas.openxmlformats.org/drawingml/2006/main" prst="rect">
            <a:avLst/>
          </a:prstGeom>
          <a:solidFill xmlns:a="http://schemas.openxmlformats.org/drawingml/2006/main">
            <a:srgbClr val="2E86E0"/>
          </a:solidFill>
          <a:ln xmlns:a="http://schemas.openxmlformats.org/drawingml/2006/main">
            <a:noFill/>
          </a:ln>
        </p:spPr>
      </p:sp>
      <p:sp>
        <p:nvSpPr>
          <p:cNvPr id="29" name="">
            <a:extLst xmlns:a="http://schemas.openxmlformats.org/drawingml/2006/main">
              <a:ext uri="{FF2B5EF4-FFF2-40B4-BE49-F238E27FC236}">
                <a16:creationId xmlns:a16="http://schemas.microsoft.com/office/drawing/2014/main" id="{CBD25F1D-0A75-49B9-8DED-B07669F7544C}"/>
              </a:ext>
            </a:extLst>
          </p:cNvPr>
          <p:cNvSpPr>
            <a:spLocks xmlns:a="http://schemas.openxmlformats.org/drawingml/2006/main" noGrp="1"/>
          </p:cNvSpPr>
          <p:nvPr/>
        </p:nvSpPr>
        <p:spPr>
          <a:xfrm xmlns:a="http://schemas.openxmlformats.org/drawingml/2006/main">
            <a:off x="4438650" y="1752600"/>
            <a:ext cx="3429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2E86E0"/>
                </a:solidFill>
                <a:latin typeface="微软雅黑"/>
                <a:ea typeface="微软雅黑"/>
                <a:cs typeface="微软雅黑"/>
              </a:defRPr>
            </a:pPr>
            <a:r>
              <a:rPr sz="1050" b="1">
                <a:solidFill>
                  <a:srgbClr val="2E86E0"/>
                </a:solidFill>
                <a:latin typeface="微软雅黑"/>
                <a:ea typeface="微软雅黑"/>
                <a:cs typeface="微软雅黑"/>
              </a:rPr>
              <a:t>VALUE </a:t>
            </a:r>
            <a:r>
              <a:rPr sz="1050" b="1">
                <a:solidFill>
                  <a:srgbClr val="2E86E0"/>
                </a:solidFill>
                <a:latin typeface="微软雅黑"/>
                <a:ea typeface="微软雅黑"/>
                <a:cs typeface="微软雅黑"/>
              </a:rPr>
              <a:t>组 </a:t>
            </a:r>
            <a:r>
              <a:rPr sz="1050" b="1">
                <a:solidFill>
                  <a:srgbClr val="2E86E0"/>
                </a:solidFill>
                <a:latin typeface="微软雅黑"/>
                <a:ea typeface="微软雅黑"/>
                <a:cs typeface="微软雅黑"/>
              </a:rPr>
              <a:t>· </a:t>
            </a:r>
            <a:r>
              <a:rPr sz="1050" b="1">
                <a:solidFill>
                  <a:srgbClr val="2E86E0"/>
                </a:solidFill>
                <a:latin typeface="微软雅黑"/>
                <a:ea typeface="微软雅黑"/>
                <a:cs typeface="微软雅黑"/>
              </a:rPr>
              <a:t>定档</a:t>
            </a:r>
          </a:p>
        </p:txBody>
      </p:sp>
      <p:sp>
        <p:nvSpPr>
          <p:cNvPr id="30" name="">
            <a:extLst xmlns:a="http://schemas.openxmlformats.org/drawingml/2006/main">
              <a:ext uri="{FF2B5EF4-FFF2-40B4-BE49-F238E27FC236}">
                <a16:creationId xmlns:a16="http://schemas.microsoft.com/office/drawing/2014/main" id="{0B2991D1-1E05-4E9D-A00E-1BC61871816F}"/>
              </a:ext>
            </a:extLst>
          </p:cNvPr>
          <p:cNvSpPr>
            <a:spLocks xmlns:a="http://schemas.openxmlformats.org/drawingml/2006/main" noGrp="1"/>
          </p:cNvSpPr>
          <p:nvPr/>
        </p:nvSpPr>
        <p:spPr>
          <a:xfrm xmlns:a="http://schemas.openxmlformats.org/drawingml/2006/main">
            <a:off x="4438650" y="2019300"/>
            <a:ext cx="666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0">
                <a:solidFill>
                  <a:srgbClr val="9DBEE8"/>
                </a:solidFill>
                <a:latin typeface="微软雅黑"/>
                <a:ea typeface="微软雅黑"/>
                <a:cs typeface="微软雅黑"/>
              </a:defRPr>
            </a:pPr>
            <a:r>
              <a:rPr sz="863" b="0">
                <a:solidFill>
                  <a:srgbClr val="9DBEE8"/>
                </a:solidFill>
                <a:latin typeface="微软雅黑"/>
                <a:ea typeface="微软雅黑"/>
                <a:cs typeface="微软雅黑"/>
              </a:rPr>
              <a:t>命中规则</a:t>
            </a:r>
          </a:p>
        </p:txBody>
      </p:sp>
      <p:sp>
        <p:nvSpPr>
          <p:cNvPr id="31" name="">
            <a:extLst xmlns:a="http://schemas.openxmlformats.org/drawingml/2006/main">
              <a:ext uri="{FF2B5EF4-FFF2-40B4-BE49-F238E27FC236}">
                <a16:creationId xmlns:a16="http://schemas.microsoft.com/office/drawing/2014/main" id="{A0D05F08-F5DD-485F-AD64-12A5719985B0}"/>
              </a:ext>
            </a:extLst>
          </p:cNvPr>
          <p:cNvSpPr>
            <a:spLocks xmlns:a="http://schemas.openxmlformats.org/drawingml/2006/main" noGrp="1"/>
          </p:cNvSpPr>
          <p:nvPr/>
        </p:nvSpPr>
        <p:spPr>
          <a:xfrm xmlns:a="http://schemas.openxmlformats.org/drawingml/2006/main">
            <a:off x="5124450" y="2019300"/>
            <a:ext cx="27813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15000"/>
              </a:lnSpc>
              <a:buNone/>
              <a:defRPr sz="825" b="0">
                <a:solidFill>
                  <a:srgbClr val="FFFFFF"/>
                </a:solidFill>
                <a:latin typeface="Bahnschrift"/>
                <a:ea typeface="Bahnschrift"/>
                <a:cs typeface="Bahnschrift"/>
              </a:defRPr>
            </a:pPr>
            <a:r>
              <a:rPr sz="825" b="0">
                <a:solidFill>
                  <a:srgbClr val="FFFFFF"/>
                </a:solidFill>
                <a:latin typeface="Bahnschrift"/>
                <a:ea typeface="Bahnschrift"/>
                <a:cs typeface="Bahnschrift"/>
              </a:rPr>
              <a:t>REPORT_GAS_OVER_MARGIN_MID</a:t>
            </a:r>
            <a:r>
              <a:rPr sz="825" b="0">
                <a:solidFill>
                  <a:srgbClr val="FFFFFF"/>
                </a:solidFill>
                <a:latin typeface="Bahnschrift"/>
                <a:ea typeface="Bahnschrift"/>
                <a:cs typeface="Bahnschrift"/>
              </a:rPr>
              <a:t>（优先级 </a:t>
            </a:r>
            <a:r>
              <a:rPr sz="825" b="0">
                <a:solidFill>
                  <a:srgbClr val="FFFFFF"/>
                </a:solidFill>
                <a:latin typeface="Bahnschrift"/>
                <a:ea typeface="Bahnschrift"/>
                <a:cs typeface="Bahnschrift"/>
              </a:rPr>
              <a:t>140</a:t>
            </a:r>
            <a:r>
              <a:rPr sz="825" b="0">
                <a:solidFill>
                  <a:srgbClr val="FFFFFF"/>
                </a:solidFill>
                <a:latin typeface="Bahnschrift"/>
                <a:ea typeface="Bahnschrift"/>
                <a:cs typeface="Bahnschrift"/>
              </a:rPr>
              <a:t>）</a:t>
            </a:r>
          </a:p>
        </p:txBody>
      </p:sp>
      <p:sp>
        <p:nvSpPr>
          <p:cNvPr id="32" name="">
            <a:extLst xmlns:a="http://schemas.openxmlformats.org/drawingml/2006/main">
              <a:ext uri="{FF2B5EF4-FFF2-40B4-BE49-F238E27FC236}">
                <a16:creationId xmlns:a16="http://schemas.microsoft.com/office/drawing/2014/main" id="{1FBC45A4-F091-492E-8089-54587A5A790C}"/>
              </a:ext>
            </a:extLst>
          </p:cNvPr>
          <p:cNvSpPr>
            <a:spLocks xmlns:a="http://schemas.openxmlformats.org/drawingml/2006/main" noGrp="1"/>
          </p:cNvSpPr>
          <p:nvPr/>
        </p:nvSpPr>
        <p:spPr>
          <a:xfrm xmlns:a="http://schemas.openxmlformats.org/drawingml/2006/main">
            <a:off x="4438650" y="2362200"/>
            <a:ext cx="666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0">
                <a:solidFill>
                  <a:srgbClr val="9DBEE8"/>
                </a:solidFill>
                <a:latin typeface="微软雅黑"/>
                <a:ea typeface="微软雅黑"/>
                <a:cs typeface="微软雅黑"/>
              </a:defRPr>
            </a:pPr>
            <a:r>
              <a:rPr sz="863" b="0">
                <a:solidFill>
                  <a:srgbClr val="9DBEE8"/>
                </a:solidFill>
                <a:latin typeface="微软雅黑"/>
                <a:ea typeface="微软雅黑"/>
                <a:cs typeface="微软雅黑"/>
              </a:rPr>
              <a:t>判定依据</a:t>
            </a:r>
          </a:p>
        </p:txBody>
      </p:sp>
      <p:sp>
        <p:nvSpPr>
          <p:cNvPr id="33" name="">
            <a:extLst xmlns:a="http://schemas.openxmlformats.org/drawingml/2006/main">
              <a:ext uri="{FF2B5EF4-FFF2-40B4-BE49-F238E27FC236}">
                <a16:creationId xmlns:a16="http://schemas.microsoft.com/office/drawing/2014/main" id="{39E83D15-3570-465F-8018-B9E131CEE8DD}"/>
              </a:ext>
            </a:extLst>
          </p:cNvPr>
          <p:cNvSpPr>
            <a:spLocks xmlns:a="http://schemas.openxmlformats.org/drawingml/2006/main" noGrp="1"/>
          </p:cNvSpPr>
          <p:nvPr/>
        </p:nvSpPr>
        <p:spPr>
          <a:xfrm xmlns:a="http://schemas.openxmlformats.org/drawingml/2006/main">
            <a:off x="5124450" y="2362200"/>
            <a:ext cx="27813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15000"/>
              </a:lnSpc>
              <a:buNone/>
              <a:defRPr sz="825" b="0">
                <a:solidFill>
                  <a:srgbClr val="FFFFFF"/>
                </a:solidFill>
                <a:latin typeface="微软雅黑"/>
                <a:ea typeface="微软雅黑"/>
                <a:cs typeface="微软雅黑"/>
              </a:defRPr>
            </a:pPr>
            <a:r>
              <a:rPr sz="825" b="0">
                <a:solidFill>
                  <a:srgbClr val="FFFFFF"/>
                </a:solidFill>
                <a:latin typeface="微软雅黑"/>
                <a:ea typeface="微软雅黑"/>
                <a:cs typeface="微软雅黑"/>
              </a:rPr>
              <a:t>over_threshold = true → is_true</a:t>
            </a:r>
            <a:r>
              <a:rPr sz="825" b="0">
                <a:solidFill>
                  <a:srgbClr val="FFFFFF"/>
                </a:solidFill>
                <a:latin typeface="微软雅黑"/>
                <a:ea typeface="微软雅黑"/>
                <a:cs typeface="微软雅黑"/>
              </a:rPr>
              <a:t>；</a:t>
            </a:r>
            <a:r>
              <a:rPr sz="825" b="0">
                <a:solidFill>
                  <a:srgbClr val="FFFFFF"/>
                </a:solidFill>
                <a:latin typeface="微软雅黑"/>
                <a:ea typeface="微软雅黑"/>
                <a:cs typeface="微软雅黑"/>
              </a:rPr>
              <a:t>ratio = 0.0667 → gte 0.05</a:t>
            </a:r>
          </a:p>
        </p:txBody>
      </p:sp>
      <p:sp>
        <p:nvSpPr>
          <p:cNvPr id="34" name="">
            <a:extLst xmlns:a="http://schemas.openxmlformats.org/drawingml/2006/main">
              <a:ext uri="{FF2B5EF4-FFF2-40B4-BE49-F238E27FC236}">
                <a16:creationId xmlns:a16="http://schemas.microsoft.com/office/drawing/2014/main" id="{CA28D84A-6F48-4655-B74F-57863E3F1EFF}"/>
              </a:ext>
            </a:extLst>
          </p:cNvPr>
          <p:cNvSpPr>
            <a:spLocks xmlns:a="http://schemas.openxmlformats.org/drawingml/2006/main" noGrp="1"/>
          </p:cNvSpPr>
          <p:nvPr/>
        </p:nvSpPr>
        <p:spPr>
          <a:xfrm xmlns:a="http://schemas.openxmlformats.org/drawingml/2006/main">
            <a:off x="4438650" y="2705100"/>
            <a:ext cx="666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0">
                <a:solidFill>
                  <a:srgbClr val="9DBEE8"/>
                </a:solidFill>
                <a:latin typeface="微软雅黑"/>
                <a:ea typeface="微软雅黑"/>
                <a:cs typeface="微软雅黑"/>
              </a:defRPr>
            </a:pPr>
            <a:r>
              <a:rPr sz="863" b="0">
                <a:solidFill>
                  <a:srgbClr val="9DBEE8"/>
                </a:solidFill>
                <a:latin typeface="微软雅黑"/>
                <a:ea typeface="微软雅黑"/>
                <a:cs typeface="微软雅黑"/>
              </a:rPr>
              <a:t>命中条数</a:t>
            </a:r>
          </a:p>
        </p:txBody>
      </p:sp>
      <p:sp>
        <p:nvSpPr>
          <p:cNvPr id="35" name="">
            <a:extLst xmlns:a="http://schemas.openxmlformats.org/drawingml/2006/main">
              <a:ext uri="{FF2B5EF4-FFF2-40B4-BE49-F238E27FC236}">
                <a16:creationId xmlns:a16="http://schemas.microsoft.com/office/drawing/2014/main" id="{DEF40B72-6576-4DB0-9C05-5168E1FF551F}"/>
              </a:ext>
            </a:extLst>
          </p:cNvPr>
          <p:cNvSpPr>
            <a:spLocks xmlns:a="http://schemas.openxmlformats.org/drawingml/2006/main" noGrp="1"/>
          </p:cNvSpPr>
          <p:nvPr/>
        </p:nvSpPr>
        <p:spPr>
          <a:xfrm xmlns:a="http://schemas.openxmlformats.org/drawingml/2006/main">
            <a:off x="5124450" y="2705100"/>
            <a:ext cx="27813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15000"/>
              </a:lnSpc>
              <a:buNone/>
              <a:defRPr sz="825" b="0">
                <a:solidFill>
                  <a:srgbClr val="FFFFFF"/>
                </a:solidFill>
                <a:latin typeface="微软雅黑"/>
                <a:ea typeface="微软雅黑"/>
                <a:cs typeface="微软雅黑"/>
              </a:defRPr>
            </a:pPr>
            <a:r>
              <a:rPr sz="825" b="0">
                <a:solidFill>
                  <a:srgbClr val="FFFFFF"/>
                </a:solidFill>
                <a:latin typeface="微软雅黑"/>
                <a:ea typeface="微软雅黑"/>
                <a:cs typeface="微软雅黑"/>
              </a:rPr>
              <a:t>1 </a:t>
            </a:r>
            <a:r>
              <a:rPr sz="825" b="0">
                <a:solidFill>
                  <a:srgbClr val="FFFFFF"/>
                </a:solidFill>
                <a:latin typeface="微软雅黑"/>
                <a:ea typeface="微软雅黑"/>
                <a:cs typeface="微软雅黑"/>
              </a:rPr>
              <a:t>条</a:t>
            </a:r>
          </a:p>
        </p:txBody>
      </p:sp>
      <p:sp>
        <p:nvSpPr>
          <p:cNvPr id="36" name="">
            <a:extLst xmlns:a="http://schemas.openxmlformats.org/drawingml/2006/main">
              <a:ext uri="{FF2B5EF4-FFF2-40B4-BE49-F238E27FC236}">
                <a16:creationId xmlns:a16="http://schemas.microsoft.com/office/drawing/2014/main" id="{0E446719-09B5-4B27-B608-CAC88C791BCF}"/>
              </a:ext>
            </a:extLst>
          </p:cNvPr>
          <p:cNvSpPr>
            <a:spLocks xmlns:a="http://schemas.openxmlformats.org/drawingml/2006/main" noGrp="1"/>
          </p:cNvSpPr>
          <p:nvPr/>
        </p:nvSpPr>
        <p:spPr>
          <a:xfrm xmlns:a="http://schemas.openxmlformats.org/drawingml/2006/main">
            <a:off x="4286250" y="3181350"/>
            <a:ext cx="3676650" cy="1485900"/>
          </a:xfrm>
          <a:prstGeom xmlns:a="http://schemas.openxmlformats.org/drawingml/2006/main" prst="roundRect">
            <a:avLst>
              <a:gd name="adj" fmla="val 576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4FD8FF"/>
            </a:solidFill>
            <a:prstDash val="solid"/>
          </a:ln>
        </p:spPr>
      </p:sp>
      <p:sp>
        <p:nvSpPr>
          <p:cNvPr id="37" name="">
            <a:extLst xmlns:a="http://schemas.openxmlformats.org/drawingml/2006/main">
              <a:ext uri="{FF2B5EF4-FFF2-40B4-BE49-F238E27FC236}">
                <a16:creationId xmlns:a16="http://schemas.microsoft.com/office/drawing/2014/main" id="{DA9E38EE-5041-4E3D-AC19-888B908DA557}"/>
              </a:ext>
            </a:extLst>
          </p:cNvPr>
          <p:cNvSpPr>
            <a:spLocks xmlns:a="http://schemas.openxmlformats.org/drawingml/2006/main" noGrp="1"/>
          </p:cNvSpPr>
          <p:nvPr/>
        </p:nvSpPr>
        <p:spPr>
          <a:xfrm xmlns:a="http://schemas.openxmlformats.org/drawingml/2006/main">
            <a:off x="4286250" y="3181350"/>
            <a:ext cx="3676650" cy="38100"/>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38" name="">
            <a:extLst xmlns:a="http://schemas.openxmlformats.org/drawingml/2006/main">
              <a:ext uri="{FF2B5EF4-FFF2-40B4-BE49-F238E27FC236}">
                <a16:creationId xmlns:a16="http://schemas.microsoft.com/office/drawing/2014/main" id="{35DD4243-AEE2-4029-A920-2BB9532D2FC7}"/>
              </a:ext>
            </a:extLst>
          </p:cNvPr>
          <p:cNvSpPr>
            <a:spLocks xmlns:a="http://schemas.openxmlformats.org/drawingml/2006/main" noGrp="1"/>
          </p:cNvSpPr>
          <p:nvPr/>
        </p:nvSpPr>
        <p:spPr>
          <a:xfrm xmlns:a="http://schemas.openxmlformats.org/drawingml/2006/main">
            <a:off x="4438650" y="3314700"/>
            <a:ext cx="3429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4FD8FF"/>
                </a:solidFill>
                <a:latin typeface="微软雅黑"/>
                <a:ea typeface="微软雅黑"/>
                <a:cs typeface="微软雅黑"/>
              </a:defRPr>
            </a:pPr>
            <a:r>
              <a:rPr sz="1050" b="1">
                <a:solidFill>
                  <a:srgbClr val="4FD8FF"/>
                </a:solidFill>
                <a:latin typeface="微软雅黑"/>
                <a:ea typeface="微软雅黑"/>
                <a:cs typeface="微软雅黑"/>
              </a:rPr>
              <a:t>KEYWORD </a:t>
            </a:r>
            <a:r>
              <a:rPr sz="1050" b="1">
                <a:solidFill>
                  <a:srgbClr val="4FD8FF"/>
                </a:solidFill>
                <a:latin typeface="微软雅黑"/>
                <a:ea typeface="微软雅黑"/>
                <a:cs typeface="微软雅黑"/>
              </a:rPr>
              <a:t>组 </a:t>
            </a:r>
            <a:r>
              <a:rPr sz="1050" b="1">
                <a:solidFill>
                  <a:srgbClr val="4FD8FF"/>
                </a:solidFill>
                <a:latin typeface="微软雅黑"/>
                <a:ea typeface="微软雅黑"/>
                <a:cs typeface="微软雅黑"/>
              </a:rPr>
              <a:t>· </a:t>
            </a:r>
            <a:r>
              <a:rPr sz="1050" b="1">
                <a:solidFill>
                  <a:srgbClr val="4FD8FF"/>
                </a:solidFill>
                <a:latin typeface="微软雅黑"/>
                <a:ea typeface="微软雅黑"/>
                <a:cs typeface="微软雅黑"/>
              </a:rPr>
              <a:t>补充</a:t>
            </a:r>
          </a:p>
        </p:txBody>
      </p:sp>
      <p:sp>
        <p:nvSpPr>
          <p:cNvPr id="39" name="">
            <a:extLst xmlns:a="http://schemas.openxmlformats.org/drawingml/2006/main">
              <a:ext uri="{FF2B5EF4-FFF2-40B4-BE49-F238E27FC236}">
                <a16:creationId xmlns:a16="http://schemas.microsoft.com/office/drawing/2014/main" id="{99C0D9C8-DEF1-4F16-9E9E-F84120EF3BFF}"/>
              </a:ext>
            </a:extLst>
          </p:cNvPr>
          <p:cNvSpPr>
            <a:spLocks xmlns:a="http://schemas.openxmlformats.org/drawingml/2006/main" noGrp="1"/>
          </p:cNvSpPr>
          <p:nvPr/>
        </p:nvSpPr>
        <p:spPr>
          <a:xfrm xmlns:a="http://schemas.openxmlformats.org/drawingml/2006/main">
            <a:off x="4438650" y="3581400"/>
            <a:ext cx="666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0">
                <a:solidFill>
                  <a:srgbClr val="9DBEE8"/>
                </a:solidFill>
                <a:latin typeface="微软雅黑"/>
                <a:ea typeface="微软雅黑"/>
                <a:cs typeface="微软雅黑"/>
              </a:defRPr>
            </a:pPr>
            <a:r>
              <a:rPr sz="863" b="0">
                <a:solidFill>
                  <a:srgbClr val="9DBEE8"/>
                </a:solidFill>
                <a:latin typeface="微软雅黑"/>
                <a:ea typeface="微软雅黑"/>
                <a:cs typeface="微软雅黑"/>
              </a:rPr>
              <a:t>命中规则</a:t>
            </a:r>
          </a:p>
        </p:txBody>
      </p:sp>
      <p:sp>
        <p:nvSpPr>
          <p:cNvPr id="40" name="">
            <a:extLst xmlns:a="http://schemas.openxmlformats.org/drawingml/2006/main">
              <a:ext uri="{FF2B5EF4-FFF2-40B4-BE49-F238E27FC236}">
                <a16:creationId xmlns:a16="http://schemas.microsoft.com/office/drawing/2014/main" id="{3DAFCFFB-9BC8-48FC-982D-494D43C4C3B7}"/>
              </a:ext>
            </a:extLst>
          </p:cNvPr>
          <p:cNvSpPr>
            <a:spLocks xmlns:a="http://schemas.openxmlformats.org/drawingml/2006/main" noGrp="1"/>
          </p:cNvSpPr>
          <p:nvPr/>
        </p:nvSpPr>
        <p:spPr>
          <a:xfrm xmlns:a="http://schemas.openxmlformats.org/drawingml/2006/main">
            <a:off x="5124450" y="3581400"/>
            <a:ext cx="27813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15000"/>
              </a:lnSpc>
              <a:buNone/>
              <a:defRPr sz="825" b="0">
                <a:solidFill>
                  <a:srgbClr val="FFFFFF"/>
                </a:solidFill>
                <a:latin typeface="Bahnschrift"/>
                <a:ea typeface="Bahnschrift"/>
                <a:cs typeface="Bahnschrift"/>
              </a:defRPr>
            </a:pPr>
            <a:r>
              <a:rPr sz="825" b="0">
                <a:solidFill>
                  <a:srgbClr val="FFFFFF"/>
                </a:solidFill>
                <a:latin typeface="Bahnschrift"/>
                <a:ea typeface="Bahnschrift"/>
                <a:cs typeface="Bahnschrift"/>
              </a:rPr>
              <a:t>RULE-KW-HEALTH</a:t>
            </a:r>
            <a:r>
              <a:rPr sz="825" b="0">
                <a:solidFill>
                  <a:srgbClr val="FFFFFF"/>
                </a:solidFill>
                <a:latin typeface="Bahnschrift"/>
                <a:ea typeface="Bahnschrift"/>
                <a:cs typeface="Bahnschrift"/>
              </a:rPr>
              <a:t>（优先级 </a:t>
            </a:r>
            <a:r>
              <a:rPr sz="825" b="0">
                <a:solidFill>
                  <a:srgbClr val="FFFFFF"/>
                </a:solidFill>
                <a:latin typeface="Bahnschrift"/>
                <a:ea typeface="Bahnschrift"/>
                <a:cs typeface="Bahnschrift"/>
              </a:rPr>
              <a:t>95</a:t>
            </a:r>
            <a:r>
              <a:rPr sz="825" b="0">
                <a:solidFill>
                  <a:srgbClr val="FFFFFF"/>
                </a:solidFill>
                <a:latin typeface="Bahnschrift"/>
                <a:ea typeface="Bahnschrift"/>
                <a:cs typeface="Bahnschrift"/>
              </a:rPr>
              <a:t>）</a:t>
            </a:r>
          </a:p>
        </p:txBody>
      </p:sp>
      <p:sp>
        <p:nvSpPr>
          <p:cNvPr id="41" name="">
            <a:extLst xmlns:a="http://schemas.openxmlformats.org/drawingml/2006/main">
              <a:ext uri="{FF2B5EF4-FFF2-40B4-BE49-F238E27FC236}">
                <a16:creationId xmlns:a16="http://schemas.microsoft.com/office/drawing/2014/main" id="{FC22C754-3AB4-4AA8-9315-B4E6824398D5}"/>
              </a:ext>
            </a:extLst>
          </p:cNvPr>
          <p:cNvSpPr>
            <a:spLocks xmlns:a="http://schemas.openxmlformats.org/drawingml/2006/main" noGrp="1"/>
          </p:cNvSpPr>
          <p:nvPr/>
        </p:nvSpPr>
        <p:spPr>
          <a:xfrm xmlns:a="http://schemas.openxmlformats.org/drawingml/2006/main">
            <a:off x="4438650" y="3924300"/>
            <a:ext cx="666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0">
                <a:solidFill>
                  <a:srgbClr val="9DBEE8"/>
                </a:solidFill>
                <a:latin typeface="微软雅黑"/>
                <a:ea typeface="微软雅黑"/>
                <a:cs typeface="微软雅黑"/>
              </a:defRPr>
            </a:pPr>
            <a:r>
              <a:rPr sz="863" b="0">
                <a:solidFill>
                  <a:srgbClr val="9DBEE8"/>
                </a:solidFill>
                <a:latin typeface="微软雅黑"/>
                <a:ea typeface="微软雅黑"/>
                <a:cs typeface="微软雅黑"/>
              </a:rPr>
              <a:t>判定依据</a:t>
            </a:r>
          </a:p>
        </p:txBody>
      </p:sp>
      <p:sp>
        <p:nvSpPr>
          <p:cNvPr id="42" name="">
            <a:extLst xmlns:a="http://schemas.openxmlformats.org/drawingml/2006/main">
              <a:ext uri="{FF2B5EF4-FFF2-40B4-BE49-F238E27FC236}">
                <a16:creationId xmlns:a16="http://schemas.microsoft.com/office/drawing/2014/main" id="{0BC54898-50F8-409A-8DE3-D3B8A0D6C829}"/>
              </a:ext>
            </a:extLst>
          </p:cNvPr>
          <p:cNvSpPr>
            <a:spLocks xmlns:a="http://schemas.openxmlformats.org/drawingml/2006/main" noGrp="1"/>
          </p:cNvSpPr>
          <p:nvPr/>
        </p:nvSpPr>
        <p:spPr>
          <a:xfrm xmlns:a="http://schemas.openxmlformats.org/drawingml/2006/main">
            <a:off x="5124450" y="3924300"/>
            <a:ext cx="27813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15000"/>
              </a:lnSpc>
              <a:buNone/>
              <a:defRPr sz="825" b="0">
                <a:solidFill>
                  <a:srgbClr val="FFFFFF"/>
                </a:solidFill>
                <a:latin typeface="微软雅黑"/>
                <a:ea typeface="微软雅黑"/>
                <a:cs typeface="微软雅黑"/>
              </a:defRPr>
            </a:pPr>
            <a:r>
              <a:rPr sz="825" b="0">
                <a:solidFill>
                  <a:srgbClr val="FFFFFF"/>
                </a:solidFill>
                <a:latin typeface="微软雅黑"/>
                <a:ea typeface="微软雅黑"/>
                <a:cs typeface="微软雅黑"/>
              </a:rPr>
              <a:t>报告正文包含「头晕、胸闷、不适」</a:t>
            </a:r>
          </a:p>
        </p:txBody>
      </p:sp>
      <p:sp>
        <p:nvSpPr>
          <p:cNvPr id="43" name="">
            <a:extLst xmlns:a="http://schemas.openxmlformats.org/drawingml/2006/main">
              <a:ext uri="{FF2B5EF4-FFF2-40B4-BE49-F238E27FC236}">
                <a16:creationId xmlns:a16="http://schemas.microsoft.com/office/drawing/2014/main" id="{ED3C78B2-1107-4017-BA3D-488E098AEC51}"/>
              </a:ext>
            </a:extLst>
          </p:cNvPr>
          <p:cNvSpPr>
            <a:spLocks xmlns:a="http://schemas.openxmlformats.org/drawingml/2006/main" noGrp="1"/>
          </p:cNvSpPr>
          <p:nvPr/>
        </p:nvSpPr>
        <p:spPr>
          <a:xfrm xmlns:a="http://schemas.openxmlformats.org/drawingml/2006/main">
            <a:off x="4438650" y="4267200"/>
            <a:ext cx="666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0">
                <a:solidFill>
                  <a:srgbClr val="9DBEE8"/>
                </a:solidFill>
                <a:latin typeface="微软雅黑"/>
                <a:ea typeface="微软雅黑"/>
                <a:cs typeface="微软雅黑"/>
              </a:defRPr>
            </a:pPr>
            <a:r>
              <a:rPr sz="863" b="0">
                <a:solidFill>
                  <a:srgbClr val="9DBEE8"/>
                </a:solidFill>
                <a:latin typeface="微软雅黑"/>
                <a:ea typeface="微软雅黑"/>
                <a:cs typeface="微软雅黑"/>
              </a:rPr>
              <a:t>命中条数</a:t>
            </a:r>
          </a:p>
        </p:txBody>
      </p:sp>
      <p:sp>
        <p:nvSpPr>
          <p:cNvPr id="44" name="">
            <a:extLst xmlns:a="http://schemas.openxmlformats.org/drawingml/2006/main">
              <a:ext uri="{FF2B5EF4-FFF2-40B4-BE49-F238E27FC236}">
                <a16:creationId xmlns:a16="http://schemas.microsoft.com/office/drawing/2014/main" id="{624FCEA0-8D99-4E52-8C8A-64304FB6B228}"/>
              </a:ext>
            </a:extLst>
          </p:cNvPr>
          <p:cNvSpPr>
            <a:spLocks xmlns:a="http://schemas.openxmlformats.org/drawingml/2006/main" noGrp="1"/>
          </p:cNvSpPr>
          <p:nvPr/>
        </p:nvSpPr>
        <p:spPr>
          <a:xfrm xmlns:a="http://schemas.openxmlformats.org/drawingml/2006/main">
            <a:off x="5124450" y="4267200"/>
            <a:ext cx="27813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15000"/>
              </a:lnSpc>
              <a:buNone/>
              <a:defRPr sz="825" b="0">
                <a:solidFill>
                  <a:srgbClr val="FFFFFF"/>
                </a:solidFill>
                <a:latin typeface="微软雅黑"/>
                <a:ea typeface="微软雅黑"/>
                <a:cs typeface="微软雅黑"/>
              </a:defRPr>
            </a:pPr>
            <a:r>
              <a:rPr sz="825" b="0">
                <a:solidFill>
                  <a:srgbClr val="FFFFFF"/>
                </a:solidFill>
                <a:latin typeface="微软雅黑"/>
                <a:ea typeface="微软雅黑"/>
                <a:cs typeface="微软雅黑"/>
              </a:rPr>
              <a:t>1 </a:t>
            </a:r>
            <a:r>
              <a:rPr sz="825" b="0">
                <a:solidFill>
                  <a:srgbClr val="FFFFFF"/>
                </a:solidFill>
                <a:latin typeface="微软雅黑"/>
                <a:ea typeface="微软雅黑"/>
                <a:cs typeface="微软雅黑"/>
              </a:rPr>
              <a:t>条（</a:t>
            </a:r>
            <a:r>
              <a:rPr sz="825" b="0">
                <a:solidFill>
                  <a:srgbClr val="FFFFFF"/>
                </a:solidFill>
                <a:latin typeface="微软雅黑"/>
                <a:ea typeface="微软雅黑"/>
                <a:cs typeface="微软雅黑"/>
              </a:rPr>
              <a:t>max_hits </a:t>
            </a:r>
            <a:r>
              <a:rPr sz="825" b="0">
                <a:solidFill>
                  <a:srgbClr val="FFFFFF"/>
                </a:solidFill>
                <a:latin typeface="微软雅黑"/>
                <a:ea typeface="微软雅黑"/>
                <a:cs typeface="微软雅黑"/>
              </a:rPr>
              <a:t>限本组）</a:t>
            </a:r>
          </a:p>
        </p:txBody>
      </p:sp>
      <p:sp>
        <p:nvSpPr>
          <p:cNvPr id="45" name="">
            <a:extLst xmlns:a="http://schemas.openxmlformats.org/drawingml/2006/main">
              <a:ext uri="{FF2B5EF4-FFF2-40B4-BE49-F238E27FC236}">
                <a16:creationId xmlns:a16="http://schemas.microsoft.com/office/drawing/2014/main" id="{9D7D2878-7BF7-4006-84E9-6D241C5A2124}"/>
              </a:ext>
            </a:extLst>
          </p:cNvPr>
          <p:cNvSpPr>
            <a:spLocks xmlns:a="http://schemas.openxmlformats.org/drawingml/2006/main" noGrp="1"/>
          </p:cNvSpPr>
          <p:nvPr/>
        </p:nvSpPr>
        <p:spPr>
          <a:xfrm xmlns:a="http://schemas.openxmlformats.org/drawingml/2006/main">
            <a:off x="4286250" y="4724400"/>
            <a:ext cx="3676650" cy="1524000"/>
          </a:xfrm>
          <a:prstGeom xmlns:a="http://schemas.openxmlformats.org/drawingml/2006/main" prst="roundRect">
            <a:avLst>
              <a:gd name="adj" fmla="val 5625"/>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E3A1"/>
            </a:solidFill>
            <a:prstDash val="solid"/>
          </a:ln>
        </p:spPr>
      </p:sp>
      <p:sp>
        <p:nvSpPr>
          <p:cNvPr id="46" name="">
            <a:extLst xmlns:a="http://schemas.openxmlformats.org/drawingml/2006/main">
              <a:ext uri="{FF2B5EF4-FFF2-40B4-BE49-F238E27FC236}">
                <a16:creationId xmlns:a16="http://schemas.microsoft.com/office/drawing/2014/main" id="{91FC15A3-E6C4-4911-8938-FA139F7D2E9B}"/>
              </a:ext>
            </a:extLst>
          </p:cNvPr>
          <p:cNvSpPr>
            <a:spLocks xmlns:a="http://schemas.openxmlformats.org/drawingml/2006/main" noGrp="1"/>
          </p:cNvSpPr>
          <p:nvPr/>
        </p:nvSpPr>
        <p:spPr>
          <a:xfrm xmlns:a="http://schemas.openxmlformats.org/drawingml/2006/main">
            <a:off x="4438650" y="4838700"/>
            <a:ext cx="3429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5FE3A1"/>
                </a:solidFill>
                <a:latin typeface="微软雅黑"/>
                <a:ea typeface="微软雅黑"/>
                <a:cs typeface="微软雅黑"/>
              </a:defRPr>
            </a:pPr>
            <a:r>
              <a:rPr sz="938" b="1">
                <a:solidFill>
                  <a:srgbClr val="5FE3A1"/>
                </a:solidFill>
                <a:latin typeface="微软雅黑"/>
                <a:ea typeface="微软雅黑"/>
                <a:cs typeface="微软雅黑"/>
              </a:rPr>
              <a:t>两组独立：一组命中不会阻断另一组</a:t>
            </a:r>
          </a:p>
        </p:txBody>
      </p:sp>
      <p:sp>
        <p:nvSpPr>
          <p:cNvPr id="47" name="">
            <a:extLst xmlns:a="http://schemas.openxmlformats.org/drawingml/2006/main">
              <a:ext uri="{FF2B5EF4-FFF2-40B4-BE49-F238E27FC236}">
                <a16:creationId xmlns:a16="http://schemas.microsoft.com/office/drawing/2014/main" id="{0D2556C0-D284-4D66-86F5-2445946DC329}"/>
              </a:ext>
            </a:extLst>
          </p:cNvPr>
          <p:cNvSpPr>
            <a:spLocks xmlns:a="http://schemas.openxmlformats.org/drawingml/2006/main" noGrp="1"/>
          </p:cNvSpPr>
          <p:nvPr/>
        </p:nvSpPr>
        <p:spPr>
          <a:xfrm xmlns:a="http://schemas.openxmlformats.org/drawingml/2006/main">
            <a:off x="4438650" y="5105400"/>
            <a:ext cx="3429000" cy="1047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旧实现用 </a:t>
            </a:r>
            <a:r>
              <a:rPr sz="863" b="0">
                <a:solidFill>
                  <a:srgbClr val="EEF5FF"/>
                </a:solidFill>
                <a:latin typeface="微软雅黑"/>
                <a:ea typeface="微软雅黑"/>
                <a:cs typeface="微软雅黑"/>
              </a:rPr>
              <a:t>Java </a:t>
            </a:r>
            <a:r>
              <a:rPr sz="863" b="0">
                <a:solidFill>
                  <a:srgbClr val="EEF5FF"/>
                </a:solidFill>
                <a:latin typeface="微软雅黑"/>
                <a:ea typeface="微软雅黑"/>
                <a:cs typeface="微软雅黑"/>
              </a:rPr>
              <a:t>拼出 </a:t>
            </a:r>
            <a:r>
              <a:rPr sz="863" b="0">
                <a:solidFill>
                  <a:srgbClr val="EEF5FF"/>
                </a:solidFill>
                <a:latin typeface="微软雅黑"/>
                <a:ea typeface="微软雅黑"/>
                <a:cs typeface="微软雅黑"/>
              </a:rPr>
              <a:t>RULE-GAS-ABOVE </a:t>
            </a:r>
            <a:r>
              <a:rPr sz="863" b="0">
                <a:solidFill>
                  <a:srgbClr val="EEF5FF"/>
                </a:solidFill>
                <a:latin typeface="微软雅黑"/>
                <a:ea typeface="微软雅黑"/>
                <a:cs typeface="微软雅黑"/>
              </a:rPr>
              <a:t>这类【假规则编号】，无法与数据库对应；改造后 </a:t>
            </a:r>
            <a:r>
              <a:rPr sz="863" b="0">
                <a:solidFill>
                  <a:srgbClr val="EEF5FF"/>
                </a:solidFill>
                <a:latin typeface="微软雅黑"/>
                <a:ea typeface="微软雅黑"/>
                <a:cs typeface="微软雅黑"/>
              </a:rPr>
              <a:t>rule_refs </a:t>
            </a:r>
            <a:r>
              <a:rPr sz="863" b="0">
                <a:solidFill>
                  <a:srgbClr val="EEF5FF"/>
                </a:solidFill>
                <a:latin typeface="微软雅黑"/>
                <a:ea typeface="微软雅黑"/>
                <a:cs typeface="微软雅黑"/>
              </a:rPr>
              <a:t>输出的是真实存在的 </a:t>
            </a:r>
            <a:r>
              <a:rPr sz="863" b="0">
                <a:solidFill>
                  <a:srgbClr val="EEF5FF"/>
                </a:solidFill>
                <a:latin typeface="微软雅黑"/>
                <a:ea typeface="微软雅黑"/>
                <a:cs typeface="微软雅黑"/>
              </a:rPr>
              <a:t>rule_code</a:t>
            </a:r>
            <a:r>
              <a:rPr sz="863" b="0">
                <a:solidFill>
                  <a:srgbClr val="EEF5FF"/>
                </a:solidFill>
                <a:latin typeface="微软雅黑"/>
                <a:ea typeface="微软雅黑"/>
                <a:cs typeface="微软雅黑"/>
              </a:rPr>
              <a:t>，可直接回表核对。</a:t>
            </a:r>
          </a:p>
        </p:txBody>
      </p:sp>
      <p:sp>
        <p:nvSpPr>
          <p:cNvPr id="48" name="">
            <a:extLst xmlns:a="http://schemas.openxmlformats.org/drawingml/2006/main">
              <a:ext uri="{FF2B5EF4-FFF2-40B4-BE49-F238E27FC236}">
                <a16:creationId xmlns:a16="http://schemas.microsoft.com/office/drawing/2014/main" id="{7656D7F2-CC85-48A6-99B3-9903CD0C6B95}"/>
              </a:ext>
            </a:extLst>
          </p:cNvPr>
          <p:cNvSpPr>
            <a:spLocks xmlns:a="http://schemas.openxmlformats.org/drawingml/2006/main" noGrp="1"/>
          </p:cNvSpPr>
          <p:nvPr/>
        </p:nvSpPr>
        <p:spPr>
          <a:xfrm xmlns:a="http://schemas.openxmlformats.org/drawingml/2006/main">
            <a:off x="8172450" y="1333500"/>
            <a:ext cx="3733800" cy="2857500"/>
          </a:xfrm>
          <a:prstGeom xmlns:a="http://schemas.openxmlformats.org/drawingml/2006/main" prst="roundRect">
            <a:avLst>
              <a:gd name="adj" fmla="val 3000"/>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13335">
            <a:solidFill>
              <a:srgbClr val="FFD24A"/>
            </a:solidFill>
            <a:prstDash val="solid"/>
          </a:ln>
        </p:spPr>
      </p:sp>
      <p:sp>
        <p:nvSpPr>
          <p:cNvPr id="49" name="">
            <a:extLst xmlns:a="http://schemas.openxmlformats.org/drawingml/2006/main">
              <a:ext uri="{FF2B5EF4-FFF2-40B4-BE49-F238E27FC236}">
                <a16:creationId xmlns:a16="http://schemas.microsoft.com/office/drawing/2014/main" id="{27D6B7B3-8E5E-402E-90F0-8F87AE45FD75}"/>
              </a:ext>
            </a:extLst>
          </p:cNvPr>
          <p:cNvSpPr>
            <a:spLocks xmlns:a="http://schemas.openxmlformats.org/drawingml/2006/main" noGrp="1"/>
          </p:cNvSpPr>
          <p:nvPr/>
        </p:nvSpPr>
        <p:spPr>
          <a:xfrm xmlns:a="http://schemas.openxmlformats.org/drawingml/2006/main">
            <a:off x="8343900" y="1447800"/>
            <a:ext cx="3429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FFD24A"/>
                </a:solidFill>
                <a:latin typeface="微软雅黑"/>
                <a:ea typeface="微软雅黑"/>
                <a:cs typeface="微软雅黑"/>
              </a:defRPr>
            </a:pPr>
            <a:r>
              <a:rPr sz="1050" b="1">
                <a:solidFill>
                  <a:srgbClr val="FFD24A"/>
                </a:solidFill>
                <a:latin typeface="微软雅黑"/>
                <a:ea typeface="微软雅黑"/>
                <a:cs typeface="微软雅黑"/>
              </a:rPr>
              <a:t>输出：一次归因的完整结论</a:t>
            </a:r>
          </a:p>
        </p:txBody>
      </p:sp>
      <p:sp>
        <p:nvSpPr>
          <p:cNvPr id="50" name="">
            <a:extLst xmlns:a="http://schemas.openxmlformats.org/drawingml/2006/main">
              <a:ext uri="{FF2B5EF4-FFF2-40B4-BE49-F238E27FC236}">
                <a16:creationId xmlns:a16="http://schemas.microsoft.com/office/drawing/2014/main" id="{90E81198-C616-49C6-A655-EC0323A657A1}"/>
              </a:ext>
            </a:extLst>
          </p:cNvPr>
          <p:cNvSpPr>
            <a:spLocks xmlns:a="http://schemas.openxmlformats.org/drawingml/2006/main" noGrp="1"/>
          </p:cNvSpPr>
          <p:nvPr/>
        </p:nvSpPr>
        <p:spPr>
          <a:xfrm xmlns:a="http://schemas.openxmlformats.org/drawingml/2006/main">
            <a:off x="8343900" y="1752600"/>
            <a:ext cx="9144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0">
                <a:solidFill>
                  <a:srgbClr val="9DBEE8"/>
                </a:solidFill>
                <a:latin typeface="微软雅黑"/>
                <a:ea typeface="微软雅黑"/>
                <a:cs typeface="微软雅黑"/>
              </a:defRPr>
            </a:pPr>
            <a:r>
              <a:rPr sz="863" b="0">
                <a:solidFill>
                  <a:srgbClr val="9DBEE8"/>
                </a:solidFill>
                <a:latin typeface="微软雅黑"/>
                <a:ea typeface="微软雅黑"/>
                <a:cs typeface="微软雅黑"/>
              </a:rPr>
              <a:t>最终严重度</a:t>
            </a:r>
          </a:p>
        </p:txBody>
      </p:sp>
      <p:sp>
        <p:nvSpPr>
          <p:cNvPr id="51" name="">
            <a:extLst xmlns:a="http://schemas.openxmlformats.org/drawingml/2006/main">
              <a:ext uri="{FF2B5EF4-FFF2-40B4-BE49-F238E27FC236}">
                <a16:creationId xmlns:a16="http://schemas.microsoft.com/office/drawing/2014/main" id="{55DD4B7A-61EA-400C-93C9-BD41C42928D7}"/>
              </a:ext>
            </a:extLst>
          </p:cNvPr>
          <p:cNvSpPr>
            <a:spLocks xmlns:a="http://schemas.openxmlformats.org/drawingml/2006/main" noGrp="1"/>
          </p:cNvSpPr>
          <p:nvPr/>
        </p:nvSpPr>
        <p:spPr>
          <a:xfrm xmlns:a="http://schemas.openxmlformats.org/drawingml/2006/main">
            <a:off x="9296400" y="1676400"/>
            <a:ext cx="2552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1">
                <a:solidFill>
                  <a:srgbClr val="FF7A6B"/>
                </a:solidFill>
                <a:latin typeface="微软雅黑"/>
                <a:ea typeface="微软雅黑"/>
                <a:cs typeface="微软雅黑"/>
              </a:defRPr>
            </a:pPr>
            <a:r>
              <a:rPr sz="900" b="1">
                <a:solidFill>
                  <a:srgbClr val="FF7A6B"/>
                </a:solidFill>
                <a:latin typeface="微软雅黑"/>
                <a:ea typeface="微软雅黑"/>
                <a:cs typeface="微软雅黑"/>
              </a:rPr>
              <a:t>高</a:t>
            </a:r>
          </a:p>
        </p:txBody>
      </p:sp>
      <p:sp>
        <p:nvSpPr>
          <p:cNvPr id="52" name="">
            <a:extLst xmlns:a="http://schemas.openxmlformats.org/drawingml/2006/main">
              <a:ext uri="{FF2B5EF4-FFF2-40B4-BE49-F238E27FC236}">
                <a16:creationId xmlns:a16="http://schemas.microsoft.com/office/drawing/2014/main" id="{6EF89FBE-0212-4C97-BE49-F77DA620F791}"/>
              </a:ext>
            </a:extLst>
          </p:cNvPr>
          <p:cNvSpPr>
            <a:spLocks xmlns:a="http://schemas.openxmlformats.org/drawingml/2006/main" noGrp="1"/>
          </p:cNvSpPr>
          <p:nvPr/>
        </p:nvSpPr>
        <p:spPr>
          <a:xfrm xmlns:a="http://schemas.openxmlformats.org/drawingml/2006/main">
            <a:off x="8343900" y="2266950"/>
            <a:ext cx="9144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0">
                <a:solidFill>
                  <a:srgbClr val="9DBEE8"/>
                </a:solidFill>
                <a:latin typeface="微软雅黑"/>
                <a:ea typeface="微软雅黑"/>
                <a:cs typeface="微软雅黑"/>
              </a:defRPr>
            </a:pPr>
            <a:r>
              <a:rPr sz="863" b="0">
                <a:solidFill>
                  <a:srgbClr val="9DBEE8"/>
                </a:solidFill>
                <a:latin typeface="微软雅黑"/>
                <a:ea typeface="微软雅黑"/>
                <a:cs typeface="微软雅黑"/>
              </a:rPr>
              <a:t>综合原因</a:t>
            </a:r>
          </a:p>
        </p:txBody>
      </p:sp>
      <p:sp>
        <p:nvSpPr>
          <p:cNvPr id="53" name="">
            <a:extLst xmlns:a="http://schemas.openxmlformats.org/drawingml/2006/main">
              <a:ext uri="{FF2B5EF4-FFF2-40B4-BE49-F238E27FC236}">
                <a16:creationId xmlns:a16="http://schemas.microsoft.com/office/drawing/2014/main" id="{D0A01279-2BEA-4D89-8750-247127F5B074}"/>
              </a:ext>
            </a:extLst>
          </p:cNvPr>
          <p:cNvSpPr>
            <a:spLocks xmlns:a="http://schemas.openxmlformats.org/drawingml/2006/main" noGrp="1"/>
          </p:cNvSpPr>
          <p:nvPr/>
        </p:nvSpPr>
        <p:spPr>
          <a:xfrm xmlns:a="http://schemas.openxmlformats.org/drawingml/2006/main">
            <a:off x="9296400" y="2190750"/>
            <a:ext cx="2552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通风不足或 </a:t>
            </a:r>
            <a:r>
              <a:rPr sz="900" b="0">
                <a:solidFill>
                  <a:srgbClr val="EEF5FF"/>
                </a:solidFill>
                <a:latin typeface="微软雅黑"/>
                <a:ea typeface="微软雅黑"/>
                <a:cs typeface="微软雅黑"/>
              </a:rPr>
              <a:t>SF6 </a:t>
            </a:r>
            <a:r>
              <a:rPr sz="900" b="0">
                <a:solidFill>
                  <a:srgbClr val="EEF5FF"/>
                </a:solidFill>
                <a:latin typeface="微软雅黑"/>
                <a:ea typeface="微软雅黑"/>
                <a:cs typeface="微软雅黑"/>
              </a:rPr>
              <a:t>聚集导致氧含量下降，人员出现身体不适</a:t>
            </a:r>
          </a:p>
        </p:txBody>
      </p:sp>
      <p:sp>
        <p:nvSpPr>
          <p:cNvPr id="54" name="">
            <a:extLst xmlns:a="http://schemas.openxmlformats.org/drawingml/2006/main">
              <a:ext uri="{FF2B5EF4-FFF2-40B4-BE49-F238E27FC236}">
                <a16:creationId xmlns:a16="http://schemas.microsoft.com/office/drawing/2014/main" id="{C132DE8B-505F-4D10-A672-0F572237E8A5}"/>
              </a:ext>
            </a:extLst>
          </p:cNvPr>
          <p:cNvSpPr>
            <a:spLocks xmlns:a="http://schemas.openxmlformats.org/drawingml/2006/main" noGrp="1"/>
          </p:cNvSpPr>
          <p:nvPr/>
        </p:nvSpPr>
        <p:spPr>
          <a:xfrm xmlns:a="http://schemas.openxmlformats.org/drawingml/2006/main">
            <a:off x="8343900" y="2781300"/>
            <a:ext cx="9144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0">
                <a:solidFill>
                  <a:srgbClr val="9DBEE8"/>
                </a:solidFill>
                <a:latin typeface="微软雅黑"/>
                <a:ea typeface="微软雅黑"/>
                <a:cs typeface="微软雅黑"/>
              </a:defRPr>
            </a:pPr>
            <a:r>
              <a:rPr sz="863" b="0">
                <a:solidFill>
                  <a:srgbClr val="9DBEE8"/>
                </a:solidFill>
                <a:latin typeface="微软雅黑"/>
                <a:ea typeface="微软雅黑"/>
                <a:cs typeface="微软雅黑"/>
              </a:rPr>
              <a:t>建议措施</a:t>
            </a:r>
          </a:p>
        </p:txBody>
      </p:sp>
      <p:sp>
        <p:nvSpPr>
          <p:cNvPr id="55" name="">
            <a:extLst xmlns:a="http://schemas.openxmlformats.org/drawingml/2006/main">
              <a:ext uri="{FF2B5EF4-FFF2-40B4-BE49-F238E27FC236}">
                <a16:creationId xmlns:a16="http://schemas.microsoft.com/office/drawing/2014/main" id="{DFE341D5-BA53-476D-877F-FD8C31A4FA73}"/>
              </a:ext>
            </a:extLst>
          </p:cNvPr>
          <p:cNvSpPr>
            <a:spLocks xmlns:a="http://schemas.openxmlformats.org/drawingml/2006/main" noGrp="1"/>
          </p:cNvSpPr>
          <p:nvPr/>
        </p:nvSpPr>
        <p:spPr>
          <a:xfrm xmlns:a="http://schemas.openxmlformats.org/drawingml/2006/main">
            <a:off x="9296400" y="2705100"/>
            <a:ext cx="2552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停止作业、撤出人员、强制通风、复测合格后再进入</a:t>
            </a:r>
          </a:p>
        </p:txBody>
      </p:sp>
      <p:sp>
        <p:nvSpPr>
          <p:cNvPr id="56" name="">
            <a:extLst xmlns:a="http://schemas.openxmlformats.org/drawingml/2006/main">
              <a:ext uri="{FF2B5EF4-FFF2-40B4-BE49-F238E27FC236}">
                <a16:creationId xmlns:a16="http://schemas.microsoft.com/office/drawing/2014/main" id="{7C10DF41-B0B9-41F9-A75C-CFCDEA401E23}"/>
              </a:ext>
            </a:extLst>
          </p:cNvPr>
          <p:cNvSpPr>
            <a:spLocks xmlns:a="http://schemas.openxmlformats.org/drawingml/2006/main" noGrp="1"/>
          </p:cNvSpPr>
          <p:nvPr/>
        </p:nvSpPr>
        <p:spPr>
          <a:xfrm xmlns:a="http://schemas.openxmlformats.org/drawingml/2006/main">
            <a:off x="8343900" y="3295650"/>
            <a:ext cx="9144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0">
                <a:solidFill>
                  <a:srgbClr val="9DBEE8"/>
                </a:solidFill>
                <a:latin typeface="微软雅黑"/>
                <a:ea typeface="微软雅黑"/>
                <a:cs typeface="微软雅黑"/>
              </a:defRPr>
            </a:pPr>
            <a:r>
              <a:rPr sz="863" b="0">
                <a:solidFill>
                  <a:srgbClr val="9DBEE8"/>
                </a:solidFill>
                <a:latin typeface="微软雅黑"/>
                <a:ea typeface="微软雅黑"/>
                <a:cs typeface="微软雅黑"/>
              </a:rPr>
              <a:t>规则编号</a:t>
            </a:r>
          </a:p>
        </p:txBody>
      </p:sp>
      <p:sp>
        <p:nvSpPr>
          <p:cNvPr id="57" name="">
            <a:extLst xmlns:a="http://schemas.openxmlformats.org/drawingml/2006/main">
              <a:ext uri="{FF2B5EF4-FFF2-40B4-BE49-F238E27FC236}">
                <a16:creationId xmlns:a16="http://schemas.microsoft.com/office/drawing/2014/main" id="{7446F7D9-542A-4286-BE11-FE6A11E0F293}"/>
              </a:ext>
            </a:extLst>
          </p:cNvPr>
          <p:cNvSpPr>
            <a:spLocks xmlns:a="http://schemas.openxmlformats.org/drawingml/2006/main" noGrp="1"/>
          </p:cNvSpPr>
          <p:nvPr/>
        </p:nvSpPr>
        <p:spPr>
          <a:xfrm xmlns:a="http://schemas.openxmlformats.org/drawingml/2006/main">
            <a:off x="9296400" y="3219450"/>
            <a:ext cx="2552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0">
                <a:solidFill>
                  <a:srgbClr val="4FD8FF"/>
                </a:solidFill>
                <a:latin typeface="微软雅黑"/>
                <a:ea typeface="微软雅黑"/>
                <a:cs typeface="微软雅黑"/>
              </a:defRPr>
            </a:pPr>
            <a:r>
              <a:rPr sz="900" b="0">
                <a:solidFill>
                  <a:srgbClr val="4FD8FF"/>
                </a:solidFill>
                <a:latin typeface="微软雅黑"/>
                <a:ea typeface="微软雅黑"/>
                <a:cs typeface="微软雅黑"/>
              </a:rPr>
              <a:t>REPORT_GAS_OVER_MARGIN_MID</a:t>
            </a:r>
            <a:r>
              <a:rPr sz="900" b="0">
                <a:solidFill>
                  <a:srgbClr val="4FD8FF"/>
                </a:solidFill>
                <a:latin typeface="微软雅黑"/>
                <a:ea typeface="微软雅黑"/>
                <a:cs typeface="微软雅黑"/>
              </a:rPr>
              <a:t>、</a:t>
            </a:r>
            <a:r>
              <a:rPr sz="900" b="0">
                <a:solidFill>
                  <a:srgbClr val="4FD8FF"/>
                </a:solidFill>
                <a:latin typeface="微软雅黑"/>
                <a:ea typeface="微软雅黑"/>
                <a:cs typeface="微软雅黑"/>
              </a:rPr>
              <a:t>RULE-KW-HEALTH</a:t>
            </a:r>
          </a:p>
        </p:txBody>
      </p:sp>
      <p:sp>
        <p:nvSpPr>
          <p:cNvPr id="58" name="">
            <a:extLst xmlns:a="http://schemas.openxmlformats.org/drawingml/2006/main">
              <a:ext uri="{FF2B5EF4-FFF2-40B4-BE49-F238E27FC236}">
                <a16:creationId xmlns:a16="http://schemas.microsoft.com/office/drawing/2014/main" id="{82F5F30C-F2FA-478C-A724-49C75155D65B}"/>
              </a:ext>
            </a:extLst>
          </p:cNvPr>
          <p:cNvSpPr>
            <a:spLocks xmlns:a="http://schemas.openxmlformats.org/drawingml/2006/main" noGrp="1"/>
          </p:cNvSpPr>
          <p:nvPr/>
        </p:nvSpPr>
        <p:spPr>
          <a:xfrm xmlns:a="http://schemas.openxmlformats.org/drawingml/2006/main">
            <a:off x="8343900" y="3810000"/>
            <a:ext cx="9144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0">
                <a:solidFill>
                  <a:srgbClr val="9DBEE8"/>
                </a:solidFill>
                <a:latin typeface="微软雅黑"/>
                <a:ea typeface="微软雅黑"/>
                <a:cs typeface="微软雅黑"/>
              </a:defRPr>
            </a:pPr>
            <a:r>
              <a:rPr sz="863" b="0">
                <a:solidFill>
                  <a:srgbClr val="9DBEE8"/>
                </a:solidFill>
                <a:latin typeface="微软雅黑"/>
                <a:ea typeface="微软雅黑"/>
                <a:cs typeface="微软雅黑"/>
              </a:rPr>
              <a:t>置信度 </a:t>
            </a:r>
            <a:r>
              <a:rPr sz="863" b="0">
                <a:solidFill>
                  <a:srgbClr val="9DBEE8"/>
                </a:solidFill>
                <a:latin typeface="微软雅黑"/>
                <a:ea typeface="微软雅黑"/>
                <a:cs typeface="微软雅黑"/>
              </a:rPr>
              <a:t>/ </a:t>
            </a:r>
            <a:r>
              <a:rPr sz="863" b="0">
                <a:solidFill>
                  <a:srgbClr val="9DBEE8"/>
                </a:solidFill>
                <a:latin typeface="微软雅黑"/>
                <a:ea typeface="微软雅黑"/>
                <a:cs typeface="微软雅黑"/>
              </a:rPr>
              <a:t>来源</a:t>
            </a:r>
          </a:p>
        </p:txBody>
      </p:sp>
      <p:sp>
        <p:nvSpPr>
          <p:cNvPr id="59" name="">
            <a:extLst xmlns:a="http://schemas.openxmlformats.org/drawingml/2006/main">
              <a:ext uri="{FF2B5EF4-FFF2-40B4-BE49-F238E27FC236}">
                <a16:creationId xmlns:a16="http://schemas.microsoft.com/office/drawing/2014/main" id="{83268FCF-C70F-4D21-A276-DFA766C12D41}"/>
              </a:ext>
            </a:extLst>
          </p:cNvPr>
          <p:cNvSpPr>
            <a:spLocks xmlns:a="http://schemas.openxmlformats.org/drawingml/2006/main" noGrp="1"/>
          </p:cNvSpPr>
          <p:nvPr/>
        </p:nvSpPr>
        <p:spPr>
          <a:xfrm xmlns:a="http://schemas.openxmlformats.org/drawingml/2006/main">
            <a:off x="9296400" y="3733800"/>
            <a:ext cx="2552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0">
                <a:solidFill>
                  <a:srgbClr val="FFFFFF"/>
                </a:solidFill>
                <a:latin typeface="微软雅黑"/>
                <a:ea typeface="微软雅黑"/>
                <a:cs typeface="微软雅黑"/>
              </a:defRPr>
            </a:pPr>
            <a:r>
              <a:rPr sz="900" b="0">
                <a:solidFill>
                  <a:srgbClr val="FFFFFF"/>
                </a:solidFill>
                <a:latin typeface="微软雅黑"/>
                <a:ea typeface="微软雅黑"/>
                <a:cs typeface="微软雅黑"/>
              </a:rPr>
              <a:t>0.8 / rule</a:t>
            </a:r>
          </a:p>
        </p:txBody>
      </p:sp>
      <p:sp>
        <p:nvSpPr>
          <p:cNvPr id="60" name="">
            <a:extLst xmlns:a="http://schemas.openxmlformats.org/drawingml/2006/main">
              <a:ext uri="{FF2B5EF4-FFF2-40B4-BE49-F238E27FC236}">
                <a16:creationId xmlns:a16="http://schemas.microsoft.com/office/drawing/2014/main" id="{8B96238D-3DD6-4908-94E3-024CECFF55B9}"/>
              </a:ext>
            </a:extLst>
          </p:cNvPr>
          <p:cNvSpPr>
            <a:spLocks xmlns:a="http://schemas.openxmlformats.org/drawingml/2006/main" noGrp="1"/>
          </p:cNvSpPr>
          <p:nvPr/>
        </p:nvSpPr>
        <p:spPr>
          <a:xfrm xmlns:a="http://schemas.openxmlformats.org/drawingml/2006/main">
            <a:off x="8172450" y="4343400"/>
            <a:ext cx="3733800" cy="1905000"/>
          </a:xfrm>
          <a:prstGeom xmlns:a="http://schemas.openxmlformats.org/drawingml/2006/main" prst="roundRect">
            <a:avLst>
              <a:gd name="adj" fmla="val 45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61" name="">
            <a:extLst xmlns:a="http://schemas.openxmlformats.org/drawingml/2006/main">
              <a:ext uri="{FF2B5EF4-FFF2-40B4-BE49-F238E27FC236}">
                <a16:creationId xmlns:a16="http://schemas.microsoft.com/office/drawing/2014/main" id="{850571A2-C298-40A3-929F-89A66A439C9B}"/>
              </a:ext>
            </a:extLst>
          </p:cNvPr>
          <p:cNvSpPr>
            <a:spLocks xmlns:a="http://schemas.openxmlformats.org/drawingml/2006/main" noGrp="1"/>
          </p:cNvSpPr>
          <p:nvPr/>
        </p:nvSpPr>
        <p:spPr>
          <a:xfrm xmlns:a="http://schemas.openxmlformats.org/drawingml/2006/main">
            <a:off x="8343900" y="4457700"/>
            <a:ext cx="3429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13" b="1">
                <a:solidFill>
                  <a:srgbClr val="B7A6FF"/>
                </a:solidFill>
                <a:latin typeface="微软雅黑"/>
                <a:ea typeface="微软雅黑"/>
                <a:cs typeface="微软雅黑"/>
              </a:defRPr>
            </a:pPr>
            <a:r>
              <a:rPr sz="1013" b="1">
                <a:solidFill>
                  <a:srgbClr val="B7A6FF"/>
                </a:solidFill>
                <a:latin typeface="微软雅黑"/>
                <a:ea typeface="微软雅黑"/>
                <a:cs typeface="微软雅黑"/>
              </a:rPr>
              <a:t>人工确认（</a:t>
            </a:r>
            <a:r>
              <a:rPr sz="1013" b="1">
                <a:solidFill>
                  <a:srgbClr val="B7A6FF"/>
                </a:solidFill>
                <a:latin typeface="微软雅黑"/>
                <a:ea typeface="微软雅黑"/>
                <a:cs typeface="微软雅黑"/>
              </a:rPr>
              <a:t>need_human_confirm = true</a:t>
            </a:r>
            <a:r>
              <a:rPr sz="1013" b="1">
                <a:solidFill>
                  <a:srgbClr val="B7A6FF"/>
                </a:solidFill>
                <a:latin typeface="微软雅黑"/>
                <a:ea typeface="微软雅黑"/>
                <a:cs typeface="微软雅黑"/>
              </a:rPr>
              <a:t>）</a:t>
            </a:r>
          </a:p>
        </p:txBody>
      </p:sp>
      <p:sp>
        <p:nvSpPr>
          <p:cNvPr id="62" name="">
            <a:extLst xmlns:a="http://schemas.openxmlformats.org/drawingml/2006/main">
              <a:ext uri="{FF2B5EF4-FFF2-40B4-BE49-F238E27FC236}">
                <a16:creationId xmlns:a16="http://schemas.microsoft.com/office/drawing/2014/main" id="{40C38960-4912-40B4-BFF0-58A56F62DEE9}"/>
              </a:ext>
            </a:extLst>
          </p:cNvPr>
          <p:cNvSpPr>
            <a:spLocks xmlns:a="http://schemas.openxmlformats.org/drawingml/2006/main" noGrp="1"/>
          </p:cNvSpPr>
          <p:nvPr/>
        </p:nvSpPr>
        <p:spPr>
          <a:xfrm xmlns:a="http://schemas.openxmlformats.org/drawingml/2006/main">
            <a:off x="8343900" y="4762500"/>
            <a:ext cx="3448050" cy="1390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5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确认人　</a:t>
            </a:r>
            <a:r>
              <a:rPr sz="900">
                <a:solidFill>
                  <a:srgbClr val="EEF5FF"/>
                </a:solidFill>
                <a:latin typeface="微软雅黑"/>
                <a:ea typeface="微软雅黑"/>
                <a:cs typeface="微软雅黑"/>
              </a:rPr>
              <a:t>limin</a:t>
            </a:r>
            <a:r>
              <a:rPr sz="900">
                <a:solidFill>
                  <a:srgbClr val="EEF5FF"/>
                </a:solidFill>
                <a:latin typeface="微软雅黑"/>
                <a:ea typeface="微软雅黑"/>
                <a:cs typeface="微软雅黑"/>
              </a:rPr>
              <a:t>（班组长）</a:t>
            </a:r>
          </a:p>
          <a:p xmlns:a="http://schemas.openxmlformats.org/drawingml/2006/main">
            <a:pPr algn="l">
              <a:lnSpc>
                <a:spcPct val="15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决定　</a:t>
            </a:r>
            <a:r>
              <a:rPr sz="900" b="1">
                <a:solidFill>
                  <a:srgbClr val="EEF5FF"/>
                </a:solidFill>
                <a:latin typeface="微软雅黑"/>
                <a:ea typeface="微软雅黑"/>
                <a:cs typeface="微软雅黑"/>
              </a:rPr>
              <a:t>ACCEPTED</a:t>
            </a:r>
            <a:r>
              <a:rPr sz="900" b="1">
                <a:solidFill>
                  <a:srgbClr val="EEF5FF"/>
                </a:solidFill>
                <a:latin typeface="微软雅黑"/>
                <a:ea typeface="微软雅黑"/>
                <a:cs typeface="微软雅黑"/>
              </a:rPr>
              <a:t>（采纳）</a:t>
            </a:r>
          </a:p>
          <a:p xmlns:a="http://schemas.openxmlformats.org/drawingml/2006/main">
            <a:pPr algn="l">
              <a:lnSpc>
                <a:spcPct val="15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理由　</a:t>
            </a:r>
            <a:r>
              <a:rPr sz="900">
                <a:solidFill>
                  <a:srgbClr val="EEF5FF"/>
                </a:solidFill>
                <a:latin typeface="微软雅黑"/>
                <a:ea typeface="微软雅黑"/>
                <a:cs typeface="微软雅黑"/>
              </a:rPr>
              <a:t>结论与现场情况一致，按建议补充 </a:t>
            </a:r>
            <a:r>
              <a:rPr sz="900">
                <a:solidFill>
                  <a:srgbClr val="EEF5FF"/>
                </a:solidFill>
                <a:latin typeface="微软雅黑"/>
                <a:ea typeface="微软雅黑"/>
                <a:cs typeface="微软雅黑"/>
              </a:rPr>
              <a:t>SOP </a:t>
            </a:r>
            <a:r>
              <a:rPr sz="900">
                <a:solidFill>
                  <a:srgbClr val="EEF5FF"/>
                </a:solidFill>
                <a:latin typeface="微软雅黑"/>
                <a:ea typeface="微软雅黑"/>
                <a:cs typeface="微软雅黑"/>
              </a:rPr>
              <a:t>卡并跟踪隐患</a:t>
            </a:r>
          </a:p>
          <a:p xmlns:a="http://schemas.openxmlformats.org/drawingml/2006/main">
            <a:pPr algn="l">
              <a:lnSpc>
                <a:spcPct val="15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说明　</a:t>
            </a:r>
            <a:r>
              <a:rPr sz="900">
                <a:solidFill>
                  <a:srgbClr val="EEF5FF"/>
                </a:solidFill>
                <a:latin typeface="微软雅黑"/>
                <a:ea typeface="微软雅黑"/>
                <a:cs typeface="微软雅黑"/>
              </a:rPr>
              <a:t>确认接口只改建议状态，不改任何业务数据。</a:t>
            </a:r>
          </a:p>
        </p:txBody>
      </p:sp>
      <p:sp>
        <p:nvSpPr>
          <p:cNvPr id="63" name="">
            <a:extLst xmlns:a="http://schemas.openxmlformats.org/drawingml/2006/main">
              <a:ext uri="{FF2B5EF4-FFF2-40B4-BE49-F238E27FC236}">
                <a16:creationId xmlns:a16="http://schemas.microsoft.com/office/drawing/2014/main" id="{69E84CBC-E279-48B1-B77D-4926B307AC24}"/>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64" name="">
            <a:extLst xmlns:a="http://schemas.openxmlformats.org/drawingml/2006/main">
              <a:ext uri="{FF2B5EF4-FFF2-40B4-BE49-F238E27FC236}">
                <a16:creationId xmlns:a16="http://schemas.microsoft.com/office/drawing/2014/main" id="{83EAF6B1-A9BB-4363-BD6C-1D70FE389A45}"/>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65" name="">
            <a:extLst xmlns:a="http://schemas.openxmlformats.org/drawingml/2006/main">
              <a:ext uri="{FF2B5EF4-FFF2-40B4-BE49-F238E27FC236}">
                <a16:creationId xmlns:a16="http://schemas.microsoft.com/office/drawing/2014/main" id="{C81D2F56-2027-4F43-BD94-836BD36F6B5D}"/>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66" name="">
            <a:extLst xmlns:a="http://schemas.openxmlformats.org/drawingml/2006/main">
              <a:ext uri="{FF2B5EF4-FFF2-40B4-BE49-F238E27FC236}">
                <a16:creationId xmlns:a16="http://schemas.microsoft.com/office/drawing/2014/main" id="{6F40075F-9801-4C71-9D49-10F87C164C64}"/>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67" name="">
            <a:extLst xmlns:a="http://schemas.openxmlformats.org/drawingml/2006/main">
              <a:ext uri="{FF2B5EF4-FFF2-40B4-BE49-F238E27FC236}">
                <a16:creationId xmlns:a16="http://schemas.microsoft.com/office/drawing/2014/main" id="{04695965-F7BB-4E2E-BDE7-B6D414F0A190}"/>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18</a:t>
            </a:r>
          </a:p>
        </p:txBody>
      </p:sp>
    </p:spTree>
    <p:extLst>
      <p:ext uri="{BB962C8B-B14F-4D97-AF65-F5344CB8AC3E}">
        <p14:creationId xmlns:p14="http://schemas.microsoft.com/office/powerpoint/2010/main" val="276564894"/>
      </p:ext>
    </p:extLst>
  </p:cSld>
</p:sld>
</file>

<file path=ppt/slides/slide19.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74" name=""/>
          <p:cNvPicPr>
            <a:picLocks xmlns:a="http://schemas.openxmlformats.org/drawingml/2006/main" noChangeAspect="1"/>
          </p:cNvPicPr>
          <p:nvPr/>
        </p:nvPicPr>
        <p:blipFill>
          <a:blip xmlns:r="http://schemas.openxmlformats.org/officeDocument/2006/relationships" xmlns:a="http://schemas.openxmlformats.org/drawingml/2006/main" r:embed="R05f1f5f553e04686"/>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B4CBB00-06A5-42F0-9512-A51F16F42A1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048959D8-87FE-4418-A1C0-F401EBA384FE}"/>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F905CD76-088D-41DB-92FC-53168D523015}"/>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9BAE444F-14FC-46EE-B3E0-050B3785C1E9}"/>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86A57D6C-5661-4AB4-84A7-47DCF58A6C0A}"/>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F6A0B6EE-B54C-42B2-8721-2745CCFBC9CF}"/>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338997EC-175F-4D03-9EA6-CFAF1BB02CA4}"/>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613FB535-E4C4-4038-BC1F-6302BE48A983}"/>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0B1926A6-4D76-4A54-ADC1-99EB4B9CFF95}"/>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FFD24A">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3094D621-FC81-46FA-877B-88E1E9BDAA88}"/>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FFD24A">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D3D9D228-93B4-43C3-9A30-50A2BD547C5C}"/>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D220B695-8D28-4904-B99D-FE6559A14685}"/>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FFD24A"/>
                </a:solidFill>
                <a:latin typeface="微软雅黑"/>
                <a:ea typeface="微软雅黑"/>
                <a:cs typeface="微软雅黑"/>
              </a:defRPr>
            </a:pPr>
            <a:r>
              <a:rPr sz="863" b="1" spc="1">
                <a:solidFill>
                  <a:srgbClr val="FFD24A"/>
                </a:solidFill>
                <a:latin typeface="微软雅黑"/>
                <a:ea typeface="微软雅黑"/>
                <a:cs typeface="微软雅黑"/>
              </a:rPr>
              <a:t>03　</a:t>
            </a:r>
            <a:r>
              <a:rPr sz="863" b="1" spc="1">
                <a:solidFill>
                  <a:srgbClr val="FFD24A"/>
                </a:solidFill>
                <a:latin typeface="微软雅黑"/>
                <a:ea typeface="微软雅黑"/>
                <a:cs typeface="微软雅黑"/>
              </a:rPr>
              <a:t>核心算法</a:t>
            </a:r>
          </a:p>
        </p:txBody>
      </p:sp>
      <p:sp>
        <p:nvSpPr>
          <p:cNvPr id="14" name="">
            <a:extLst xmlns:a="http://schemas.openxmlformats.org/drawingml/2006/main">
              <a:ext uri="{FF2B5EF4-FFF2-40B4-BE49-F238E27FC236}">
                <a16:creationId xmlns:a16="http://schemas.microsoft.com/office/drawing/2014/main" id="{55720DF9-9B74-49DE-8EDD-04343210092B}"/>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算法三 </a:t>
            </a:r>
            <a:r>
              <a:rPr sz="1800" b="1" spc="1">
                <a:solidFill>
                  <a:srgbClr val="FFFFFF"/>
                </a:solidFill>
                <a:latin typeface="微软雅黑"/>
                <a:ea typeface="微软雅黑"/>
                <a:cs typeface="微软雅黑"/>
              </a:rPr>
              <a:t>· </a:t>
            </a:r>
            <a:r>
              <a:rPr sz="1800" b="1" spc="1">
                <a:solidFill>
                  <a:srgbClr val="FFFFFF"/>
                </a:solidFill>
                <a:latin typeface="微软雅黑"/>
                <a:ea typeface="微软雅黑"/>
                <a:cs typeface="微软雅黑"/>
              </a:rPr>
              <a:t>个性化组卷与题量分配</a:t>
            </a:r>
          </a:p>
        </p:txBody>
      </p:sp>
      <p:sp>
        <p:nvSpPr>
          <p:cNvPr id="15" name="">
            <a:extLst xmlns:a="http://schemas.openxmlformats.org/drawingml/2006/main">
              <a:ext uri="{FF2B5EF4-FFF2-40B4-BE49-F238E27FC236}">
                <a16:creationId xmlns:a16="http://schemas.microsoft.com/office/drawing/2014/main" id="{4E8285B9-BC26-4A26-833B-76A27C70B7D6}"/>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FB1E38FB-A153-426F-BD88-3ED506B84044}"/>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0FDB6B51-C309-437F-BF93-EC892E270BB2}"/>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245BBEE6-9313-43DF-8A8E-95AFE4A2B8B5}"/>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48533599-5C31-4A9A-93A6-63874522FB50}"/>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题目按「缺口 </a:t>
            </a:r>
            <a:r>
              <a:rPr sz="1238">
                <a:solidFill>
                  <a:srgbClr val="FFFFFF"/>
                </a:solidFill>
                <a:latin typeface="微软雅黑"/>
                <a:ea typeface="微软雅黑"/>
                <a:cs typeface="微软雅黑"/>
              </a:rPr>
              <a:t>× </a:t>
            </a:r>
            <a:r>
              <a:rPr sz="1238">
                <a:solidFill>
                  <a:srgbClr val="FFFFFF"/>
                </a:solidFill>
                <a:latin typeface="微软雅黑"/>
                <a:ea typeface="微软雅黑"/>
                <a:cs typeface="微软雅黑"/>
              </a:rPr>
              <a:t>历史正确率」分配，练完回流正确率</a:t>
            </a:r>
            <a:r>
              <a:rPr sz="1238">
                <a:solidFill>
                  <a:srgbClr val="FFFFFF"/>
                </a:solidFill>
                <a:latin typeface="微软雅黑"/>
                <a:ea typeface="微软雅黑"/>
                <a:cs typeface="微软雅黑"/>
              </a:rPr>
              <a:t>——</a:t>
            </a:r>
            <a:r>
              <a:rPr sz="1238">
                <a:solidFill>
                  <a:srgbClr val="FFFFFF"/>
                </a:solidFill>
                <a:latin typeface="微软雅黑"/>
                <a:ea typeface="微软雅黑"/>
                <a:cs typeface="微软雅黑"/>
              </a:rPr>
              <a:t>让每一道题都打在当前的短板上。</a:t>
            </a:r>
          </a:p>
        </p:txBody>
      </p:sp>
      <p:sp>
        <p:nvSpPr>
          <p:cNvPr id="20" name="">
            <a:extLst xmlns:a="http://schemas.openxmlformats.org/drawingml/2006/main">
              <a:ext uri="{FF2B5EF4-FFF2-40B4-BE49-F238E27FC236}">
                <a16:creationId xmlns:a16="http://schemas.microsoft.com/office/drawing/2014/main" id="{9BD6DDEE-0933-4D8C-B413-9214B8DB9AD2}"/>
              </a:ext>
            </a:extLst>
          </p:cNvPr>
          <p:cNvSpPr>
            <a:spLocks xmlns:a="http://schemas.openxmlformats.org/drawingml/2006/main" noGrp="1"/>
          </p:cNvSpPr>
          <p:nvPr/>
        </p:nvSpPr>
        <p:spPr>
          <a:xfrm xmlns:a="http://schemas.openxmlformats.org/drawingml/2006/main">
            <a:off x="285750" y="1333500"/>
            <a:ext cx="5905500" cy="1238250"/>
          </a:xfrm>
          <a:prstGeom xmlns:a="http://schemas.openxmlformats.org/drawingml/2006/main" prst="roundRect">
            <a:avLst>
              <a:gd name="adj" fmla="val 692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13335">
            <a:solidFill>
              <a:srgbClr val="FFD24A"/>
            </a:solidFill>
            <a:prstDash val="solid"/>
          </a:ln>
        </p:spPr>
      </p:sp>
      <p:sp>
        <p:nvSpPr>
          <p:cNvPr id="21" name="">
            <a:extLst xmlns:a="http://schemas.openxmlformats.org/drawingml/2006/main">
              <a:ext uri="{FF2B5EF4-FFF2-40B4-BE49-F238E27FC236}">
                <a16:creationId xmlns:a16="http://schemas.microsoft.com/office/drawing/2014/main" id="{57821050-ABC6-4020-91B2-E6F6B5FC8340}"/>
              </a:ext>
            </a:extLst>
          </p:cNvPr>
          <p:cNvSpPr>
            <a:spLocks xmlns:a="http://schemas.openxmlformats.org/drawingml/2006/main" noGrp="1"/>
          </p:cNvSpPr>
          <p:nvPr/>
        </p:nvSpPr>
        <p:spPr>
          <a:xfrm xmlns:a="http://schemas.openxmlformats.org/drawingml/2006/main">
            <a:off x="457200" y="1447800"/>
            <a:ext cx="5524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FFD24A"/>
                </a:solidFill>
                <a:latin typeface="微软雅黑"/>
                <a:ea typeface="微软雅黑"/>
                <a:cs typeface="微软雅黑"/>
              </a:defRPr>
            </a:pPr>
            <a:r>
              <a:rPr sz="1050" b="1">
                <a:solidFill>
                  <a:srgbClr val="FFD24A"/>
                </a:solidFill>
                <a:latin typeface="微软雅黑"/>
                <a:ea typeface="微软雅黑"/>
                <a:cs typeface="微软雅黑"/>
              </a:rPr>
              <a:t>核心公式</a:t>
            </a:r>
          </a:p>
        </p:txBody>
      </p:sp>
      <p:sp>
        <p:nvSpPr>
          <p:cNvPr id="22" name="">
            <a:extLst xmlns:a="http://schemas.openxmlformats.org/drawingml/2006/main">
              <a:ext uri="{FF2B5EF4-FFF2-40B4-BE49-F238E27FC236}">
                <a16:creationId xmlns:a16="http://schemas.microsoft.com/office/drawing/2014/main" id="{F0FDEC58-1220-44F4-A9C7-8EF1C28FACCB}"/>
              </a:ext>
            </a:extLst>
          </p:cNvPr>
          <p:cNvSpPr>
            <a:spLocks xmlns:a="http://schemas.openxmlformats.org/drawingml/2006/main" noGrp="1"/>
          </p:cNvSpPr>
          <p:nvPr/>
        </p:nvSpPr>
        <p:spPr>
          <a:xfrm xmlns:a="http://schemas.openxmlformats.org/drawingml/2006/main">
            <a:off x="457200" y="1733550"/>
            <a:ext cx="5581650" cy="76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75">
                <a:solidFill>
                  <a:srgbClr val="EEF5FF"/>
                </a:solidFill>
                <a:latin typeface="微软雅黑"/>
                <a:ea typeface="微软雅黑"/>
                <a:cs typeface="微软雅黑"/>
              </a:defRPr>
            </a:pPr>
            <a:r>
              <a:rPr sz="975" b="1">
                <a:solidFill>
                  <a:srgbClr val="EEF5FF"/>
                </a:solidFill>
                <a:latin typeface="微软雅黑"/>
                <a:ea typeface="微软雅黑"/>
                <a:cs typeface="微软雅黑"/>
              </a:rPr>
              <a:t>effort(</a:t>
            </a:r>
            <a:r>
              <a:rPr sz="975" b="1">
                <a:solidFill>
                  <a:srgbClr val="EEF5FF"/>
                </a:solidFill>
                <a:latin typeface="微软雅黑"/>
                <a:ea typeface="微软雅黑"/>
                <a:cs typeface="微软雅黑"/>
              </a:rPr>
              <a:t>技能</a:t>
            </a:r>
            <a:r>
              <a:rPr sz="975" b="1">
                <a:solidFill>
                  <a:srgbClr val="EEF5FF"/>
                </a:solidFill>
                <a:latin typeface="微软雅黑"/>
                <a:ea typeface="微软雅黑"/>
                <a:cs typeface="微软雅黑"/>
              </a:rPr>
              <a:t>) = </a:t>
            </a:r>
            <a:r>
              <a:rPr sz="975" b="1">
                <a:solidFill>
                  <a:srgbClr val="EEF5FF"/>
                </a:solidFill>
                <a:latin typeface="微软雅黑"/>
                <a:ea typeface="微软雅黑"/>
                <a:cs typeface="微软雅黑"/>
              </a:rPr>
              <a:t>缺口权重 </a:t>
            </a:r>
            <a:r>
              <a:rPr sz="975" b="1">
                <a:solidFill>
                  <a:srgbClr val="EEF5FF"/>
                </a:solidFill>
                <a:latin typeface="微软雅黑"/>
                <a:ea typeface="微软雅黑"/>
                <a:cs typeface="微软雅黑"/>
              </a:rPr>
              <a:t>× max(0.2, 1.6 − </a:t>
            </a:r>
            <a:r>
              <a:rPr sz="975" b="1">
                <a:solidFill>
                  <a:srgbClr val="EEF5FF"/>
                </a:solidFill>
                <a:latin typeface="微软雅黑"/>
                <a:ea typeface="微软雅黑"/>
                <a:cs typeface="微软雅黑"/>
              </a:rPr>
              <a:t>历史正确率</a:t>
            </a:r>
            <a:r>
              <a:rPr sz="975" b="1">
                <a:solidFill>
                  <a:srgbClr val="EEF5FF"/>
                </a:solidFill>
                <a:latin typeface="微软雅黑"/>
                <a:ea typeface="微软雅黑"/>
                <a:cs typeface="微软雅黑"/>
              </a:rPr>
              <a:t>)</a:t>
            </a:r>
          </a:p>
          <a:p xmlns:a="http://schemas.openxmlformats.org/drawingml/2006/main">
            <a:pPr algn="l">
              <a:lnSpc>
                <a:spcPct val="160000"/>
              </a:lnSpc>
              <a:buNone/>
              <a:defRPr sz="975">
                <a:solidFill>
                  <a:srgbClr val="EEF5FF"/>
                </a:solidFill>
                <a:latin typeface="微软雅黑"/>
                <a:ea typeface="微软雅黑"/>
                <a:cs typeface="微软雅黑"/>
              </a:defRPr>
            </a:pPr>
            <a:r>
              <a:rPr sz="975">
                <a:solidFill>
                  <a:srgbClr val="EEF5FF"/>
                </a:solidFill>
                <a:latin typeface="微软雅黑"/>
                <a:ea typeface="微软雅黑"/>
                <a:cs typeface="微软雅黑"/>
              </a:rPr>
              <a:t>题量分配量 </a:t>
            </a: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总题量 </a:t>
            </a:r>
            <a:r>
              <a:rPr sz="975">
                <a:solidFill>
                  <a:srgbClr val="EEF5FF"/>
                </a:solidFill>
                <a:latin typeface="微软雅黑"/>
                <a:ea typeface="微软雅黑"/>
                <a:cs typeface="微软雅黑"/>
              </a:rPr>
              <a:t>× effort / Σ effort</a:t>
            </a:r>
            <a:r>
              <a:rPr sz="975">
                <a:solidFill>
                  <a:srgbClr val="EEF5FF"/>
                </a:solidFill>
                <a:latin typeface="微软雅黑"/>
                <a:ea typeface="微软雅黑"/>
                <a:cs typeface="微软雅黑"/>
              </a:rPr>
              <a:t>；实际分配 </a:t>
            </a: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向下取整 </a:t>
            </a:r>
            <a:r>
              <a:rPr sz="975">
                <a:solidFill>
                  <a:srgbClr val="EEF5FF"/>
                </a:solidFill>
                <a:latin typeface="微软雅黑"/>
                <a:ea typeface="微软雅黑"/>
                <a:cs typeface="微软雅黑"/>
              </a:rPr>
              <a:t>+ </a:t>
            </a:r>
            <a:r>
              <a:rPr sz="975">
                <a:solidFill>
                  <a:srgbClr val="EEF5FF"/>
                </a:solidFill>
                <a:latin typeface="微软雅黑"/>
                <a:ea typeface="微软雅黑"/>
                <a:cs typeface="微软雅黑"/>
              </a:rPr>
              <a:t>余量按 </a:t>
            </a:r>
            <a:r>
              <a:rPr sz="975">
                <a:solidFill>
                  <a:srgbClr val="EEF5FF"/>
                </a:solidFill>
                <a:latin typeface="微软雅黑"/>
                <a:ea typeface="微软雅黑"/>
                <a:cs typeface="微软雅黑"/>
              </a:rPr>
              <a:t>effort </a:t>
            </a:r>
            <a:r>
              <a:rPr sz="975">
                <a:solidFill>
                  <a:srgbClr val="EEF5FF"/>
                </a:solidFill>
                <a:latin typeface="微软雅黑"/>
                <a:ea typeface="微软雅黑"/>
                <a:cs typeface="微软雅黑"/>
              </a:rPr>
              <a:t>补足</a:t>
            </a:r>
          </a:p>
        </p:txBody>
      </p:sp>
      <p:sp>
        <p:nvSpPr>
          <p:cNvPr id="23" name="">
            <a:extLst xmlns:a="http://schemas.openxmlformats.org/drawingml/2006/main">
              <a:ext uri="{FF2B5EF4-FFF2-40B4-BE49-F238E27FC236}">
                <a16:creationId xmlns:a16="http://schemas.microsoft.com/office/drawing/2014/main" id="{D7172258-5417-457D-8AFA-EF8A0A6249C2}"/>
              </a:ext>
            </a:extLst>
          </p:cNvPr>
          <p:cNvSpPr>
            <a:spLocks xmlns:a="http://schemas.openxmlformats.org/drawingml/2006/main" noGrp="1"/>
          </p:cNvSpPr>
          <p:nvPr/>
        </p:nvSpPr>
        <p:spPr>
          <a:xfrm xmlns:a="http://schemas.openxmlformats.org/drawingml/2006/main">
            <a:off x="285750" y="2705100"/>
            <a:ext cx="5905500" cy="1504950"/>
          </a:xfrm>
          <a:prstGeom xmlns:a="http://schemas.openxmlformats.org/drawingml/2006/main" prst="roundRect">
            <a:avLst>
              <a:gd name="adj" fmla="val 5696"/>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4" name="">
            <a:extLst xmlns:a="http://schemas.openxmlformats.org/drawingml/2006/main">
              <a:ext uri="{FF2B5EF4-FFF2-40B4-BE49-F238E27FC236}">
                <a16:creationId xmlns:a16="http://schemas.microsoft.com/office/drawing/2014/main" id="{40663356-8C57-43C6-AD89-0F49035FD64D}"/>
              </a:ext>
            </a:extLst>
          </p:cNvPr>
          <p:cNvSpPr>
            <a:spLocks xmlns:a="http://schemas.openxmlformats.org/drawingml/2006/main" noGrp="1"/>
          </p:cNvSpPr>
          <p:nvPr/>
        </p:nvSpPr>
        <p:spPr>
          <a:xfrm xmlns:a="http://schemas.openxmlformats.org/drawingml/2006/main">
            <a:off x="457200" y="2819400"/>
            <a:ext cx="5524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4FD8FF"/>
                </a:solidFill>
                <a:latin typeface="微软雅黑"/>
                <a:ea typeface="微软雅黑"/>
                <a:cs typeface="微软雅黑"/>
              </a:defRPr>
            </a:pPr>
            <a:r>
              <a:rPr sz="1050" b="1">
                <a:solidFill>
                  <a:srgbClr val="4FD8FF"/>
                </a:solidFill>
                <a:latin typeface="微软雅黑"/>
                <a:ea typeface="微软雅黑"/>
                <a:cs typeface="微软雅黑"/>
              </a:rPr>
              <a:t>算法流程（</a:t>
            </a:r>
            <a:r>
              <a:rPr sz="1050" b="1">
                <a:solidFill>
                  <a:srgbClr val="4FD8FF"/>
                </a:solidFill>
                <a:latin typeface="微软雅黑"/>
                <a:ea typeface="微软雅黑"/>
                <a:cs typeface="微软雅黑"/>
              </a:rPr>
              <a:t>5 </a:t>
            </a:r>
            <a:r>
              <a:rPr sz="1050" b="1">
                <a:solidFill>
                  <a:srgbClr val="4FD8FF"/>
                </a:solidFill>
                <a:latin typeface="微软雅黑"/>
                <a:ea typeface="微软雅黑"/>
                <a:cs typeface="微软雅黑"/>
              </a:rPr>
              <a:t>步）</a:t>
            </a:r>
          </a:p>
        </p:txBody>
      </p:sp>
      <p:sp>
        <p:nvSpPr>
          <p:cNvPr id="25" name="">
            <a:extLst xmlns:a="http://schemas.openxmlformats.org/drawingml/2006/main">
              <a:ext uri="{FF2B5EF4-FFF2-40B4-BE49-F238E27FC236}">
                <a16:creationId xmlns:a16="http://schemas.microsoft.com/office/drawing/2014/main" id="{4976902B-2197-49A5-8AD6-AEE6BEF02B97}"/>
              </a:ext>
            </a:extLst>
          </p:cNvPr>
          <p:cNvSpPr>
            <a:spLocks xmlns:a="http://schemas.openxmlformats.org/drawingml/2006/main" noGrp="1"/>
          </p:cNvSpPr>
          <p:nvPr/>
        </p:nvSpPr>
        <p:spPr>
          <a:xfrm xmlns:a="http://schemas.openxmlformats.org/drawingml/2006/main">
            <a:off x="457200" y="3105150"/>
            <a:ext cx="5581650" cy="1028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1　</a:t>
            </a:r>
            <a:r>
              <a:rPr sz="938">
                <a:solidFill>
                  <a:srgbClr val="EEF5FF"/>
                </a:solidFill>
                <a:latin typeface="微软雅黑"/>
                <a:ea typeface="微软雅黑"/>
                <a:cs typeface="微软雅黑"/>
              </a:rPr>
              <a:t>计算每个技能的 </a:t>
            </a:r>
            <a:r>
              <a:rPr sz="938">
                <a:solidFill>
                  <a:srgbClr val="EEF5FF"/>
                </a:solidFill>
                <a:latin typeface="微软雅黑"/>
                <a:ea typeface="微软雅黑"/>
                <a:cs typeface="微软雅黑"/>
              </a:rPr>
              <a:t>effort = </a:t>
            </a:r>
            <a:r>
              <a:rPr sz="938">
                <a:solidFill>
                  <a:srgbClr val="EEF5FF"/>
                </a:solidFill>
                <a:latin typeface="微软雅黑"/>
                <a:ea typeface="微软雅黑"/>
                <a:cs typeface="微软雅黑"/>
              </a:rPr>
              <a:t>缺口权重 </a:t>
            </a:r>
            <a:r>
              <a:rPr sz="938">
                <a:solidFill>
                  <a:srgbClr val="EEF5FF"/>
                </a:solidFill>
                <a:latin typeface="微软雅黑"/>
                <a:ea typeface="微软雅黑"/>
                <a:cs typeface="微软雅黑"/>
              </a:rPr>
              <a:t>× max(0.2, 1.6 − </a:t>
            </a:r>
            <a:r>
              <a:rPr sz="938">
                <a:solidFill>
                  <a:srgbClr val="EEF5FF"/>
                </a:solidFill>
                <a:latin typeface="微软雅黑"/>
                <a:ea typeface="微软雅黑"/>
                <a:cs typeface="微软雅黑"/>
              </a:rPr>
              <a:t>历史正确率</a:t>
            </a:r>
            <a:r>
              <a:rPr sz="938">
                <a:solidFill>
                  <a:srgbClr val="EEF5FF"/>
                </a:solidFill>
                <a:latin typeface="微软雅黑"/>
                <a:ea typeface="微软雅黑"/>
                <a:cs typeface="微软雅黑"/>
              </a:rPr>
              <a:t>)</a:t>
            </a:r>
            <a:r>
              <a:rPr sz="938">
                <a:solidFill>
                  <a:srgbClr val="EEF5FF"/>
                </a:solidFill>
                <a:latin typeface="微软雅黑"/>
                <a:ea typeface="微软雅黑"/>
                <a:cs typeface="微软雅黑"/>
              </a:rPr>
              <a:t>；</a:t>
            </a:r>
          </a:p>
          <a:p xmlns:a="http://schemas.openxmlformats.org/drawingml/2006/main">
            <a:pPr algn="l">
              <a:lnSpc>
                <a:spcPct val="15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2　</a:t>
            </a:r>
            <a:r>
              <a:rPr sz="938">
                <a:solidFill>
                  <a:srgbClr val="EEF5FF"/>
                </a:solidFill>
                <a:latin typeface="微软雅黑"/>
                <a:ea typeface="微软雅黑"/>
                <a:cs typeface="微软雅黑"/>
              </a:rPr>
              <a:t>按 </a:t>
            </a:r>
            <a:r>
              <a:rPr sz="938">
                <a:solidFill>
                  <a:srgbClr val="EEF5FF"/>
                </a:solidFill>
                <a:latin typeface="微软雅黑"/>
                <a:ea typeface="微软雅黑"/>
                <a:cs typeface="微软雅黑"/>
              </a:rPr>
              <a:t>effort </a:t>
            </a:r>
            <a:r>
              <a:rPr sz="938">
                <a:solidFill>
                  <a:srgbClr val="EEF5FF"/>
                </a:solidFill>
                <a:latin typeface="微软雅黑"/>
                <a:ea typeface="微软雅黑"/>
                <a:cs typeface="微软雅黑"/>
              </a:rPr>
              <a:t>降序排列，并按权重占比把本次题量分配到各技能；</a:t>
            </a:r>
          </a:p>
          <a:p xmlns:a="http://schemas.openxmlformats.org/drawingml/2006/main">
            <a:pPr algn="l">
              <a:lnSpc>
                <a:spcPct val="15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3　</a:t>
            </a:r>
            <a:r>
              <a:rPr sz="938">
                <a:solidFill>
                  <a:srgbClr val="EEF5FF"/>
                </a:solidFill>
                <a:latin typeface="微软雅黑"/>
                <a:ea typeface="微软雅黑"/>
                <a:cs typeface="微软雅黑"/>
              </a:rPr>
              <a:t>每个实际分配到的技能至少 </a:t>
            </a:r>
            <a:r>
              <a:rPr sz="938">
                <a:solidFill>
                  <a:srgbClr val="EEF5FF"/>
                </a:solidFill>
                <a:latin typeface="微软雅黑"/>
                <a:ea typeface="微软雅黑"/>
                <a:cs typeface="微软雅黑"/>
              </a:rPr>
              <a:t>1 </a:t>
            </a:r>
            <a:r>
              <a:rPr sz="938">
                <a:solidFill>
                  <a:srgbClr val="EEF5FF"/>
                </a:solidFill>
                <a:latin typeface="微软雅黑"/>
                <a:ea typeface="微软雅黑"/>
                <a:cs typeface="微软雅黑"/>
              </a:rPr>
              <a:t>题，且不超过题库存量与本次剩余题量，题量耗尽后不再分配；</a:t>
            </a:r>
          </a:p>
          <a:p xmlns:a="http://schemas.openxmlformats.org/drawingml/2006/main">
            <a:pPr algn="l">
              <a:lnSpc>
                <a:spcPct val="15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4　</a:t>
            </a:r>
            <a:r>
              <a:rPr sz="938">
                <a:solidFill>
                  <a:srgbClr val="EEF5FF"/>
                </a:solidFill>
                <a:latin typeface="微软雅黑"/>
                <a:ea typeface="微软雅黑"/>
                <a:cs typeface="微软雅黑"/>
              </a:rPr>
              <a:t>技能内部按 </a:t>
            </a:r>
            <a:r>
              <a:rPr sz="938">
                <a:solidFill>
                  <a:srgbClr val="EEF5FF"/>
                </a:solidFill>
                <a:latin typeface="微软雅黑"/>
                <a:ea typeface="微软雅黑"/>
                <a:cs typeface="微软雅黑"/>
              </a:rPr>
              <a:t>used_count </a:t>
            </a:r>
            <a:r>
              <a:rPr sz="938">
                <a:solidFill>
                  <a:srgbClr val="EEF5FF"/>
                </a:solidFill>
                <a:latin typeface="微软雅黑"/>
                <a:ea typeface="微软雅黑"/>
                <a:cs typeface="微软雅黑"/>
              </a:rPr>
              <a:t>升序、题目等级升序取题；</a:t>
            </a:r>
          </a:p>
          <a:p xmlns:a="http://schemas.openxmlformats.org/drawingml/2006/main">
            <a:pPr algn="l">
              <a:lnSpc>
                <a:spcPct val="15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5　</a:t>
            </a:r>
            <a:r>
              <a:rPr sz="938">
                <a:solidFill>
                  <a:srgbClr val="EEF5FF"/>
                </a:solidFill>
                <a:latin typeface="微软雅黑"/>
                <a:ea typeface="微软雅黑"/>
                <a:cs typeface="微软雅黑"/>
              </a:rPr>
              <a:t>交卷后更新 </a:t>
            </a:r>
            <a:r>
              <a:rPr sz="938">
                <a:solidFill>
                  <a:srgbClr val="EEF5FF"/>
                </a:solidFill>
                <a:latin typeface="微软雅黑"/>
                <a:ea typeface="微软雅黑"/>
                <a:cs typeface="微软雅黑"/>
              </a:rPr>
              <a:t>practice_stat</a:t>
            </a:r>
            <a:r>
              <a:rPr sz="938">
                <a:solidFill>
                  <a:srgbClr val="EEF5FF"/>
                </a:solidFill>
                <a:latin typeface="微软雅黑"/>
                <a:ea typeface="微软雅黑"/>
                <a:cs typeface="微软雅黑"/>
              </a:rPr>
              <a:t>，错题写入 </a:t>
            </a:r>
            <a:r>
              <a:rPr sz="938">
                <a:solidFill>
                  <a:srgbClr val="EEF5FF"/>
                </a:solidFill>
                <a:latin typeface="微软雅黑"/>
                <a:ea typeface="微软雅黑"/>
                <a:cs typeface="微软雅黑"/>
              </a:rPr>
              <a:t>memory_item</a:t>
            </a:r>
            <a:r>
              <a:rPr sz="938">
                <a:solidFill>
                  <a:srgbClr val="EEF5FF"/>
                </a:solidFill>
                <a:latin typeface="微软雅黑"/>
                <a:ea typeface="微软雅黑"/>
                <a:cs typeface="微软雅黑"/>
              </a:rPr>
              <a:t>，由历史正确率影响后续组卷权重。</a:t>
            </a:r>
          </a:p>
        </p:txBody>
      </p:sp>
      <p:sp>
        <p:nvSpPr>
          <p:cNvPr id="26" name="">
            <a:extLst xmlns:a="http://schemas.openxmlformats.org/drawingml/2006/main">
              <a:ext uri="{FF2B5EF4-FFF2-40B4-BE49-F238E27FC236}">
                <a16:creationId xmlns:a16="http://schemas.microsoft.com/office/drawing/2014/main" id="{0D9A0791-9696-42F2-BA40-7F26CEC59607}"/>
              </a:ext>
            </a:extLst>
          </p:cNvPr>
          <p:cNvSpPr>
            <a:spLocks xmlns:a="http://schemas.openxmlformats.org/drawingml/2006/main" noGrp="1"/>
          </p:cNvSpPr>
          <p:nvPr/>
        </p:nvSpPr>
        <p:spPr>
          <a:xfrm xmlns:a="http://schemas.openxmlformats.org/drawingml/2006/main">
            <a:off x="285750" y="4343400"/>
            <a:ext cx="5905500" cy="1905000"/>
          </a:xfrm>
          <a:prstGeom xmlns:a="http://schemas.openxmlformats.org/drawingml/2006/main" prst="roundRect">
            <a:avLst>
              <a:gd name="adj" fmla="val 4500"/>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27" name="">
            <a:extLst xmlns:a="http://schemas.openxmlformats.org/drawingml/2006/main">
              <a:ext uri="{FF2B5EF4-FFF2-40B4-BE49-F238E27FC236}">
                <a16:creationId xmlns:a16="http://schemas.microsoft.com/office/drawing/2014/main" id="{8EB0B7F5-E686-4367-B311-D8823DAD56DA}"/>
              </a:ext>
            </a:extLst>
          </p:cNvPr>
          <p:cNvSpPr>
            <a:spLocks xmlns:a="http://schemas.openxmlformats.org/drawingml/2006/main" noGrp="1"/>
          </p:cNvSpPr>
          <p:nvPr/>
        </p:nvSpPr>
        <p:spPr>
          <a:xfrm xmlns:a="http://schemas.openxmlformats.org/drawingml/2006/main">
            <a:off x="457200" y="4457700"/>
            <a:ext cx="5524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4FD8FF"/>
                </a:solidFill>
                <a:latin typeface="微软雅黑"/>
                <a:ea typeface="微软雅黑"/>
                <a:cs typeface="微软雅黑"/>
              </a:defRPr>
            </a:pPr>
            <a:r>
              <a:rPr sz="1050" b="1">
                <a:solidFill>
                  <a:srgbClr val="4FD8FF"/>
                </a:solidFill>
                <a:latin typeface="微软雅黑"/>
                <a:ea typeface="微软雅黑"/>
                <a:cs typeface="微软雅黑"/>
              </a:rPr>
              <a:t>输入参数（演示数据口径）</a:t>
            </a:r>
          </a:p>
        </p:txBody>
      </p:sp>
      <p:sp>
        <p:nvSpPr>
          <p:cNvPr id="28" name="">
            <a:extLst xmlns:a="http://schemas.openxmlformats.org/drawingml/2006/main">
              <a:ext uri="{FF2B5EF4-FFF2-40B4-BE49-F238E27FC236}">
                <a16:creationId xmlns:a16="http://schemas.microsoft.com/office/drawing/2014/main" id="{0EEA2D3C-C1E1-4137-BF49-7B1D2729C1F1}"/>
              </a:ext>
            </a:extLst>
          </p:cNvPr>
          <p:cNvSpPr>
            <a:spLocks xmlns:a="http://schemas.openxmlformats.org/drawingml/2006/main" noGrp="1"/>
          </p:cNvSpPr>
          <p:nvPr/>
        </p:nvSpPr>
        <p:spPr>
          <a:xfrm xmlns:a="http://schemas.openxmlformats.org/drawingml/2006/main">
            <a:off x="457200" y="4781550"/>
            <a:ext cx="952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缺口权重</a:t>
            </a:r>
          </a:p>
        </p:txBody>
      </p:sp>
      <p:sp>
        <p:nvSpPr>
          <p:cNvPr id="29" name="">
            <a:extLst xmlns:a="http://schemas.openxmlformats.org/drawingml/2006/main">
              <a:ext uri="{FF2B5EF4-FFF2-40B4-BE49-F238E27FC236}">
                <a16:creationId xmlns:a16="http://schemas.microsoft.com/office/drawing/2014/main" id="{78536D4E-A9DE-41F5-B4BD-3FD9F8512943}"/>
              </a:ext>
            </a:extLst>
          </p:cNvPr>
          <p:cNvSpPr>
            <a:spLocks xmlns:a="http://schemas.openxmlformats.org/drawingml/2006/main" noGrp="1"/>
          </p:cNvSpPr>
          <p:nvPr/>
        </p:nvSpPr>
        <p:spPr>
          <a:xfrm xmlns:a="http://schemas.openxmlformats.org/drawingml/2006/main">
            <a:off x="1447800" y="4781550"/>
            <a:ext cx="45910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继电保护 </a:t>
            </a:r>
            <a:r>
              <a:rPr sz="863" b="0">
                <a:solidFill>
                  <a:srgbClr val="EEF5FF"/>
                </a:solidFill>
                <a:latin typeface="微软雅黑"/>
                <a:ea typeface="微软雅黑"/>
                <a:cs typeface="微软雅黑"/>
              </a:rPr>
              <a:t>3.0 / </a:t>
            </a:r>
            <a:r>
              <a:rPr sz="863" b="0">
                <a:solidFill>
                  <a:srgbClr val="EEF5FF"/>
                </a:solidFill>
                <a:latin typeface="微软雅黑"/>
                <a:ea typeface="微软雅黑"/>
                <a:cs typeface="微软雅黑"/>
              </a:rPr>
              <a:t>高压试验 </a:t>
            </a:r>
            <a:r>
              <a:rPr sz="863" b="0">
                <a:solidFill>
                  <a:srgbClr val="EEF5FF"/>
                </a:solidFill>
                <a:latin typeface="微软雅黑"/>
                <a:ea typeface="微软雅黑"/>
                <a:cs typeface="微软雅黑"/>
              </a:rPr>
              <a:t>2.0 / </a:t>
            </a:r>
            <a:r>
              <a:rPr sz="863" b="0">
                <a:solidFill>
                  <a:srgbClr val="EEF5FF"/>
                </a:solidFill>
                <a:latin typeface="微软雅黑"/>
                <a:ea typeface="微软雅黑"/>
                <a:cs typeface="微软雅黑"/>
              </a:rPr>
              <a:t>故障录波 </a:t>
            </a:r>
            <a:r>
              <a:rPr sz="863" b="0">
                <a:solidFill>
                  <a:srgbClr val="EEF5FF"/>
                </a:solidFill>
                <a:latin typeface="微软雅黑"/>
                <a:ea typeface="微软雅黑"/>
                <a:cs typeface="微软雅黑"/>
              </a:rPr>
              <a:t>2.0 / </a:t>
            </a:r>
            <a:r>
              <a:rPr sz="863" b="0">
                <a:solidFill>
                  <a:srgbClr val="EEF5FF"/>
                </a:solidFill>
                <a:latin typeface="微软雅黑"/>
                <a:ea typeface="微软雅黑"/>
                <a:cs typeface="微软雅黑"/>
              </a:rPr>
              <a:t>倒闸操作 </a:t>
            </a:r>
            <a:r>
              <a:rPr sz="863" b="0">
                <a:solidFill>
                  <a:srgbClr val="EEF5FF"/>
                </a:solidFill>
                <a:latin typeface="微软雅黑"/>
                <a:ea typeface="微软雅黑"/>
                <a:cs typeface="微软雅黑"/>
              </a:rPr>
              <a:t>1.0 / </a:t>
            </a:r>
            <a:r>
              <a:rPr sz="863" b="0">
                <a:solidFill>
                  <a:srgbClr val="EEF5FF"/>
                </a:solidFill>
                <a:latin typeface="微软雅黑"/>
                <a:ea typeface="微软雅黑"/>
                <a:cs typeface="微软雅黑"/>
              </a:rPr>
              <a:t>安全规程 </a:t>
            </a:r>
            <a:r>
              <a:rPr sz="863" b="0">
                <a:solidFill>
                  <a:srgbClr val="EEF5FF"/>
                </a:solidFill>
                <a:latin typeface="微软雅黑"/>
                <a:ea typeface="微软雅黑"/>
                <a:cs typeface="微软雅黑"/>
              </a:rPr>
              <a:t>1.0</a:t>
            </a:r>
          </a:p>
        </p:txBody>
      </p:sp>
      <p:sp>
        <p:nvSpPr>
          <p:cNvPr id="30" name="">
            <a:extLst xmlns:a="http://schemas.openxmlformats.org/drawingml/2006/main">
              <a:ext uri="{FF2B5EF4-FFF2-40B4-BE49-F238E27FC236}">
                <a16:creationId xmlns:a16="http://schemas.microsoft.com/office/drawing/2014/main" id="{C80C4FEE-EE09-465A-B56F-37D94DE14DC2}"/>
              </a:ext>
            </a:extLst>
          </p:cNvPr>
          <p:cNvSpPr>
            <a:spLocks xmlns:a="http://schemas.openxmlformats.org/drawingml/2006/main" noGrp="1"/>
          </p:cNvSpPr>
          <p:nvPr/>
        </p:nvSpPr>
        <p:spPr>
          <a:xfrm xmlns:a="http://schemas.openxmlformats.org/drawingml/2006/main">
            <a:off x="457200" y="5143500"/>
            <a:ext cx="952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历史正确率</a:t>
            </a:r>
          </a:p>
        </p:txBody>
      </p:sp>
      <p:sp>
        <p:nvSpPr>
          <p:cNvPr id="31" name="">
            <a:extLst xmlns:a="http://schemas.openxmlformats.org/drawingml/2006/main">
              <a:ext uri="{FF2B5EF4-FFF2-40B4-BE49-F238E27FC236}">
                <a16:creationId xmlns:a16="http://schemas.microsoft.com/office/drawing/2014/main" id="{4743201A-701C-4B6D-877A-FD757EEF6CD9}"/>
              </a:ext>
            </a:extLst>
          </p:cNvPr>
          <p:cNvSpPr>
            <a:spLocks xmlns:a="http://schemas.openxmlformats.org/drawingml/2006/main" noGrp="1"/>
          </p:cNvSpPr>
          <p:nvPr/>
        </p:nvSpPr>
        <p:spPr>
          <a:xfrm xmlns:a="http://schemas.openxmlformats.org/drawingml/2006/main">
            <a:off x="1447800" y="5143500"/>
            <a:ext cx="45910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正确题数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已答题数；没有练习记录时按 </a:t>
            </a:r>
            <a:r>
              <a:rPr sz="863" b="0">
                <a:solidFill>
                  <a:srgbClr val="EEF5FF"/>
                </a:solidFill>
                <a:latin typeface="微软雅黑"/>
                <a:ea typeface="微软雅黑"/>
                <a:cs typeface="微软雅黑"/>
              </a:rPr>
              <a:t>0.70 </a:t>
            </a:r>
            <a:r>
              <a:rPr sz="863" b="0">
                <a:solidFill>
                  <a:srgbClr val="EEF5FF"/>
                </a:solidFill>
                <a:latin typeface="微软雅黑"/>
                <a:ea typeface="微软雅黑"/>
                <a:cs typeface="微软雅黑"/>
              </a:rPr>
              <a:t>冷启动</a:t>
            </a:r>
          </a:p>
        </p:txBody>
      </p:sp>
      <p:sp>
        <p:nvSpPr>
          <p:cNvPr id="32" name="">
            <a:extLst xmlns:a="http://schemas.openxmlformats.org/drawingml/2006/main">
              <a:ext uri="{FF2B5EF4-FFF2-40B4-BE49-F238E27FC236}">
                <a16:creationId xmlns:a16="http://schemas.microsoft.com/office/drawing/2014/main" id="{4D7ED45B-0870-40AF-8460-AE0FC71398A8}"/>
              </a:ext>
            </a:extLst>
          </p:cNvPr>
          <p:cNvSpPr>
            <a:spLocks xmlns:a="http://schemas.openxmlformats.org/drawingml/2006/main" noGrp="1"/>
          </p:cNvSpPr>
          <p:nvPr/>
        </p:nvSpPr>
        <p:spPr>
          <a:xfrm xmlns:a="http://schemas.openxmlformats.org/drawingml/2006/main">
            <a:off x="457200" y="5505450"/>
            <a:ext cx="952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题库存量</a:t>
            </a:r>
          </a:p>
        </p:txBody>
      </p:sp>
      <p:sp>
        <p:nvSpPr>
          <p:cNvPr id="33" name="">
            <a:extLst xmlns:a="http://schemas.openxmlformats.org/drawingml/2006/main">
              <a:ext uri="{FF2B5EF4-FFF2-40B4-BE49-F238E27FC236}">
                <a16:creationId xmlns:a16="http://schemas.microsoft.com/office/drawing/2014/main" id="{14EF0F82-FCA0-43DA-B7DC-C1EA8F385F56}"/>
              </a:ext>
            </a:extLst>
          </p:cNvPr>
          <p:cNvSpPr>
            <a:spLocks xmlns:a="http://schemas.openxmlformats.org/drawingml/2006/main" noGrp="1"/>
          </p:cNvSpPr>
          <p:nvPr/>
        </p:nvSpPr>
        <p:spPr>
          <a:xfrm xmlns:a="http://schemas.openxmlformats.org/drawingml/2006/main">
            <a:off x="1447800" y="5505450"/>
            <a:ext cx="45910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按技能统计可抽题数，并从 </a:t>
            </a:r>
            <a:r>
              <a:rPr sz="863" b="0">
                <a:solidFill>
                  <a:srgbClr val="EEF5FF"/>
                </a:solidFill>
                <a:latin typeface="微软雅黑"/>
                <a:ea typeface="微软雅黑"/>
                <a:cs typeface="微软雅黑"/>
              </a:rPr>
              <a:t>used_count </a:t>
            </a:r>
            <a:r>
              <a:rPr sz="863" b="0">
                <a:solidFill>
                  <a:srgbClr val="EEF5FF"/>
                </a:solidFill>
                <a:latin typeface="微软雅黑"/>
                <a:ea typeface="微软雅黑"/>
                <a:cs typeface="微软雅黑"/>
              </a:rPr>
              <a:t>少的题开始选，避免反复抽同一题</a:t>
            </a:r>
          </a:p>
        </p:txBody>
      </p:sp>
      <p:sp>
        <p:nvSpPr>
          <p:cNvPr id="34" name="">
            <a:extLst xmlns:a="http://schemas.openxmlformats.org/drawingml/2006/main">
              <a:ext uri="{FF2B5EF4-FFF2-40B4-BE49-F238E27FC236}">
                <a16:creationId xmlns:a16="http://schemas.microsoft.com/office/drawing/2014/main" id="{9E6CD460-0BDA-4A6D-B553-97EB31C21C90}"/>
              </a:ext>
            </a:extLst>
          </p:cNvPr>
          <p:cNvSpPr>
            <a:spLocks xmlns:a="http://schemas.openxmlformats.org/drawingml/2006/main" noGrp="1"/>
          </p:cNvSpPr>
          <p:nvPr/>
        </p:nvSpPr>
        <p:spPr>
          <a:xfrm xmlns:a="http://schemas.openxmlformats.org/drawingml/2006/main">
            <a:off x="457200" y="5867400"/>
            <a:ext cx="952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已实现入口</a:t>
            </a:r>
          </a:p>
        </p:txBody>
      </p:sp>
      <p:sp>
        <p:nvSpPr>
          <p:cNvPr id="35" name="">
            <a:extLst xmlns:a="http://schemas.openxmlformats.org/drawingml/2006/main">
              <a:ext uri="{FF2B5EF4-FFF2-40B4-BE49-F238E27FC236}">
                <a16:creationId xmlns:a16="http://schemas.microsoft.com/office/drawing/2014/main" id="{D364E8D3-49B5-4EBF-8964-298172109C0F}"/>
              </a:ext>
            </a:extLst>
          </p:cNvPr>
          <p:cNvSpPr>
            <a:spLocks xmlns:a="http://schemas.openxmlformats.org/drawingml/2006/main" noGrp="1"/>
          </p:cNvSpPr>
          <p:nvPr/>
        </p:nvSpPr>
        <p:spPr>
          <a:xfrm xmlns:a="http://schemas.openxmlformats.org/drawingml/2006/main">
            <a:off x="1447800" y="5867400"/>
            <a:ext cx="45910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员工端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学习与考试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练习题；已落库：缺口权重、逐技能正确率、题目使用次数、抽题与练习记录</a:t>
            </a:r>
          </a:p>
        </p:txBody>
      </p:sp>
      <p:sp>
        <p:nvSpPr>
          <p:cNvPr id="36" name="">
            <a:extLst xmlns:a="http://schemas.openxmlformats.org/drawingml/2006/main">
              <a:ext uri="{FF2B5EF4-FFF2-40B4-BE49-F238E27FC236}">
                <a16:creationId xmlns:a16="http://schemas.microsoft.com/office/drawing/2014/main" id="{3CFE57F6-2108-40ED-86C7-8AC7E41609C1}"/>
              </a:ext>
            </a:extLst>
          </p:cNvPr>
          <p:cNvSpPr>
            <a:spLocks xmlns:a="http://schemas.openxmlformats.org/drawingml/2006/main" noGrp="1"/>
          </p:cNvSpPr>
          <p:nvPr/>
        </p:nvSpPr>
        <p:spPr>
          <a:xfrm xmlns:a="http://schemas.openxmlformats.org/drawingml/2006/main">
            <a:off x="6419850" y="1333500"/>
            <a:ext cx="5524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FFD24A"/>
                </a:solidFill>
                <a:latin typeface="微软雅黑"/>
                <a:ea typeface="微软雅黑"/>
                <a:cs typeface="微软雅黑"/>
              </a:defRPr>
            </a:pPr>
            <a:r>
              <a:rPr sz="1050" b="1">
                <a:solidFill>
                  <a:srgbClr val="FFD24A"/>
                </a:solidFill>
                <a:latin typeface="微软雅黑"/>
                <a:ea typeface="微软雅黑"/>
                <a:cs typeface="微软雅黑"/>
              </a:rPr>
              <a:t>闭环：抽题 </a:t>
            </a:r>
            <a:r>
              <a:rPr sz="1050" b="1">
                <a:solidFill>
                  <a:srgbClr val="FFD24A"/>
                </a:solidFill>
                <a:latin typeface="微软雅黑"/>
                <a:ea typeface="微软雅黑"/>
                <a:cs typeface="微软雅黑"/>
              </a:rPr>
              <a:t>→ </a:t>
            </a:r>
            <a:r>
              <a:rPr sz="1050" b="1">
                <a:solidFill>
                  <a:srgbClr val="FFD24A"/>
                </a:solidFill>
                <a:latin typeface="微软雅黑"/>
                <a:ea typeface="微软雅黑"/>
                <a:cs typeface="微软雅黑"/>
              </a:rPr>
              <a:t>作答 </a:t>
            </a:r>
            <a:r>
              <a:rPr sz="1050" b="1">
                <a:solidFill>
                  <a:srgbClr val="FFD24A"/>
                </a:solidFill>
                <a:latin typeface="微软雅黑"/>
                <a:ea typeface="微软雅黑"/>
                <a:cs typeface="微软雅黑"/>
              </a:rPr>
              <a:t>→ </a:t>
            </a:r>
            <a:r>
              <a:rPr sz="1050" b="1">
                <a:solidFill>
                  <a:srgbClr val="FFD24A"/>
                </a:solidFill>
                <a:latin typeface="微软雅黑"/>
                <a:ea typeface="微软雅黑"/>
                <a:cs typeface="微软雅黑"/>
              </a:rPr>
              <a:t>正确率更新 </a:t>
            </a:r>
            <a:r>
              <a:rPr sz="1050" b="1">
                <a:solidFill>
                  <a:srgbClr val="FFD24A"/>
                </a:solidFill>
                <a:latin typeface="微软雅黑"/>
                <a:ea typeface="微软雅黑"/>
                <a:cs typeface="微软雅黑"/>
              </a:rPr>
              <a:t>→ </a:t>
            </a:r>
            <a:r>
              <a:rPr sz="1050" b="1">
                <a:solidFill>
                  <a:srgbClr val="FFD24A"/>
                </a:solidFill>
                <a:latin typeface="微软雅黑"/>
                <a:ea typeface="微软雅黑"/>
                <a:cs typeface="微软雅黑"/>
              </a:rPr>
              <a:t>错题入记忆 </a:t>
            </a:r>
            <a:r>
              <a:rPr sz="1050" b="1">
                <a:solidFill>
                  <a:srgbClr val="FFD24A"/>
                </a:solidFill>
                <a:latin typeface="微软雅黑"/>
                <a:ea typeface="微软雅黑"/>
                <a:cs typeface="微软雅黑"/>
              </a:rPr>
              <a:t>→ </a:t>
            </a:r>
            <a:r>
              <a:rPr sz="1050" b="1">
                <a:solidFill>
                  <a:srgbClr val="FFD24A"/>
                </a:solidFill>
                <a:latin typeface="微软雅黑"/>
                <a:ea typeface="微软雅黑"/>
                <a:cs typeface="微软雅黑"/>
              </a:rPr>
              <a:t>重新分配题量</a:t>
            </a:r>
          </a:p>
        </p:txBody>
      </p:sp>
      <p:sp>
        <p:nvSpPr>
          <p:cNvPr id="37" name="">
            <a:extLst xmlns:a="http://schemas.openxmlformats.org/drawingml/2006/main">
              <a:ext uri="{FF2B5EF4-FFF2-40B4-BE49-F238E27FC236}">
                <a16:creationId xmlns:a16="http://schemas.microsoft.com/office/drawing/2014/main" id="{29E48618-C0C7-4FE8-BC70-C21AA777473A}"/>
              </a:ext>
            </a:extLst>
          </p:cNvPr>
          <p:cNvSpPr>
            <a:spLocks xmlns:a="http://schemas.openxmlformats.org/drawingml/2006/main" noGrp="1"/>
          </p:cNvSpPr>
          <p:nvPr/>
        </p:nvSpPr>
        <p:spPr>
          <a:xfrm xmlns:a="http://schemas.openxmlformats.org/drawingml/2006/main">
            <a:off x="6419850" y="1638300"/>
            <a:ext cx="5486400" cy="609600"/>
          </a:xfrm>
          <a:prstGeom xmlns:a="http://schemas.openxmlformats.org/drawingml/2006/main" prst="roundRect">
            <a:avLst>
              <a:gd name="adj" fmla="val 1406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8" name="">
            <a:extLst xmlns:a="http://schemas.openxmlformats.org/drawingml/2006/main">
              <a:ext uri="{FF2B5EF4-FFF2-40B4-BE49-F238E27FC236}">
                <a16:creationId xmlns:a16="http://schemas.microsoft.com/office/drawing/2014/main" id="{CFC2E1C1-2FDB-4003-AA0C-909BC9DA2E59}"/>
              </a:ext>
            </a:extLst>
          </p:cNvPr>
          <p:cNvSpPr>
            <a:spLocks xmlns:a="http://schemas.openxmlformats.org/drawingml/2006/main" noGrp="1"/>
          </p:cNvSpPr>
          <p:nvPr/>
        </p:nvSpPr>
        <p:spPr>
          <a:xfrm xmlns:a="http://schemas.openxmlformats.org/drawingml/2006/main">
            <a:off x="6572250" y="1828800"/>
            <a:ext cx="228600" cy="228600"/>
          </a:xfrm>
          <a:prstGeom xmlns:a="http://schemas.openxmlformats.org/drawingml/2006/main" prst="ellipse">
            <a:avLst/>
          </a:prstGeom>
          <a:solidFill xmlns:a="http://schemas.openxmlformats.org/drawingml/2006/main">
            <a:srgbClr val="2E86E0"/>
          </a:solidFill>
          <a:ln xmlns:a="http://schemas.openxmlformats.org/drawingml/2006/main">
            <a:noFill/>
          </a:ln>
        </p:spPr>
      </p:sp>
      <p:sp>
        <p:nvSpPr>
          <p:cNvPr id="39" name="">
            <a:extLst xmlns:a="http://schemas.openxmlformats.org/drawingml/2006/main">
              <a:ext uri="{FF2B5EF4-FFF2-40B4-BE49-F238E27FC236}">
                <a16:creationId xmlns:a16="http://schemas.microsoft.com/office/drawing/2014/main" id="{ADC6595B-84B7-490A-A14E-9F882394EF8D}"/>
              </a:ext>
            </a:extLst>
          </p:cNvPr>
          <p:cNvSpPr>
            <a:spLocks xmlns:a="http://schemas.openxmlformats.org/drawingml/2006/main" noGrp="1"/>
          </p:cNvSpPr>
          <p:nvPr/>
        </p:nvSpPr>
        <p:spPr>
          <a:xfrm xmlns:a="http://schemas.openxmlformats.org/drawingml/2006/main">
            <a:off x="6572250" y="1828800"/>
            <a:ext cx="2286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FFFF"/>
                </a:solidFill>
                <a:latin typeface="Bahnschrift"/>
                <a:ea typeface="Bahnschrift"/>
                <a:cs typeface="Bahnschrift"/>
              </a:defRPr>
            </a:pPr>
            <a:r>
              <a:rPr sz="900" b="1">
                <a:solidFill>
                  <a:srgbClr val="FFFFFF"/>
                </a:solidFill>
                <a:latin typeface="Bahnschrift"/>
                <a:ea typeface="Bahnschrift"/>
                <a:cs typeface="Bahnschrift"/>
              </a:rPr>
              <a:t>1</a:t>
            </a:r>
          </a:p>
        </p:txBody>
      </p:sp>
      <p:sp>
        <p:nvSpPr>
          <p:cNvPr id="40" name="">
            <a:extLst xmlns:a="http://schemas.openxmlformats.org/drawingml/2006/main">
              <a:ext uri="{FF2B5EF4-FFF2-40B4-BE49-F238E27FC236}">
                <a16:creationId xmlns:a16="http://schemas.microsoft.com/office/drawing/2014/main" id="{162DC16C-2B8E-4D8A-9811-DCB104C024CF}"/>
              </a:ext>
            </a:extLst>
          </p:cNvPr>
          <p:cNvSpPr>
            <a:spLocks xmlns:a="http://schemas.openxmlformats.org/drawingml/2006/main" noGrp="1"/>
          </p:cNvSpPr>
          <p:nvPr/>
        </p:nvSpPr>
        <p:spPr>
          <a:xfrm xmlns:a="http://schemas.openxmlformats.org/drawingml/2006/main">
            <a:off x="6915150" y="1733550"/>
            <a:ext cx="1905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13" b="1">
                <a:solidFill>
                  <a:srgbClr val="FFFFFF"/>
                </a:solidFill>
                <a:latin typeface="微软雅黑"/>
                <a:ea typeface="微软雅黑"/>
                <a:cs typeface="微软雅黑"/>
              </a:defRPr>
            </a:pPr>
            <a:r>
              <a:rPr sz="1013" b="1">
                <a:solidFill>
                  <a:srgbClr val="FFFFFF"/>
                </a:solidFill>
                <a:latin typeface="微软雅黑"/>
                <a:ea typeface="微软雅黑"/>
                <a:cs typeface="微软雅黑"/>
              </a:rPr>
              <a:t>抽题</a:t>
            </a:r>
          </a:p>
        </p:txBody>
      </p:sp>
      <p:sp>
        <p:nvSpPr>
          <p:cNvPr id="41" name="">
            <a:extLst xmlns:a="http://schemas.openxmlformats.org/drawingml/2006/main">
              <a:ext uri="{FF2B5EF4-FFF2-40B4-BE49-F238E27FC236}">
                <a16:creationId xmlns:a16="http://schemas.microsoft.com/office/drawing/2014/main" id="{8DD5FDE5-EF20-4088-9139-50440F10D773}"/>
              </a:ext>
            </a:extLst>
          </p:cNvPr>
          <p:cNvSpPr>
            <a:spLocks xmlns:a="http://schemas.openxmlformats.org/drawingml/2006/main" noGrp="1"/>
          </p:cNvSpPr>
          <p:nvPr/>
        </p:nvSpPr>
        <p:spPr>
          <a:xfrm xmlns:a="http://schemas.openxmlformats.org/drawingml/2006/main">
            <a:off x="6915150" y="1962150"/>
            <a:ext cx="48768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按 </a:t>
            </a:r>
            <a:r>
              <a:rPr sz="863" b="0">
                <a:solidFill>
                  <a:srgbClr val="EEF5FF"/>
                </a:solidFill>
                <a:latin typeface="微软雅黑"/>
                <a:ea typeface="微软雅黑"/>
                <a:cs typeface="微软雅黑"/>
              </a:rPr>
              <a:t>effort </a:t>
            </a:r>
            <a:r>
              <a:rPr sz="863" b="0">
                <a:solidFill>
                  <a:srgbClr val="EEF5FF"/>
                </a:solidFill>
                <a:latin typeface="微软雅黑"/>
                <a:ea typeface="微软雅黑"/>
                <a:cs typeface="微软雅黑"/>
              </a:rPr>
              <a:t>分配题量，</a:t>
            </a:r>
            <a:r>
              <a:rPr sz="863" b="0">
                <a:solidFill>
                  <a:srgbClr val="EEF5FF"/>
                </a:solidFill>
                <a:latin typeface="微软雅黑"/>
                <a:ea typeface="微软雅黑"/>
                <a:cs typeface="微软雅黑"/>
              </a:rPr>
              <a:t>used_count </a:t>
            </a:r>
            <a:r>
              <a:rPr sz="863" b="0">
                <a:solidFill>
                  <a:srgbClr val="EEF5FF"/>
                </a:solidFill>
                <a:latin typeface="微软雅黑"/>
                <a:ea typeface="微软雅黑"/>
                <a:cs typeface="微软雅黑"/>
              </a:rPr>
              <a:t>少的题优先</a:t>
            </a:r>
          </a:p>
        </p:txBody>
      </p:sp>
      <p:sp>
        <p:nvSpPr>
          <p:cNvPr id="42" name="">
            <a:extLst xmlns:a="http://schemas.openxmlformats.org/drawingml/2006/main">
              <a:ext uri="{FF2B5EF4-FFF2-40B4-BE49-F238E27FC236}">
                <a16:creationId xmlns:a16="http://schemas.microsoft.com/office/drawing/2014/main" id="{3253018A-895A-4BF7-9B40-EB5FCD80446B}"/>
              </a:ext>
            </a:extLst>
          </p:cNvPr>
          <p:cNvSpPr>
            <a:spLocks xmlns:a="http://schemas.openxmlformats.org/drawingml/2006/main" noGrp="1"/>
          </p:cNvSpPr>
          <p:nvPr/>
        </p:nvSpPr>
        <p:spPr>
          <a:xfrm xmlns:a="http://schemas.openxmlformats.org/drawingml/2006/main">
            <a:off x="6610350" y="2266950"/>
            <a:ext cx="228600" cy="11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FFD24A"/>
                </a:solidFill>
                <a:latin typeface="微软雅黑"/>
                <a:ea typeface="微软雅黑"/>
                <a:cs typeface="微软雅黑"/>
              </a:defRPr>
            </a:pPr>
            <a:r>
              <a:rPr sz="750" b="0">
                <a:solidFill>
                  <a:srgbClr val="FFD24A"/>
                </a:solidFill>
                <a:latin typeface="微软雅黑"/>
                <a:ea typeface="微软雅黑"/>
                <a:cs typeface="微软雅黑"/>
              </a:rPr>
              <a:t>▼</a:t>
            </a:r>
          </a:p>
        </p:txBody>
      </p:sp>
      <p:sp>
        <p:nvSpPr>
          <p:cNvPr id="43" name="">
            <a:extLst xmlns:a="http://schemas.openxmlformats.org/drawingml/2006/main">
              <a:ext uri="{FF2B5EF4-FFF2-40B4-BE49-F238E27FC236}">
                <a16:creationId xmlns:a16="http://schemas.microsoft.com/office/drawing/2014/main" id="{2813C12E-509E-4007-9CD2-189310A2A0FC}"/>
              </a:ext>
            </a:extLst>
          </p:cNvPr>
          <p:cNvSpPr>
            <a:spLocks xmlns:a="http://schemas.openxmlformats.org/drawingml/2006/main" noGrp="1"/>
          </p:cNvSpPr>
          <p:nvPr/>
        </p:nvSpPr>
        <p:spPr>
          <a:xfrm xmlns:a="http://schemas.openxmlformats.org/drawingml/2006/main">
            <a:off x="6419850" y="2362200"/>
            <a:ext cx="5486400" cy="609600"/>
          </a:xfrm>
          <a:prstGeom xmlns:a="http://schemas.openxmlformats.org/drawingml/2006/main" prst="roundRect">
            <a:avLst>
              <a:gd name="adj" fmla="val 1406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44" name="">
            <a:extLst xmlns:a="http://schemas.openxmlformats.org/drawingml/2006/main">
              <a:ext uri="{FF2B5EF4-FFF2-40B4-BE49-F238E27FC236}">
                <a16:creationId xmlns:a16="http://schemas.microsoft.com/office/drawing/2014/main" id="{2A32AFBC-51FE-4511-A7FD-7B9938B67BFE}"/>
              </a:ext>
            </a:extLst>
          </p:cNvPr>
          <p:cNvSpPr>
            <a:spLocks xmlns:a="http://schemas.openxmlformats.org/drawingml/2006/main" noGrp="1"/>
          </p:cNvSpPr>
          <p:nvPr/>
        </p:nvSpPr>
        <p:spPr>
          <a:xfrm xmlns:a="http://schemas.openxmlformats.org/drawingml/2006/main">
            <a:off x="6572250" y="2552700"/>
            <a:ext cx="228600" cy="228600"/>
          </a:xfrm>
          <a:prstGeom xmlns:a="http://schemas.openxmlformats.org/drawingml/2006/main" prst="ellipse">
            <a:avLst/>
          </a:prstGeom>
          <a:solidFill xmlns:a="http://schemas.openxmlformats.org/drawingml/2006/main">
            <a:srgbClr val="2E86E0"/>
          </a:solidFill>
          <a:ln xmlns:a="http://schemas.openxmlformats.org/drawingml/2006/main">
            <a:noFill/>
          </a:ln>
        </p:spPr>
      </p:sp>
      <p:sp>
        <p:nvSpPr>
          <p:cNvPr id="45" name="">
            <a:extLst xmlns:a="http://schemas.openxmlformats.org/drawingml/2006/main">
              <a:ext uri="{FF2B5EF4-FFF2-40B4-BE49-F238E27FC236}">
                <a16:creationId xmlns:a16="http://schemas.microsoft.com/office/drawing/2014/main" id="{909ADFE3-F3FA-4576-BBBA-5E592D6F5A58}"/>
              </a:ext>
            </a:extLst>
          </p:cNvPr>
          <p:cNvSpPr>
            <a:spLocks xmlns:a="http://schemas.openxmlformats.org/drawingml/2006/main" noGrp="1"/>
          </p:cNvSpPr>
          <p:nvPr/>
        </p:nvSpPr>
        <p:spPr>
          <a:xfrm xmlns:a="http://schemas.openxmlformats.org/drawingml/2006/main">
            <a:off x="6572250" y="2552700"/>
            <a:ext cx="2286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FFFF"/>
                </a:solidFill>
                <a:latin typeface="Bahnschrift"/>
                <a:ea typeface="Bahnschrift"/>
                <a:cs typeface="Bahnschrift"/>
              </a:defRPr>
            </a:pPr>
            <a:r>
              <a:rPr sz="900" b="1">
                <a:solidFill>
                  <a:srgbClr val="FFFFFF"/>
                </a:solidFill>
                <a:latin typeface="Bahnschrift"/>
                <a:ea typeface="Bahnschrift"/>
                <a:cs typeface="Bahnschrift"/>
              </a:rPr>
              <a:t>2</a:t>
            </a:r>
          </a:p>
        </p:txBody>
      </p:sp>
      <p:sp>
        <p:nvSpPr>
          <p:cNvPr id="46" name="">
            <a:extLst xmlns:a="http://schemas.openxmlformats.org/drawingml/2006/main">
              <a:ext uri="{FF2B5EF4-FFF2-40B4-BE49-F238E27FC236}">
                <a16:creationId xmlns:a16="http://schemas.microsoft.com/office/drawing/2014/main" id="{2CABFFF0-BD59-489E-8BE8-BF3E4B440723}"/>
              </a:ext>
            </a:extLst>
          </p:cNvPr>
          <p:cNvSpPr>
            <a:spLocks xmlns:a="http://schemas.openxmlformats.org/drawingml/2006/main" noGrp="1"/>
          </p:cNvSpPr>
          <p:nvPr/>
        </p:nvSpPr>
        <p:spPr>
          <a:xfrm xmlns:a="http://schemas.openxmlformats.org/drawingml/2006/main">
            <a:off x="6915150" y="2457450"/>
            <a:ext cx="1905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13" b="1">
                <a:solidFill>
                  <a:srgbClr val="FFFFFF"/>
                </a:solidFill>
                <a:latin typeface="微软雅黑"/>
                <a:ea typeface="微软雅黑"/>
                <a:cs typeface="微软雅黑"/>
              </a:defRPr>
            </a:pPr>
            <a:r>
              <a:rPr sz="1013" b="1">
                <a:solidFill>
                  <a:srgbClr val="FFFFFF"/>
                </a:solidFill>
                <a:latin typeface="微软雅黑"/>
                <a:ea typeface="微软雅黑"/>
                <a:cs typeface="微软雅黑"/>
              </a:rPr>
              <a:t>作答</a:t>
            </a:r>
          </a:p>
        </p:txBody>
      </p:sp>
      <p:sp>
        <p:nvSpPr>
          <p:cNvPr id="47" name="">
            <a:extLst xmlns:a="http://schemas.openxmlformats.org/drawingml/2006/main">
              <a:ext uri="{FF2B5EF4-FFF2-40B4-BE49-F238E27FC236}">
                <a16:creationId xmlns:a16="http://schemas.microsoft.com/office/drawing/2014/main" id="{3939D343-C7F1-416D-90CF-9FEC43FF1A87}"/>
              </a:ext>
            </a:extLst>
          </p:cNvPr>
          <p:cNvSpPr>
            <a:spLocks xmlns:a="http://schemas.openxmlformats.org/drawingml/2006/main" noGrp="1"/>
          </p:cNvSpPr>
          <p:nvPr/>
        </p:nvSpPr>
        <p:spPr>
          <a:xfrm xmlns:a="http://schemas.openxmlformats.org/drawingml/2006/main">
            <a:off x="6915150" y="2686050"/>
            <a:ext cx="48768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员工端在线作答，客观题自动判分</a:t>
            </a:r>
          </a:p>
        </p:txBody>
      </p:sp>
      <p:sp>
        <p:nvSpPr>
          <p:cNvPr id="48" name="">
            <a:extLst xmlns:a="http://schemas.openxmlformats.org/drawingml/2006/main">
              <a:ext uri="{FF2B5EF4-FFF2-40B4-BE49-F238E27FC236}">
                <a16:creationId xmlns:a16="http://schemas.microsoft.com/office/drawing/2014/main" id="{C1EB570C-5A06-452F-9452-57339D33E1A4}"/>
              </a:ext>
            </a:extLst>
          </p:cNvPr>
          <p:cNvSpPr>
            <a:spLocks xmlns:a="http://schemas.openxmlformats.org/drawingml/2006/main" noGrp="1"/>
          </p:cNvSpPr>
          <p:nvPr/>
        </p:nvSpPr>
        <p:spPr>
          <a:xfrm xmlns:a="http://schemas.openxmlformats.org/drawingml/2006/main">
            <a:off x="6610350" y="2990850"/>
            <a:ext cx="228600" cy="11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FFD24A"/>
                </a:solidFill>
                <a:latin typeface="微软雅黑"/>
                <a:ea typeface="微软雅黑"/>
                <a:cs typeface="微软雅黑"/>
              </a:defRPr>
            </a:pPr>
            <a:r>
              <a:rPr sz="750" b="0">
                <a:solidFill>
                  <a:srgbClr val="FFD24A"/>
                </a:solidFill>
                <a:latin typeface="微软雅黑"/>
                <a:ea typeface="微软雅黑"/>
                <a:cs typeface="微软雅黑"/>
              </a:rPr>
              <a:t>▼</a:t>
            </a:r>
          </a:p>
        </p:txBody>
      </p:sp>
      <p:sp>
        <p:nvSpPr>
          <p:cNvPr id="49" name="">
            <a:extLst xmlns:a="http://schemas.openxmlformats.org/drawingml/2006/main">
              <a:ext uri="{FF2B5EF4-FFF2-40B4-BE49-F238E27FC236}">
                <a16:creationId xmlns:a16="http://schemas.microsoft.com/office/drawing/2014/main" id="{14F43565-BEA2-4B56-9A7B-58243AE26E55}"/>
              </a:ext>
            </a:extLst>
          </p:cNvPr>
          <p:cNvSpPr>
            <a:spLocks xmlns:a="http://schemas.openxmlformats.org/drawingml/2006/main" noGrp="1"/>
          </p:cNvSpPr>
          <p:nvPr/>
        </p:nvSpPr>
        <p:spPr>
          <a:xfrm xmlns:a="http://schemas.openxmlformats.org/drawingml/2006/main">
            <a:off x="6419850" y="3086100"/>
            <a:ext cx="5486400" cy="609600"/>
          </a:xfrm>
          <a:prstGeom xmlns:a="http://schemas.openxmlformats.org/drawingml/2006/main" prst="roundRect">
            <a:avLst>
              <a:gd name="adj" fmla="val 1406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50" name="">
            <a:extLst xmlns:a="http://schemas.openxmlformats.org/drawingml/2006/main">
              <a:ext uri="{FF2B5EF4-FFF2-40B4-BE49-F238E27FC236}">
                <a16:creationId xmlns:a16="http://schemas.microsoft.com/office/drawing/2014/main" id="{AB38C546-8ADD-4F8D-9AFF-25E5035106DE}"/>
              </a:ext>
            </a:extLst>
          </p:cNvPr>
          <p:cNvSpPr>
            <a:spLocks xmlns:a="http://schemas.openxmlformats.org/drawingml/2006/main" noGrp="1"/>
          </p:cNvSpPr>
          <p:nvPr/>
        </p:nvSpPr>
        <p:spPr>
          <a:xfrm xmlns:a="http://schemas.openxmlformats.org/drawingml/2006/main">
            <a:off x="6572250" y="3276600"/>
            <a:ext cx="228600" cy="228600"/>
          </a:xfrm>
          <a:prstGeom xmlns:a="http://schemas.openxmlformats.org/drawingml/2006/main" prst="ellipse">
            <a:avLst/>
          </a:prstGeom>
          <a:solidFill xmlns:a="http://schemas.openxmlformats.org/drawingml/2006/main">
            <a:srgbClr val="2E86E0"/>
          </a:solidFill>
          <a:ln xmlns:a="http://schemas.openxmlformats.org/drawingml/2006/main">
            <a:noFill/>
          </a:ln>
        </p:spPr>
      </p:sp>
      <p:sp>
        <p:nvSpPr>
          <p:cNvPr id="51" name="">
            <a:extLst xmlns:a="http://schemas.openxmlformats.org/drawingml/2006/main">
              <a:ext uri="{FF2B5EF4-FFF2-40B4-BE49-F238E27FC236}">
                <a16:creationId xmlns:a16="http://schemas.microsoft.com/office/drawing/2014/main" id="{2B19F37E-FB7B-4B2E-AF66-21185E08AB11}"/>
              </a:ext>
            </a:extLst>
          </p:cNvPr>
          <p:cNvSpPr>
            <a:spLocks xmlns:a="http://schemas.openxmlformats.org/drawingml/2006/main" noGrp="1"/>
          </p:cNvSpPr>
          <p:nvPr/>
        </p:nvSpPr>
        <p:spPr>
          <a:xfrm xmlns:a="http://schemas.openxmlformats.org/drawingml/2006/main">
            <a:off x="6572250" y="3276600"/>
            <a:ext cx="2286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FFFF"/>
                </a:solidFill>
                <a:latin typeface="Bahnschrift"/>
                <a:ea typeface="Bahnschrift"/>
                <a:cs typeface="Bahnschrift"/>
              </a:defRPr>
            </a:pPr>
            <a:r>
              <a:rPr sz="900" b="1">
                <a:solidFill>
                  <a:srgbClr val="FFFFFF"/>
                </a:solidFill>
                <a:latin typeface="Bahnschrift"/>
                <a:ea typeface="Bahnschrift"/>
                <a:cs typeface="Bahnschrift"/>
              </a:rPr>
              <a:t>3</a:t>
            </a:r>
          </a:p>
        </p:txBody>
      </p:sp>
      <p:sp>
        <p:nvSpPr>
          <p:cNvPr id="52" name="">
            <a:extLst xmlns:a="http://schemas.openxmlformats.org/drawingml/2006/main">
              <a:ext uri="{FF2B5EF4-FFF2-40B4-BE49-F238E27FC236}">
                <a16:creationId xmlns:a16="http://schemas.microsoft.com/office/drawing/2014/main" id="{9C213517-561C-4711-960C-F27543772000}"/>
              </a:ext>
            </a:extLst>
          </p:cNvPr>
          <p:cNvSpPr>
            <a:spLocks xmlns:a="http://schemas.openxmlformats.org/drawingml/2006/main" noGrp="1"/>
          </p:cNvSpPr>
          <p:nvPr/>
        </p:nvSpPr>
        <p:spPr>
          <a:xfrm xmlns:a="http://schemas.openxmlformats.org/drawingml/2006/main">
            <a:off x="6915150" y="3181350"/>
            <a:ext cx="1905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13" b="1">
                <a:solidFill>
                  <a:srgbClr val="FFFFFF"/>
                </a:solidFill>
                <a:latin typeface="微软雅黑"/>
                <a:ea typeface="微软雅黑"/>
                <a:cs typeface="微软雅黑"/>
              </a:defRPr>
            </a:pPr>
            <a:r>
              <a:rPr sz="1013" b="1">
                <a:solidFill>
                  <a:srgbClr val="FFFFFF"/>
                </a:solidFill>
                <a:latin typeface="微软雅黑"/>
                <a:ea typeface="微软雅黑"/>
                <a:cs typeface="微软雅黑"/>
              </a:rPr>
              <a:t>正确率更新</a:t>
            </a:r>
          </a:p>
        </p:txBody>
      </p:sp>
      <p:sp>
        <p:nvSpPr>
          <p:cNvPr id="53" name="">
            <a:extLst xmlns:a="http://schemas.openxmlformats.org/drawingml/2006/main">
              <a:ext uri="{FF2B5EF4-FFF2-40B4-BE49-F238E27FC236}">
                <a16:creationId xmlns:a16="http://schemas.microsoft.com/office/drawing/2014/main" id="{2D222B79-3B2E-4274-A070-1FF590425384}"/>
              </a:ext>
            </a:extLst>
          </p:cNvPr>
          <p:cNvSpPr>
            <a:spLocks xmlns:a="http://schemas.openxmlformats.org/drawingml/2006/main" noGrp="1"/>
          </p:cNvSpPr>
          <p:nvPr/>
        </p:nvSpPr>
        <p:spPr>
          <a:xfrm xmlns:a="http://schemas.openxmlformats.org/drawingml/2006/main">
            <a:off x="6915150" y="3409950"/>
            <a:ext cx="48768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写回 </a:t>
            </a:r>
            <a:r>
              <a:rPr sz="863" b="0">
                <a:solidFill>
                  <a:srgbClr val="EEF5FF"/>
                </a:solidFill>
                <a:latin typeface="微软雅黑"/>
                <a:ea typeface="微软雅黑"/>
                <a:cs typeface="微软雅黑"/>
              </a:rPr>
              <a:t>practice_stat</a:t>
            </a:r>
            <a:r>
              <a:rPr sz="863" b="0">
                <a:solidFill>
                  <a:srgbClr val="EEF5FF"/>
                </a:solidFill>
                <a:latin typeface="微软雅黑"/>
                <a:ea typeface="微软雅黑"/>
                <a:cs typeface="微软雅黑"/>
              </a:rPr>
              <a:t>，形成逐技能正确率</a:t>
            </a:r>
          </a:p>
        </p:txBody>
      </p:sp>
      <p:sp>
        <p:nvSpPr>
          <p:cNvPr id="54" name="">
            <a:extLst xmlns:a="http://schemas.openxmlformats.org/drawingml/2006/main">
              <a:ext uri="{FF2B5EF4-FFF2-40B4-BE49-F238E27FC236}">
                <a16:creationId xmlns:a16="http://schemas.microsoft.com/office/drawing/2014/main" id="{0B44DB61-50AD-47E5-8269-56B51111687F}"/>
              </a:ext>
            </a:extLst>
          </p:cNvPr>
          <p:cNvSpPr>
            <a:spLocks xmlns:a="http://schemas.openxmlformats.org/drawingml/2006/main" noGrp="1"/>
          </p:cNvSpPr>
          <p:nvPr/>
        </p:nvSpPr>
        <p:spPr>
          <a:xfrm xmlns:a="http://schemas.openxmlformats.org/drawingml/2006/main">
            <a:off x="6610350" y="3714750"/>
            <a:ext cx="228600" cy="11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FFD24A"/>
                </a:solidFill>
                <a:latin typeface="微软雅黑"/>
                <a:ea typeface="微软雅黑"/>
                <a:cs typeface="微软雅黑"/>
              </a:defRPr>
            </a:pPr>
            <a:r>
              <a:rPr sz="750" b="0">
                <a:solidFill>
                  <a:srgbClr val="FFD24A"/>
                </a:solidFill>
                <a:latin typeface="微软雅黑"/>
                <a:ea typeface="微软雅黑"/>
                <a:cs typeface="微软雅黑"/>
              </a:rPr>
              <a:t>▼</a:t>
            </a:r>
          </a:p>
        </p:txBody>
      </p:sp>
      <p:sp>
        <p:nvSpPr>
          <p:cNvPr id="55" name="">
            <a:extLst xmlns:a="http://schemas.openxmlformats.org/drawingml/2006/main">
              <a:ext uri="{FF2B5EF4-FFF2-40B4-BE49-F238E27FC236}">
                <a16:creationId xmlns:a16="http://schemas.microsoft.com/office/drawing/2014/main" id="{D4E87804-4BEB-4590-887A-837F5B41AF0C}"/>
              </a:ext>
            </a:extLst>
          </p:cNvPr>
          <p:cNvSpPr>
            <a:spLocks xmlns:a="http://schemas.openxmlformats.org/drawingml/2006/main" noGrp="1"/>
          </p:cNvSpPr>
          <p:nvPr/>
        </p:nvSpPr>
        <p:spPr>
          <a:xfrm xmlns:a="http://schemas.openxmlformats.org/drawingml/2006/main">
            <a:off x="6419850" y="3810000"/>
            <a:ext cx="5486400" cy="609600"/>
          </a:xfrm>
          <a:prstGeom xmlns:a="http://schemas.openxmlformats.org/drawingml/2006/main" prst="roundRect">
            <a:avLst>
              <a:gd name="adj" fmla="val 1406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56" name="">
            <a:extLst xmlns:a="http://schemas.openxmlformats.org/drawingml/2006/main">
              <a:ext uri="{FF2B5EF4-FFF2-40B4-BE49-F238E27FC236}">
                <a16:creationId xmlns:a16="http://schemas.microsoft.com/office/drawing/2014/main" id="{B978CD0E-B624-4CAD-B0FA-F6D929B4B687}"/>
              </a:ext>
            </a:extLst>
          </p:cNvPr>
          <p:cNvSpPr>
            <a:spLocks xmlns:a="http://schemas.openxmlformats.org/drawingml/2006/main" noGrp="1"/>
          </p:cNvSpPr>
          <p:nvPr/>
        </p:nvSpPr>
        <p:spPr>
          <a:xfrm xmlns:a="http://schemas.openxmlformats.org/drawingml/2006/main">
            <a:off x="6572250" y="4000500"/>
            <a:ext cx="228600" cy="228600"/>
          </a:xfrm>
          <a:prstGeom xmlns:a="http://schemas.openxmlformats.org/drawingml/2006/main" prst="ellipse">
            <a:avLst/>
          </a:prstGeom>
          <a:solidFill xmlns:a="http://schemas.openxmlformats.org/drawingml/2006/main">
            <a:srgbClr val="2E86E0"/>
          </a:solidFill>
          <a:ln xmlns:a="http://schemas.openxmlformats.org/drawingml/2006/main">
            <a:noFill/>
          </a:ln>
        </p:spPr>
      </p:sp>
      <p:sp>
        <p:nvSpPr>
          <p:cNvPr id="57" name="">
            <a:extLst xmlns:a="http://schemas.openxmlformats.org/drawingml/2006/main">
              <a:ext uri="{FF2B5EF4-FFF2-40B4-BE49-F238E27FC236}">
                <a16:creationId xmlns:a16="http://schemas.microsoft.com/office/drawing/2014/main" id="{D80E34BB-C3AD-4539-8093-9A9EF75057C9}"/>
              </a:ext>
            </a:extLst>
          </p:cNvPr>
          <p:cNvSpPr>
            <a:spLocks xmlns:a="http://schemas.openxmlformats.org/drawingml/2006/main" noGrp="1"/>
          </p:cNvSpPr>
          <p:nvPr/>
        </p:nvSpPr>
        <p:spPr>
          <a:xfrm xmlns:a="http://schemas.openxmlformats.org/drawingml/2006/main">
            <a:off x="6572250" y="4000500"/>
            <a:ext cx="2286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FFFF"/>
                </a:solidFill>
                <a:latin typeface="Bahnschrift"/>
                <a:ea typeface="Bahnschrift"/>
                <a:cs typeface="Bahnschrift"/>
              </a:defRPr>
            </a:pPr>
            <a:r>
              <a:rPr sz="900" b="1">
                <a:solidFill>
                  <a:srgbClr val="FFFFFF"/>
                </a:solidFill>
                <a:latin typeface="Bahnschrift"/>
                <a:ea typeface="Bahnschrift"/>
                <a:cs typeface="Bahnschrift"/>
              </a:rPr>
              <a:t>4</a:t>
            </a:r>
          </a:p>
        </p:txBody>
      </p:sp>
      <p:sp>
        <p:nvSpPr>
          <p:cNvPr id="58" name="">
            <a:extLst xmlns:a="http://schemas.openxmlformats.org/drawingml/2006/main">
              <a:ext uri="{FF2B5EF4-FFF2-40B4-BE49-F238E27FC236}">
                <a16:creationId xmlns:a16="http://schemas.microsoft.com/office/drawing/2014/main" id="{C172FAA8-1A4A-4289-ADA2-DFA1B2E07E0C}"/>
              </a:ext>
            </a:extLst>
          </p:cNvPr>
          <p:cNvSpPr>
            <a:spLocks xmlns:a="http://schemas.openxmlformats.org/drawingml/2006/main" noGrp="1"/>
          </p:cNvSpPr>
          <p:nvPr/>
        </p:nvSpPr>
        <p:spPr>
          <a:xfrm xmlns:a="http://schemas.openxmlformats.org/drawingml/2006/main">
            <a:off x="6915150" y="3905250"/>
            <a:ext cx="1905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13" b="1">
                <a:solidFill>
                  <a:srgbClr val="FFFFFF"/>
                </a:solidFill>
                <a:latin typeface="微软雅黑"/>
                <a:ea typeface="微软雅黑"/>
                <a:cs typeface="微软雅黑"/>
              </a:defRPr>
            </a:pPr>
            <a:r>
              <a:rPr sz="1013" b="1">
                <a:solidFill>
                  <a:srgbClr val="FFFFFF"/>
                </a:solidFill>
                <a:latin typeface="微软雅黑"/>
                <a:ea typeface="微软雅黑"/>
                <a:cs typeface="微软雅黑"/>
              </a:rPr>
              <a:t>错题入记忆</a:t>
            </a:r>
          </a:p>
        </p:txBody>
      </p:sp>
      <p:sp>
        <p:nvSpPr>
          <p:cNvPr id="59" name="">
            <a:extLst xmlns:a="http://schemas.openxmlformats.org/drawingml/2006/main">
              <a:ext uri="{FF2B5EF4-FFF2-40B4-BE49-F238E27FC236}">
                <a16:creationId xmlns:a16="http://schemas.microsoft.com/office/drawing/2014/main" id="{0A91DF01-C335-4171-B809-63E6F160F4DC}"/>
              </a:ext>
            </a:extLst>
          </p:cNvPr>
          <p:cNvSpPr>
            <a:spLocks xmlns:a="http://schemas.openxmlformats.org/drawingml/2006/main" noGrp="1"/>
          </p:cNvSpPr>
          <p:nvPr/>
        </p:nvSpPr>
        <p:spPr>
          <a:xfrm xmlns:a="http://schemas.openxmlformats.org/drawingml/2006/main">
            <a:off x="6915150" y="4133850"/>
            <a:ext cx="48768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错题写 </a:t>
            </a:r>
            <a:r>
              <a:rPr sz="863" b="0">
                <a:solidFill>
                  <a:srgbClr val="EEF5FF"/>
                </a:solidFill>
                <a:latin typeface="微软雅黑"/>
                <a:ea typeface="微软雅黑"/>
                <a:cs typeface="微软雅黑"/>
              </a:rPr>
              <a:t>memory_item</a:t>
            </a:r>
            <a:r>
              <a:rPr sz="863" b="0">
                <a:solidFill>
                  <a:srgbClr val="EEF5FF"/>
                </a:solidFill>
                <a:latin typeface="微软雅黑"/>
                <a:ea typeface="微软雅黑"/>
                <a:cs typeface="微软雅黑"/>
              </a:rPr>
              <a:t>，归因到知识点与技能</a:t>
            </a:r>
          </a:p>
        </p:txBody>
      </p:sp>
      <p:sp>
        <p:nvSpPr>
          <p:cNvPr id="60" name="">
            <a:extLst xmlns:a="http://schemas.openxmlformats.org/drawingml/2006/main">
              <a:ext uri="{FF2B5EF4-FFF2-40B4-BE49-F238E27FC236}">
                <a16:creationId xmlns:a16="http://schemas.microsoft.com/office/drawing/2014/main" id="{600BD530-C47A-4DFF-B551-46C972B8D2F4}"/>
              </a:ext>
            </a:extLst>
          </p:cNvPr>
          <p:cNvSpPr>
            <a:spLocks xmlns:a="http://schemas.openxmlformats.org/drawingml/2006/main" noGrp="1"/>
          </p:cNvSpPr>
          <p:nvPr/>
        </p:nvSpPr>
        <p:spPr>
          <a:xfrm xmlns:a="http://schemas.openxmlformats.org/drawingml/2006/main">
            <a:off x="6610350" y="4438650"/>
            <a:ext cx="228600" cy="11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FFD24A"/>
                </a:solidFill>
                <a:latin typeface="微软雅黑"/>
                <a:ea typeface="微软雅黑"/>
                <a:cs typeface="微软雅黑"/>
              </a:defRPr>
            </a:pPr>
            <a:r>
              <a:rPr sz="750" b="0">
                <a:solidFill>
                  <a:srgbClr val="FFD24A"/>
                </a:solidFill>
                <a:latin typeface="微软雅黑"/>
                <a:ea typeface="微软雅黑"/>
                <a:cs typeface="微软雅黑"/>
              </a:rPr>
              <a:t>▼</a:t>
            </a:r>
          </a:p>
        </p:txBody>
      </p:sp>
      <p:sp>
        <p:nvSpPr>
          <p:cNvPr id="61" name="">
            <a:extLst xmlns:a="http://schemas.openxmlformats.org/drawingml/2006/main">
              <a:ext uri="{FF2B5EF4-FFF2-40B4-BE49-F238E27FC236}">
                <a16:creationId xmlns:a16="http://schemas.microsoft.com/office/drawing/2014/main" id="{3C8FF51D-E9F0-4A7B-84AF-39950A23B99E}"/>
              </a:ext>
            </a:extLst>
          </p:cNvPr>
          <p:cNvSpPr>
            <a:spLocks xmlns:a="http://schemas.openxmlformats.org/drawingml/2006/main" noGrp="1"/>
          </p:cNvSpPr>
          <p:nvPr/>
        </p:nvSpPr>
        <p:spPr>
          <a:xfrm xmlns:a="http://schemas.openxmlformats.org/drawingml/2006/main">
            <a:off x="6419850" y="4533900"/>
            <a:ext cx="5486400" cy="609600"/>
          </a:xfrm>
          <a:prstGeom xmlns:a="http://schemas.openxmlformats.org/drawingml/2006/main" prst="roundRect">
            <a:avLst>
              <a:gd name="adj" fmla="val 14063"/>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FFD24A"/>
            </a:solidFill>
            <a:prstDash val="solid"/>
          </a:ln>
        </p:spPr>
      </p:sp>
      <p:sp>
        <p:nvSpPr>
          <p:cNvPr id="62" name="">
            <a:extLst xmlns:a="http://schemas.openxmlformats.org/drawingml/2006/main">
              <a:ext uri="{FF2B5EF4-FFF2-40B4-BE49-F238E27FC236}">
                <a16:creationId xmlns:a16="http://schemas.microsoft.com/office/drawing/2014/main" id="{36DCF0BE-6C17-4B14-8515-0D1BBBF90617}"/>
              </a:ext>
            </a:extLst>
          </p:cNvPr>
          <p:cNvSpPr>
            <a:spLocks xmlns:a="http://schemas.openxmlformats.org/drawingml/2006/main" noGrp="1"/>
          </p:cNvSpPr>
          <p:nvPr/>
        </p:nvSpPr>
        <p:spPr>
          <a:xfrm xmlns:a="http://schemas.openxmlformats.org/drawingml/2006/main">
            <a:off x="6572250" y="4724400"/>
            <a:ext cx="228600" cy="228600"/>
          </a:xfrm>
          <a:prstGeom xmlns:a="http://schemas.openxmlformats.org/drawingml/2006/main" prst="ellipse">
            <a:avLst/>
          </a:prstGeom>
          <a:solidFill xmlns:a="http://schemas.openxmlformats.org/drawingml/2006/main">
            <a:srgbClr val="FFD24A"/>
          </a:solidFill>
          <a:ln xmlns:a="http://schemas.openxmlformats.org/drawingml/2006/main">
            <a:noFill/>
          </a:ln>
        </p:spPr>
      </p:sp>
      <p:sp>
        <p:nvSpPr>
          <p:cNvPr id="63" name="">
            <a:extLst xmlns:a="http://schemas.openxmlformats.org/drawingml/2006/main">
              <a:ext uri="{FF2B5EF4-FFF2-40B4-BE49-F238E27FC236}">
                <a16:creationId xmlns:a16="http://schemas.microsoft.com/office/drawing/2014/main" id="{0C996892-C4CD-49D4-B00E-1191A67A23A2}"/>
              </a:ext>
            </a:extLst>
          </p:cNvPr>
          <p:cNvSpPr>
            <a:spLocks xmlns:a="http://schemas.openxmlformats.org/drawingml/2006/main" noGrp="1"/>
          </p:cNvSpPr>
          <p:nvPr/>
        </p:nvSpPr>
        <p:spPr>
          <a:xfrm xmlns:a="http://schemas.openxmlformats.org/drawingml/2006/main">
            <a:off x="6572250" y="4724400"/>
            <a:ext cx="2286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0A2F6B"/>
                </a:solidFill>
                <a:latin typeface="Bahnschrift"/>
                <a:ea typeface="Bahnschrift"/>
                <a:cs typeface="Bahnschrift"/>
              </a:defRPr>
            </a:pPr>
            <a:r>
              <a:rPr sz="900" b="1">
                <a:solidFill>
                  <a:srgbClr val="0A2F6B"/>
                </a:solidFill>
                <a:latin typeface="Bahnschrift"/>
                <a:ea typeface="Bahnschrift"/>
                <a:cs typeface="Bahnschrift"/>
              </a:rPr>
              <a:t>5</a:t>
            </a:r>
          </a:p>
        </p:txBody>
      </p:sp>
      <p:sp>
        <p:nvSpPr>
          <p:cNvPr id="64" name="">
            <a:extLst xmlns:a="http://schemas.openxmlformats.org/drawingml/2006/main">
              <a:ext uri="{FF2B5EF4-FFF2-40B4-BE49-F238E27FC236}">
                <a16:creationId xmlns:a16="http://schemas.microsoft.com/office/drawing/2014/main" id="{E747902C-4AB3-49E6-A4D4-17792949FC81}"/>
              </a:ext>
            </a:extLst>
          </p:cNvPr>
          <p:cNvSpPr>
            <a:spLocks xmlns:a="http://schemas.openxmlformats.org/drawingml/2006/main" noGrp="1"/>
          </p:cNvSpPr>
          <p:nvPr/>
        </p:nvSpPr>
        <p:spPr>
          <a:xfrm xmlns:a="http://schemas.openxmlformats.org/drawingml/2006/main">
            <a:off x="6915150" y="4629150"/>
            <a:ext cx="1905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13" b="1">
                <a:solidFill>
                  <a:srgbClr val="FFD24A"/>
                </a:solidFill>
                <a:latin typeface="微软雅黑"/>
                <a:ea typeface="微软雅黑"/>
                <a:cs typeface="微软雅黑"/>
              </a:defRPr>
            </a:pPr>
            <a:r>
              <a:rPr sz="1013" b="1">
                <a:solidFill>
                  <a:srgbClr val="FFD24A"/>
                </a:solidFill>
                <a:latin typeface="微软雅黑"/>
                <a:ea typeface="微软雅黑"/>
                <a:cs typeface="微软雅黑"/>
              </a:rPr>
              <a:t>重新分配题量</a:t>
            </a:r>
          </a:p>
        </p:txBody>
      </p:sp>
      <p:sp>
        <p:nvSpPr>
          <p:cNvPr id="65" name="">
            <a:extLst xmlns:a="http://schemas.openxmlformats.org/drawingml/2006/main">
              <a:ext uri="{FF2B5EF4-FFF2-40B4-BE49-F238E27FC236}">
                <a16:creationId xmlns:a16="http://schemas.microsoft.com/office/drawing/2014/main" id="{0765CEB1-FF7A-4E32-834D-566719072911}"/>
              </a:ext>
            </a:extLst>
          </p:cNvPr>
          <p:cNvSpPr>
            <a:spLocks xmlns:a="http://schemas.openxmlformats.org/drawingml/2006/main" noGrp="1"/>
          </p:cNvSpPr>
          <p:nvPr/>
        </p:nvSpPr>
        <p:spPr>
          <a:xfrm xmlns:a="http://schemas.openxmlformats.org/drawingml/2006/main">
            <a:off x="6915150" y="4857750"/>
            <a:ext cx="48768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下一轮组卷按新的正确率重新计算 </a:t>
            </a:r>
            <a:r>
              <a:rPr sz="863" b="0">
                <a:solidFill>
                  <a:srgbClr val="EEF5FF"/>
                </a:solidFill>
                <a:latin typeface="微软雅黑"/>
                <a:ea typeface="微软雅黑"/>
                <a:cs typeface="微软雅黑"/>
              </a:rPr>
              <a:t>effort</a:t>
            </a:r>
          </a:p>
        </p:txBody>
      </p:sp>
      <p:sp>
        <p:nvSpPr>
          <p:cNvPr id="66" name="">
            <a:extLst xmlns:a="http://schemas.openxmlformats.org/drawingml/2006/main">
              <a:ext uri="{FF2B5EF4-FFF2-40B4-BE49-F238E27FC236}">
                <a16:creationId xmlns:a16="http://schemas.microsoft.com/office/drawing/2014/main" id="{C9D5D1D2-0F68-46B5-A411-2CF2F234B31D}"/>
              </a:ext>
            </a:extLst>
          </p:cNvPr>
          <p:cNvSpPr>
            <a:spLocks xmlns:a="http://schemas.openxmlformats.org/drawingml/2006/main" noGrp="1"/>
          </p:cNvSpPr>
          <p:nvPr/>
        </p:nvSpPr>
        <p:spPr>
          <a:xfrm xmlns:a="http://schemas.openxmlformats.org/drawingml/2006/main">
            <a:off x="6419850" y="5257800"/>
            <a:ext cx="5486400" cy="990600"/>
          </a:xfrm>
          <a:prstGeom xmlns:a="http://schemas.openxmlformats.org/drawingml/2006/main" prst="roundRect">
            <a:avLst>
              <a:gd name="adj" fmla="val 8654"/>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67" name="">
            <a:extLst xmlns:a="http://schemas.openxmlformats.org/drawingml/2006/main">
              <a:ext uri="{FF2B5EF4-FFF2-40B4-BE49-F238E27FC236}">
                <a16:creationId xmlns:a16="http://schemas.microsoft.com/office/drawing/2014/main" id="{4D08CE64-0DEF-461B-AA9D-12D4461E38FE}"/>
              </a:ext>
            </a:extLst>
          </p:cNvPr>
          <p:cNvSpPr>
            <a:spLocks xmlns:a="http://schemas.openxmlformats.org/drawingml/2006/main" noGrp="1"/>
          </p:cNvSpPr>
          <p:nvPr/>
        </p:nvSpPr>
        <p:spPr>
          <a:xfrm xmlns:a="http://schemas.openxmlformats.org/drawingml/2006/main">
            <a:off x="6591300" y="5372100"/>
            <a:ext cx="5143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13" b="1">
                <a:solidFill>
                  <a:srgbClr val="5FE3A1"/>
                </a:solidFill>
                <a:latin typeface="微软雅黑"/>
                <a:ea typeface="微软雅黑"/>
                <a:cs typeface="微软雅黑"/>
              </a:defRPr>
            </a:pPr>
            <a:r>
              <a:rPr sz="1013" b="1">
                <a:solidFill>
                  <a:srgbClr val="5FE3A1"/>
                </a:solidFill>
                <a:latin typeface="微软雅黑"/>
                <a:ea typeface="微软雅黑"/>
                <a:cs typeface="微软雅黑"/>
              </a:rPr>
              <a:t>与「固定套卷」的差异</a:t>
            </a:r>
          </a:p>
        </p:txBody>
      </p:sp>
      <p:sp>
        <p:nvSpPr>
          <p:cNvPr id="68" name="">
            <a:extLst xmlns:a="http://schemas.openxmlformats.org/drawingml/2006/main">
              <a:ext uri="{FF2B5EF4-FFF2-40B4-BE49-F238E27FC236}">
                <a16:creationId xmlns:a16="http://schemas.microsoft.com/office/drawing/2014/main" id="{5C0EA200-CCC5-44C6-87DA-5038418D891C}"/>
              </a:ext>
            </a:extLst>
          </p:cNvPr>
          <p:cNvSpPr>
            <a:spLocks xmlns:a="http://schemas.openxmlformats.org/drawingml/2006/main" noGrp="1"/>
          </p:cNvSpPr>
          <p:nvPr/>
        </p:nvSpPr>
        <p:spPr>
          <a:xfrm xmlns:a="http://schemas.openxmlformats.org/drawingml/2006/main">
            <a:off x="6591300" y="5638800"/>
            <a:ext cx="5162550" cy="57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45000"/>
              </a:lnSpc>
              <a:buNone/>
              <a:defRPr sz="900">
                <a:solidFill>
                  <a:srgbClr val="EEF5FF"/>
                </a:solidFill>
                <a:latin typeface="微软雅黑"/>
                <a:ea typeface="微软雅黑"/>
                <a:cs typeface="微软雅黑"/>
              </a:defRPr>
            </a:pPr>
            <a:r>
              <a:rPr sz="900" b="1">
                <a:solidFill>
                  <a:srgbClr val="EEF5FF"/>
                </a:solidFill>
                <a:latin typeface="微软雅黑"/>
                <a:ea typeface="微软雅黑"/>
                <a:cs typeface="微软雅黑"/>
              </a:rPr>
              <a:t>固定套卷：</a:t>
            </a:r>
            <a:r>
              <a:rPr sz="900">
                <a:solidFill>
                  <a:srgbClr val="EEF5FF"/>
                </a:solidFill>
                <a:latin typeface="微软雅黑"/>
                <a:ea typeface="微软雅黑"/>
                <a:cs typeface="微软雅黑"/>
              </a:rPr>
              <a:t>所有人做同一套题，会的人重复做、不会的人永远练不到。</a:t>
            </a:r>
          </a:p>
          <a:p xmlns:a="http://schemas.openxmlformats.org/drawingml/2006/main">
            <a:pPr algn="l">
              <a:lnSpc>
                <a:spcPct val="145000"/>
              </a:lnSpc>
              <a:buNone/>
              <a:defRPr sz="900">
                <a:solidFill>
                  <a:srgbClr val="EEF5FF"/>
                </a:solidFill>
                <a:latin typeface="微软雅黑"/>
                <a:ea typeface="微软雅黑"/>
                <a:cs typeface="微软雅黑"/>
              </a:defRPr>
            </a:pPr>
            <a:r>
              <a:rPr sz="900" b="1">
                <a:solidFill>
                  <a:srgbClr val="EEF5FF"/>
                </a:solidFill>
                <a:latin typeface="微软雅黑"/>
                <a:ea typeface="微软雅黑"/>
                <a:cs typeface="微软雅黑"/>
              </a:rPr>
              <a:t>本算法：</a:t>
            </a:r>
            <a:r>
              <a:rPr sz="900">
                <a:solidFill>
                  <a:srgbClr val="EEF5FF"/>
                </a:solidFill>
                <a:latin typeface="微软雅黑"/>
                <a:ea typeface="微软雅黑"/>
                <a:cs typeface="微软雅黑"/>
              </a:rPr>
              <a:t>题量随缺口与正确率动态变化，一次交卷即改变下一轮权重。</a:t>
            </a:r>
          </a:p>
        </p:txBody>
      </p:sp>
      <p:sp>
        <p:nvSpPr>
          <p:cNvPr id="69" name="">
            <a:extLst xmlns:a="http://schemas.openxmlformats.org/drawingml/2006/main">
              <a:ext uri="{FF2B5EF4-FFF2-40B4-BE49-F238E27FC236}">
                <a16:creationId xmlns:a16="http://schemas.microsoft.com/office/drawing/2014/main" id="{D5F2C0CB-C55F-470C-81D5-21B55632AED5}"/>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70" name="">
            <a:extLst xmlns:a="http://schemas.openxmlformats.org/drawingml/2006/main">
              <a:ext uri="{FF2B5EF4-FFF2-40B4-BE49-F238E27FC236}">
                <a16:creationId xmlns:a16="http://schemas.microsoft.com/office/drawing/2014/main" id="{92C0B883-2AD2-4220-A024-F94C1D9005CB}"/>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71" name="">
            <a:extLst xmlns:a="http://schemas.openxmlformats.org/drawingml/2006/main">
              <a:ext uri="{FF2B5EF4-FFF2-40B4-BE49-F238E27FC236}">
                <a16:creationId xmlns:a16="http://schemas.microsoft.com/office/drawing/2014/main" id="{11786CC0-A6A4-4B2E-B30F-DE21FF6DDE11}"/>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72" name="">
            <a:extLst xmlns:a="http://schemas.openxmlformats.org/drawingml/2006/main">
              <a:ext uri="{FF2B5EF4-FFF2-40B4-BE49-F238E27FC236}">
                <a16:creationId xmlns:a16="http://schemas.microsoft.com/office/drawing/2014/main" id="{E576BA72-96E6-492B-9976-A67686693510}"/>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73" name="">
            <a:extLst xmlns:a="http://schemas.openxmlformats.org/drawingml/2006/main">
              <a:ext uri="{FF2B5EF4-FFF2-40B4-BE49-F238E27FC236}">
                <a16:creationId xmlns:a16="http://schemas.microsoft.com/office/drawing/2014/main" id="{E9103501-BD3B-4636-80AF-78CA6E64489C}"/>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19</a:t>
            </a:r>
          </a:p>
        </p:txBody>
      </p:sp>
    </p:spTree>
    <p:extLst>
      <p:ext uri="{BB962C8B-B14F-4D97-AF65-F5344CB8AC3E}">
        <p14:creationId xmlns:p14="http://schemas.microsoft.com/office/powerpoint/2010/main" val="262149224"/>
      </p:ext>
    </p:extLst>
  </p:cSld>
</p:sld>
</file>

<file path=ppt/slides/slide20.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77" name=""/>
          <p:cNvPicPr>
            <a:picLocks xmlns:a="http://schemas.openxmlformats.org/drawingml/2006/main" noChangeAspect="1"/>
          </p:cNvPicPr>
          <p:nvPr/>
        </p:nvPicPr>
        <p:blipFill>
          <a:blip xmlns:r="http://schemas.openxmlformats.org/officeDocument/2006/relationships" xmlns:a="http://schemas.openxmlformats.org/drawingml/2006/main" r:embed="R193fc74f95b04d19"/>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3255646-F985-4222-A97F-4070C3B10F6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E6AFF83A-9F28-4498-9E2F-5B1ECC0DD08B}"/>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9B11AA3D-B899-42C5-A721-0D693C8E91E6}"/>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787FC029-580F-43E4-A3F2-650E6CA2E77D}"/>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66B0E2C8-43ED-44D7-9521-4A373A6BF9CF}"/>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621F72A9-98ED-419D-8672-69C4F152DF54}"/>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3AD345BE-0C38-4235-BCE7-F30CB3B762D1}"/>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67D965A2-B11A-4294-89E7-3CEF336BEA5F}"/>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CEC30483-4C64-4E01-B078-C118E2EE504A}"/>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FFD24A">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EF2D261F-CEE4-443A-9357-CE1EB29B7EBA}"/>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FFD24A">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645D8EC9-E616-4A6B-87E4-D0865239FB4E}"/>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6A95E254-0612-4EF4-98B5-72E7C0E28A05}"/>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FFD24A"/>
                </a:solidFill>
                <a:latin typeface="微软雅黑"/>
                <a:ea typeface="微软雅黑"/>
                <a:cs typeface="微软雅黑"/>
              </a:defRPr>
            </a:pPr>
            <a:r>
              <a:rPr sz="863" b="1" spc="1">
                <a:solidFill>
                  <a:srgbClr val="FFD24A"/>
                </a:solidFill>
                <a:latin typeface="微软雅黑"/>
                <a:ea typeface="微软雅黑"/>
                <a:cs typeface="微软雅黑"/>
              </a:rPr>
              <a:t>03　</a:t>
            </a:r>
            <a:r>
              <a:rPr sz="863" b="1" spc="1">
                <a:solidFill>
                  <a:srgbClr val="FFD24A"/>
                </a:solidFill>
                <a:latin typeface="微软雅黑"/>
                <a:ea typeface="微软雅黑"/>
                <a:cs typeface="微软雅黑"/>
              </a:rPr>
              <a:t>核心算法</a:t>
            </a:r>
          </a:p>
        </p:txBody>
      </p:sp>
      <p:sp>
        <p:nvSpPr>
          <p:cNvPr id="14" name="">
            <a:extLst xmlns:a="http://schemas.openxmlformats.org/drawingml/2006/main">
              <a:ext uri="{FF2B5EF4-FFF2-40B4-BE49-F238E27FC236}">
                <a16:creationId xmlns:a16="http://schemas.microsoft.com/office/drawing/2014/main" id="{519C73CB-972B-460B-9764-12B6F3CE35D8}"/>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算法四 </a:t>
            </a:r>
            <a:r>
              <a:rPr sz="1800" b="1" spc="1">
                <a:solidFill>
                  <a:srgbClr val="FFFFFF"/>
                </a:solidFill>
                <a:latin typeface="微软雅黑"/>
                <a:ea typeface="微软雅黑"/>
                <a:cs typeface="微软雅黑"/>
              </a:rPr>
              <a:t>· </a:t>
            </a:r>
            <a:r>
              <a:rPr sz="1800" b="1" spc="1">
                <a:solidFill>
                  <a:srgbClr val="FFFFFF"/>
                </a:solidFill>
                <a:latin typeface="微软雅黑"/>
                <a:ea typeface="微软雅黑"/>
                <a:cs typeface="微软雅黑"/>
              </a:rPr>
              <a:t>课程内容匹配与缺口优先排序</a:t>
            </a:r>
          </a:p>
        </p:txBody>
      </p:sp>
      <p:sp>
        <p:nvSpPr>
          <p:cNvPr id="15" name="">
            <a:extLst xmlns:a="http://schemas.openxmlformats.org/drawingml/2006/main">
              <a:ext uri="{FF2B5EF4-FFF2-40B4-BE49-F238E27FC236}">
                <a16:creationId xmlns:a16="http://schemas.microsoft.com/office/drawing/2014/main" id="{D9F22455-557C-45D6-8D23-D99E9E26222F}"/>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3C79A4F2-B863-4A79-81ED-2B520896E355}"/>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38AAEA3D-C171-4734-B01B-174910563ED7}"/>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EB6F10E3-F746-4959-B4BA-697AB3533023}"/>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D0D1D4CE-E7E1-4A41-99E3-6740AFAAE82B}"/>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「搜到课程」不等于「该学这门课」</a:t>
            </a:r>
            <a:r>
              <a:rPr sz="1238">
                <a:solidFill>
                  <a:srgbClr val="FFFFFF"/>
                </a:solidFill>
                <a:latin typeface="微软雅黑"/>
                <a:ea typeface="微软雅黑"/>
                <a:cs typeface="微软雅黑"/>
              </a:rPr>
              <a:t>——</a:t>
            </a:r>
            <a:r>
              <a:rPr sz="1238">
                <a:solidFill>
                  <a:srgbClr val="FFFFFF"/>
                </a:solidFill>
                <a:latin typeface="微软雅黑"/>
                <a:ea typeface="微软雅黑"/>
                <a:cs typeface="微软雅黑"/>
              </a:rPr>
              <a:t>先算内容命中分，再用岗位缺口做二次排序。</a:t>
            </a:r>
          </a:p>
        </p:txBody>
      </p:sp>
      <p:sp>
        <p:nvSpPr>
          <p:cNvPr id="20" name="">
            <a:extLst xmlns:a="http://schemas.openxmlformats.org/drawingml/2006/main">
              <a:ext uri="{FF2B5EF4-FFF2-40B4-BE49-F238E27FC236}">
                <a16:creationId xmlns:a16="http://schemas.microsoft.com/office/drawing/2014/main" id="{157FED87-0A31-44F2-9AE2-17072318F752}"/>
              </a:ext>
            </a:extLst>
          </p:cNvPr>
          <p:cNvSpPr>
            <a:spLocks xmlns:a="http://schemas.openxmlformats.org/drawingml/2006/main" noGrp="1"/>
          </p:cNvSpPr>
          <p:nvPr/>
        </p:nvSpPr>
        <p:spPr>
          <a:xfrm xmlns:a="http://schemas.openxmlformats.org/drawingml/2006/main">
            <a:off x="285750" y="1333500"/>
            <a:ext cx="5905500" cy="952500"/>
          </a:xfrm>
          <a:prstGeom xmlns:a="http://schemas.openxmlformats.org/drawingml/2006/main" prst="roundRect">
            <a:avLst>
              <a:gd name="adj" fmla="val 90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13335">
            <a:solidFill>
              <a:srgbClr val="FFD24A"/>
            </a:solidFill>
            <a:prstDash val="solid"/>
          </a:ln>
        </p:spPr>
      </p:sp>
      <p:sp>
        <p:nvSpPr>
          <p:cNvPr id="21" name="">
            <a:extLst xmlns:a="http://schemas.openxmlformats.org/drawingml/2006/main">
              <a:ext uri="{FF2B5EF4-FFF2-40B4-BE49-F238E27FC236}">
                <a16:creationId xmlns:a16="http://schemas.microsoft.com/office/drawing/2014/main" id="{FC9B828D-16E8-4826-8554-0E1D896FF9E7}"/>
              </a:ext>
            </a:extLst>
          </p:cNvPr>
          <p:cNvSpPr>
            <a:spLocks xmlns:a="http://schemas.openxmlformats.org/drawingml/2006/main" noGrp="1"/>
          </p:cNvSpPr>
          <p:nvPr/>
        </p:nvSpPr>
        <p:spPr>
          <a:xfrm xmlns:a="http://schemas.openxmlformats.org/drawingml/2006/main">
            <a:off x="457200" y="1447800"/>
            <a:ext cx="5524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FFD24A"/>
                </a:solidFill>
                <a:latin typeface="微软雅黑"/>
                <a:ea typeface="微软雅黑"/>
                <a:cs typeface="微软雅黑"/>
              </a:defRPr>
            </a:pPr>
            <a:r>
              <a:rPr sz="1050" b="1">
                <a:solidFill>
                  <a:srgbClr val="FFD24A"/>
                </a:solidFill>
                <a:latin typeface="微软雅黑"/>
                <a:ea typeface="微软雅黑"/>
                <a:cs typeface="微软雅黑"/>
              </a:rPr>
              <a:t>问题定义</a:t>
            </a:r>
          </a:p>
        </p:txBody>
      </p:sp>
      <p:sp>
        <p:nvSpPr>
          <p:cNvPr id="22" name="">
            <a:extLst xmlns:a="http://schemas.openxmlformats.org/drawingml/2006/main">
              <a:ext uri="{FF2B5EF4-FFF2-40B4-BE49-F238E27FC236}">
                <a16:creationId xmlns:a16="http://schemas.microsoft.com/office/drawing/2014/main" id="{59DD8C5A-1B02-4B58-B02D-A8C343A48325}"/>
              </a:ext>
            </a:extLst>
          </p:cNvPr>
          <p:cNvSpPr>
            <a:spLocks xmlns:a="http://schemas.openxmlformats.org/drawingml/2006/main" noGrp="1"/>
          </p:cNvSpPr>
          <p:nvPr/>
        </p:nvSpPr>
        <p:spPr>
          <a:xfrm xmlns:a="http://schemas.openxmlformats.org/drawingml/2006/main">
            <a:off x="457200" y="1714500"/>
            <a:ext cx="55816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45000"/>
              </a:lnSpc>
              <a:buNone/>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外网课程数量多，关键词出现不代表课程对当前员工有价值。系统同时判断「内容与检索词匹配得多准」和「课程技能是否对应该员工的岗位缺口」。</a:t>
            </a:r>
          </a:p>
        </p:txBody>
      </p:sp>
      <p:sp>
        <p:nvSpPr>
          <p:cNvPr id="23" name="">
            <a:extLst xmlns:a="http://schemas.openxmlformats.org/drawingml/2006/main">
              <a:ext uri="{FF2B5EF4-FFF2-40B4-BE49-F238E27FC236}">
                <a16:creationId xmlns:a16="http://schemas.microsoft.com/office/drawing/2014/main" id="{02E65AE4-45FA-4473-B0E7-3CD49DDEF8F7}"/>
              </a:ext>
            </a:extLst>
          </p:cNvPr>
          <p:cNvSpPr>
            <a:spLocks xmlns:a="http://schemas.openxmlformats.org/drawingml/2006/main" noGrp="1"/>
          </p:cNvSpPr>
          <p:nvPr/>
        </p:nvSpPr>
        <p:spPr>
          <a:xfrm xmlns:a="http://schemas.openxmlformats.org/drawingml/2006/main">
            <a:off x="285750" y="2419350"/>
            <a:ext cx="5905500" cy="2019300"/>
          </a:xfrm>
          <a:prstGeom xmlns:a="http://schemas.openxmlformats.org/drawingml/2006/main" prst="roundRect">
            <a:avLst>
              <a:gd name="adj" fmla="val 4245"/>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4" name="">
            <a:extLst xmlns:a="http://schemas.openxmlformats.org/drawingml/2006/main">
              <a:ext uri="{FF2B5EF4-FFF2-40B4-BE49-F238E27FC236}">
                <a16:creationId xmlns:a16="http://schemas.microsoft.com/office/drawing/2014/main" id="{1186F733-27A8-4C6D-A5C5-6E2D3128C66B}"/>
              </a:ext>
            </a:extLst>
          </p:cNvPr>
          <p:cNvSpPr>
            <a:spLocks xmlns:a="http://schemas.openxmlformats.org/drawingml/2006/main" noGrp="1"/>
          </p:cNvSpPr>
          <p:nvPr/>
        </p:nvSpPr>
        <p:spPr>
          <a:xfrm xmlns:a="http://schemas.openxmlformats.org/drawingml/2006/main">
            <a:off x="457200" y="2533650"/>
            <a:ext cx="5524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4FD8FF"/>
                </a:solidFill>
                <a:latin typeface="微软雅黑"/>
                <a:ea typeface="微软雅黑"/>
                <a:cs typeface="微软雅黑"/>
              </a:defRPr>
            </a:pPr>
            <a:r>
              <a:rPr sz="1050" b="1">
                <a:solidFill>
                  <a:srgbClr val="4FD8FF"/>
                </a:solidFill>
                <a:latin typeface="微软雅黑"/>
                <a:ea typeface="微软雅黑"/>
                <a:cs typeface="微软雅黑"/>
              </a:rPr>
              <a:t>打分公式（命中即加分，可叠加）</a:t>
            </a:r>
          </a:p>
        </p:txBody>
      </p:sp>
      <p:sp>
        <p:nvSpPr>
          <p:cNvPr id="25" name="">
            <a:extLst xmlns:a="http://schemas.openxmlformats.org/drawingml/2006/main">
              <a:ext uri="{FF2B5EF4-FFF2-40B4-BE49-F238E27FC236}">
                <a16:creationId xmlns:a16="http://schemas.microsoft.com/office/drawing/2014/main" id="{30D9AFE4-82F1-4DD8-8D26-9E46EC02DB03}"/>
              </a:ext>
            </a:extLst>
          </p:cNvPr>
          <p:cNvSpPr>
            <a:spLocks xmlns:a="http://schemas.openxmlformats.org/drawingml/2006/main" noGrp="1"/>
          </p:cNvSpPr>
          <p:nvPr/>
        </p:nvSpPr>
        <p:spPr>
          <a:xfrm xmlns:a="http://schemas.openxmlformats.org/drawingml/2006/main">
            <a:off x="457200" y="2819400"/>
            <a:ext cx="12382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标题命中</a:t>
            </a:r>
          </a:p>
        </p:txBody>
      </p:sp>
      <p:sp>
        <p:nvSpPr>
          <p:cNvPr id="26" name="">
            <a:extLst xmlns:a="http://schemas.openxmlformats.org/drawingml/2006/main">
              <a:ext uri="{FF2B5EF4-FFF2-40B4-BE49-F238E27FC236}">
                <a16:creationId xmlns:a16="http://schemas.microsoft.com/office/drawing/2014/main" id="{7F54C6CB-2C98-414E-91DF-EE271CAC9FB4}"/>
              </a:ext>
            </a:extLst>
          </p:cNvPr>
          <p:cNvSpPr>
            <a:spLocks xmlns:a="http://schemas.openxmlformats.org/drawingml/2006/main" noGrp="1"/>
          </p:cNvSpPr>
          <p:nvPr/>
        </p:nvSpPr>
        <p:spPr>
          <a:xfrm xmlns:a="http://schemas.openxmlformats.org/drawingml/2006/main">
            <a:off x="1733550" y="2819400"/>
            <a:ext cx="1333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1">
                <a:solidFill>
                  <a:srgbClr val="FFD24A"/>
                </a:solidFill>
                <a:latin typeface="微软雅黑"/>
                <a:ea typeface="微软雅黑"/>
                <a:cs typeface="微软雅黑"/>
              </a:defRPr>
            </a:pPr>
            <a:r>
              <a:rPr sz="938" b="1">
                <a:solidFill>
                  <a:srgbClr val="FFD24A"/>
                </a:solidFill>
                <a:latin typeface="微软雅黑"/>
                <a:ea typeface="微软雅黑"/>
                <a:cs typeface="微软雅黑"/>
              </a:rPr>
              <a:t>+6 / </a:t>
            </a:r>
            <a:r>
              <a:rPr sz="938" b="1">
                <a:solidFill>
                  <a:srgbClr val="FFD24A"/>
                </a:solidFill>
                <a:latin typeface="微软雅黑"/>
                <a:ea typeface="微软雅黑"/>
                <a:cs typeface="微软雅黑"/>
              </a:rPr>
              <a:t>每个检索词</a:t>
            </a:r>
          </a:p>
        </p:txBody>
      </p:sp>
      <p:sp>
        <p:nvSpPr>
          <p:cNvPr id="27" name="">
            <a:extLst xmlns:a="http://schemas.openxmlformats.org/drawingml/2006/main">
              <a:ext uri="{FF2B5EF4-FFF2-40B4-BE49-F238E27FC236}">
                <a16:creationId xmlns:a16="http://schemas.microsoft.com/office/drawing/2014/main" id="{AEE06309-D16D-487F-B486-F4AC319DA514}"/>
              </a:ext>
            </a:extLst>
          </p:cNvPr>
          <p:cNvSpPr>
            <a:spLocks xmlns:a="http://schemas.openxmlformats.org/drawingml/2006/main" noGrp="1"/>
          </p:cNvSpPr>
          <p:nvPr/>
        </p:nvSpPr>
        <p:spPr>
          <a:xfrm xmlns:a="http://schemas.openxmlformats.org/drawingml/2006/main">
            <a:off x="3143250" y="2819400"/>
            <a:ext cx="29146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最高权重，标题最能代表课程主题</a:t>
            </a:r>
          </a:p>
        </p:txBody>
      </p:sp>
      <p:sp>
        <p:nvSpPr>
          <p:cNvPr id="28" name="">
            <a:extLst xmlns:a="http://schemas.openxmlformats.org/drawingml/2006/main">
              <a:ext uri="{FF2B5EF4-FFF2-40B4-BE49-F238E27FC236}">
                <a16:creationId xmlns:a16="http://schemas.microsoft.com/office/drawing/2014/main" id="{512F8799-B60D-4C56-924F-F658911F742C}"/>
              </a:ext>
            </a:extLst>
          </p:cNvPr>
          <p:cNvSpPr>
            <a:spLocks xmlns:a="http://schemas.openxmlformats.org/drawingml/2006/main" noGrp="1"/>
          </p:cNvSpPr>
          <p:nvPr/>
        </p:nvSpPr>
        <p:spPr>
          <a:xfrm xmlns:a="http://schemas.openxmlformats.org/drawingml/2006/main">
            <a:off x="457200" y="3133725"/>
            <a:ext cx="12382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平台检索词命中</a:t>
            </a:r>
          </a:p>
        </p:txBody>
      </p:sp>
      <p:sp>
        <p:nvSpPr>
          <p:cNvPr id="29" name="">
            <a:extLst xmlns:a="http://schemas.openxmlformats.org/drawingml/2006/main">
              <a:ext uri="{FF2B5EF4-FFF2-40B4-BE49-F238E27FC236}">
                <a16:creationId xmlns:a16="http://schemas.microsoft.com/office/drawing/2014/main" id="{7D07D44E-64AF-48DE-905C-5DCCBCC79836}"/>
              </a:ext>
            </a:extLst>
          </p:cNvPr>
          <p:cNvSpPr>
            <a:spLocks xmlns:a="http://schemas.openxmlformats.org/drawingml/2006/main" noGrp="1"/>
          </p:cNvSpPr>
          <p:nvPr/>
        </p:nvSpPr>
        <p:spPr>
          <a:xfrm xmlns:a="http://schemas.openxmlformats.org/drawingml/2006/main">
            <a:off x="1733550" y="3133725"/>
            <a:ext cx="1333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1">
                <a:solidFill>
                  <a:srgbClr val="FFD24A"/>
                </a:solidFill>
                <a:latin typeface="微软雅黑"/>
                <a:ea typeface="微软雅黑"/>
                <a:cs typeface="微软雅黑"/>
              </a:defRPr>
            </a:pPr>
            <a:r>
              <a:rPr sz="938" b="1">
                <a:solidFill>
                  <a:srgbClr val="FFD24A"/>
                </a:solidFill>
                <a:latin typeface="微软雅黑"/>
                <a:ea typeface="微软雅黑"/>
                <a:cs typeface="微软雅黑"/>
              </a:rPr>
              <a:t>+4 / </a:t>
            </a:r>
            <a:r>
              <a:rPr sz="938" b="1">
                <a:solidFill>
                  <a:srgbClr val="FFD24A"/>
                </a:solidFill>
                <a:latin typeface="微软雅黑"/>
                <a:ea typeface="微软雅黑"/>
                <a:cs typeface="微软雅黑"/>
              </a:rPr>
              <a:t>每个检索词</a:t>
            </a:r>
          </a:p>
        </p:txBody>
      </p:sp>
      <p:sp>
        <p:nvSpPr>
          <p:cNvPr id="30" name="">
            <a:extLst xmlns:a="http://schemas.openxmlformats.org/drawingml/2006/main">
              <a:ext uri="{FF2B5EF4-FFF2-40B4-BE49-F238E27FC236}">
                <a16:creationId xmlns:a16="http://schemas.microsoft.com/office/drawing/2014/main" id="{C10E3489-B44F-4C5A-8E66-1BDF3FE49B3C}"/>
              </a:ext>
            </a:extLst>
          </p:cNvPr>
          <p:cNvSpPr>
            <a:spLocks xmlns:a="http://schemas.openxmlformats.org/drawingml/2006/main" noGrp="1"/>
          </p:cNvSpPr>
          <p:nvPr/>
        </p:nvSpPr>
        <p:spPr>
          <a:xfrm xmlns:a="http://schemas.openxmlformats.org/drawingml/2006/main">
            <a:off x="3143250" y="3133725"/>
            <a:ext cx="29146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课程在各平台的实际检索入口</a:t>
            </a:r>
          </a:p>
        </p:txBody>
      </p:sp>
      <p:sp>
        <p:nvSpPr>
          <p:cNvPr id="31" name="">
            <a:extLst xmlns:a="http://schemas.openxmlformats.org/drawingml/2006/main">
              <a:ext uri="{FF2B5EF4-FFF2-40B4-BE49-F238E27FC236}">
                <a16:creationId xmlns:a16="http://schemas.microsoft.com/office/drawing/2014/main" id="{EBB65525-8F50-42EC-8D95-7C190467AE4E}"/>
              </a:ext>
            </a:extLst>
          </p:cNvPr>
          <p:cNvSpPr>
            <a:spLocks xmlns:a="http://schemas.openxmlformats.org/drawingml/2006/main" noGrp="1"/>
          </p:cNvSpPr>
          <p:nvPr/>
        </p:nvSpPr>
        <p:spPr>
          <a:xfrm xmlns:a="http://schemas.openxmlformats.org/drawingml/2006/main">
            <a:off x="457200" y="3448050"/>
            <a:ext cx="12382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标签命中</a:t>
            </a:r>
          </a:p>
        </p:txBody>
      </p:sp>
      <p:sp>
        <p:nvSpPr>
          <p:cNvPr id="32" name="">
            <a:extLst xmlns:a="http://schemas.openxmlformats.org/drawingml/2006/main">
              <a:ext uri="{FF2B5EF4-FFF2-40B4-BE49-F238E27FC236}">
                <a16:creationId xmlns:a16="http://schemas.microsoft.com/office/drawing/2014/main" id="{E07E6EDA-26F4-4F60-974D-D8A5FB35F58C}"/>
              </a:ext>
            </a:extLst>
          </p:cNvPr>
          <p:cNvSpPr>
            <a:spLocks xmlns:a="http://schemas.openxmlformats.org/drawingml/2006/main" noGrp="1"/>
          </p:cNvSpPr>
          <p:nvPr/>
        </p:nvSpPr>
        <p:spPr>
          <a:xfrm xmlns:a="http://schemas.openxmlformats.org/drawingml/2006/main">
            <a:off x="1733550" y="3448050"/>
            <a:ext cx="1333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1">
                <a:solidFill>
                  <a:srgbClr val="FFD24A"/>
                </a:solidFill>
                <a:latin typeface="微软雅黑"/>
                <a:ea typeface="微软雅黑"/>
                <a:cs typeface="微软雅黑"/>
              </a:defRPr>
            </a:pPr>
            <a:r>
              <a:rPr sz="938" b="1">
                <a:solidFill>
                  <a:srgbClr val="FFD24A"/>
                </a:solidFill>
                <a:latin typeface="微软雅黑"/>
                <a:ea typeface="微软雅黑"/>
                <a:cs typeface="微软雅黑"/>
              </a:rPr>
              <a:t>+3 / </a:t>
            </a:r>
            <a:r>
              <a:rPr sz="938" b="1">
                <a:solidFill>
                  <a:srgbClr val="FFD24A"/>
                </a:solidFill>
                <a:latin typeface="微软雅黑"/>
                <a:ea typeface="微软雅黑"/>
                <a:cs typeface="微软雅黑"/>
              </a:rPr>
              <a:t>每个检索词</a:t>
            </a:r>
          </a:p>
        </p:txBody>
      </p:sp>
      <p:sp>
        <p:nvSpPr>
          <p:cNvPr id="33" name="">
            <a:extLst xmlns:a="http://schemas.openxmlformats.org/drawingml/2006/main">
              <a:ext uri="{FF2B5EF4-FFF2-40B4-BE49-F238E27FC236}">
                <a16:creationId xmlns:a16="http://schemas.microsoft.com/office/drawing/2014/main" id="{B3B4A24A-906A-4B46-9711-DDD854B3CB22}"/>
              </a:ext>
            </a:extLst>
          </p:cNvPr>
          <p:cNvSpPr>
            <a:spLocks xmlns:a="http://schemas.openxmlformats.org/drawingml/2006/main" noGrp="1"/>
          </p:cNvSpPr>
          <p:nvPr/>
        </p:nvSpPr>
        <p:spPr>
          <a:xfrm xmlns:a="http://schemas.openxmlformats.org/drawingml/2006/main">
            <a:off x="3143250" y="3448050"/>
            <a:ext cx="29146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技能命中再加 </a:t>
            </a:r>
            <a:r>
              <a:rPr sz="863" b="0">
                <a:solidFill>
                  <a:srgbClr val="C6DDFF"/>
                </a:solidFill>
                <a:latin typeface="微软雅黑"/>
                <a:ea typeface="微软雅黑"/>
                <a:cs typeface="微软雅黑"/>
              </a:rPr>
              <a:t>+3</a:t>
            </a:r>
          </a:p>
        </p:txBody>
      </p:sp>
      <p:sp>
        <p:nvSpPr>
          <p:cNvPr id="34" name="">
            <a:extLst xmlns:a="http://schemas.openxmlformats.org/drawingml/2006/main">
              <a:ext uri="{FF2B5EF4-FFF2-40B4-BE49-F238E27FC236}">
                <a16:creationId xmlns:a16="http://schemas.microsoft.com/office/drawing/2014/main" id="{204FDE27-9289-46DC-B79A-960C398B8D3F}"/>
              </a:ext>
            </a:extLst>
          </p:cNvPr>
          <p:cNvSpPr>
            <a:spLocks xmlns:a="http://schemas.openxmlformats.org/drawingml/2006/main" noGrp="1"/>
          </p:cNvSpPr>
          <p:nvPr/>
        </p:nvSpPr>
        <p:spPr>
          <a:xfrm xmlns:a="http://schemas.openxmlformats.org/drawingml/2006/main">
            <a:off x="457200" y="3762375"/>
            <a:ext cx="12382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机构命中</a:t>
            </a:r>
          </a:p>
        </p:txBody>
      </p:sp>
      <p:sp>
        <p:nvSpPr>
          <p:cNvPr id="35" name="">
            <a:extLst xmlns:a="http://schemas.openxmlformats.org/drawingml/2006/main">
              <a:ext uri="{FF2B5EF4-FFF2-40B4-BE49-F238E27FC236}">
                <a16:creationId xmlns:a16="http://schemas.microsoft.com/office/drawing/2014/main" id="{180B9DF4-0482-4732-B697-22938A14C9A4}"/>
              </a:ext>
            </a:extLst>
          </p:cNvPr>
          <p:cNvSpPr>
            <a:spLocks xmlns:a="http://schemas.openxmlformats.org/drawingml/2006/main" noGrp="1"/>
          </p:cNvSpPr>
          <p:nvPr/>
        </p:nvSpPr>
        <p:spPr>
          <a:xfrm xmlns:a="http://schemas.openxmlformats.org/drawingml/2006/main">
            <a:off x="1733550" y="3762375"/>
            <a:ext cx="1333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1">
                <a:solidFill>
                  <a:srgbClr val="FFD24A"/>
                </a:solidFill>
                <a:latin typeface="微软雅黑"/>
                <a:ea typeface="微软雅黑"/>
                <a:cs typeface="微软雅黑"/>
              </a:defRPr>
            </a:pPr>
            <a:r>
              <a:rPr sz="938" b="1">
                <a:solidFill>
                  <a:srgbClr val="FFD24A"/>
                </a:solidFill>
                <a:latin typeface="微软雅黑"/>
                <a:ea typeface="微软雅黑"/>
                <a:cs typeface="微软雅黑"/>
              </a:rPr>
              <a:t>+2</a:t>
            </a:r>
          </a:p>
        </p:txBody>
      </p:sp>
      <p:sp>
        <p:nvSpPr>
          <p:cNvPr id="36" name="">
            <a:extLst xmlns:a="http://schemas.openxmlformats.org/drawingml/2006/main">
              <a:ext uri="{FF2B5EF4-FFF2-40B4-BE49-F238E27FC236}">
                <a16:creationId xmlns:a16="http://schemas.microsoft.com/office/drawing/2014/main" id="{8441F812-885D-42E0-A2C3-906E2DECE8A6}"/>
              </a:ext>
            </a:extLst>
          </p:cNvPr>
          <p:cNvSpPr>
            <a:spLocks xmlns:a="http://schemas.openxmlformats.org/drawingml/2006/main" noGrp="1"/>
          </p:cNvSpPr>
          <p:nvPr/>
        </p:nvSpPr>
        <p:spPr>
          <a:xfrm xmlns:a="http://schemas.openxmlformats.org/drawingml/2006/main">
            <a:off x="3143250" y="3762375"/>
            <a:ext cx="29146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机构权威度作为弱信号</a:t>
            </a:r>
          </a:p>
        </p:txBody>
      </p:sp>
      <p:sp>
        <p:nvSpPr>
          <p:cNvPr id="37" name="">
            <a:extLst xmlns:a="http://schemas.openxmlformats.org/drawingml/2006/main">
              <a:ext uri="{FF2B5EF4-FFF2-40B4-BE49-F238E27FC236}">
                <a16:creationId xmlns:a16="http://schemas.microsoft.com/office/drawing/2014/main" id="{97952C2F-2D83-463C-BCA1-A43BC50DDFEC}"/>
              </a:ext>
            </a:extLst>
          </p:cNvPr>
          <p:cNvSpPr>
            <a:spLocks xmlns:a="http://schemas.openxmlformats.org/drawingml/2006/main" noGrp="1"/>
          </p:cNvSpPr>
          <p:nvPr/>
        </p:nvSpPr>
        <p:spPr>
          <a:xfrm xmlns:a="http://schemas.openxmlformats.org/drawingml/2006/main">
            <a:off x="457200" y="4076700"/>
            <a:ext cx="12382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匹配理由命中</a:t>
            </a:r>
          </a:p>
        </p:txBody>
      </p:sp>
      <p:sp>
        <p:nvSpPr>
          <p:cNvPr id="38" name="">
            <a:extLst xmlns:a="http://schemas.openxmlformats.org/drawingml/2006/main">
              <a:ext uri="{FF2B5EF4-FFF2-40B4-BE49-F238E27FC236}">
                <a16:creationId xmlns:a16="http://schemas.microsoft.com/office/drawing/2014/main" id="{0A80322F-773B-4859-A825-6713702ABFF2}"/>
              </a:ext>
            </a:extLst>
          </p:cNvPr>
          <p:cNvSpPr>
            <a:spLocks xmlns:a="http://schemas.openxmlformats.org/drawingml/2006/main" noGrp="1"/>
          </p:cNvSpPr>
          <p:nvPr/>
        </p:nvSpPr>
        <p:spPr>
          <a:xfrm xmlns:a="http://schemas.openxmlformats.org/drawingml/2006/main">
            <a:off x="1733550" y="4076700"/>
            <a:ext cx="1333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1">
                <a:solidFill>
                  <a:srgbClr val="FFD24A"/>
                </a:solidFill>
                <a:latin typeface="微软雅黑"/>
                <a:ea typeface="微软雅黑"/>
                <a:cs typeface="微软雅黑"/>
              </a:defRPr>
            </a:pPr>
            <a:r>
              <a:rPr sz="938" b="1">
                <a:solidFill>
                  <a:srgbClr val="FFD24A"/>
                </a:solidFill>
                <a:latin typeface="微软雅黑"/>
                <a:ea typeface="微软雅黑"/>
                <a:cs typeface="微软雅黑"/>
              </a:rPr>
              <a:t>+1</a:t>
            </a:r>
          </a:p>
        </p:txBody>
      </p:sp>
      <p:sp>
        <p:nvSpPr>
          <p:cNvPr id="39" name="">
            <a:extLst xmlns:a="http://schemas.openxmlformats.org/drawingml/2006/main">
              <a:ext uri="{FF2B5EF4-FFF2-40B4-BE49-F238E27FC236}">
                <a16:creationId xmlns:a16="http://schemas.microsoft.com/office/drawing/2014/main" id="{E93822FA-09A9-4E66-ABD1-22A60DF75BF3}"/>
              </a:ext>
            </a:extLst>
          </p:cNvPr>
          <p:cNvSpPr>
            <a:spLocks xmlns:a="http://schemas.openxmlformats.org/drawingml/2006/main" noGrp="1"/>
          </p:cNvSpPr>
          <p:nvPr/>
        </p:nvSpPr>
        <p:spPr>
          <a:xfrm xmlns:a="http://schemas.openxmlformats.org/drawingml/2006/main">
            <a:off x="3143250" y="4076700"/>
            <a:ext cx="29146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课程自带的匹配理由文本</a:t>
            </a:r>
          </a:p>
        </p:txBody>
      </p:sp>
      <p:sp>
        <p:nvSpPr>
          <p:cNvPr id="40" name="">
            <a:extLst xmlns:a="http://schemas.openxmlformats.org/drawingml/2006/main">
              <a:ext uri="{FF2B5EF4-FFF2-40B4-BE49-F238E27FC236}">
                <a16:creationId xmlns:a16="http://schemas.microsoft.com/office/drawing/2014/main" id="{D280B3D9-DE11-4004-AA15-F69DC3A86243}"/>
              </a:ext>
            </a:extLst>
          </p:cNvPr>
          <p:cNvSpPr>
            <a:spLocks xmlns:a="http://schemas.openxmlformats.org/drawingml/2006/main" noGrp="1"/>
          </p:cNvSpPr>
          <p:nvPr/>
        </p:nvSpPr>
        <p:spPr>
          <a:xfrm xmlns:a="http://schemas.openxmlformats.org/drawingml/2006/main">
            <a:off x="285750" y="4572000"/>
            <a:ext cx="5905500" cy="1771650"/>
          </a:xfrm>
          <a:prstGeom xmlns:a="http://schemas.openxmlformats.org/drawingml/2006/main" prst="roundRect">
            <a:avLst>
              <a:gd name="adj" fmla="val 4839"/>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41" name="">
            <a:extLst xmlns:a="http://schemas.openxmlformats.org/drawingml/2006/main">
              <a:ext uri="{FF2B5EF4-FFF2-40B4-BE49-F238E27FC236}">
                <a16:creationId xmlns:a16="http://schemas.microsoft.com/office/drawing/2014/main" id="{79E5CD2C-DF22-4A54-A952-EE9EEB7D8FE3}"/>
              </a:ext>
            </a:extLst>
          </p:cNvPr>
          <p:cNvSpPr>
            <a:spLocks xmlns:a="http://schemas.openxmlformats.org/drawingml/2006/main" noGrp="1"/>
          </p:cNvSpPr>
          <p:nvPr/>
        </p:nvSpPr>
        <p:spPr>
          <a:xfrm xmlns:a="http://schemas.openxmlformats.org/drawingml/2006/main">
            <a:off x="457200" y="4686300"/>
            <a:ext cx="5524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4FD8FF"/>
                </a:solidFill>
                <a:latin typeface="微软雅黑"/>
                <a:ea typeface="微软雅黑"/>
                <a:cs typeface="微软雅黑"/>
              </a:defRPr>
            </a:pPr>
            <a:r>
              <a:rPr sz="1050" b="1">
                <a:solidFill>
                  <a:srgbClr val="4FD8FF"/>
                </a:solidFill>
                <a:latin typeface="微软雅黑"/>
                <a:ea typeface="微软雅黑"/>
                <a:cs typeface="微软雅黑"/>
              </a:rPr>
              <a:t>输入与输出</a:t>
            </a:r>
          </a:p>
        </p:txBody>
      </p:sp>
      <p:sp>
        <p:nvSpPr>
          <p:cNvPr id="42" name="">
            <a:extLst xmlns:a="http://schemas.openxmlformats.org/drawingml/2006/main">
              <a:ext uri="{FF2B5EF4-FFF2-40B4-BE49-F238E27FC236}">
                <a16:creationId xmlns:a16="http://schemas.microsoft.com/office/drawing/2014/main" id="{B50CFA1B-721F-41CE-B045-62F644AC785E}"/>
              </a:ext>
            </a:extLst>
          </p:cNvPr>
          <p:cNvSpPr>
            <a:spLocks xmlns:a="http://schemas.openxmlformats.org/drawingml/2006/main" noGrp="1"/>
          </p:cNvSpPr>
          <p:nvPr/>
        </p:nvSpPr>
        <p:spPr>
          <a:xfrm xmlns:a="http://schemas.openxmlformats.org/drawingml/2006/main">
            <a:off x="457200" y="4972050"/>
            <a:ext cx="5581650" cy="1257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00">
                <a:solidFill>
                  <a:srgbClr val="EEF5FF"/>
                </a:solidFill>
                <a:latin typeface="微软雅黑"/>
                <a:ea typeface="微软雅黑"/>
                <a:cs typeface="微软雅黑"/>
              </a:defRPr>
            </a:pPr>
            <a:r>
              <a:rPr sz="900" b="1">
                <a:solidFill>
                  <a:srgbClr val="EEF5FF"/>
                </a:solidFill>
                <a:latin typeface="微软雅黑"/>
                <a:ea typeface="微软雅黑"/>
                <a:cs typeface="微软雅黑"/>
              </a:rPr>
              <a:t>输入　</a:t>
            </a:r>
            <a:r>
              <a:rPr sz="900">
                <a:solidFill>
                  <a:srgbClr val="EEF5FF"/>
                </a:solidFill>
                <a:latin typeface="微软雅黑"/>
                <a:ea typeface="微软雅黑"/>
                <a:cs typeface="微软雅黑"/>
              </a:rPr>
              <a:t>检索词（按空格 </a:t>
            </a: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逗号拆分去重）；课程字段（标题、平台检索词、标签、技能、机构、匹配理由）；个人缺口（</a:t>
            </a:r>
            <a:r>
              <a:rPr sz="900">
                <a:solidFill>
                  <a:srgbClr val="EEF5FF"/>
                </a:solidFill>
                <a:latin typeface="微软雅黑"/>
                <a:ea typeface="微软雅黑"/>
                <a:cs typeface="微软雅黑"/>
              </a:rPr>
              <a:t>employee_skill.level </a:t>
            </a:r>
            <a:r>
              <a:rPr sz="900">
                <a:solidFill>
                  <a:srgbClr val="EEF5FF"/>
                </a:solidFill>
                <a:latin typeface="微软雅黑"/>
                <a:ea typeface="微软雅黑"/>
                <a:cs typeface="微软雅黑"/>
              </a:rPr>
              <a:t>与 </a:t>
            </a:r>
            <a:r>
              <a:rPr sz="900">
                <a:solidFill>
                  <a:srgbClr val="EEF5FF"/>
                </a:solidFill>
                <a:latin typeface="微软雅黑"/>
                <a:ea typeface="微软雅黑"/>
                <a:cs typeface="微软雅黑"/>
              </a:rPr>
              <a:t>required_level</a:t>
            </a:r>
            <a:r>
              <a:rPr sz="900">
                <a:solidFill>
                  <a:srgbClr val="EEF5FF"/>
                </a:solidFill>
                <a:latin typeface="微软雅黑"/>
                <a:ea typeface="微软雅黑"/>
                <a:cs typeface="微软雅黑"/>
              </a:rPr>
              <a:t>）。</a:t>
            </a:r>
          </a:p>
          <a:p xmlns:a="http://schemas.openxmlformats.org/drawingml/2006/main">
            <a:pPr algn="l">
              <a:lnSpc>
                <a:spcPct val="150000"/>
              </a:lnSpc>
              <a:buNone/>
              <a:defRPr sz="900">
                <a:solidFill>
                  <a:srgbClr val="EEF5FF"/>
                </a:solidFill>
                <a:latin typeface="微软雅黑"/>
                <a:ea typeface="微软雅黑"/>
                <a:cs typeface="微软雅黑"/>
              </a:defRPr>
            </a:pPr>
            <a:r>
              <a:rPr sz="900" b="1">
                <a:solidFill>
                  <a:srgbClr val="EEF5FF"/>
                </a:solidFill>
                <a:latin typeface="微软雅黑"/>
                <a:ea typeface="微软雅黑"/>
                <a:cs typeface="微软雅黑"/>
              </a:rPr>
              <a:t>输出　</a:t>
            </a:r>
            <a:r>
              <a:rPr sz="900">
                <a:solidFill>
                  <a:srgbClr val="EEF5FF"/>
                </a:solidFill>
                <a:latin typeface="微软雅黑"/>
                <a:ea typeface="微软雅黑"/>
                <a:cs typeface="微软雅黑"/>
              </a:rPr>
              <a:t>按内容命中分降序的课程列表；内容分相同时，对口个人缺口的课程再加 </a:t>
            </a:r>
            <a:r>
              <a:rPr sz="900">
                <a:solidFill>
                  <a:srgbClr val="EEF5FF"/>
                </a:solidFill>
                <a:latin typeface="微软雅黑"/>
                <a:ea typeface="微软雅黑"/>
                <a:cs typeface="微软雅黑"/>
              </a:rPr>
              <a:t>5 </a:t>
            </a:r>
            <a:r>
              <a:rPr sz="900">
                <a:solidFill>
                  <a:srgbClr val="EEF5FF"/>
                </a:solidFill>
                <a:latin typeface="微软雅黑"/>
                <a:ea typeface="微软雅黑"/>
                <a:cs typeface="微软雅黑"/>
              </a:rPr>
              <a:t>分并优先排列。</a:t>
            </a:r>
          </a:p>
          <a:p xmlns:a="http://schemas.openxmlformats.org/drawingml/2006/main">
            <a:pPr algn="l">
              <a:lnSpc>
                <a:spcPct val="150000"/>
              </a:lnSpc>
              <a:buNone/>
              <a:defRPr sz="900">
                <a:solidFill>
                  <a:srgbClr val="EEF5FF"/>
                </a:solidFill>
                <a:latin typeface="微软雅黑"/>
                <a:ea typeface="微软雅黑"/>
                <a:cs typeface="微软雅黑"/>
              </a:defRPr>
            </a:pPr>
            <a:r>
              <a:rPr sz="900" b="1">
                <a:solidFill>
                  <a:srgbClr val="EEF5FF"/>
                </a:solidFill>
                <a:latin typeface="微软雅黑"/>
                <a:ea typeface="微软雅黑"/>
                <a:cs typeface="微软雅黑"/>
              </a:rPr>
              <a:t>落库　</a:t>
            </a:r>
            <a:r>
              <a:rPr sz="900">
                <a:solidFill>
                  <a:srgbClr val="EEF5FF"/>
                </a:solidFill>
                <a:latin typeface="微软雅黑"/>
                <a:ea typeface="微软雅黑"/>
                <a:cs typeface="微软雅黑"/>
              </a:rPr>
              <a:t>external_course</a:t>
            </a:r>
            <a:r>
              <a:rPr sz="900">
                <a:solidFill>
                  <a:srgbClr val="EEF5FF"/>
                </a:solidFill>
                <a:latin typeface="微软雅黑"/>
                <a:ea typeface="微软雅黑"/>
                <a:cs typeface="微软雅黑"/>
              </a:rPr>
              <a:t>、</a:t>
            </a:r>
            <a:r>
              <a:rPr sz="900">
                <a:solidFill>
                  <a:srgbClr val="EEF5FF"/>
                </a:solidFill>
                <a:latin typeface="微软雅黑"/>
                <a:ea typeface="微软雅黑"/>
                <a:cs typeface="微软雅黑"/>
              </a:rPr>
              <a:t>external_course_source</a:t>
            </a:r>
            <a:r>
              <a:rPr sz="900">
                <a:solidFill>
                  <a:srgbClr val="EEF5FF"/>
                </a:solidFill>
                <a:latin typeface="微软雅黑"/>
                <a:ea typeface="微软雅黑"/>
                <a:cs typeface="微软雅黑"/>
              </a:rPr>
              <a:t>、</a:t>
            </a:r>
            <a:r>
              <a:rPr sz="900">
                <a:solidFill>
                  <a:srgbClr val="EEF5FF"/>
                </a:solidFill>
                <a:latin typeface="微软雅黑"/>
                <a:ea typeface="微软雅黑"/>
                <a:cs typeface="微软雅黑"/>
              </a:rPr>
              <a:t>employee_skill </a:t>
            </a:r>
            <a:r>
              <a:rPr sz="900">
                <a:solidFill>
                  <a:srgbClr val="EEF5FF"/>
                </a:solidFill>
                <a:latin typeface="微软雅黑"/>
                <a:ea typeface="微软雅黑"/>
                <a:cs typeface="微软雅黑"/>
              </a:rPr>
              <a:t>三张表。</a:t>
            </a:r>
          </a:p>
        </p:txBody>
      </p:sp>
      <p:sp>
        <p:nvSpPr>
          <p:cNvPr id="43" name="">
            <a:extLst xmlns:a="http://schemas.openxmlformats.org/drawingml/2006/main">
              <a:ext uri="{FF2B5EF4-FFF2-40B4-BE49-F238E27FC236}">
                <a16:creationId xmlns:a16="http://schemas.microsoft.com/office/drawing/2014/main" id="{32C13DEF-EE40-4C8F-8FE4-7E874AD2ADC8}"/>
              </a:ext>
            </a:extLst>
          </p:cNvPr>
          <p:cNvSpPr>
            <a:spLocks xmlns:a="http://schemas.openxmlformats.org/drawingml/2006/main" noGrp="1"/>
          </p:cNvSpPr>
          <p:nvPr/>
        </p:nvSpPr>
        <p:spPr>
          <a:xfrm xmlns:a="http://schemas.openxmlformats.org/drawingml/2006/main">
            <a:off x="6419850" y="1333500"/>
            <a:ext cx="5486400" cy="5010150"/>
          </a:xfrm>
          <a:prstGeom xmlns:a="http://schemas.openxmlformats.org/drawingml/2006/main" prst="roundRect">
            <a:avLst>
              <a:gd name="adj" fmla="val 1711"/>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44" name="">
            <a:extLst xmlns:a="http://schemas.openxmlformats.org/drawingml/2006/main">
              <a:ext uri="{FF2B5EF4-FFF2-40B4-BE49-F238E27FC236}">
                <a16:creationId xmlns:a16="http://schemas.microsoft.com/office/drawing/2014/main" id="{CAD90548-1314-4A6B-888A-0936F5EC08F3}"/>
              </a:ext>
            </a:extLst>
          </p:cNvPr>
          <p:cNvSpPr>
            <a:spLocks xmlns:a="http://schemas.openxmlformats.org/drawingml/2006/main" noGrp="1"/>
          </p:cNvSpPr>
          <p:nvPr/>
        </p:nvSpPr>
        <p:spPr>
          <a:xfrm xmlns:a="http://schemas.openxmlformats.org/drawingml/2006/main">
            <a:off x="6591300" y="1447800"/>
            <a:ext cx="5143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13" b="1">
                <a:solidFill>
                  <a:srgbClr val="FFD24A"/>
                </a:solidFill>
                <a:latin typeface="微软雅黑"/>
                <a:ea typeface="微软雅黑"/>
                <a:cs typeface="微软雅黑"/>
              </a:defRPr>
            </a:pPr>
            <a:r>
              <a:rPr sz="1013" b="1">
                <a:solidFill>
                  <a:srgbClr val="FFD24A"/>
                </a:solidFill>
                <a:latin typeface="微软雅黑"/>
                <a:ea typeface="微软雅黑"/>
                <a:cs typeface="微软雅黑"/>
              </a:rPr>
              <a:t>案例：继电保护 </a:t>
            </a:r>
            <a:r>
              <a:rPr sz="1013" b="1">
                <a:solidFill>
                  <a:srgbClr val="FFD24A"/>
                </a:solidFill>
                <a:latin typeface="微软雅黑"/>
                <a:ea typeface="微软雅黑"/>
                <a:cs typeface="微软雅黑"/>
              </a:rPr>
              <a:t>L1 → </a:t>
            </a:r>
            <a:r>
              <a:rPr sz="1013" b="1">
                <a:solidFill>
                  <a:srgbClr val="FFD24A"/>
                </a:solidFill>
                <a:latin typeface="微软雅黑"/>
                <a:ea typeface="微软雅黑"/>
                <a:cs typeface="微软雅黑"/>
              </a:rPr>
              <a:t>要求 </a:t>
            </a:r>
            <a:r>
              <a:rPr sz="1013" b="1">
                <a:solidFill>
                  <a:srgbClr val="FFD24A"/>
                </a:solidFill>
                <a:latin typeface="微软雅黑"/>
                <a:ea typeface="微软雅黑"/>
                <a:cs typeface="微软雅黑"/>
              </a:rPr>
              <a:t>L3 </a:t>
            </a:r>
            <a:r>
              <a:rPr sz="1013" b="1">
                <a:solidFill>
                  <a:srgbClr val="FFD24A"/>
                </a:solidFill>
                <a:latin typeface="微软雅黑"/>
                <a:ea typeface="微软雅黑"/>
                <a:cs typeface="微软雅黑"/>
              </a:rPr>
              <a:t>的员工检索「软压板」</a:t>
            </a:r>
          </a:p>
        </p:txBody>
      </p:sp>
      <p:sp>
        <p:nvSpPr>
          <p:cNvPr id="45" name="">
            <a:extLst xmlns:a="http://schemas.openxmlformats.org/drawingml/2006/main">
              <a:ext uri="{FF2B5EF4-FFF2-40B4-BE49-F238E27FC236}">
                <a16:creationId xmlns:a16="http://schemas.microsoft.com/office/drawing/2014/main" id="{C2075578-92BE-4E1A-A8E9-2E546E27EBD4}"/>
              </a:ext>
            </a:extLst>
          </p:cNvPr>
          <p:cNvSpPr>
            <a:spLocks xmlns:a="http://schemas.openxmlformats.org/drawingml/2006/main" noGrp="1"/>
          </p:cNvSpPr>
          <p:nvPr/>
        </p:nvSpPr>
        <p:spPr>
          <a:xfrm xmlns:a="http://schemas.openxmlformats.org/drawingml/2006/main">
            <a:off x="6591300" y="1809750"/>
            <a:ext cx="5143500" cy="685800"/>
          </a:xfrm>
          <a:prstGeom xmlns:a="http://schemas.openxmlformats.org/drawingml/2006/main" prst="roundRect">
            <a:avLst>
              <a:gd name="adj" fmla="val 12500"/>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E3A1"/>
            </a:solidFill>
            <a:prstDash val="solid"/>
          </a:ln>
        </p:spPr>
      </p:sp>
      <p:sp>
        <p:nvSpPr>
          <p:cNvPr id="46" name="">
            <a:extLst xmlns:a="http://schemas.openxmlformats.org/drawingml/2006/main">
              <a:ext uri="{FF2B5EF4-FFF2-40B4-BE49-F238E27FC236}">
                <a16:creationId xmlns:a16="http://schemas.microsoft.com/office/drawing/2014/main" id="{EAAD9883-30AB-4653-A052-8FE31E47E350}"/>
              </a:ext>
            </a:extLst>
          </p:cNvPr>
          <p:cNvSpPr>
            <a:spLocks xmlns:a="http://schemas.openxmlformats.org/drawingml/2006/main" noGrp="1"/>
          </p:cNvSpPr>
          <p:nvPr/>
        </p:nvSpPr>
        <p:spPr>
          <a:xfrm xmlns:a="http://schemas.openxmlformats.org/drawingml/2006/main">
            <a:off x="6724650" y="2009775"/>
            <a:ext cx="285750" cy="285750"/>
          </a:xfrm>
          <a:prstGeom xmlns:a="http://schemas.openxmlformats.org/drawingml/2006/main" prst="ellipse">
            <a:avLst/>
          </a:prstGeom>
          <a:solidFill xmlns:a="http://schemas.openxmlformats.org/drawingml/2006/main">
            <a:srgbClr val="5FE3A1"/>
          </a:solidFill>
          <a:ln xmlns:a="http://schemas.openxmlformats.org/drawingml/2006/main">
            <a:noFill/>
          </a:ln>
        </p:spPr>
      </p:sp>
      <p:sp>
        <p:nvSpPr>
          <p:cNvPr id="47" name="">
            <a:extLst xmlns:a="http://schemas.openxmlformats.org/drawingml/2006/main">
              <a:ext uri="{FF2B5EF4-FFF2-40B4-BE49-F238E27FC236}">
                <a16:creationId xmlns:a16="http://schemas.microsoft.com/office/drawing/2014/main" id="{2C42485E-779B-4C64-8037-D31FD65581C7}"/>
              </a:ext>
            </a:extLst>
          </p:cNvPr>
          <p:cNvSpPr>
            <a:spLocks xmlns:a="http://schemas.openxmlformats.org/drawingml/2006/main" noGrp="1"/>
          </p:cNvSpPr>
          <p:nvPr/>
        </p:nvSpPr>
        <p:spPr>
          <a:xfrm xmlns:a="http://schemas.openxmlformats.org/drawingml/2006/main">
            <a:off x="6724650" y="2009775"/>
            <a:ext cx="285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75" b="1">
                <a:solidFill>
                  <a:srgbClr val="0A2F6B"/>
                </a:solidFill>
                <a:latin typeface="Bahnschrift"/>
                <a:ea typeface="Bahnschrift"/>
                <a:cs typeface="Bahnschrift"/>
              </a:defRPr>
            </a:pPr>
            <a:r>
              <a:rPr sz="975" b="1">
                <a:solidFill>
                  <a:srgbClr val="0A2F6B"/>
                </a:solidFill>
                <a:latin typeface="Bahnschrift"/>
                <a:ea typeface="Bahnschrift"/>
                <a:cs typeface="Bahnschrift"/>
              </a:rPr>
              <a:t>1</a:t>
            </a:r>
          </a:p>
        </p:txBody>
      </p:sp>
      <p:sp>
        <p:nvSpPr>
          <p:cNvPr id="48" name="">
            <a:extLst xmlns:a="http://schemas.openxmlformats.org/drawingml/2006/main">
              <a:ext uri="{FF2B5EF4-FFF2-40B4-BE49-F238E27FC236}">
                <a16:creationId xmlns:a16="http://schemas.microsoft.com/office/drawing/2014/main" id="{6E1FE09B-CD3A-4717-AFF0-469B39C17E96}"/>
              </a:ext>
            </a:extLst>
          </p:cNvPr>
          <p:cNvSpPr>
            <a:spLocks xmlns:a="http://schemas.openxmlformats.org/drawingml/2006/main" noGrp="1"/>
          </p:cNvSpPr>
          <p:nvPr/>
        </p:nvSpPr>
        <p:spPr>
          <a:xfrm xmlns:a="http://schemas.openxmlformats.org/drawingml/2006/main">
            <a:off x="7124700" y="1914525"/>
            <a:ext cx="3238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《继电保护软压板投退与定值核对》</a:t>
            </a:r>
          </a:p>
        </p:txBody>
      </p:sp>
      <p:sp>
        <p:nvSpPr>
          <p:cNvPr id="49" name="">
            <a:extLst xmlns:a="http://schemas.openxmlformats.org/drawingml/2006/main">
              <a:ext uri="{FF2B5EF4-FFF2-40B4-BE49-F238E27FC236}">
                <a16:creationId xmlns:a16="http://schemas.microsoft.com/office/drawing/2014/main" id="{F7423BCD-6079-49EF-B602-A302091641BB}"/>
              </a:ext>
            </a:extLst>
          </p:cNvPr>
          <p:cNvSpPr>
            <a:spLocks xmlns:a="http://schemas.openxmlformats.org/drawingml/2006/main" noGrp="1"/>
          </p:cNvSpPr>
          <p:nvPr/>
        </p:nvSpPr>
        <p:spPr>
          <a:xfrm xmlns:a="http://schemas.openxmlformats.org/drawingml/2006/main">
            <a:off x="7124700" y="2152650"/>
            <a:ext cx="3238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C6DDFF"/>
                </a:solidFill>
                <a:latin typeface="微软雅黑"/>
                <a:ea typeface="微软雅黑"/>
                <a:cs typeface="微软雅黑"/>
              </a:defRPr>
            </a:pPr>
            <a:r>
              <a:rPr sz="825" b="0">
                <a:solidFill>
                  <a:srgbClr val="C6DDFF"/>
                </a:solidFill>
                <a:latin typeface="微软雅黑"/>
                <a:ea typeface="微软雅黑"/>
                <a:cs typeface="微软雅黑"/>
              </a:rPr>
              <a:t>标题 </a:t>
            </a:r>
            <a:r>
              <a:rPr sz="825" b="0">
                <a:solidFill>
                  <a:srgbClr val="C6DDFF"/>
                </a:solidFill>
                <a:latin typeface="微软雅黑"/>
                <a:ea typeface="微软雅黑"/>
                <a:cs typeface="微软雅黑"/>
              </a:rPr>
              <a:t>+6 · </a:t>
            </a:r>
            <a:r>
              <a:rPr sz="825" b="0">
                <a:solidFill>
                  <a:srgbClr val="C6DDFF"/>
                </a:solidFill>
                <a:latin typeface="微软雅黑"/>
                <a:ea typeface="微软雅黑"/>
                <a:cs typeface="微软雅黑"/>
              </a:rPr>
              <a:t>技能 </a:t>
            </a:r>
            <a:r>
              <a:rPr sz="825" b="0">
                <a:solidFill>
                  <a:srgbClr val="C6DDFF"/>
                </a:solidFill>
                <a:latin typeface="微软雅黑"/>
                <a:ea typeface="微软雅黑"/>
                <a:cs typeface="微软雅黑"/>
              </a:rPr>
              <a:t>+3 · </a:t>
            </a:r>
            <a:r>
              <a:rPr sz="825" b="0">
                <a:solidFill>
                  <a:srgbClr val="C6DDFF"/>
                </a:solidFill>
                <a:latin typeface="微软雅黑"/>
                <a:ea typeface="微软雅黑"/>
                <a:cs typeface="微软雅黑"/>
              </a:rPr>
              <a:t>缺口 </a:t>
            </a:r>
            <a:r>
              <a:rPr sz="825" b="0">
                <a:solidFill>
                  <a:srgbClr val="C6DDFF"/>
                </a:solidFill>
                <a:latin typeface="微软雅黑"/>
                <a:ea typeface="微软雅黑"/>
                <a:cs typeface="微软雅黑"/>
              </a:rPr>
              <a:t>+5</a:t>
            </a:r>
          </a:p>
        </p:txBody>
      </p:sp>
      <p:sp>
        <p:nvSpPr>
          <p:cNvPr id="50" name="">
            <a:extLst xmlns:a="http://schemas.openxmlformats.org/drawingml/2006/main">
              <a:ext uri="{FF2B5EF4-FFF2-40B4-BE49-F238E27FC236}">
                <a16:creationId xmlns:a16="http://schemas.microsoft.com/office/drawing/2014/main" id="{7D640967-F032-49A6-8ADF-156CEA60767C}"/>
              </a:ext>
            </a:extLst>
          </p:cNvPr>
          <p:cNvSpPr>
            <a:spLocks xmlns:a="http://schemas.openxmlformats.org/drawingml/2006/main" noGrp="1"/>
          </p:cNvSpPr>
          <p:nvPr/>
        </p:nvSpPr>
        <p:spPr>
          <a:xfrm xmlns:a="http://schemas.openxmlformats.org/drawingml/2006/main">
            <a:off x="10477500" y="1990725"/>
            <a:ext cx="10477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FE3A1"/>
                </a:solidFill>
                <a:latin typeface="Bahnschrift"/>
                <a:ea typeface="Bahnschrift"/>
                <a:cs typeface="Bahnschrift"/>
              </a:defRPr>
            </a:pPr>
            <a:r>
              <a:rPr sz="1200" b="1">
                <a:solidFill>
                  <a:srgbClr val="5FE3A1"/>
                </a:solidFill>
                <a:latin typeface="Bahnschrift"/>
                <a:ea typeface="Bahnschrift"/>
                <a:cs typeface="Bahnschrift"/>
              </a:rPr>
              <a:t>14 </a:t>
            </a:r>
            <a:r>
              <a:rPr sz="1200" b="1">
                <a:solidFill>
                  <a:srgbClr val="5FE3A1"/>
                </a:solidFill>
                <a:latin typeface="Bahnschrift"/>
                <a:ea typeface="Bahnschrift"/>
                <a:cs typeface="Bahnschrift"/>
              </a:rPr>
              <a:t>分</a:t>
            </a:r>
          </a:p>
        </p:txBody>
      </p:sp>
      <p:sp>
        <p:nvSpPr>
          <p:cNvPr id="51" name="">
            <a:extLst xmlns:a="http://schemas.openxmlformats.org/drawingml/2006/main">
              <a:ext uri="{FF2B5EF4-FFF2-40B4-BE49-F238E27FC236}">
                <a16:creationId xmlns:a16="http://schemas.microsoft.com/office/drawing/2014/main" id="{19E0F295-E3D9-4CF4-ABB2-5433ECC1D852}"/>
              </a:ext>
            </a:extLst>
          </p:cNvPr>
          <p:cNvSpPr>
            <a:spLocks xmlns:a="http://schemas.openxmlformats.org/drawingml/2006/main" noGrp="1"/>
          </p:cNvSpPr>
          <p:nvPr/>
        </p:nvSpPr>
        <p:spPr>
          <a:xfrm xmlns:a="http://schemas.openxmlformats.org/drawingml/2006/main">
            <a:off x="6591300" y="2609850"/>
            <a:ext cx="5143500" cy="685800"/>
          </a:xfrm>
          <a:prstGeom xmlns:a="http://schemas.openxmlformats.org/drawingml/2006/main" prst="roundRect">
            <a:avLst>
              <a:gd name="adj" fmla="val 12500"/>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E3A1"/>
            </a:solidFill>
            <a:prstDash val="solid"/>
          </a:ln>
        </p:spPr>
      </p:sp>
      <p:sp>
        <p:nvSpPr>
          <p:cNvPr id="52" name="">
            <a:extLst xmlns:a="http://schemas.openxmlformats.org/drawingml/2006/main">
              <a:ext uri="{FF2B5EF4-FFF2-40B4-BE49-F238E27FC236}">
                <a16:creationId xmlns:a16="http://schemas.microsoft.com/office/drawing/2014/main" id="{D4467611-950B-4325-9B37-3D85E38E81F2}"/>
              </a:ext>
            </a:extLst>
          </p:cNvPr>
          <p:cNvSpPr>
            <a:spLocks xmlns:a="http://schemas.openxmlformats.org/drawingml/2006/main" noGrp="1"/>
          </p:cNvSpPr>
          <p:nvPr/>
        </p:nvSpPr>
        <p:spPr>
          <a:xfrm xmlns:a="http://schemas.openxmlformats.org/drawingml/2006/main">
            <a:off x="6724650" y="2809875"/>
            <a:ext cx="285750" cy="285750"/>
          </a:xfrm>
          <a:prstGeom xmlns:a="http://schemas.openxmlformats.org/drawingml/2006/main" prst="ellipse">
            <a:avLst/>
          </a:prstGeom>
          <a:solidFill xmlns:a="http://schemas.openxmlformats.org/drawingml/2006/main">
            <a:srgbClr val="5FE3A1"/>
          </a:solidFill>
          <a:ln xmlns:a="http://schemas.openxmlformats.org/drawingml/2006/main">
            <a:noFill/>
          </a:ln>
        </p:spPr>
      </p:sp>
      <p:sp>
        <p:nvSpPr>
          <p:cNvPr id="53" name="">
            <a:extLst xmlns:a="http://schemas.openxmlformats.org/drawingml/2006/main">
              <a:ext uri="{FF2B5EF4-FFF2-40B4-BE49-F238E27FC236}">
                <a16:creationId xmlns:a16="http://schemas.microsoft.com/office/drawing/2014/main" id="{38281E5A-EA96-4B0F-901D-ACF2B15D8BB0}"/>
              </a:ext>
            </a:extLst>
          </p:cNvPr>
          <p:cNvSpPr>
            <a:spLocks xmlns:a="http://schemas.openxmlformats.org/drawingml/2006/main" noGrp="1"/>
          </p:cNvSpPr>
          <p:nvPr/>
        </p:nvSpPr>
        <p:spPr>
          <a:xfrm xmlns:a="http://schemas.openxmlformats.org/drawingml/2006/main">
            <a:off x="6724650" y="2809875"/>
            <a:ext cx="285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75" b="1">
                <a:solidFill>
                  <a:srgbClr val="0A2F6B"/>
                </a:solidFill>
                <a:latin typeface="Bahnschrift"/>
                <a:ea typeface="Bahnschrift"/>
                <a:cs typeface="Bahnschrift"/>
              </a:defRPr>
            </a:pPr>
            <a:r>
              <a:rPr sz="975" b="1">
                <a:solidFill>
                  <a:srgbClr val="0A2F6B"/>
                </a:solidFill>
                <a:latin typeface="Bahnschrift"/>
                <a:ea typeface="Bahnschrift"/>
                <a:cs typeface="Bahnschrift"/>
              </a:rPr>
              <a:t>2</a:t>
            </a:r>
          </a:p>
        </p:txBody>
      </p:sp>
      <p:sp>
        <p:nvSpPr>
          <p:cNvPr id="54" name="">
            <a:extLst xmlns:a="http://schemas.openxmlformats.org/drawingml/2006/main">
              <a:ext uri="{FF2B5EF4-FFF2-40B4-BE49-F238E27FC236}">
                <a16:creationId xmlns:a16="http://schemas.microsoft.com/office/drawing/2014/main" id="{13D1740A-021F-48CB-B73F-FFAE88BA6A19}"/>
              </a:ext>
            </a:extLst>
          </p:cNvPr>
          <p:cNvSpPr>
            <a:spLocks xmlns:a="http://schemas.openxmlformats.org/drawingml/2006/main" noGrp="1"/>
          </p:cNvSpPr>
          <p:nvPr/>
        </p:nvSpPr>
        <p:spPr>
          <a:xfrm xmlns:a="http://schemas.openxmlformats.org/drawingml/2006/main">
            <a:off x="7124700" y="2714625"/>
            <a:ext cx="3238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《软压板逻辑与保护定值整定》</a:t>
            </a:r>
          </a:p>
        </p:txBody>
      </p:sp>
      <p:sp>
        <p:nvSpPr>
          <p:cNvPr id="55" name="">
            <a:extLst xmlns:a="http://schemas.openxmlformats.org/drawingml/2006/main">
              <a:ext uri="{FF2B5EF4-FFF2-40B4-BE49-F238E27FC236}">
                <a16:creationId xmlns:a16="http://schemas.microsoft.com/office/drawing/2014/main" id="{1504F339-02A2-44B5-BDF5-5F9EF6765A72}"/>
              </a:ext>
            </a:extLst>
          </p:cNvPr>
          <p:cNvSpPr>
            <a:spLocks xmlns:a="http://schemas.openxmlformats.org/drawingml/2006/main" noGrp="1"/>
          </p:cNvSpPr>
          <p:nvPr/>
        </p:nvSpPr>
        <p:spPr>
          <a:xfrm xmlns:a="http://schemas.openxmlformats.org/drawingml/2006/main">
            <a:off x="7124700" y="2952750"/>
            <a:ext cx="3238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C6DDFF"/>
                </a:solidFill>
                <a:latin typeface="微软雅黑"/>
                <a:ea typeface="微软雅黑"/>
                <a:cs typeface="微软雅黑"/>
              </a:defRPr>
            </a:pPr>
            <a:r>
              <a:rPr sz="825" b="0">
                <a:solidFill>
                  <a:srgbClr val="C6DDFF"/>
                </a:solidFill>
                <a:latin typeface="微软雅黑"/>
                <a:ea typeface="微软雅黑"/>
                <a:cs typeface="微软雅黑"/>
              </a:rPr>
              <a:t>标题 </a:t>
            </a:r>
            <a:r>
              <a:rPr sz="825" b="0">
                <a:solidFill>
                  <a:srgbClr val="C6DDFF"/>
                </a:solidFill>
                <a:latin typeface="微软雅黑"/>
                <a:ea typeface="微软雅黑"/>
                <a:cs typeface="微软雅黑"/>
              </a:rPr>
              <a:t>+6 · </a:t>
            </a:r>
            <a:r>
              <a:rPr sz="825" b="0">
                <a:solidFill>
                  <a:srgbClr val="C6DDFF"/>
                </a:solidFill>
                <a:latin typeface="微软雅黑"/>
                <a:ea typeface="微软雅黑"/>
                <a:cs typeface="微软雅黑"/>
              </a:rPr>
              <a:t>平台词 </a:t>
            </a:r>
            <a:r>
              <a:rPr sz="825" b="0">
                <a:solidFill>
                  <a:srgbClr val="C6DDFF"/>
                </a:solidFill>
                <a:latin typeface="微软雅黑"/>
                <a:ea typeface="微软雅黑"/>
                <a:cs typeface="微软雅黑"/>
              </a:rPr>
              <a:t>+4</a:t>
            </a:r>
          </a:p>
        </p:txBody>
      </p:sp>
      <p:sp>
        <p:nvSpPr>
          <p:cNvPr id="56" name="">
            <a:extLst xmlns:a="http://schemas.openxmlformats.org/drawingml/2006/main">
              <a:ext uri="{FF2B5EF4-FFF2-40B4-BE49-F238E27FC236}">
                <a16:creationId xmlns:a16="http://schemas.microsoft.com/office/drawing/2014/main" id="{3134E036-86C8-48C5-B420-0C1088519BE5}"/>
              </a:ext>
            </a:extLst>
          </p:cNvPr>
          <p:cNvSpPr>
            <a:spLocks xmlns:a="http://schemas.openxmlformats.org/drawingml/2006/main" noGrp="1"/>
          </p:cNvSpPr>
          <p:nvPr/>
        </p:nvSpPr>
        <p:spPr>
          <a:xfrm xmlns:a="http://schemas.openxmlformats.org/drawingml/2006/main">
            <a:off x="10477500" y="2790825"/>
            <a:ext cx="10477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FE3A1"/>
                </a:solidFill>
                <a:latin typeface="Bahnschrift"/>
                <a:ea typeface="Bahnschrift"/>
                <a:cs typeface="Bahnschrift"/>
              </a:defRPr>
            </a:pPr>
            <a:r>
              <a:rPr sz="1200" b="1">
                <a:solidFill>
                  <a:srgbClr val="5FE3A1"/>
                </a:solidFill>
                <a:latin typeface="Bahnschrift"/>
                <a:ea typeface="Bahnschrift"/>
                <a:cs typeface="Bahnschrift"/>
              </a:rPr>
              <a:t>10 </a:t>
            </a:r>
            <a:r>
              <a:rPr sz="1200" b="1">
                <a:solidFill>
                  <a:srgbClr val="5FE3A1"/>
                </a:solidFill>
                <a:latin typeface="Bahnschrift"/>
                <a:ea typeface="Bahnschrift"/>
                <a:cs typeface="Bahnschrift"/>
              </a:rPr>
              <a:t>分</a:t>
            </a:r>
          </a:p>
        </p:txBody>
      </p:sp>
      <p:sp>
        <p:nvSpPr>
          <p:cNvPr id="57" name="">
            <a:extLst xmlns:a="http://schemas.openxmlformats.org/drawingml/2006/main">
              <a:ext uri="{FF2B5EF4-FFF2-40B4-BE49-F238E27FC236}">
                <a16:creationId xmlns:a16="http://schemas.microsoft.com/office/drawing/2014/main" id="{01A5F04C-DA07-4FCD-99C7-B7CA73CC617D}"/>
              </a:ext>
            </a:extLst>
          </p:cNvPr>
          <p:cNvSpPr>
            <a:spLocks xmlns:a="http://schemas.openxmlformats.org/drawingml/2006/main" noGrp="1"/>
          </p:cNvSpPr>
          <p:nvPr/>
        </p:nvSpPr>
        <p:spPr>
          <a:xfrm xmlns:a="http://schemas.openxmlformats.org/drawingml/2006/main">
            <a:off x="6591300" y="3409950"/>
            <a:ext cx="5143500" cy="685800"/>
          </a:xfrm>
          <a:prstGeom xmlns:a="http://schemas.openxmlformats.org/drawingml/2006/main" prst="roundRect">
            <a:avLst>
              <a:gd name="adj" fmla="val 12500"/>
            </a:avLst>
          </a:prstGeom>
          <a:gradFill xmlns:a="http://schemas.openxmlformats.org/drawingml/2006/main">
            <a:gsLst>
              <a:gs pos="0">
                <a:srgbClr val="26528E"/>
              </a:gs>
              <a:gs pos="62000">
                <a:srgbClr val="0B3D80"/>
              </a:gs>
              <a:gs pos="100000">
                <a:srgbClr val="093064"/>
              </a:gs>
            </a:gsLst>
            <a:lin ang="8100000"/>
          </a:gradFill>
          <a:ln xmlns:a="http://schemas.openxmlformats.org/drawingml/2006/main" w="9525">
            <a:solidFill>
              <a:srgbClr val="1763B8"/>
            </a:solidFill>
            <a:prstDash val="solid"/>
          </a:ln>
        </p:spPr>
      </p:sp>
      <p:sp>
        <p:nvSpPr>
          <p:cNvPr id="58" name="">
            <a:extLst xmlns:a="http://schemas.openxmlformats.org/drawingml/2006/main">
              <a:ext uri="{FF2B5EF4-FFF2-40B4-BE49-F238E27FC236}">
                <a16:creationId xmlns:a16="http://schemas.microsoft.com/office/drawing/2014/main" id="{1FFD4D40-4F04-437F-A2AD-430089564B11}"/>
              </a:ext>
            </a:extLst>
          </p:cNvPr>
          <p:cNvSpPr>
            <a:spLocks xmlns:a="http://schemas.openxmlformats.org/drawingml/2006/main" noGrp="1"/>
          </p:cNvSpPr>
          <p:nvPr/>
        </p:nvSpPr>
        <p:spPr>
          <a:xfrm xmlns:a="http://schemas.openxmlformats.org/drawingml/2006/main">
            <a:off x="6724650" y="3609975"/>
            <a:ext cx="285750" cy="285750"/>
          </a:xfrm>
          <a:prstGeom xmlns:a="http://schemas.openxmlformats.org/drawingml/2006/main" prst="ellipse">
            <a:avLst/>
          </a:prstGeom>
          <a:solidFill xmlns:a="http://schemas.openxmlformats.org/drawingml/2006/main">
            <a:srgbClr val="5FA8E8"/>
          </a:solidFill>
          <a:ln xmlns:a="http://schemas.openxmlformats.org/drawingml/2006/main">
            <a:noFill/>
          </a:ln>
        </p:spPr>
      </p:sp>
      <p:sp>
        <p:nvSpPr>
          <p:cNvPr id="59" name="">
            <a:extLst xmlns:a="http://schemas.openxmlformats.org/drawingml/2006/main">
              <a:ext uri="{FF2B5EF4-FFF2-40B4-BE49-F238E27FC236}">
                <a16:creationId xmlns:a16="http://schemas.microsoft.com/office/drawing/2014/main" id="{6F03EA6C-9E4D-439A-A955-08BDE83BF17E}"/>
              </a:ext>
            </a:extLst>
          </p:cNvPr>
          <p:cNvSpPr>
            <a:spLocks xmlns:a="http://schemas.openxmlformats.org/drawingml/2006/main" noGrp="1"/>
          </p:cNvSpPr>
          <p:nvPr/>
        </p:nvSpPr>
        <p:spPr>
          <a:xfrm xmlns:a="http://schemas.openxmlformats.org/drawingml/2006/main">
            <a:off x="6724650" y="3609975"/>
            <a:ext cx="285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75" b="1">
                <a:solidFill>
                  <a:srgbClr val="0A2F6B"/>
                </a:solidFill>
                <a:latin typeface="Bahnschrift"/>
                <a:ea typeface="Bahnschrift"/>
                <a:cs typeface="Bahnschrift"/>
              </a:defRPr>
            </a:pPr>
            <a:r>
              <a:rPr sz="975" b="1">
                <a:solidFill>
                  <a:srgbClr val="0A2F6B"/>
                </a:solidFill>
                <a:latin typeface="Bahnschrift"/>
                <a:ea typeface="Bahnschrift"/>
                <a:cs typeface="Bahnschrift"/>
              </a:rPr>
              <a:t>3</a:t>
            </a:r>
          </a:p>
        </p:txBody>
      </p:sp>
      <p:sp>
        <p:nvSpPr>
          <p:cNvPr id="60" name="">
            <a:extLst xmlns:a="http://schemas.openxmlformats.org/drawingml/2006/main">
              <a:ext uri="{FF2B5EF4-FFF2-40B4-BE49-F238E27FC236}">
                <a16:creationId xmlns:a16="http://schemas.microsoft.com/office/drawing/2014/main" id="{E8E74434-B9F8-420F-88DE-3B07FB2A29B9}"/>
              </a:ext>
            </a:extLst>
          </p:cNvPr>
          <p:cNvSpPr>
            <a:spLocks xmlns:a="http://schemas.openxmlformats.org/drawingml/2006/main" noGrp="1"/>
          </p:cNvSpPr>
          <p:nvPr/>
        </p:nvSpPr>
        <p:spPr>
          <a:xfrm xmlns:a="http://schemas.openxmlformats.org/drawingml/2006/main">
            <a:off x="7124700" y="3514725"/>
            <a:ext cx="3238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《变电站二次回路识图》</a:t>
            </a:r>
          </a:p>
        </p:txBody>
      </p:sp>
      <p:sp>
        <p:nvSpPr>
          <p:cNvPr id="61" name="">
            <a:extLst xmlns:a="http://schemas.openxmlformats.org/drawingml/2006/main">
              <a:ext uri="{FF2B5EF4-FFF2-40B4-BE49-F238E27FC236}">
                <a16:creationId xmlns:a16="http://schemas.microsoft.com/office/drawing/2014/main" id="{0109A004-00BB-4692-A115-44B6E293F8D4}"/>
              </a:ext>
            </a:extLst>
          </p:cNvPr>
          <p:cNvSpPr>
            <a:spLocks xmlns:a="http://schemas.openxmlformats.org/drawingml/2006/main" noGrp="1"/>
          </p:cNvSpPr>
          <p:nvPr/>
        </p:nvSpPr>
        <p:spPr>
          <a:xfrm xmlns:a="http://schemas.openxmlformats.org/drawingml/2006/main">
            <a:off x="7124700" y="3752850"/>
            <a:ext cx="3238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C6DDFF"/>
                </a:solidFill>
                <a:latin typeface="微软雅黑"/>
                <a:ea typeface="微软雅黑"/>
                <a:cs typeface="微软雅黑"/>
              </a:defRPr>
            </a:pPr>
            <a:r>
              <a:rPr sz="825" b="0">
                <a:solidFill>
                  <a:srgbClr val="C6DDFF"/>
                </a:solidFill>
                <a:latin typeface="微软雅黑"/>
                <a:ea typeface="微软雅黑"/>
                <a:cs typeface="微软雅黑"/>
              </a:rPr>
              <a:t>标签 </a:t>
            </a:r>
            <a:r>
              <a:rPr sz="825" b="0">
                <a:solidFill>
                  <a:srgbClr val="C6DDFF"/>
                </a:solidFill>
                <a:latin typeface="微软雅黑"/>
                <a:ea typeface="微软雅黑"/>
                <a:cs typeface="微软雅黑"/>
              </a:rPr>
              <a:t>+3 · </a:t>
            </a:r>
            <a:r>
              <a:rPr sz="825" b="0">
                <a:solidFill>
                  <a:srgbClr val="C6DDFF"/>
                </a:solidFill>
                <a:latin typeface="微软雅黑"/>
                <a:ea typeface="微软雅黑"/>
                <a:cs typeface="微软雅黑"/>
              </a:rPr>
              <a:t>机构 </a:t>
            </a:r>
            <a:r>
              <a:rPr sz="825" b="0">
                <a:solidFill>
                  <a:srgbClr val="C6DDFF"/>
                </a:solidFill>
                <a:latin typeface="微软雅黑"/>
                <a:ea typeface="微软雅黑"/>
                <a:cs typeface="微软雅黑"/>
              </a:rPr>
              <a:t>+2</a:t>
            </a:r>
          </a:p>
        </p:txBody>
      </p:sp>
      <p:sp>
        <p:nvSpPr>
          <p:cNvPr id="62" name="">
            <a:extLst xmlns:a="http://schemas.openxmlformats.org/drawingml/2006/main">
              <a:ext uri="{FF2B5EF4-FFF2-40B4-BE49-F238E27FC236}">
                <a16:creationId xmlns:a16="http://schemas.microsoft.com/office/drawing/2014/main" id="{2B3F36D4-B252-42A0-B6FC-4A5D6AF85FD5}"/>
              </a:ext>
            </a:extLst>
          </p:cNvPr>
          <p:cNvSpPr>
            <a:spLocks xmlns:a="http://schemas.openxmlformats.org/drawingml/2006/main" noGrp="1"/>
          </p:cNvSpPr>
          <p:nvPr/>
        </p:nvSpPr>
        <p:spPr>
          <a:xfrm xmlns:a="http://schemas.openxmlformats.org/drawingml/2006/main">
            <a:off x="10477500" y="3590925"/>
            <a:ext cx="10477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9DBEE8"/>
                </a:solidFill>
                <a:latin typeface="Bahnschrift"/>
                <a:ea typeface="Bahnschrift"/>
                <a:cs typeface="Bahnschrift"/>
              </a:defRPr>
            </a:pPr>
            <a:r>
              <a:rPr sz="1200" b="1">
                <a:solidFill>
                  <a:srgbClr val="9DBEE8"/>
                </a:solidFill>
                <a:latin typeface="Bahnschrift"/>
                <a:ea typeface="Bahnschrift"/>
                <a:cs typeface="Bahnschrift"/>
              </a:rPr>
              <a:t>5 </a:t>
            </a:r>
            <a:r>
              <a:rPr sz="1200" b="1">
                <a:solidFill>
                  <a:srgbClr val="9DBEE8"/>
                </a:solidFill>
                <a:latin typeface="Bahnschrift"/>
                <a:ea typeface="Bahnschrift"/>
                <a:cs typeface="Bahnschrift"/>
              </a:rPr>
              <a:t>分</a:t>
            </a:r>
          </a:p>
        </p:txBody>
      </p:sp>
      <p:sp>
        <p:nvSpPr>
          <p:cNvPr id="63" name="">
            <a:extLst xmlns:a="http://schemas.openxmlformats.org/drawingml/2006/main">
              <a:ext uri="{FF2B5EF4-FFF2-40B4-BE49-F238E27FC236}">
                <a16:creationId xmlns:a16="http://schemas.microsoft.com/office/drawing/2014/main" id="{DCA2E1BC-A56F-4FD0-AC34-8F374436376B}"/>
              </a:ext>
            </a:extLst>
          </p:cNvPr>
          <p:cNvSpPr>
            <a:spLocks xmlns:a="http://schemas.openxmlformats.org/drawingml/2006/main" noGrp="1"/>
          </p:cNvSpPr>
          <p:nvPr/>
        </p:nvSpPr>
        <p:spPr>
          <a:xfrm xmlns:a="http://schemas.openxmlformats.org/drawingml/2006/main">
            <a:off x="6591300" y="4210050"/>
            <a:ext cx="5143500" cy="685800"/>
          </a:xfrm>
          <a:prstGeom xmlns:a="http://schemas.openxmlformats.org/drawingml/2006/main" prst="roundRect">
            <a:avLst>
              <a:gd name="adj" fmla="val 12500"/>
            </a:avLst>
          </a:prstGeom>
          <a:gradFill xmlns:a="http://schemas.openxmlformats.org/drawingml/2006/main">
            <a:gsLst>
              <a:gs pos="0">
                <a:srgbClr val="26528E"/>
              </a:gs>
              <a:gs pos="62000">
                <a:srgbClr val="0B3D80"/>
              </a:gs>
              <a:gs pos="100000">
                <a:srgbClr val="093064"/>
              </a:gs>
            </a:gsLst>
            <a:lin ang="8100000"/>
          </a:gradFill>
          <a:ln xmlns:a="http://schemas.openxmlformats.org/drawingml/2006/main" w="9525">
            <a:solidFill>
              <a:srgbClr val="1763B8"/>
            </a:solidFill>
            <a:prstDash val="solid"/>
          </a:ln>
        </p:spPr>
      </p:sp>
      <p:sp>
        <p:nvSpPr>
          <p:cNvPr id="64" name="">
            <a:extLst xmlns:a="http://schemas.openxmlformats.org/drawingml/2006/main">
              <a:ext uri="{FF2B5EF4-FFF2-40B4-BE49-F238E27FC236}">
                <a16:creationId xmlns:a16="http://schemas.microsoft.com/office/drawing/2014/main" id="{6181E86B-3CCD-495F-8F1D-521E9262512F}"/>
              </a:ext>
            </a:extLst>
          </p:cNvPr>
          <p:cNvSpPr>
            <a:spLocks xmlns:a="http://schemas.openxmlformats.org/drawingml/2006/main" noGrp="1"/>
          </p:cNvSpPr>
          <p:nvPr/>
        </p:nvSpPr>
        <p:spPr>
          <a:xfrm xmlns:a="http://schemas.openxmlformats.org/drawingml/2006/main">
            <a:off x="6724650" y="4410075"/>
            <a:ext cx="285750" cy="285750"/>
          </a:xfrm>
          <a:prstGeom xmlns:a="http://schemas.openxmlformats.org/drawingml/2006/main" prst="ellipse">
            <a:avLst/>
          </a:prstGeom>
          <a:solidFill xmlns:a="http://schemas.openxmlformats.org/drawingml/2006/main">
            <a:srgbClr val="5FA8E8"/>
          </a:solidFill>
          <a:ln xmlns:a="http://schemas.openxmlformats.org/drawingml/2006/main">
            <a:noFill/>
          </a:ln>
        </p:spPr>
      </p:sp>
      <p:sp>
        <p:nvSpPr>
          <p:cNvPr id="65" name="">
            <a:extLst xmlns:a="http://schemas.openxmlformats.org/drawingml/2006/main">
              <a:ext uri="{FF2B5EF4-FFF2-40B4-BE49-F238E27FC236}">
                <a16:creationId xmlns:a16="http://schemas.microsoft.com/office/drawing/2014/main" id="{BA5170E5-9DF5-4417-8FFB-EF0D5AC15F84}"/>
              </a:ext>
            </a:extLst>
          </p:cNvPr>
          <p:cNvSpPr>
            <a:spLocks xmlns:a="http://schemas.openxmlformats.org/drawingml/2006/main" noGrp="1"/>
          </p:cNvSpPr>
          <p:nvPr/>
        </p:nvSpPr>
        <p:spPr>
          <a:xfrm xmlns:a="http://schemas.openxmlformats.org/drawingml/2006/main">
            <a:off x="6724650" y="4410075"/>
            <a:ext cx="285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75" b="1">
                <a:solidFill>
                  <a:srgbClr val="0A2F6B"/>
                </a:solidFill>
                <a:latin typeface="Bahnschrift"/>
                <a:ea typeface="Bahnschrift"/>
                <a:cs typeface="Bahnschrift"/>
              </a:defRPr>
            </a:pPr>
            <a:r>
              <a:rPr sz="975" b="1">
                <a:solidFill>
                  <a:srgbClr val="0A2F6B"/>
                </a:solidFill>
                <a:latin typeface="Bahnschrift"/>
                <a:ea typeface="Bahnschrift"/>
                <a:cs typeface="Bahnschrift"/>
              </a:rPr>
              <a:t>4</a:t>
            </a:r>
          </a:p>
        </p:txBody>
      </p:sp>
      <p:sp>
        <p:nvSpPr>
          <p:cNvPr id="66" name="">
            <a:extLst xmlns:a="http://schemas.openxmlformats.org/drawingml/2006/main">
              <a:ext uri="{FF2B5EF4-FFF2-40B4-BE49-F238E27FC236}">
                <a16:creationId xmlns:a16="http://schemas.microsoft.com/office/drawing/2014/main" id="{C0FEE251-9B83-4D05-A82F-3778B2C9FD0F}"/>
              </a:ext>
            </a:extLst>
          </p:cNvPr>
          <p:cNvSpPr>
            <a:spLocks xmlns:a="http://schemas.openxmlformats.org/drawingml/2006/main" noGrp="1"/>
          </p:cNvSpPr>
          <p:nvPr/>
        </p:nvSpPr>
        <p:spPr>
          <a:xfrm xmlns:a="http://schemas.openxmlformats.org/drawingml/2006/main">
            <a:off x="7124700" y="4314825"/>
            <a:ext cx="3238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FFFFFF"/>
                </a:solidFill>
                <a:latin typeface="微软雅黑"/>
                <a:ea typeface="微软雅黑"/>
                <a:cs typeface="微软雅黑"/>
              </a:defRPr>
            </a:pPr>
            <a:r>
              <a:rPr sz="938" b="1">
                <a:solidFill>
                  <a:srgbClr val="FFFFFF"/>
                </a:solidFill>
                <a:latin typeface="微软雅黑"/>
                <a:ea typeface="微软雅黑"/>
                <a:cs typeface="微软雅黑"/>
              </a:rPr>
              <a:t>《电力安全工作规程通用课》</a:t>
            </a:r>
          </a:p>
        </p:txBody>
      </p:sp>
      <p:sp>
        <p:nvSpPr>
          <p:cNvPr id="67" name="">
            <a:extLst xmlns:a="http://schemas.openxmlformats.org/drawingml/2006/main">
              <a:ext uri="{FF2B5EF4-FFF2-40B4-BE49-F238E27FC236}">
                <a16:creationId xmlns:a16="http://schemas.microsoft.com/office/drawing/2014/main" id="{21129060-0E79-40EE-851F-8EB6CE098685}"/>
              </a:ext>
            </a:extLst>
          </p:cNvPr>
          <p:cNvSpPr>
            <a:spLocks xmlns:a="http://schemas.openxmlformats.org/drawingml/2006/main" noGrp="1"/>
          </p:cNvSpPr>
          <p:nvPr/>
        </p:nvSpPr>
        <p:spPr>
          <a:xfrm xmlns:a="http://schemas.openxmlformats.org/drawingml/2006/main">
            <a:off x="7124700" y="4552950"/>
            <a:ext cx="3238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C6DDFF"/>
                </a:solidFill>
                <a:latin typeface="微软雅黑"/>
                <a:ea typeface="微软雅黑"/>
                <a:cs typeface="微软雅黑"/>
              </a:defRPr>
            </a:pPr>
            <a:r>
              <a:rPr sz="825" b="0">
                <a:solidFill>
                  <a:srgbClr val="C6DDFF"/>
                </a:solidFill>
                <a:latin typeface="微软雅黑"/>
                <a:ea typeface="微软雅黑"/>
                <a:cs typeface="微软雅黑"/>
              </a:rPr>
              <a:t>匹配理由 </a:t>
            </a:r>
            <a:r>
              <a:rPr sz="825" b="0">
                <a:solidFill>
                  <a:srgbClr val="C6DDFF"/>
                </a:solidFill>
                <a:latin typeface="微软雅黑"/>
                <a:ea typeface="微软雅黑"/>
                <a:cs typeface="微软雅黑"/>
              </a:rPr>
              <a:t>+1</a:t>
            </a:r>
          </a:p>
        </p:txBody>
      </p:sp>
      <p:sp>
        <p:nvSpPr>
          <p:cNvPr id="68" name="">
            <a:extLst xmlns:a="http://schemas.openxmlformats.org/drawingml/2006/main">
              <a:ext uri="{FF2B5EF4-FFF2-40B4-BE49-F238E27FC236}">
                <a16:creationId xmlns:a16="http://schemas.microsoft.com/office/drawing/2014/main" id="{BCA5CF28-B22B-4016-BAF7-1B8A606A8A17}"/>
              </a:ext>
            </a:extLst>
          </p:cNvPr>
          <p:cNvSpPr>
            <a:spLocks xmlns:a="http://schemas.openxmlformats.org/drawingml/2006/main" noGrp="1"/>
          </p:cNvSpPr>
          <p:nvPr/>
        </p:nvSpPr>
        <p:spPr>
          <a:xfrm xmlns:a="http://schemas.openxmlformats.org/drawingml/2006/main">
            <a:off x="10477500" y="4391025"/>
            <a:ext cx="10477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9DBEE8"/>
                </a:solidFill>
                <a:latin typeface="Bahnschrift"/>
                <a:ea typeface="Bahnschrift"/>
                <a:cs typeface="Bahnschrift"/>
              </a:defRPr>
            </a:pPr>
            <a:r>
              <a:rPr sz="1200" b="1">
                <a:solidFill>
                  <a:srgbClr val="9DBEE8"/>
                </a:solidFill>
                <a:latin typeface="Bahnschrift"/>
                <a:ea typeface="Bahnschrift"/>
                <a:cs typeface="Bahnschrift"/>
              </a:rPr>
              <a:t>1 </a:t>
            </a:r>
            <a:r>
              <a:rPr sz="1200" b="1">
                <a:solidFill>
                  <a:srgbClr val="9DBEE8"/>
                </a:solidFill>
                <a:latin typeface="Bahnschrift"/>
                <a:ea typeface="Bahnschrift"/>
                <a:cs typeface="Bahnschrift"/>
              </a:rPr>
              <a:t>分</a:t>
            </a:r>
          </a:p>
        </p:txBody>
      </p:sp>
      <p:sp>
        <p:nvSpPr>
          <p:cNvPr id="69" name="">
            <a:extLst xmlns:a="http://schemas.openxmlformats.org/drawingml/2006/main">
              <a:ext uri="{FF2B5EF4-FFF2-40B4-BE49-F238E27FC236}">
                <a16:creationId xmlns:a16="http://schemas.microsoft.com/office/drawing/2014/main" id="{CCD592DA-155A-4A2C-B74A-B429A85BC2D5}"/>
              </a:ext>
            </a:extLst>
          </p:cNvPr>
          <p:cNvSpPr>
            <a:spLocks xmlns:a="http://schemas.openxmlformats.org/drawingml/2006/main" noGrp="1"/>
          </p:cNvSpPr>
          <p:nvPr/>
        </p:nvSpPr>
        <p:spPr>
          <a:xfrm xmlns:a="http://schemas.openxmlformats.org/drawingml/2006/main">
            <a:off x="6591300" y="5029200"/>
            <a:ext cx="5143500" cy="1162050"/>
          </a:xfrm>
          <a:prstGeom xmlns:a="http://schemas.openxmlformats.org/drawingml/2006/main" prst="roundRect">
            <a:avLst>
              <a:gd name="adj" fmla="val 7377"/>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70" name="">
            <a:extLst xmlns:a="http://schemas.openxmlformats.org/drawingml/2006/main">
              <a:ext uri="{FF2B5EF4-FFF2-40B4-BE49-F238E27FC236}">
                <a16:creationId xmlns:a16="http://schemas.microsoft.com/office/drawing/2014/main" id="{039A4A97-E713-45CB-AC53-D01056557054}"/>
              </a:ext>
            </a:extLst>
          </p:cNvPr>
          <p:cNvSpPr>
            <a:spLocks xmlns:a="http://schemas.openxmlformats.org/drawingml/2006/main" noGrp="1"/>
          </p:cNvSpPr>
          <p:nvPr/>
        </p:nvSpPr>
        <p:spPr>
          <a:xfrm xmlns:a="http://schemas.openxmlformats.org/drawingml/2006/main">
            <a:off x="6762750" y="5143500"/>
            <a:ext cx="48196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4FD8FF"/>
                </a:solidFill>
                <a:latin typeface="微软雅黑"/>
                <a:ea typeface="微软雅黑"/>
                <a:cs typeface="微软雅黑"/>
              </a:defRPr>
            </a:pPr>
            <a:r>
              <a:rPr sz="975" b="1">
                <a:solidFill>
                  <a:srgbClr val="4FD8FF"/>
                </a:solidFill>
                <a:latin typeface="微软雅黑"/>
                <a:ea typeface="微软雅黑"/>
                <a:cs typeface="微软雅黑"/>
              </a:rPr>
              <a:t>排序规则：先内容分，再缺口加权</a:t>
            </a:r>
          </a:p>
        </p:txBody>
      </p:sp>
      <p:sp>
        <p:nvSpPr>
          <p:cNvPr id="71" name="">
            <a:extLst xmlns:a="http://schemas.openxmlformats.org/drawingml/2006/main">
              <a:ext uri="{FF2B5EF4-FFF2-40B4-BE49-F238E27FC236}">
                <a16:creationId xmlns:a16="http://schemas.microsoft.com/office/drawing/2014/main" id="{12CDBA8E-3690-4A28-92E4-6BCFD6AB6A6F}"/>
              </a:ext>
            </a:extLst>
          </p:cNvPr>
          <p:cNvSpPr>
            <a:spLocks xmlns:a="http://schemas.openxmlformats.org/drawingml/2006/main" noGrp="1"/>
          </p:cNvSpPr>
          <p:nvPr/>
        </p:nvSpPr>
        <p:spPr>
          <a:xfrm xmlns:a="http://schemas.openxmlformats.org/drawingml/2006/main">
            <a:off x="6762750" y="5410200"/>
            <a:ext cx="4838700" cy="704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45000"/>
              </a:lnSpc>
              <a:buNone/>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内容分把「标题里出现软压板」的课排前面；缺口加权再把「正好补当前 </a:t>
            </a:r>
            <a:r>
              <a:rPr sz="900" b="0">
                <a:solidFill>
                  <a:srgbClr val="EEF5FF"/>
                </a:solidFill>
                <a:latin typeface="微软雅黑"/>
                <a:ea typeface="微软雅黑"/>
                <a:cs typeface="微软雅黑"/>
              </a:rPr>
              <a:t>L1→L3 </a:t>
            </a:r>
            <a:r>
              <a:rPr sz="900" b="0">
                <a:solidFill>
                  <a:srgbClr val="EEF5FF"/>
                </a:solidFill>
                <a:latin typeface="微软雅黑"/>
                <a:ea typeface="微软雅黑"/>
                <a:cs typeface="微软雅黑"/>
              </a:rPr>
              <a:t>缺口」的课顶到最前。两者结合，才不会出现「搜到一堆相关课，却不知道该学哪一门」。</a:t>
            </a:r>
          </a:p>
        </p:txBody>
      </p:sp>
      <p:sp>
        <p:nvSpPr>
          <p:cNvPr id="72" name="">
            <a:extLst xmlns:a="http://schemas.openxmlformats.org/drawingml/2006/main">
              <a:ext uri="{FF2B5EF4-FFF2-40B4-BE49-F238E27FC236}">
                <a16:creationId xmlns:a16="http://schemas.microsoft.com/office/drawing/2014/main" id="{E9E75499-A5C1-4C31-BAC9-E575D00E2E77}"/>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73" name="">
            <a:extLst xmlns:a="http://schemas.openxmlformats.org/drawingml/2006/main">
              <a:ext uri="{FF2B5EF4-FFF2-40B4-BE49-F238E27FC236}">
                <a16:creationId xmlns:a16="http://schemas.microsoft.com/office/drawing/2014/main" id="{25234F13-DBB7-4E45-B640-08394496ABA1}"/>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74" name="">
            <a:extLst xmlns:a="http://schemas.openxmlformats.org/drawingml/2006/main">
              <a:ext uri="{FF2B5EF4-FFF2-40B4-BE49-F238E27FC236}">
                <a16:creationId xmlns:a16="http://schemas.microsoft.com/office/drawing/2014/main" id="{D25B52B0-65BE-4DB4-96A6-2AE7416B2CDF}"/>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75" name="">
            <a:extLst xmlns:a="http://schemas.openxmlformats.org/drawingml/2006/main">
              <a:ext uri="{FF2B5EF4-FFF2-40B4-BE49-F238E27FC236}">
                <a16:creationId xmlns:a16="http://schemas.microsoft.com/office/drawing/2014/main" id="{08FA879A-8B88-4888-B268-5166BAC891DB}"/>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76" name="">
            <a:extLst xmlns:a="http://schemas.openxmlformats.org/drawingml/2006/main">
              <a:ext uri="{FF2B5EF4-FFF2-40B4-BE49-F238E27FC236}">
                <a16:creationId xmlns:a16="http://schemas.microsoft.com/office/drawing/2014/main" id="{94313B05-2397-4174-93EA-41E7ECDB5981}"/>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20</a:t>
            </a:r>
          </a:p>
        </p:txBody>
      </p:sp>
    </p:spTree>
    <p:extLst>
      <p:ext uri="{BB962C8B-B14F-4D97-AF65-F5344CB8AC3E}">
        <p14:creationId xmlns:p14="http://schemas.microsoft.com/office/powerpoint/2010/main" val="1013012807"/>
      </p:ext>
    </p:extLst>
  </p:cSld>
</p:sld>
</file>

<file path=ppt/slides/slide21.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c0209f785a7f4d89"/>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5F3531A-F47B-4446-904B-7188B38844C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836BDF2A-7A98-446D-8200-BCD893F95FEC}"/>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38F80B04-D74B-4493-97AD-07A7E75B17B2}"/>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502476BF-E76F-413C-848B-32AD48589F01}"/>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6815DD60-4C9D-4E20-98FE-AF0931DE2F82}"/>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78A7BC2E-25B2-4944-B5E2-1D66AD45B173}"/>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B9FBB20A-33DC-4810-B0B5-7CFB384D4E07}"/>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A463A618-2792-441E-8427-2487D34E315A}"/>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3FCEDF6C-4B87-4C85-90EC-9B4E93E6153F}"/>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FFD24A">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6E422294-7F79-4B3E-AA6E-10A6BAC43698}"/>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FFD24A">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B14A86D5-6778-4E33-BC12-1BEE8493BCA6}"/>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6A167F26-A708-49A0-B334-560688A9345D}"/>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FFD24A"/>
                </a:solidFill>
                <a:latin typeface="微软雅黑"/>
                <a:ea typeface="微软雅黑"/>
                <a:cs typeface="微软雅黑"/>
              </a:defRPr>
            </a:pPr>
            <a:r>
              <a:rPr sz="863" b="1" spc="1">
                <a:solidFill>
                  <a:srgbClr val="FFD24A"/>
                </a:solidFill>
                <a:latin typeface="微软雅黑"/>
                <a:ea typeface="微软雅黑"/>
                <a:cs typeface="微软雅黑"/>
              </a:rPr>
              <a:t>03　</a:t>
            </a:r>
            <a:r>
              <a:rPr sz="863" b="1" spc="1">
                <a:solidFill>
                  <a:srgbClr val="FFD24A"/>
                </a:solidFill>
                <a:latin typeface="微软雅黑"/>
                <a:ea typeface="微软雅黑"/>
                <a:cs typeface="微软雅黑"/>
              </a:rPr>
              <a:t>核心算法</a:t>
            </a:r>
          </a:p>
        </p:txBody>
      </p:sp>
      <p:sp>
        <p:nvSpPr>
          <p:cNvPr id="14" name="">
            <a:extLst xmlns:a="http://schemas.openxmlformats.org/drawingml/2006/main">
              <a:ext uri="{FF2B5EF4-FFF2-40B4-BE49-F238E27FC236}">
                <a16:creationId xmlns:a16="http://schemas.microsoft.com/office/drawing/2014/main" id="{ED1D2397-5D2B-4580-9520-AA472F1F84BA}"/>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算法小结 </a:t>
            </a:r>
            <a:r>
              <a:rPr sz="1800" b="1" spc="1">
                <a:solidFill>
                  <a:srgbClr val="FFFFFF"/>
                </a:solidFill>
                <a:latin typeface="微软雅黑"/>
                <a:ea typeface="微软雅黑"/>
                <a:cs typeface="微软雅黑"/>
              </a:rPr>
              <a:t>· </a:t>
            </a:r>
            <a:r>
              <a:rPr sz="1800" b="1" spc="1">
                <a:solidFill>
                  <a:srgbClr val="FFFFFF"/>
                </a:solidFill>
                <a:latin typeface="微软雅黑"/>
                <a:ea typeface="微软雅黑"/>
                <a:cs typeface="微软雅黑"/>
              </a:rPr>
              <a:t>为什么不让大模型直接下结论</a:t>
            </a:r>
          </a:p>
        </p:txBody>
      </p:sp>
      <p:sp>
        <p:nvSpPr>
          <p:cNvPr id="15" name="">
            <a:extLst xmlns:a="http://schemas.openxmlformats.org/drawingml/2006/main">
              <a:ext uri="{FF2B5EF4-FFF2-40B4-BE49-F238E27FC236}">
                <a16:creationId xmlns:a16="http://schemas.microsoft.com/office/drawing/2014/main" id="{5B9C9098-EF3B-4EEE-A96A-2A7AFF408416}"/>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94DCE366-A10A-49E4-B55E-D10A08333587}"/>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B9381833-AADE-4F3C-8778-9D4E91273188}"/>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707ADBB4-870B-443C-80DE-23A442D8EE77}"/>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AFB43B4F-FAE6-49ED-8FDE-65407E704F82}"/>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大模型负责把「话」变成「数」、再把「数」翻译回「话」；凡是涉及人和钱的判断，都交给可复算的算法。</a:t>
            </a:r>
          </a:p>
        </p:txBody>
      </p:sp>
      <p:sp>
        <p:nvSpPr>
          <p:cNvPr id="20" name="">
            <a:extLst xmlns:a="http://schemas.openxmlformats.org/drawingml/2006/main">
              <a:ext uri="{FF2B5EF4-FFF2-40B4-BE49-F238E27FC236}">
                <a16:creationId xmlns:a16="http://schemas.microsoft.com/office/drawing/2014/main" id="{CD74A82F-0A3D-4003-9AC9-46185A6525E6}"/>
              </a:ext>
            </a:extLst>
          </p:cNvPr>
          <p:cNvSpPr>
            <a:spLocks xmlns:a="http://schemas.openxmlformats.org/drawingml/2006/main" noGrp="1"/>
          </p:cNvSpPr>
          <p:nvPr/>
        </p:nvSpPr>
        <p:spPr>
          <a:xfrm xmlns:a="http://schemas.openxmlformats.org/drawingml/2006/main">
            <a:off x="285750" y="1333500"/>
            <a:ext cx="3771900" cy="2857500"/>
          </a:xfrm>
          <a:prstGeom xmlns:a="http://schemas.openxmlformats.org/drawingml/2006/main" prst="roundRect">
            <a:avLst>
              <a:gd name="adj" fmla="val 30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1" name="">
            <a:extLst xmlns:a="http://schemas.openxmlformats.org/drawingml/2006/main">
              <a:ext uri="{FF2B5EF4-FFF2-40B4-BE49-F238E27FC236}">
                <a16:creationId xmlns:a16="http://schemas.microsoft.com/office/drawing/2014/main" id="{09F5D582-CA55-405A-A234-849C67A38476}"/>
              </a:ext>
            </a:extLst>
          </p:cNvPr>
          <p:cNvSpPr>
            <a:spLocks xmlns:a="http://schemas.openxmlformats.org/drawingml/2006/main" noGrp="1"/>
          </p:cNvSpPr>
          <p:nvPr/>
        </p:nvSpPr>
        <p:spPr>
          <a:xfrm xmlns:a="http://schemas.openxmlformats.org/drawingml/2006/main">
            <a:off x="285750" y="1333500"/>
            <a:ext cx="3771900" cy="47625"/>
          </a:xfrm>
          <a:prstGeom xmlns:a="http://schemas.openxmlformats.org/drawingml/2006/main" prst="rect">
            <a:avLst/>
          </a:prstGeom>
          <a:solidFill xmlns:a="http://schemas.openxmlformats.org/drawingml/2006/main">
            <a:srgbClr val="C6DDFF"/>
          </a:soli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681DD6DE-681D-48B0-A7EB-722C4E10DFDF}"/>
              </a:ext>
            </a:extLst>
          </p:cNvPr>
          <p:cNvSpPr>
            <a:spLocks xmlns:a="http://schemas.openxmlformats.org/drawingml/2006/main" noGrp="1"/>
          </p:cNvSpPr>
          <p:nvPr/>
        </p:nvSpPr>
        <p:spPr>
          <a:xfrm xmlns:a="http://schemas.openxmlformats.org/drawingml/2006/main">
            <a:off x="495300" y="1524000"/>
            <a:ext cx="33909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C6DDFF"/>
                </a:solidFill>
                <a:latin typeface="微软雅黑"/>
                <a:ea typeface="微软雅黑"/>
                <a:cs typeface="微软雅黑"/>
              </a:defRPr>
            </a:pPr>
            <a:r>
              <a:rPr sz="1425" b="1">
                <a:solidFill>
                  <a:srgbClr val="C6DDFF"/>
                </a:solidFill>
                <a:latin typeface="微软雅黑"/>
                <a:ea typeface="微软雅黑"/>
                <a:cs typeface="微软雅黑"/>
              </a:rPr>
              <a:t>纯规则</a:t>
            </a:r>
          </a:p>
        </p:txBody>
      </p:sp>
      <p:sp>
        <p:nvSpPr>
          <p:cNvPr id="23" name="">
            <a:extLst xmlns:a="http://schemas.openxmlformats.org/drawingml/2006/main">
              <a:ext uri="{FF2B5EF4-FFF2-40B4-BE49-F238E27FC236}">
                <a16:creationId xmlns:a16="http://schemas.microsoft.com/office/drawing/2014/main" id="{BBB1FC78-F9DE-4A6D-B991-0797C789DE76}"/>
              </a:ext>
            </a:extLst>
          </p:cNvPr>
          <p:cNvSpPr>
            <a:spLocks xmlns:a="http://schemas.openxmlformats.org/drawingml/2006/main" noGrp="1"/>
          </p:cNvSpPr>
          <p:nvPr/>
        </p:nvSpPr>
        <p:spPr>
          <a:xfrm xmlns:a="http://schemas.openxmlformats.org/drawingml/2006/main">
            <a:off x="495300" y="1924050"/>
            <a:ext cx="3409950" cy="213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优点：确定、可复算、可离线、无幻觉</a:t>
            </a:r>
          </a:p>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缺点：规则条数随场景爆炸，无法理解自由文本</a:t>
            </a:r>
          </a:p>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在本系统中的位置：作为保底与定档，</a:t>
            </a:r>
            <a:r>
              <a:rPr sz="938">
                <a:solidFill>
                  <a:srgbClr val="EEF5FF"/>
                </a:solidFill>
                <a:latin typeface="微软雅黑"/>
                <a:ea typeface="微软雅黑"/>
                <a:cs typeface="微软雅黑"/>
              </a:rPr>
              <a:t>18 </a:t>
            </a:r>
            <a:r>
              <a:rPr sz="938">
                <a:solidFill>
                  <a:srgbClr val="EEF5FF"/>
                </a:solidFill>
                <a:latin typeface="微软雅黑"/>
                <a:ea typeface="微软雅黑"/>
                <a:cs typeface="微软雅黑"/>
              </a:rPr>
              <a:t>条规则覆盖 </a:t>
            </a:r>
            <a:r>
              <a:rPr sz="938">
                <a:solidFill>
                  <a:srgbClr val="EEF5FF"/>
                </a:solidFill>
                <a:latin typeface="微软雅黑"/>
                <a:ea typeface="微软雅黑"/>
                <a:cs typeface="微软雅黑"/>
              </a:rPr>
              <a:t>5 </a:t>
            </a:r>
            <a:r>
              <a:rPr sz="938">
                <a:solidFill>
                  <a:srgbClr val="EEF5FF"/>
                </a:solidFill>
                <a:latin typeface="微软雅黑"/>
                <a:ea typeface="微软雅黑"/>
                <a:cs typeface="微软雅黑"/>
              </a:rPr>
              <a:t>个场景</a:t>
            </a:r>
          </a:p>
        </p:txBody>
      </p:sp>
      <p:sp>
        <p:nvSpPr>
          <p:cNvPr id="24" name="">
            <a:extLst xmlns:a="http://schemas.openxmlformats.org/drawingml/2006/main">
              <a:ext uri="{FF2B5EF4-FFF2-40B4-BE49-F238E27FC236}">
                <a16:creationId xmlns:a16="http://schemas.microsoft.com/office/drawing/2014/main" id="{88A2AF6B-9E3F-4301-B657-93E688A46CE0}"/>
              </a:ext>
            </a:extLst>
          </p:cNvPr>
          <p:cNvSpPr>
            <a:spLocks xmlns:a="http://schemas.openxmlformats.org/drawingml/2006/main" noGrp="1"/>
          </p:cNvSpPr>
          <p:nvPr/>
        </p:nvSpPr>
        <p:spPr>
          <a:xfrm xmlns:a="http://schemas.openxmlformats.org/drawingml/2006/main">
            <a:off x="4229100" y="1333500"/>
            <a:ext cx="3771900" cy="2857500"/>
          </a:xfrm>
          <a:prstGeom xmlns:a="http://schemas.openxmlformats.org/drawingml/2006/main" prst="roundRect">
            <a:avLst>
              <a:gd name="adj" fmla="val 30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5" name="">
            <a:extLst xmlns:a="http://schemas.openxmlformats.org/drawingml/2006/main">
              <a:ext uri="{FF2B5EF4-FFF2-40B4-BE49-F238E27FC236}">
                <a16:creationId xmlns:a16="http://schemas.microsoft.com/office/drawing/2014/main" id="{B5301D85-0E69-4298-B5E5-C489DAF1248E}"/>
              </a:ext>
            </a:extLst>
          </p:cNvPr>
          <p:cNvSpPr>
            <a:spLocks xmlns:a="http://schemas.openxmlformats.org/drawingml/2006/main" noGrp="1"/>
          </p:cNvSpPr>
          <p:nvPr/>
        </p:nvSpPr>
        <p:spPr>
          <a:xfrm xmlns:a="http://schemas.openxmlformats.org/drawingml/2006/main">
            <a:off x="4229100" y="1333500"/>
            <a:ext cx="3771900" cy="47625"/>
          </a:xfrm>
          <a:prstGeom xmlns:a="http://schemas.openxmlformats.org/drawingml/2006/main" prst="rect">
            <a:avLst/>
          </a:prstGeom>
          <a:solidFill xmlns:a="http://schemas.openxmlformats.org/drawingml/2006/main">
            <a:srgbClr val="FF7A6B"/>
          </a:solidFill>
          <a:ln xmlns:a="http://schemas.openxmlformats.org/drawingml/2006/main">
            <a:noFill/>
          </a:ln>
        </p:spPr>
      </p:sp>
      <p:sp>
        <p:nvSpPr>
          <p:cNvPr id="26" name="">
            <a:extLst xmlns:a="http://schemas.openxmlformats.org/drawingml/2006/main">
              <a:ext uri="{FF2B5EF4-FFF2-40B4-BE49-F238E27FC236}">
                <a16:creationId xmlns:a16="http://schemas.microsoft.com/office/drawing/2014/main" id="{69C1DB0B-9CF7-4B09-844B-7E87B7EEEB1F}"/>
              </a:ext>
            </a:extLst>
          </p:cNvPr>
          <p:cNvSpPr>
            <a:spLocks xmlns:a="http://schemas.openxmlformats.org/drawingml/2006/main" noGrp="1"/>
          </p:cNvSpPr>
          <p:nvPr/>
        </p:nvSpPr>
        <p:spPr>
          <a:xfrm xmlns:a="http://schemas.openxmlformats.org/drawingml/2006/main">
            <a:off x="4438650" y="1524000"/>
            <a:ext cx="33909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FF7A6B"/>
                </a:solidFill>
                <a:latin typeface="微软雅黑"/>
                <a:ea typeface="微软雅黑"/>
                <a:cs typeface="微软雅黑"/>
              </a:defRPr>
            </a:pPr>
            <a:r>
              <a:rPr sz="1425" b="1">
                <a:solidFill>
                  <a:srgbClr val="FF7A6B"/>
                </a:solidFill>
                <a:latin typeface="微软雅黑"/>
                <a:ea typeface="微软雅黑"/>
                <a:cs typeface="微软雅黑"/>
              </a:rPr>
              <a:t>纯大模型</a:t>
            </a:r>
          </a:p>
        </p:txBody>
      </p:sp>
      <p:sp>
        <p:nvSpPr>
          <p:cNvPr id="27" name="">
            <a:extLst xmlns:a="http://schemas.openxmlformats.org/drawingml/2006/main">
              <a:ext uri="{FF2B5EF4-FFF2-40B4-BE49-F238E27FC236}">
                <a16:creationId xmlns:a16="http://schemas.microsoft.com/office/drawing/2014/main" id="{F4CC5E99-9D8F-4D6C-9B0F-7F7E136B0620}"/>
              </a:ext>
            </a:extLst>
          </p:cNvPr>
          <p:cNvSpPr>
            <a:spLocks xmlns:a="http://schemas.openxmlformats.org/drawingml/2006/main" noGrp="1"/>
          </p:cNvSpPr>
          <p:nvPr/>
        </p:nvSpPr>
        <p:spPr>
          <a:xfrm xmlns:a="http://schemas.openxmlformats.org/drawingml/2006/main">
            <a:off x="4438650" y="1924050"/>
            <a:ext cx="3409950" cy="213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优点：能读自由文本、能生成自然语言解释</a:t>
            </a:r>
          </a:p>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缺点：结论不可复算、有随机性、断网即失效、无法追责</a:t>
            </a:r>
          </a:p>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在本系统中的位置：仅作为可选增强（</a:t>
            </a:r>
            <a:r>
              <a:rPr sz="938">
                <a:solidFill>
                  <a:srgbClr val="EEF5FF"/>
                </a:solidFill>
                <a:latin typeface="微软雅黑"/>
                <a:ea typeface="微软雅黑"/>
                <a:cs typeface="微软雅黑"/>
              </a:rPr>
              <a:t>AI_ENABLED </a:t>
            </a:r>
            <a:r>
              <a:rPr sz="938">
                <a:solidFill>
                  <a:srgbClr val="EEF5FF"/>
                </a:solidFill>
                <a:latin typeface="微软雅黑"/>
                <a:ea typeface="微软雅黑"/>
                <a:cs typeface="微软雅黑"/>
              </a:rPr>
              <a:t>默认 </a:t>
            </a:r>
            <a:r>
              <a:rPr sz="938">
                <a:solidFill>
                  <a:srgbClr val="EEF5FF"/>
                </a:solidFill>
                <a:latin typeface="微软雅黑"/>
                <a:ea typeface="微软雅黑"/>
                <a:cs typeface="微软雅黑"/>
              </a:rPr>
              <a:t>false</a:t>
            </a:r>
            <a:r>
              <a:rPr sz="938">
                <a:solidFill>
                  <a:srgbClr val="EEF5FF"/>
                </a:solidFill>
                <a:latin typeface="微软雅黑"/>
                <a:ea typeface="微软雅黑"/>
                <a:cs typeface="微软雅黑"/>
              </a:rPr>
              <a:t>）</a:t>
            </a:r>
          </a:p>
        </p:txBody>
      </p:sp>
      <p:sp>
        <p:nvSpPr>
          <p:cNvPr id="28" name="">
            <a:extLst xmlns:a="http://schemas.openxmlformats.org/drawingml/2006/main">
              <a:ext uri="{FF2B5EF4-FFF2-40B4-BE49-F238E27FC236}">
                <a16:creationId xmlns:a16="http://schemas.microsoft.com/office/drawing/2014/main" id="{877737E9-74D0-41A2-BB4B-64965151669E}"/>
              </a:ext>
            </a:extLst>
          </p:cNvPr>
          <p:cNvSpPr>
            <a:spLocks xmlns:a="http://schemas.openxmlformats.org/drawingml/2006/main" noGrp="1"/>
          </p:cNvSpPr>
          <p:nvPr/>
        </p:nvSpPr>
        <p:spPr>
          <a:xfrm xmlns:a="http://schemas.openxmlformats.org/drawingml/2006/main">
            <a:off x="8172450" y="1333500"/>
            <a:ext cx="3771900" cy="2857500"/>
          </a:xfrm>
          <a:prstGeom xmlns:a="http://schemas.openxmlformats.org/drawingml/2006/main" prst="roundRect">
            <a:avLst>
              <a:gd name="adj" fmla="val 3000"/>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E3A1"/>
            </a:solidFill>
            <a:prstDash val="solid"/>
          </a:ln>
        </p:spPr>
      </p:sp>
      <p:sp>
        <p:nvSpPr>
          <p:cNvPr id="29" name="">
            <a:extLst xmlns:a="http://schemas.openxmlformats.org/drawingml/2006/main">
              <a:ext uri="{FF2B5EF4-FFF2-40B4-BE49-F238E27FC236}">
                <a16:creationId xmlns:a16="http://schemas.microsoft.com/office/drawing/2014/main" id="{64FA08D1-2AF5-49F8-98E4-081A890329EC}"/>
              </a:ext>
            </a:extLst>
          </p:cNvPr>
          <p:cNvSpPr>
            <a:spLocks xmlns:a="http://schemas.openxmlformats.org/drawingml/2006/main" noGrp="1"/>
          </p:cNvSpPr>
          <p:nvPr/>
        </p:nvSpPr>
        <p:spPr>
          <a:xfrm xmlns:a="http://schemas.openxmlformats.org/drawingml/2006/main">
            <a:off x="8172450" y="1333500"/>
            <a:ext cx="3771900" cy="47625"/>
          </a:xfrm>
          <a:prstGeom xmlns:a="http://schemas.openxmlformats.org/drawingml/2006/main" prst="rect">
            <a:avLst/>
          </a:prstGeom>
          <a:solidFill xmlns:a="http://schemas.openxmlformats.org/drawingml/2006/main">
            <a:srgbClr val="5FE3A1"/>
          </a:solidFill>
          <a:ln xmlns:a="http://schemas.openxmlformats.org/drawingml/2006/main">
            <a:noFill/>
          </a:ln>
        </p:spPr>
      </p:sp>
      <p:sp>
        <p:nvSpPr>
          <p:cNvPr id="30" name="">
            <a:extLst xmlns:a="http://schemas.openxmlformats.org/drawingml/2006/main">
              <a:ext uri="{FF2B5EF4-FFF2-40B4-BE49-F238E27FC236}">
                <a16:creationId xmlns:a16="http://schemas.microsoft.com/office/drawing/2014/main" id="{F6828553-0103-484A-A89E-3BFC6054BE4C}"/>
              </a:ext>
            </a:extLst>
          </p:cNvPr>
          <p:cNvSpPr>
            <a:spLocks xmlns:a="http://schemas.openxmlformats.org/drawingml/2006/main" noGrp="1"/>
          </p:cNvSpPr>
          <p:nvPr/>
        </p:nvSpPr>
        <p:spPr>
          <a:xfrm xmlns:a="http://schemas.openxmlformats.org/drawingml/2006/main">
            <a:off x="8382000" y="1524000"/>
            <a:ext cx="33909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5FE3A1"/>
                </a:solidFill>
                <a:latin typeface="微软雅黑"/>
                <a:ea typeface="微软雅黑"/>
                <a:cs typeface="微软雅黑"/>
              </a:defRPr>
            </a:pPr>
            <a:r>
              <a:rPr sz="1425" b="1">
                <a:solidFill>
                  <a:srgbClr val="5FE3A1"/>
                </a:solidFill>
                <a:latin typeface="微软雅黑"/>
                <a:ea typeface="微软雅黑"/>
                <a:cs typeface="微软雅黑"/>
              </a:rPr>
              <a:t>本系统（规则 </a:t>
            </a:r>
            <a:r>
              <a:rPr sz="1425" b="1">
                <a:solidFill>
                  <a:srgbClr val="5FE3A1"/>
                </a:solidFill>
                <a:latin typeface="微软雅黑"/>
                <a:ea typeface="微软雅黑"/>
                <a:cs typeface="微软雅黑"/>
              </a:rPr>
              <a:t>+ </a:t>
            </a:r>
            <a:r>
              <a:rPr sz="1425" b="1">
                <a:solidFill>
                  <a:srgbClr val="5FE3A1"/>
                </a:solidFill>
                <a:latin typeface="微软雅黑"/>
                <a:ea typeface="微软雅黑"/>
                <a:cs typeface="微软雅黑"/>
              </a:rPr>
              <a:t>引用事实）</a:t>
            </a:r>
          </a:p>
        </p:txBody>
      </p:sp>
      <p:sp>
        <p:nvSpPr>
          <p:cNvPr id="31" name="">
            <a:extLst xmlns:a="http://schemas.openxmlformats.org/drawingml/2006/main">
              <a:ext uri="{FF2B5EF4-FFF2-40B4-BE49-F238E27FC236}">
                <a16:creationId xmlns:a16="http://schemas.microsoft.com/office/drawing/2014/main" id="{90CF9218-6815-40DA-8848-E2CBDE692D22}"/>
              </a:ext>
            </a:extLst>
          </p:cNvPr>
          <p:cNvSpPr>
            <a:spLocks xmlns:a="http://schemas.openxmlformats.org/drawingml/2006/main" noGrp="1"/>
          </p:cNvSpPr>
          <p:nvPr/>
        </p:nvSpPr>
        <p:spPr>
          <a:xfrm xmlns:a="http://schemas.openxmlformats.org/drawingml/2006/main">
            <a:off x="8382000" y="1924050"/>
            <a:ext cx="3409950" cy="213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优点：判断逻辑进库，规则条数不再爆炸</a:t>
            </a:r>
          </a:p>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缺点：需要先把事实字段定义清楚（这也是我们做的事）</a:t>
            </a:r>
          </a:p>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在本系统中的位置：决策主链路，结论带 </a:t>
            </a:r>
            <a:r>
              <a:rPr sz="938">
                <a:solidFill>
                  <a:srgbClr val="EEF5FF"/>
                </a:solidFill>
                <a:latin typeface="微软雅黑"/>
                <a:ea typeface="微软雅黑"/>
                <a:cs typeface="微软雅黑"/>
              </a:rPr>
              <a:t>rule_code </a:t>
            </a:r>
            <a:r>
              <a:rPr sz="938">
                <a:solidFill>
                  <a:srgbClr val="EEF5FF"/>
                </a:solidFill>
                <a:latin typeface="微软雅黑"/>
                <a:ea typeface="微软雅黑"/>
                <a:cs typeface="微软雅黑"/>
              </a:rPr>
              <a:t>与依据事实</a:t>
            </a:r>
          </a:p>
        </p:txBody>
      </p:sp>
      <p:sp>
        <p:nvSpPr>
          <p:cNvPr id="32" name="">
            <a:extLst xmlns:a="http://schemas.openxmlformats.org/drawingml/2006/main">
              <a:ext uri="{FF2B5EF4-FFF2-40B4-BE49-F238E27FC236}">
                <a16:creationId xmlns:a16="http://schemas.microsoft.com/office/drawing/2014/main" id="{BD240D8A-9CB0-4237-ABAA-56E2D0F28999}"/>
              </a:ext>
            </a:extLst>
          </p:cNvPr>
          <p:cNvSpPr>
            <a:spLocks xmlns:a="http://schemas.openxmlformats.org/drawingml/2006/main" noGrp="1"/>
          </p:cNvSpPr>
          <p:nvPr/>
        </p:nvSpPr>
        <p:spPr>
          <a:xfrm xmlns:a="http://schemas.openxmlformats.org/drawingml/2006/main">
            <a:off x="285750" y="4343400"/>
            <a:ext cx="11620500" cy="1009650"/>
          </a:xfrm>
          <a:prstGeom xmlns:a="http://schemas.openxmlformats.org/drawingml/2006/main" prst="roundRect">
            <a:avLst>
              <a:gd name="adj" fmla="val 8491"/>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33" name="">
            <a:extLst xmlns:a="http://schemas.openxmlformats.org/drawingml/2006/main">
              <a:ext uri="{FF2B5EF4-FFF2-40B4-BE49-F238E27FC236}">
                <a16:creationId xmlns:a16="http://schemas.microsoft.com/office/drawing/2014/main" id="{46D463EF-6B59-4BB1-AEB3-85A30A91016B}"/>
              </a:ext>
            </a:extLst>
          </p:cNvPr>
          <p:cNvSpPr>
            <a:spLocks xmlns:a="http://schemas.openxmlformats.org/drawingml/2006/main" noGrp="1"/>
          </p:cNvSpPr>
          <p:nvPr/>
        </p:nvSpPr>
        <p:spPr>
          <a:xfrm xmlns:a="http://schemas.openxmlformats.org/drawingml/2006/main">
            <a:off x="495300" y="4457700"/>
            <a:ext cx="11239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88" b="1">
                <a:solidFill>
                  <a:srgbClr val="FFD24A"/>
                </a:solidFill>
                <a:latin typeface="微软雅黑"/>
                <a:ea typeface="微软雅黑"/>
                <a:cs typeface="微软雅黑"/>
              </a:defRPr>
            </a:pPr>
            <a:r>
              <a:rPr sz="1088" b="1">
                <a:solidFill>
                  <a:srgbClr val="FFD24A"/>
                </a:solidFill>
                <a:latin typeface="微软雅黑"/>
                <a:ea typeface="微软雅黑"/>
                <a:cs typeface="微软雅黑"/>
              </a:rPr>
              <a:t>大模型与本系统的分工（也是未来升级模型的接入点）</a:t>
            </a:r>
          </a:p>
        </p:txBody>
      </p:sp>
      <p:sp>
        <p:nvSpPr>
          <p:cNvPr id="34" name="">
            <a:extLst xmlns:a="http://schemas.openxmlformats.org/drawingml/2006/main">
              <a:ext uri="{FF2B5EF4-FFF2-40B4-BE49-F238E27FC236}">
                <a16:creationId xmlns:a16="http://schemas.microsoft.com/office/drawing/2014/main" id="{F24B4AE6-A9A3-4EA7-BBAD-E33FA86B2A1F}"/>
              </a:ext>
            </a:extLst>
          </p:cNvPr>
          <p:cNvSpPr>
            <a:spLocks xmlns:a="http://schemas.openxmlformats.org/drawingml/2006/main" noGrp="1"/>
          </p:cNvSpPr>
          <p:nvPr/>
        </p:nvSpPr>
        <p:spPr>
          <a:xfrm xmlns:a="http://schemas.openxmlformats.org/drawingml/2006/main">
            <a:off x="495300" y="4743450"/>
            <a:ext cx="112395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55000"/>
              </a:lnSpc>
              <a:buNone/>
              <a:defRPr sz="938">
                <a:solidFill>
                  <a:srgbClr val="EEF5FF"/>
                </a:solidFill>
                <a:latin typeface="微软雅黑"/>
                <a:ea typeface="微软雅黑"/>
                <a:cs typeface="微软雅黑"/>
              </a:defRPr>
            </a:pPr>
            <a:r>
              <a:rPr sz="938" b="1">
                <a:solidFill>
                  <a:srgbClr val="EEF5FF"/>
                </a:solidFill>
                <a:latin typeface="微软雅黑"/>
                <a:ea typeface="微软雅黑"/>
                <a:cs typeface="微软雅黑"/>
              </a:rPr>
              <a:t>大模型做翻译　</a:t>
            </a:r>
            <a:r>
              <a:rPr sz="938">
                <a:solidFill>
                  <a:srgbClr val="EEF5FF"/>
                </a:solidFill>
                <a:latin typeface="微软雅黑"/>
                <a:ea typeface="微软雅黑"/>
                <a:cs typeface="微软雅黑"/>
              </a:rPr>
              <a:t>把报告、</a:t>
            </a:r>
            <a:r>
              <a:rPr sz="938">
                <a:solidFill>
                  <a:srgbClr val="EEF5FF"/>
                </a:solidFill>
                <a:latin typeface="微软雅黑"/>
                <a:ea typeface="微软雅黑"/>
                <a:cs typeface="微软雅黑"/>
              </a:rPr>
              <a:t>SOP </a:t>
            </a:r>
            <a:r>
              <a:rPr sz="938">
                <a:solidFill>
                  <a:srgbClr val="EEF5FF"/>
                </a:solidFill>
                <a:latin typeface="微软雅黑"/>
                <a:ea typeface="微软雅黑"/>
                <a:cs typeface="微软雅黑"/>
              </a:rPr>
              <a:t>等自由文本抽取成结构化事实（如 </a:t>
            </a:r>
            <a:r>
              <a:rPr sz="938">
                <a:solidFill>
                  <a:srgbClr val="EEF5FF"/>
                </a:solidFill>
                <a:latin typeface="微软雅黑"/>
                <a:ea typeface="微软雅黑"/>
                <a:cs typeface="微软雅黑"/>
              </a:rPr>
              <a:t>over_threshold</a:t>
            </a:r>
            <a:r>
              <a:rPr sz="938">
                <a:solidFill>
                  <a:srgbClr val="EEF5FF"/>
                </a:solidFill>
                <a:latin typeface="微软雅黑"/>
                <a:ea typeface="微软雅黑"/>
                <a:cs typeface="微软雅黑"/>
              </a:rPr>
              <a:t>、</a:t>
            </a:r>
            <a:r>
              <a:rPr sz="938">
                <a:solidFill>
                  <a:srgbClr val="EEF5FF"/>
                </a:solidFill>
                <a:latin typeface="微软雅黑"/>
                <a:ea typeface="微软雅黑"/>
                <a:cs typeface="微软雅黑"/>
              </a:rPr>
              <a:t>ratio</a:t>
            </a:r>
            <a:r>
              <a:rPr sz="938">
                <a:solidFill>
                  <a:srgbClr val="EEF5FF"/>
                </a:solidFill>
                <a:latin typeface="微软雅黑"/>
                <a:ea typeface="微软雅黑"/>
                <a:cs typeface="微软雅黑"/>
              </a:rPr>
              <a:t>、现象关键词），以及把算法结论翻译回人话。</a:t>
            </a:r>
          </a:p>
          <a:p xmlns:a="http://schemas.openxmlformats.org/drawingml/2006/main">
            <a:pPr algn="l">
              <a:lnSpc>
                <a:spcPct val="155000"/>
              </a:lnSpc>
              <a:buNone/>
              <a:defRPr sz="938">
                <a:solidFill>
                  <a:srgbClr val="EEF5FF"/>
                </a:solidFill>
                <a:latin typeface="微软雅黑"/>
                <a:ea typeface="微软雅黑"/>
                <a:cs typeface="微软雅黑"/>
              </a:defRPr>
            </a:pPr>
            <a:r>
              <a:rPr sz="938" b="1">
                <a:solidFill>
                  <a:srgbClr val="EEF5FF"/>
                </a:solidFill>
                <a:latin typeface="微软雅黑"/>
                <a:ea typeface="微软雅黑"/>
                <a:cs typeface="微软雅黑"/>
              </a:rPr>
              <a:t>算法做决策　</a:t>
            </a:r>
            <a:r>
              <a:rPr sz="938">
                <a:solidFill>
                  <a:srgbClr val="EEF5FF"/>
                </a:solidFill>
                <a:latin typeface="微软雅黑"/>
                <a:ea typeface="微软雅黑"/>
                <a:cs typeface="微软雅黑"/>
              </a:rPr>
              <a:t>涉及人（晋升、转岗、培训）和钱（招聘、外委）的判断全部由规则引擎生成，保证有数学定义、有唯一解、可复算、可申诉。</a:t>
            </a:r>
          </a:p>
        </p:txBody>
      </p:sp>
      <p:sp>
        <p:nvSpPr>
          <p:cNvPr id="35" name="">
            <a:extLst xmlns:a="http://schemas.openxmlformats.org/drawingml/2006/main">
              <a:ext uri="{FF2B5EF4-FFF2-40B4-BE49-F238E27FC236}">
                <a16:creationId xmlns:a16="http://schemas.microsoft.com/office/drawing/2014/main" id="{DFAE1E09-C998-40E6-AFFE-D1F4FDA9AF55}"/>
              </a:ext>
            </a:extLst>
          </p:cNvPr>
          <p:cNvSpPr>
            <a:spLocks xmlns:a="http://schemas.openxmlformats.org/drawingml/2006/main" noGrp="1"/>
          </p:cNvSpPr>
          <p:nvPr/>
        </p:nvSpPr>
        <p:spPr>
          <a:xfrm xmlns:a="http://schemas.openxmlformats.org/drawingml/2006/main">
            <a:off x="285750" y="5505450"/>
            <a:ext cx="3771900" cy="914400"/>
          </a:xfrm>
          <a:prstGeom xmlns:a="http://schemas.openxmlformats.org/drawingml/2006/main" prst="roundRect">
            <a:avLst>
              <a:gd name="adj" fmla="val 9375"/>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6" name="">
            <a:extLst xmlns:a="http://schemas.openxmlformats.org/drawingml/2006/main">
              <a:ext uri="{FF2B5EF4-FFF2-40B4-BE49-F238E27FC236}">
                <a16:creationId xmlns:a16="http://schemas.microsoft.com/office/drawing/2014/main" id="{C9F6D46C-B43B-4CF7-88ED-53F071CC16F1}"/>
              </a:ext>
            </a:extLst>
          </p:cNvPr>
          <p:cNvSpPr>
            <a:spLocks xmlns:a="http://schemas.openxmlformats.org/drawingml/2006/main" noGrp="1"/>
          </p:cNvSpPr>
          <p:nvPr/>
        </p:nvSpPr>
        <p:spPr>
          <a:xfrm xmlns:a="http://schemas.openxmlformats.org/drawingml/2006/main">
            <a:off x="457200" y="5600700"/>
            <a:ext cx="3429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无匹配规则时</a:t>
            </a:r>
          </a:p>
        </p:txBody>
      </p:sp>
      <p:sp>
        <p:nvSpPr>
          <p:cNvPr id="37" name="">
            <a:extLst xmlns:a="http://schemas.openxmlformats.org/drawingml/2006/main">
              <a:ext uri="{FF2B5EF4-FFF2-40B4-BE49-F238E27FC236}">
                <a16:creationId xmlns:a16="http://schemas.microsoft.com/office/drawing/2014/main" id="{2B925A81-8D19-41A5-A479-99E0733BBD29}"/>
              </a:ext>
            </a:extLst>
          </p:cNvPr>
          <p:cNvSpPr>
            <a:spLocks xmlns:a="http://schemas.openxmlformats.org/drawingml/2006/main" noGrp="1"/>
          </p:cNvSpPr>
          <p:nvPr/>
        </p:nvSpPr>
        <p:spPr>
          <a:xfrm xmlns:a="http://schemas.openxmlformats.org/drawingml/2006/main">
            <a:off x="457200" y="5848350"/>
            <a:ext cx="34480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返回 </a:t>
            </a:r>
            <a:r>
              <a:rPr sz="863" b="0">
                <a:solidFill>
                  <a:srgbClr val="EEF5FF"/>
                </a:solidFill>
                <a:latin typeface="微软雅黑"/>
                <a:ea typeface="微软雅黑"/>
                <a:cs typeface="微软雅黑"/>
              </a:rPr>
              <a:t>matched=false </a:t>
            </a:r>
            <a:r>
              <a:rPr sz="863" b="0">
                <a:solidFill>
                  <a:srgbClr val="EEF5FF"/>
                </a:solidFill>
                <a:latin typeface="微软雅黑"/>
                <a:ea typeface="微软雅黑"/>
                <a:cs typeface="微软雅黑"/>
              </a:rPr>
              <a:t>的兜底输出，并给出「未命中任何规则」的原因，接口不报错</a:t>
            </a:r>
          </a:p>
        </p:txBody>
      </p:sp>
      <p:sp>
        <p:nvSpPr>
          <p:cNvPr id="38" name="">
            <a:extLst xmlns:a="http://schemas.openxmlformats.org/drawingml/2006/main">
              <a:ext uri="{FF2B5EF4-FFF2-40B4-BE49-F238E27FC236}">
                <a16:creationId xmlns:a16="http://schemas.microsoft.com/office/drawing/2014/main" id="{1CD1AE78-80E6-4030-BD91-B56501E76426}"/>
              </a:ext>
            </a:extLst>
          </p:cNvPr>
          <p:cNvSpPr>
            <a:spLocks xmlns:a="http://schemas.openxmlformats.org/drawingml/2006/main" noGrp="1"/>
          </p:cNvSpPr>
          <p:nvPr/>
        </p:nvSpPr>
        <p:spPr>
          <a:xfrm xmlns:a="http://schemas.openxmlformats.org/drawingml/2006/main">
            <a:off x="4229100" y="5505450"/>
            <a:ext cx="3771900" cy="914400"/>
          </a:xfrm>
          <a:prstGeom xmlns:a="http://schemas.openxmlformats.org/drawingml/2006/main" prst="roundRect">
            <a:avLst>
              <a:gd name="adj" fmla="val 9375"/>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9" name="">
            <a:extLst xmlns:a="http://schemas.openxmlformats.org/drawingml/2006/main">
              <a:ext uri="{FF2B5EF4-FFF2-40B4-BE49-F238E27FC236}">
                <a16:creationId xmlns:a16="http://schemas.microsoft.com/office/drawing/2014/main" id="{84FC23DA-CBBE-4CA4-A5B4-834829049651}"/>
              </a:ext>
            </a:extLst>
          </p:cNvPr>
          <p:cNvSpPr>
            <a:spLocks xmlns:a="http://schemas.openxmlformats.org/drawingml/2006/main" noGrp="1"/>
          </p:cNvSpPr>
          <p:nvPr/>
        </p:nvSpPr>
        <p:spPr>
          <a:xfrm xmlns:a="http://schemas.openxmlformats.org/drawingml/2006/main">
            <a:off x="4400550" y="5600700"/>
            <a:ext cx="3429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字段缺失或类型不对时</a:t>
            </a:r>
          </a:p>
        </p:txBody>
      </p:sp>
      <p:sp>
        <p:nvSpPr>
          <p:cNvPr id="40" name="">
            <a:extLst xmlns:a="http://schemas.openxmlformats.org/drawingml/2006/main">
              <a:ext uri="{FF2B5EF4-FFF2-40B4-BE49-F238E27FC236}">
                <a16:creationId xmlns:a16="http://schemas.microsoft.com/office/drawing/2014/main" id="{84B7BC62-5FD1-4C12-B9E6-2F6B6ED1A2E8}"/>
              </a:ext>
            </a:extLst>
          </p:cNvPr>
          <p:cNvSpPr>
            <a:spLocks xmlns:a="http://schemas.openxmlformats.org/drawingml/2006/main" noGrp="1"/>
          </p:cNvSpPr>
          <p:nvPr/>
        </p:nvSpPr>
        <p:spPr>
          <a:xfrm xmlns:a="http://schemas.openxmlformats.org/drawingml/2006/main">
            <a:off x="4400550" y="5848350"/>
            <a:ext cx="34480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该条规则计入 </a:t>
            </a:r>
            <a:r>
              <a:rPr sz="863" b="0">
                <a:solidFill>
                  <a:srgbClr val="EEF5FF"/>
                </a:solidFill>
                <a:latin typeface="微软雅黑"/>
                <a:ea typeface="微软雅黑"/>
                <a:cs typeface="微软雅黑"/>
              </a:rPr>
              <a:t>skipped </a:t>
            </a:r>
            <a:r>
              <a:rPr sz="863" b="0">
                <a:solidFill>
                  <a:srgbClr val="EEF5FF"/>
                </a:solidFill>
                <a:latin typeface="微软雅黑"/>
                <a:ea typeface="微软雅黑"/>
                <a:cs typeface="微软雅黑"/>
              </a:rPr>
              <a:t>并记录原因，其余规则继续执行，不影响整体结论</a:t>
            </a:r>
          </a:p>
        </p:txBody>
      </p:sp>
      <p:sp>
        <p:nvSpPr>
          <p:cNvPr id="41" name="">
            <a:extLst xmlns:a="http://schemas.openxmlformats.org/drawingml/2006/main">
              <a:ext uri="{FF2B5EF4-FFF2-40B4-BE49-F238E27FC236}">
                <a16:creationId xmlns:a16="http://schemas.microsoft.com/office/drawing/2014/main" id="{BD2F45C5-F84D-4611-A060-41F13A7ED5CD}"/>
              </a:ext>
            </a:extLst>
          </p:cNvPr>
          <p:cNvSpPr>
            <a:spLocks xmlns:a="http://schemas.openxmlformats.org/drawingml/2006/main" noGrp="1"/>
          </p:cNvSpPr>
          <p:nvPr/>
        </p:nvSpPr>
        <p:spPr>
          <a:xfrm xmlns:a="http://schemas.openxmlformats.org/drawingml/2006/main">
            <a:off x="8172450" y="5505450"/>
            <a:ext cx="3771900" cy="914400"/>
          </a:xfrm>
          <a:prstGeom xmlns:a="http://schemas.openxmlformats.org/drawingml/2006/main" prst="roundRect">
            <a:avLst>
              <a:gd name="adj" fmla="val 9375"/>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42" name="">
            <a:extLst xmlns:a="http://schemas.openxmlformats.org/drawingml/2006/main">
              <a:ext uri="{FF2B5EF4-FFF2-40B4-BE49-F238E27FC236}">
                <a16:creationId xmlns:a16="http://schemas.microsoft.com/office/drawing/2014/main" id="{74CABA8D-99C5-4216-845F-3A846FBBC78C}"/>
              </a:ext>
            </a:extLst>
          </p:cNvPr>
          <p:cNvSpPr>
            <a:spLocks xmlns:a="http://schemas.openxmlformats.org/drawingml/2006/main" noGrp="1"/>
          </p:cNvSpPr>
          <p:nvPr/>
        </p:nvSpPr>
        <p:spPr>
          <a:xfrm xmlns:a="http://schemas.openxmlformats.org/drawingml/2006/main">
            <a:off x="8343900" y="5600700"/>
            <a:ext cx="3429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规则被管理员停用后</a:t>
            </a:r>
          </a:p>
        </p:txBody>
      </p:sp>
      <p:sp>
        <p:nvSpPr>
          <p:cNvPr id="43" name="">
            <a:extLst xmlns:a="http://schemas.openxmlformats.org/drawingml/2006/main">
              <a:ext uri="{FF2B5EF4-FFF2-40B4-BE49-F238E27FC236}">
                <a16:creationId xmlns:a16="http://schemas.microsoft.com/office/drawing/2014/main" id="{7C58403F-170F-4A24-9CC1-0007782E3552}"/>
              </a:ext>
            </a:extLst>
          </p:cNvPr>
          <p:cNvSpPr>
            <a:spLocks xmlns:a="http://schemas.openxmlformats.org/drawingml/2006/main" noGrp="1"/>
          </p:cNvSpPr>
          <p:nvPr/>
        </p:nvSpPr>
        <p:spPr>
          <a:xfrm xmlns:a="http://schemas.openxmlformats.org/drawingml/2006/main">
            <a:off x="8343900" y="5848350"/>
            <a:ext cx="34480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重复执行 </a:t>
            </a:r>
            <a:r>
              <a:rPr sz="863" b="0">
                <a:solidFill>
                  <a:srgbClr val="EEF5FF"/>
                </a:solidFill>
                <a:latin typeface="微软雅黑"/>
                <a:ea typeface="微软雅黑"/>
                <a:cs typeface="微软雅黑"/>
              </a:rPr>
              <a:t>008 / 009 </a:t>
            </a:r>
            <a:r>
              <a:rPr sz="863" b="0">
                <a:solidFill>
                  <a:srgbClr val="EEF5FF"/>
                </a:solidFill>
                <a:latin typeface="微软雅黑"/>
                <a:ea typeface="微软雅黑"/>
                <a:cs typeface="微软雅黑"/>
              </a:rPr>
              <a:t>脚本不会把手工停用的规则重新启用（幂等自验）</a:t>
            </a:r>
          </a:p>
        </p:txBody>
      </p:sp>
      <p:sp>
        <p:nvSpPr>
          <p:cNvPr id="44" name="">
            <a:extLst xmlns:a="http://schemas.openxmlformats.org/drawingml/2006/main">
              <a:ext uri="{FF2B5EF4-FFF2-40B4-BE49-F238E27FC236}">
                <a16:creationId xmlns:a16="http://schemas.microsoft.com/office/drawing/2014/main" id="{7F92218D-59F3-4C68-A941-87CAB12F0741}"/>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45" name="">
            <a:extLst xmlns:a="http://schemas.openxmlformats.org/drawingml/2006/main">
              <a:ext uri="{FF2B5EF4-FFF2-40B4-BE49-F238E27FC236}">
                <a16:creationId xmlns:a16="http://schemas.microsoft.com/office/drawing/2014/main" id="{B1E80E02-F6C9-431C-9B42-CADA1330E7CF}"/>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46" name="">
            <a:extLst xmlns:a="http://schemas.openxmlformats.org/drawingml/2006/main">
              <a:ext uri="{FF2B5EF4-FFF2-40B4-BE49-F238E27FC236}">
                <a16:creationId xmlns:a16="http://schemas.microsoft.com/office/drawing/2014/main" id="{9C71D958-23DF-4251-9B02-1320FF2938FE}"/>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47" name="">
            <a:extLst xmlns:a="http://schemas.openxmlformats.org/drawingml/2006/main">
              <a:ext uri="{FF2B5EF4-FFF2-40B4-BE49-F238E27FC236}">
                <a16:creationId xmlns:a16="http://schemas.microsoft.com/office/drawing/2014/main" id="{41543331-110A-44AC-9732-45A29558C9AC}"/>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48" name="">
            <a:extLst xmlns:a="http://schemas.openxmlformats.org/drawingml/2006/main">
              <a:ext uri="{FF2B5EF4-FFF2-40B4-BE49-F238E27FC236}">
                <a16:creationId xmlns:a16="http://schemas.microsoft.com/office/drawing/2014/main" id="{8C4B57EB-4C9D-46B8-ABBC-958A0E9B782A}"/>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21</a:t>
            </a:r>
          </a:p>
        </p:txBody>
      </p:sp>
    </p:spTree>
    <p:extLst>
      <p:ext uri="{BB962C8B-B14F-4D97-AF65-F5344CB8AC3E}">
        <p14:creationId xmlns:p14="http://schemas.microsoft.com/office/powerpoint/2010/main" val="879945742"/>
      </p:ext>
    </p:extLst>
  </p:cSld>
</p:sld>
</file>

<file path=ppt/slides/slide22.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111" name=""/>
          <p:cNvPicPr>
            <a:picLocks xmlns:a="http://schemas.openxmlformats.org/drawingml/2006/main" noChangeAspect="1"/>
          </p:cNvPicPr>
          <p:nvPr/>
        </p:nvPicPr>
        <p:blipFill>
          <a:blip xmlns:r="http://schemas.openxmlformats.org/officeDocument/2006/relationships" xmlns:a="http://schemas.openxmlformats.org/drawingml/2006/main" r:embed="R90226e29f6ff4c60"/>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CF22168-D039-447D-9C6E-BD1A570F0BE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568FB890-1132-4753-B4CA-A44809B7793E}"/>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9F9842DA-21C3-47FB-8795-E41BC51010E3}"/>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67FBCC18-4D9E-4AD3-B8B8-7B266B2FDF98}"/>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1FB88B8C-46E7-4A36-98B2-B3005A2E82F7}"/>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6A4BF9E2-3CB3-4C42-8B60-DDC5C7AEB02C}"/>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B2E46820-E912-49CB-9D9F-C316734A3522}"/>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63DE88B8-2027-4607-84CF-248B7E1A8A62}"/>
              </a:ext>
            </a:extLst>
          </p:cNvPr>
          <p:cNvSpPr>
            <a:spLocks xmlns:a="http://schemas.openxmlformats.org/drawingml/2006/main" noGrp="1"/>
          </p:cNvSpPr>
          <p:nvPr/>
        </p:nvSpPr>
        <p:spPr>
          <a:xfrm xmlns:a="http://schemas.openxmlformats.org/drawingml/2006/main">
            <a:off x="6858000" y="0"/>
            <a:ext cx="5334000" cy="5334000"/>
          </a:xfrm>
          <a:prstGeom xmlns:a="http://schemas.openxmlformats.org/drawingml/2006/main" prst="ellipse">
            <a:avLst/>
          </a:prstGeom>
          <a:gradFill xmlns:a="http://schemas.openxmlformats.org/drawingml/2006/main">
            <a:gsLst>
              <a:gs pos="0">
                <a:srgbClr val="4FE0C8">
                  <a:alpha val="20000"/>
                </a:srgbClr>
              </a:gs>
              <a:gs pos="45000">
                <a:srgbClr val="4FE0C8">
                  <a:alpha val="8000"/>
                </a:srgbClr>
              </a:gs>
              <a:gs pos="100000">
                <a:srgbClr val="4FE0C8">
                  <a:alpha val="0"/>
                </a:srgbClr>
              </a:gs>
            </a:gsLst>
            <a:path path="shape"/>
          </a:gradFill>
          <a:ln xmlns:a="http://schemas.openxmlformats.org/drawingml/2006/main">
            <a:noFill/>
          </a:ln>
        </p:spPr>
      </p:sp>
      <p:sp>
        <p:nvSpPr>
          <p:cNvPr id="10" name="">
            <a:extLst xmlns:a="http://schemas.openxmlformats.org/drawingml/2006/main">
              <a:ext uri="{FF2B5EF4-FFF2-40B4-BE49-F238E27FC236}">
                <a16:creationId xmlns:a16="http://schemas.microsoft.com/office/drawing/2014/main" id="{13C2DEDE-3201-4C09-9CBF-E9E68DE18B89}"/>
              </a:ext>
            </a:extLst>
          </p:cNvPr>
          <p:cNvSpPr>
            <a:spLocks xmlns:a="http://schemas.openxmlformats.org/drawingml/2006/main" noGrp="1"/>
          </p:cNvSpPr>
          <p:nvPr/>
        </p:nvSpPr>
        <p:spPr>
          <a:xfrm xmlns:a="http://schemas.openxmlformats.org/drawingml/2006/main">
            <a:off x="0" y="3429000"/>
            <a:ext cx="3429000" cy="3429000"/>
          </a:xfrm>
          <a:prstGeom xmlns:a="http://schemas.openxmlformats.org/drawingml/2006/main" prst="ellipse">
            <a:avLst/>
          </a:prstGeom>
          <a:gradFill xmlns:a="http://schemas.openxmlformats.org/drawingml/2006/main">
            <a:gsLst>
              <a:gs pos="0">
                <a:srgbClr val="7FD4FF">
                  <a:alpha val="14000"/>
                </a:srgbClr>
              </a:gs>
              <a:gs pos="45000">
                <a:srgbClr val="7FD4FF">
                  <a:alpha val="6000"/>
                </a:srgbClr>
              </a:gs>
              <a:gs pos="100000">
                <a:srgbClr val="7FD4FF">
                  <a:alpha val="0"/>
                </a:srgbClr>
              </a:gs>
            </a:gsLst>
            <a:path path="shape"/>
          </a:gra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FFF1FD05-A9CF-4018-B557-812E0C220BDD}"/>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gradFill xmlns:a="http://schemas.openxmlformats.org/drawingml/2006/main">
            <a:gsLst>
              <a:gs pos="0">
                <a:srgbClr val="FFD24A"/>
              </a:gs>
              <a:gs pos="52000">
                <a:srgbClr val="4FE0C8"/>
              </a:gs>
              <a:gs pos="100000">
                <a:srgbClr val="4FE0C8">
                  <a:alpha val="0"/>
                </a:srgbClr>
              </a:gs>
            </a:gsLst>
            <a:lin ang="5400000"/>
          </a:gra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BCDD010C-3C56-4179-8183-7D3CFF9A3FC5}"/>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4FE0C8">
              <a:alpha val="70000"/>
            </a:srgbClr>
          </a:soli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BE55142E-C0C9-4558-B1E9-6913A1DC3ABD}"/>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4" name="">
            <a:extLst xmlns:a="http://schemas.openxmlformats.org/drawingml/2006/main">
              <a:ext uri="{FF2B5EF4-FFF2-40B4-BE49-F238E27FC236}">
                <a16:creationId xmlns:a16="http://schemas.microsoft.com/office/drawing/2014/main" id="{0A5C6E1D-4058-441A-A5E6-02802BF14A13}"/>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4FE0C8">
              <a:alpha val="75000"/>
            </a:srgbClr>
          </a:solidFill>
          <a:ln xmlns:a="http://schemas.openxmlformats.org/drawingml/2006/main">
            <a:noFill/>
          </a:ln>
        </p:spPr>
      </p:sp>
      <p:sp>
        <p:nvSpPr>
          <p:cNvPr id="15" name="">
            <a:extLst xmlns:a="http://schemas.openxmlformats.org/drawingml/2006/main">
              <a:ext uri="{FF2B5EF4-FFF2-40B4-BE49-F238E27FC236}">
                <a16:creationId xmlns:a16="http://schemas.microsoft.com/office/drawing/2014/main" id="{A771217C-65F7-4093-A3B6-57AC23CFA5C6}"/>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4FE0C8">
              <a:alpha val="60000"/>
            </a:srgbClr>
          </a:solidFill>
          <a:ln xmlns:a="http://schemas.openxmlformats.org/drawingml/2006/main">
            <a:noFill/>
          </a:ln>
        </p:spPr>
      </p:sp>
      <p:sp>
        <p:nvSpPr>
          <p:cNvPr id="16" name="">
            <a:extLst xmlns:a="http://schemas.openxmlformats.org/drawingml/2006/main">
              <a:ext uri="{FF2B5EF4-FFF2-40B4-BE49-F238E27FC236}">
                <a16:creationId xmlns:a16="http://schemas.microsoft.com/office/drawing/2014/main" id="{DF03E745-0ED7-4A7B-820A-18C5B40B3B35}"/>
              </a:ext>
            </a:extLst>
          </p:cNvPr>
          <p:cNvSpPr>
            <a:spLocks xmlns:a="http://schemas.openxmlformats.org/drawingml/2006/main" noGrp="1"/>
          </p:cNvSpPr>
          <p:nvPr/>
        </p:nvSpPr>
        <p:spPr>
          <a:xfrm xmlns:a="http://schemas.openxmlformats.org/drawingml/2006/main">
            <a:off x="6972300" y="1162050"/>
            <a:ext cx="4495800" cy="4495800"/>
          </a:xfrm>
          <a:prstGeom xmlns:a="http://schemas.openxmlformats.org/drawingml/2006/main" prst="roundRect">
            <a:avLst>
              <a:gd name="adj" fmla="val 3390"/>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1430">
            <a:solidFill>
              <a:srgbClr val="4FE0C8">
                <a:alpha val="45000"/>
              </a:srgbClr>
            </a:solidFill>
            <a:prstDash val="solid"/>
          </a:ln>
        </p:spPr>
      </p:sp>
      <p:sp>
        <p:nvSpPr>
          <p:cNvPr id="17" name="">
            <a:extLst xmlns:a="http://schemas.openxmlformats.org/drawingml/2006/main">
              <a:ext uri="{FF2B5EF4-FFF2-40B4-BE49-F238E27FC236}">
                <a16:creationId xmlns:a16="http://schemas.microsoft.com/office/drawing/2014/main" id="{AA0AAC73-8527-40D2-8847-1077093CE68F}"/>
              </a:ext>
            </a:extLst>
          </p:cNvPr>
          <p:cNvSpPr>
            <a:spLocks xmlns:a="http://schemas.openxmlformats.org/drawingml/2006/main" noGrp="1"/>
          </p:cNvSpPr>
          <p:nvPr/>
        </p:nvSpPr>
        <p:spPr>
          <a:xfrm xmlns:a="http://schemas.openxmlformats.org/drawingml/2006/main">
            <a:off x="7067550" y="1257300"/>
            <a:ext cx="4305300" cy="4305300"/>
          </a:xfrm>
          <a:prstGeom xmlns:a="http://schemas.openxmlformats.org/drawingml/2006/main" prst="roundRect">
            <a:avLst>
              <a:gd name="adj" fmla="val 2655"/>
            </a:avLst>
          </a:prstGeom>
          <a:gradFill xmlns:a="http://schemas.openxmlformats.org/drawingml/2006/main">
            <a:gsLst>
              <a:gs pos="0">
                <a:srgbClr val="2760A8"/>
              </a:gs>
              <a:gs pos="100000">
                <a:srgbClr val="0A2F6B"/>
              </a:gs>
            </a:gsLst>
            <a:lin ang="8100000"/>
          </a:gradFill>
          <a:ln xmlns:a="http://schemas.openxmlformats.org/drawingml/2006/main" w="9525">
            <a:solidFill>
              <a:srgbClr val="4FE0C8">
                <a:alpha val="28000"/>
              </a:srgbClr>
            </a:solidFill>
            <a:prstDash val="solid"/>
          </a:ln>
        </p:spPr>
      </p:sp>
      <p:sp>
        <p:nvSpPr>
          <p:cNvPr id="18" name="">
            <a:extLst xmlns:a="http://schemas.openxmlformats.org/drawingml/2006/main">
              <a:ext uri="{FF2B5EF4-FFF2-40B4-BE49-F238E27FC236}">
                <a16:creationId xmlns:a16="http://schemas.microsoft.com/office/drawing/2014/main" id="{BBD96775-C99C-4F4A-91FD-E2FAF3FDB2A6}"/>
              </a:ext>
            </a:extLst>
          </p:cNvPr>
          <p:cNvSpPr>
            <a:spLocks xmlns:a="http://schemas.openxmlformats.org/drawingml/2006/main" noGrp="1"/>
          </p:cNvSpPr>
          <p:nvPr/>
        </p:nvSpPr>
        <p:spPr>
          <a:xfrm xmlns:a="http://schemas.openxmlformats.org/drawingml/2006/main">
            <a:off x="7239000" y="1428750"/>
            <a:ext cx="3962400" cy="1676400"/>
          </a:xfrm>
          <a:prstGeom xmlns:a="http://schemas.openxmlformats.org/drawingml/2006/main" prst="rect">
            <a:avLst/>
          </a:prstGeom>
          <a:pattFill xmlns:a="http://schemas.openxmlformats.org/drawingml/2006/main" prst="dotGrid">
            <a:fgClr>
              <a:srgbClr val="7FC4FF">
                <a:alpha val="55000"/>
              </a:srgbClr>
            </a:fgClr>
            <a:bgClr>
              <a:srgbClr val="0B3E82"/>
            </a:bgClr>
          </a:patt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80469712-D323-4256-A534-6F1B48C73E89}"/>
              </a:ext>
            </a:extLst>
          </p:cNvPr>
          <p:cNvSpPr>
            <a:spLocks xmlns:a="http://schemas.openxmlformats.org/drawingml/2006/main" noGrp="1"/>
          </p:cNvSpPr>
          <p:nvPr/>
        </p:nvSpPr>
        <p:spPr>
          <a:xfrm xmlns:a="http://schemas.openxmlformats.org/drawingml/2006/main">
            <a:off x="7391400" y="1847850"/>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a:noFill/>
          </a:ln>
        </p:spPr>
      </p:sp>
      <p:sp>
        <p:nvSpPr>
          <p:cNvPr id="20" name="">
            <a:extLst xmlns:a="http://schemas.openxmlformats.org/drawingml/2006/main">
              <a:ext uri="{FF2B5EF4-FFF2-40B4-BE49-F238E27FC236}">
                <a16:creationId xmlns:a16="http://schemas.microsoft.com/office/drawing/2014/main" id="{F7055FAD-BFB7-4C5C-99D5-DCE003DAF9CA}"/>
              </a:ext>
            </a:extLst>
          </p:cNvPr>
          <p:cNvSpPr>
            <a:spLocks xmlns:a="http://schemas.openxmlformats.org/drawingml/2006/main" noGrp="1"/>
          </p:cNvSpPr>
          <p:nvPr/>
        </p:nvSpPr>
        <p:spPr>
          <a:xfrm xmlns:a="http://schemas.openxmlformats.org/drawingml/2006/main">
            <a:off x="7391400" y="1990725"/>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a:noFill/>
          </a:ln>
        </p:spPr>
      </p:sp>
      <p:sp>
        <p:nvSpPr>
          <p:cNvPr id="21" name="">
            <a:extLst xmlns:a="http://schemas.openxmlformats.org/drawingml/2006/main">
              <a:ext uri="{FF2B5EF4-FFF2-40B4-BE49-F238E27FC236}">
                <a16:creationId xmlns:a16="http://schemas.microsoft.com/office/drawing/2014/main" id="{5457D8C2-46F0-4405-A0B1-AF0BF9797B58}"/>
              </a:ext>
            </a:extLst>
          </p:cNvPr>
          <p:cNvSpPr>
            <a:spLocks xmlns:a="http://schemas.openxmlformats.org/drawingml/2006/main" noGrp="1"/>
          </p:cNvSpPr>
          <p:nvPr/>
        </p:nvSpPr>
        <p:spPr>
          <a:xfrm xmlns:a="http://schemas.openxmlformats.org/drawingml/2006/main">
            <a:off x="7391400" y="2133600"/>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0B3FEC68-CFDA-4058-9448-4DA1B7F3F85C}"/>
              </a:ext>
            </a:extLst>
          </p:cNvPr>
          <p:cNvSpPr>
            <a:spLocks xmlns:a="http://schemas.openxmlformats.org/drawingml/2006/main" noGrp="1"/>
          </p:cNvSpPr>
          <p:nvPr/>
        </p:nvSpPr>
        <p:spPr>
          <a:xfrm xmlns:a="http://schemas.openxmlformats.org/drawingml/2006/main">
            <a:off x="7534275" y="1847850"/>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a:noFill/>
          </a:ln>
        </p:spPr>
      </p:sp>
      <p:sp>
        <p:nvSpPr>
          <p:cNvPr id="23" name="">
            <a:extLst xmlns:a="http://schemas.openxmlformats.org/drawingml/2006/main">
              <a:ext uri="{FF2B5EF4-FFF2-40B4-BE49-F238E27FC236}">
                <a16:creationId xmlns:a16="http://schemas.microsoft.com/office/drawing/2014/main" id="{4BDA336E-A4B8-41AE-90DA-704DFB379850}"/>
              </a:ext>
            </a:extLst>
          </p:cNvPr>
          <p:cNvSpPr>
            <a:spLocks xmlns:a="http://schemas.openxmlformats.org/drawingml/2006/main" noGrp="1"/>
          </p:cNvSpPr>
          <p:nvPr/>
        </p:nvSpPr>
        <p:spPr>
          <a:xfrm xmlns:a="http://schemas.openxmlformats.org/drawingml/2006/main">
            <a:off x="7534275" y="1990725"/>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a:noFill/>
          </a:ln>
        </p:spPr>
      </p:sp>
      <p:sp>
        <p:nvSpPr>
          <p:cNvPr id="24" name="">
            <a:extLst xmlns:a="http://schemas.openxmlformats.org/drawingml/2006/main">
              <a:ext uri="{FF2B5EF4-FFF2-40B4-BE49-F238E27FC236}">
                <a16:creationId xmlns:a16="http://schemas.microsoft.com/office/drawing/2014/main" id="{1CCEFB52-99B1-4028-9F9B-BAD3FC8E8EB5}"/>
              </a:ext>
            </a:extLst>
          </p:cNvPr>
          <p:cNvSpPr>
            <a:spLocks xmlns:a="http://schemas.openxmlformats.org/drawingml/2006/main" noGrp="1"/>
          </p:cNvSpPr>
          <p:nvPr/>
        </p:nvSpPr>
        <p:spPr>
          <a:xfrm xmlns:a="http://schemas.openxmlformats.org/drawingml/2006/main">
            <a:off x="7534275" y="2133600"/>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a:noFill/>
          </a:ln>
        </p:spPr>
      </p:sp>
      <p:sp>
        <p:nvSpPr>
          <p:cNvPr id="25" name="">
            <a:extLst xmlns:a="http://schemas.openxmlformats.org/drawingml/2006/main">
              <a:ext uri="{FF2B5EF4-FFF2-40B4-BE49-F238E27FC236}">
                <a16:creationId xmlns:a16="http://schemas.microsoft.com/office/drawing/2014/main" id="{D39CEB4F-380E-4476-80FD-FAEB3BFAD209}"/>
              </a:ext>
            </a:extLst>
          </p:cNvPr>
          <p:cNvSpPr>
            <a:spLocks xmlns:a="http://schemas.openxmlformats.org/drawingml/2006/main" noGrp="1"/>
          </p:cNvSpPr>
          <p:nvPr/>
        </p:nvSpPr>
        <p:spPr>
          <a:xfrm xmlns:a="http://schemas.openxmlformats.org/drawingml/2006/main">
            <a:off x="7677150" y="1847850"/>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a:noFill/>
          </a:ln>
        </p:spPr>
      </p:sp>
      <p:sp>
        <p:nvSpPr>
          <p:cNvPr id="26" name="">
            <a:extLst xmlns:a="http://schemas.openxmlformats.org/drawingml/2006/main">
              <a:ext uri="{FF2B5EF4-FFF2-40B4-BE49-F238E27FC236}">
                <a16:creationId xmlns:a16="http://schemas.microsoft.com/office/drawing/2014/main" id="{7ABB7A11-B422-4D96-83B3-E230B630682A}"/>
              </a:ext>
            </a:extLst>
          </p:cNvPr>
          <p:cNvSpPr>
            <a:spLocks xmlns:a="http://schemas.openxmlformats.org/drawingml/2006/main" noGrp="1"/>
          </p:cNvSpPr>
          <p:nvPr/>
        </p:nvSpPr>
        <p:spPr>
          <a:xfrm xmlns:a="http://schemas.openxmlformats.org/drawingml/2006/main">
            <a:off x="7677150" y="1990725"/>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a:noFill/>
          </a:ln>
        </p:spPr>
      </p:sp>
      <p:sp>
        <p:nvSpPr>
          <p:cNvPr id="27" name="">
            <a:extLst xmlns:a="http://schemas.openxmlformats.org/drawingml/2006/main">
              <a:ext uri="{FF2B5EF4-FFF2-40B4-BE49-F238E27FC236}">
                <a16:creationId xmlns:a16="http://schemas.microsoft.com/office/drawing/2014/main" id="{F9C97A14-FF3D-4373-908E-6597480FFB09}"/>
              </a:ext>
            </a:extLst>
          </p:cNvPr>
          <p:cNvSpPr>
            <a:spLocks xmlns:a="http://schemas.openxmlformats.org/drawingml/2006/main" noGrp="1"/>
          </p:cNvSpPr>
          <p:nvPr/>
        </p:nvSpPr>
        <p:spPr>
          <a:xfrm xmlns:a="http://schemas.openxmlformats.org/drawingml/2006/main">
            <a:off x="7677150" y="2133600"/>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a:noFill/>
          </a:ln>
        </p:spPr>
      </p:sp>
      <p:sp>
        <p:nvSpPr>
          <p:cNvPr id="28" name="">
            <a:extLst xmlns:a="http://schemas.openxmlformats.org/drawingml/2006/main">
              <a:ext uri="{FF2B5EF4-FFF2-40B4-BE49-F238E27FC236}">
                <a16:creationId xmlns:a16="http://schemas.microsoft.com/office/drawing/2014/main" id="{9C5796E8-20BC-46D9-8024-33DD4BDB58FF}"/>
              </a:ext>
            </a:extLst>
          </p:cNvPr>
          <p:cNvSpPr>
            <a:spLocks xmlns:a="http://schemas.openxmlformats.org/drawingml/2006/main" noGrp="1"/>
          </p:cNvSpPr>
          <p:nvPr/>
        </p:nvSpPr>
        <p:spPr>
          <a:xfrm xmlns:a="http://schemas.openxmlformats.org/drawingml/2006/main">
            <a:off x="7820025" y="1847850"/>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a:noFill/>
          </a:ln>
        </p:spPr>
      </p:sp>
      <p:sp>
        <p:nvSpPr>
          <p:cNvPr id="29" name="">
            <a:extLst xmlns:a="http://schemas.openxmlformats.org/drawingml/2006/main">
              <a:ext uri="{FF2B5EF4-FFF2-40B4-BE49-F238E27FC236}">
                <a16:creationId xmlns:a16="http://schemas.microsoft.com/office/drawing/2014/main" id="{3B97315F-A2C9-4EEC-BB20-4FB6209FF422}"/>
              </a:ext>
            </a:extLst>
          </p:cNvPr>
          <p:cNvSpPr>
            <a:spLocks xmlns:a="http://schemas.openxmlformats.org/drawingml/2006/main" noGrp="1"/>
          </p:cNvSpPr>
          <p:nvPr/>
        </p:nvSpPr>
        <p:spPr>
          <a:xfrm xmlns:a="http://schemas.openxmlformats.org/drawingml/2006/main">
            <a:off x="7820025" y="1990725"/>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a:noFill/>
          </a:ln>
        </p:spPr>
      </p:sp>
      <p:sp>
        <p:nvSpPr>
          <p:cNvPr id="30" name="">
            <a:extLst xmlns:a="http://schemas.openxmlformats.org/drawingml/2006/main">
              <a:ext uri="{FF2B5EF4-FFF2-40B4-BE49-F238E27FC236}">
                <a16:creationId xmlns:a16="http://schemas.microsoft.com/office/drawing/2014/main" id="{FD5814F2-7D5E-45B8-8976-7F801E6584D3}"/>
              </a:ext>
            </a:extLst>
          </p:cNvPr>
          <p:cNvSpPr>
            <a:spLocks xmlns:a="http://schemas.openxmlformats.org/drawingml/2006/main" noGrp="1"/>
          </p:cNvSpPr>
          <p:nvPr/>
        </p:nvSpPr>
        <p:spPr>
          <a:xfrm xmlns:a="http://schemas.openxmlformats.org/drawingml/2006/main">
            <a:off x="7820025" y="2133600"/>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a:noFill/>
          </a:ln>
        </p:spPr>
      </p:sp>
      <p:sp>
        <p:nvSpPr>
          <p:cNvPr id="31" name="">
            <a:extLst xmlns:a="http://schemas.openxmlformats.org/drawingml/2006/main">
              <a:ext uri="{FF2B5EF4-FFF2-40B4-BE49-F238E27FC236}">
                <a16:creationId xmlns:a16="http://schemas.microsoft.com/office/drawing/2014/main" id="{6FFAEEBF-9C38-438F-889E-20F960124393}"/>
              </a:ext>
            </a:extLst>
          </p:cNvPr>
          <p:cNvSpPr>
            <a:spLocks xmlns:a="http://schemas.openxmlformats.org/drawingml/2006/main" noGrp="1"/>
          </p:cNvSpPr>
          <p:nvPr/>
        </p:nvSpPr>
        <p:spPr>
          <a:xfrm xmlns:a="http://schemas.openxmlformats.org/drawingml/2006/main">
            <a:off x="7962900" y="1847850"/>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a:noFill/>
          </a:ln>
        </p:spPr>
      </p:sp>
      <p:sp>
        <p:nvSpPr>
          <p:cNvPr id="32" name="">
            <a:extLst xmlns:a="http://schemas.openxmlformats.org/drawingml/2006/main">
              <a:ext uri="{FF2B5EF4-FFF2-40B4-BE49-F238E27FC236}">
                <a16:creationId xmlns:a16="http://schemas.microsoft.com/office/drawing/2014/main" id="{F2E84DAA-FE86-4E72-911C-1248294D1B0A}"/>
              </a:ext>
            </a:extLst>
          </p:cNvPr>
          <p:cNvSpPr>
            <a:spLocks xmlns:a="http://schemas.openxmlformats.org/drawingml/2006/main" noGrp="1"/>
          </p:cNvSpPr>
          <p:nvPr/>
        </p:nvSpPr>
        <p:spPr>
          <a:xfrm xmlns:a="http://schemas.openxmlformats.org/drawingml/2006/main">
            <a:off x="7962900" y="1990725"/>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a:noFill/>
          </a:ln>
        </p:spPr>
      </p:sp>
      <p:sp>
        <p:nvSpPr>
          <p:cNvPr id="33" name="">
            <a:extLst xmlns:a="http://schemas.openxmlformats.org/drawingml/2006/main">
              <a:ext uri="{FF2B5EF4-FFF2-40B4-BE49-F238E27FC236}">
                <a16:creationId xmlns:a16="http://schemas.microsoft.com/office/drawing/2014/main" id="{3FED9EC8-2EE4-48C3-B04C-F3272BFFDE0F}"/>
              </a:ext>
            </a:extLst>
          </p:cNvPr>
          <p:cNvSpPr>
            <a:spLocks xmlns:a="http://schemas.openxmlformats.org/drawingml/2006/main" noGrp="1"/>
          </p:cNvSpPr>
          <p:nvPr/>
        </p:nvSpPr>
        <p:spPr>
          <a:xfrm xmlns:a="http://schemas.openxmlformats.org/drawingml/2006/main">
            <a:off x="7962900" y="2133600"/>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a:noFill/>
          </a:ln>
        </p:spPr>
      </p:sp>
      <p:sp>
        <p:nvSpPr>
          <p:cNvPr id="34" name="">
            <a:extLst xmlns:a="http://schemas.openxmlformats.org/drawingml/2006/main">
              <a:ext uri="{FF2B5EF4-FFF2-40B4-BE49-F238E27FC236}">
                <a16:creationId xmlns:a16="http://schemas.microsoft.com/office/drawing/2014/main" id="{6D0A42D7-EAD4-4FDF-9B5D-12D28E8229BA}"/>
              </a:ext>
            </a:extLst>
          </p:cNvPr>
          <p:cNvSpPr>
            <a:spLocks xmlns:a="http://schemas.openxmlformats.org/drawingml/2006/main" noGrp="1"/>
          </p:cNvSpPr>
          <p:nvPr/>
        </p:nvSpPr>
        <p:spPr>
          <a:xfrm xmlns:a="http://schemas.openxmlformats.org/drawingml/2006/main">
            <a:off x="8105775" y="1847850"/>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a:noFill/>
          </a:ln>
        </p:spPr>
      </p:sp>
      <p:sp>
        <p:nvSpPr>
          <p:cNvPr id="35" name="">
            <a:extLst xmlns:a="http://schemas.openxmlformats.org/drawingml/2006/main">
              <a:ext uri="{FF2B5EF4-FFF2-40B4-BE49-F238E27FC236}">
                <a16:creationId xmlns:a16="http://schemas.microsoft.com/office/drawing/2014/main" id="{3E8E771A-BB67-4B80-837B-A87AA51D5EE0}"/>
              </a:ext>
            </a:extLst>
          </p:cNvPr>
          <p:cNvSpPr>
            <a:spLocks xmlns:a="http://schemas.openxmlformats.org/drawingml/2006/main" noGrp="1"/>
          </p:cNvSpPr>
          <p:nvPr/>
        </p:nvSpPr>
        <p:spPr>
          <a:xfrm xmlns:a="http://schemas.openxmlformats.org/drawingml/2006/main">
            <a:off x="8105775" y="1990725"/>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a:noFill/>
          </a:ln>
        </p:spPr>
      </p:sp>
      <p:sp>
        <p:nvSpPr>
          <p:cNvPr id="36" name="">
            <a:extLst xmlns:a="http://schemas.openxmlformats.org/drawingml/2006/main">
              <a:ext uri="{FF2B5EF4-FFF2-40B4-BE49-F238E27FC236}">
                <a16:creationId xmlns:a16="http://schemas.microsoft.com/office/drawing/2014/main" id="{37AB0915-DE0B-4433-8D10-DB8BD9E7377A}"/>
              </a:ext>
            </a:extLst>
          </p:cNvPr>
          <p:cNvSpPr>
            <a:spLocks xmlns:a="http://schemas.openxmlformats.org/drawingml/2006/main" noGrp="1"/>
          </p:cNvSpPr>
          <p:nvPr/>
        </p:nvSpPr>
        <p:spPr>
          <a:xfrm xmlns:a="http://schemas.openxmlformats.org/drawingml/2006/main">
            <a:off x="8105775" y="2133600"/>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a:noFill/>
          </a:ln>
        </p:spPr>
      </p:sp>
      <p:sp>
        <p:nvSpPr>
          <p:cNvPr id="37" name="">
            <a:extLst xmlns:a="http://schemas.openxmlformats.org/drawingml/2006/main">
              <a:ext uri="{FF2B5EF4-FFF2-40B4-BE49-F238E27FC236}">
                <a16:creationId xmlns:a16="http://schemas.microsoft.com/office/drawing/2014/main" id="{1FE7529B-A8F5-4E2A-A1B5-55A6DF514F82}"/>
              </a:ext>
            </a:extLst>
          </p:cNvPr>
          <p:cNvSpPr>
            <a:spLocks xmlns:a="http://schemas.openxmlformats.org/drawingml/2006/main" noGrp="1"/>
          </p:cNvSpPr>
          <p:nvPr/>
        </p:nvSpPr>
        <p:spPr>
          <a:xfrm xmlns:a="http://schemas.openxmlformats.org/drawingml/2006/main">
            <a:off x="8248650" y="1847850"/>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a:noFill/>
          </a:ln>
        </p:spPr>
      </p:sp>
      <p:sp>
        <p:nvSpPr>
          <p:cNvPr id="38" name="">
            <a:extLst xmlns:a="http://schemas.openxmlformats.org/drawingml/2006/main">
              <a:ext uri="{FF2B5EF4-FFF2-40B4-BE49-F238E27FC236}">
                <a16:creationId xmlns:a16="http://schemas.microsoft.com/office/drawing/2014/main" id="{2B72D7ED-9542-4D17-905F-4FD73524755F}"/>
              </a:ext>
            </a:extLst>
          </p:cNvPr>
          <p:cNvSpPr>
            <a:spLocks xmlns:a="http://schemas.openxmlformats.org/drawingml/2006/main" noGrp="1"/>
          </p:cNvSpPr>
          <p:nvPr/>
        </p:nvSpPr>
        <p:spPr>
          <a:xfrm xmlns:a="http://schemas.openxmlformats.org/drawingml/2006/main">
            <a:off x="8248650" y="1990725"/>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a:noFill/>
          </a:ln>
        </p:spPr>
      </p:sp>
      <p:sp>
        <p:nvSpPr>
          <p:cNvPr id="39" name="">
            <a:extLst xmlns:a="http://schemas.openxmlformats.org/drawingml/2006/main">
              <a:ext uri="{FF2B5EF4-FFF2-40B4-BE49-F238E27FC236}">
                <a16:creationId xmlns:a16="http://schemas.microsoft.com/office/drawing/2014/main" id="{FA600FA4-8A09-45D9-BD7F-614C111C7940}"/>
              </a:ext>
            </a:extLst>
          </p:cNvPr>
          <p:cNvSpPr>
            <a:spLocks xmlns:a="http://schemas.openxmlformats.org/drawingml/2006/main" noGrp="1"/>
          </p:cNvSpPr>
          <p:nvPr/>
        </p:nvSpPr>
        <p:spPr>
          <a:xfrm xmlns:a="http://schemas.openxmlformats.org/drawingml/2006/main">
            <a:off x="8248650" y="2133600"/>
            <a:ext cx="22860" cy="22860"/>
          </a:xfrm>
          <a:prstGeom xmlns:a="http://schemas.openxmlformats.org/drawingml/2006/main" prst="ellipse">
            <a:avLst/>
          </a:prstGeom>
          <a:solidFill xmlns:a="http://schemas.openxmlformats.org/drawingml/2006/main">
            <a:srgbClr val="4FE0C8">
              <a:alpha val="35000"/>
            </a:srgbClr>
          </a:solidFill>
          <a:ln xmlns:a="http://schemas.openxmlformats.org/drawingml/2006/main">
            <a:noFill/>
          </a:ln>
        </p:spPr>
      </p:sp>
      <p:sp>
        <p:nvSpPr>
          <p:cNvPr id="40" name="">
            <a:extLst xmlns:a="http://schemas.openxmlformats.org/drawingml/2006/main">
              <a:ext uri="{FF2B5EF4-FFF2-40B4-BE49-F238E27FC236}">
                <a16:creationId xmlns:a16="http://schemas.microsoft.com/office/drawing/2014/main" id="{EB754F9F-10E7-4052-ADF0-630557CEDEEA}"/>
              </a:ext>
            </a:extLst>
          </p:cNvPr>
          <p:cNvSpPr>
            <a:spLocks xmlns:a="http://schemas.openxmlformats.org/drawingml/2006/main" noGrp="1"/>
          </p:cNvSpPr>
          <p:nvPr/>
        </p:nvSpPr>
        <p:spPr>
          <a:xfrm xmlns:a="http://schemas.openxmlformats.org/drawingml/2006/main">
            <a:off x="8743950" y="1638300"/>
            <a:ext cx="2457450" cy="1771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oAutofit/>
          </a:bodyPr>
          <a:lstStyle xmlns:a="http://schemas.openxmlformats.org/drawingml/2006/main"/>
          <a:p xmlns:a="http://schemas.openxmlformats.org/drawingml/2006/main">
            <a:pPr algn="r">
              <a:defRPr sz="9900" b="1">
                <a:ln w="14288">
                  <a:solidFill>
                    <a:srgbClr val="4FE0C8">
                      <a:alpha val="75000"/>
                    </a:srgbClr>
                  </a:solidFill>
                  <a:prstDash val="solid"/>
                </a:ln>
                <a:solidFill>
                  <a:srgbClr val="0B3E82"/>
                </a:solidFill>
                <a:latin typeface="Bahnschrift SemiBold"/>
                <a:ea typeface="Bahnschrift SemiBold"/>
                <a:cs typeface="Bahnschrift SemiBold"/>
              </a:defRPr>
            </a:pPr>
            <a:r>
              <a:rPr sz="9900" b="1">
                <a:ln w="14288">
                  <a:solidFill>
                    <a:srgbClr val="4FE0C8">
                      <a:alpha val="75000"/>
                    </a:srgbClr>
                  </a:solidFill>
                  <a:prstDash val="solid"/>
                </a:ln>
                <a:solidFill>
                  <a:srgbClr val="0B3E82"/>
                </a:solidFill>
                <a:latin typeface="Bahnschrift SemiBold"/>
                <a:ea typeface="Bahnschrift SemiBold"/>
                <a:cs typeface="Bahnschrift SemiBold"/>
              </a:rPr>
              <a:t>04</a:t>
            </a:r>
          </a:p>
        </p:txBody>
      </p:sp>
      <p:sp>
        <p:nvSpPr>
          <p:cNvPr id="41" name="">
            <a:extLst xmlns:a="http://schemas.openxmlformats.org/drawingml/2006/main">
              <a:ext uri="{FF2B5EF4-FFF2-40B4-BE49-F238E27FC236}">
                <a16:creationId xmlns:a16="http://schemas.microsoft.com/office/drawing/2014/main" id="{05C78E76-D5D4-48B8-85B0-95DAE6BE916D}"/>
              </a:ext>
            </a:extLst>
          </p:cNvPr>
          <p:cNvSpPr>
            <a:spLocks xmlns:a="http://schemas.openxmlformats.org/drawingml/2006/main" noGrp="1"/>
          </p:cNvSpPr>
          <p:nvPr/>
        </p:nvSpPr>
        <p:spPr>
          <a:xfrm xmlns:a="http://schemas.openxmlformats.org/drawingml/2006/main">
            <a:off x="7239000" y="3295650"/>
            <a:ext cx="3962400" cy="19050"/>
          </a:xfrm>
          <a:prstGeom xmlns:a="http://schemas.openxmlformats.org/drawingml/2006/main" prst="rect">
            <a:avLst/>
          </a:prstGeom>
          <a:gradFill xmlns:a="http://schemas.openxmlformats.org/drawingml/2006/main">
            <a:gsLst>
              <a:gs pos="0">
                <a:srgbClr val="4FE0C8"/>
              </a:gs>
              <a:gs pos="100000">
                <a:srgbClr val="4FE0C8">
                  <a:alpha val="0"/>
                </a:srgbClr>
              </a:gs>
            </a:gsLst>
            <a:lin ang="0"/>
          </a:gradFill>
          <a:ln xmlns:a="http://schemas.openxmlformats.org/drawingml/2006/main">
            <a:noFill/>
          </a:ln>
        </p:spPr>
      </p:sp>
      <p:sp>
        <p:nvSpPr>
          <p:cNvPr id="42" name="">
            <a:extLst xmlns:a="http://schemas.openxmlformats.org/drawingml/2006/main">
              <a:ext uri="{FF2B5EF4-FFF2-40B4-BE49-F238E27FC236}">
                <a16:creationId xmlns:a16="http://schemas.microsoft.com/office/drawing/2014/main" id="{6A308104-4B08-41E1-BD70-8EE73F458C16}"/>
              </a:ext>
            </a:extLst>
          </p:cNvPr>
          <p:cNvSpPr>
            <a:spLocks xmlns:a="http://schemas.openxmlformats.org/drawingml/2006/main" noGrp="1"/>
          </p:cNvSpPr>
          <p:nvPr/>
        </p:nvSpPr>
        <p:spPr>
          <a:xfrm xmlns:a="http://schemas.openxmlformats.org/drawingml/2006/main">
            <a:off x="7239000" y="3524250"/>
            <a:ext cx="3962400" cy="685800"/>
          </a:xfrm>
          <a:prstGeom xmlns:a="http://schemas.openxmlformats.org/drawingml/2006/main" prst="rect">
            <a:avLst/>
          </a:prstGeom>
          <a:pattFill xmlns:a="http://schemas.openxmlformats.org/drawingml/2006/main" prst="wdUpDiag">
            <a:fgClr>
              <a:srgbClr val="4FE0C8">
                <a:alpha val="24000"/>
              </a:srgbClr>
            </a:fgClr>
            <a:bgClr>
              <a:srgbClr val="0B3E82"/>
            </a:bgClr>
          </a:pattFill>
          <a:ln xmlns:a="http://schemas.openxmlformats.org/drawingml/2006/main">
            <a:noFill/>
          </a:ln>
        </p:spPr>
      </p:sp>
      <p:sp>
        <p:nvSpPr>
          <p:cNvPr id="43" name="">
            <a:extLst xmlns:a="http://schemas.openxmlformats.org/drawingml/2006/main">
              <a:ext uri="{FF2B5EF4-FFF2-40B4-BE49-F238E27FC236}">
                <a16:creationId xmlns:a16="http://schemas.microsoft.com/office/drawing/2014/main" id="{4C17C132-448D-4858-8EF7-4FF7FB0FFCEC}"/>
              </a:ext>
            </a:extLst>
          </p:cNvPr>
          <p:cNvSpPr>
            <a:spLocks xmlns:a="http://schemas.openxmlformats.org/drawingml/2006/main" noGrp="1"/>
          </p:cNvSpPr>
          <p:nvPr/>
        </p:nvSpPr>
        <p:spPr>
          <a:xfrm xmlns:a="http://schemas.openxmlformats.org/drawingml/2006/main">
            <a:off x="7239000" y="440055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44" name="">
            <a:extLst xmlns:a="http://schemas.openxmlformats.org/drawingml/2006/main">
              <a:ext uri="{FF2B5EF4-FFF2-40B4-BE49-F238E27FC236}">
                <a16:creationId xmlns:a16="http://schemas.microsoft.com/office/drawing/2014/main" id="{F0A3BF5B-9AE3-44E0-B183-AE76D2F5E305}"/>
              </a:ext>
            </a:extLst>
          </p:cNvPr>
          <p:cNvSpPr>
            <a:spLocks xmlns:a="http://schemas.openxmlformats.org/drawingml/2006/main" noGrp="1"/>
          </p:cNvSpPr>
          <p:nvPr/>
        </p:nvSpPr>
        <p:spPr>
          <a:xfrm xmlns:a="http://schemas.openxmlformats.org/drawingml/2006/main">
            <a:off x="7239000" y="4524375"/>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45" name="">
            <a:extLst xmlns:a="http://schemas.openxmlformats.org/drawingml/2006/main">
              <a:ext uri="{FF2B5EF4-FFF2-40B4-BE49-F238E27FC236}">
                <a16:creationId xmlns:a16="http://schemas.microsoft.com/office/drawing/2014/main" id="{765C80B3-4A98-4C67-AD33-35337FAFD05F}"/>
              </a:ext>
            </a:extLst>
          </p:cNvPr>
          <p:cNvSpPr>
            <a:spLocks xmlns:a="http://schemas.openxmlformats.org/drawingml/2006/main" noGrp="1"/>
          </p:cNvSpPr>
          <p:nvPr/>
        </p:nvSpPr>
        <p:spPr>
          <a:xfrm xmlns:a="http://schemas.openxmlformats.org/drawingml/2006/main">
            <a:off x="7239000" y="464820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46" name="">
            <a:extLst xmlns:a="http://schemas.openxmlformats.org/drawingml/2006/main">
              <a:ext uri="{FF2B5EF4-FFF2-40B4-BE49-F238E27FC236}">
                <a16:creationId xmlns:a16="http://schemas.microsoft.com/office/drawing/2014/main" id="{EE4F4909-0B17-4977-84EF-F794789E0EE2}"/>
              </a:ext>
            </a:extLst>
          </p:cNvPr>
          <p:cNvSpPr>
            <a:spLocks xmlns:a="http://schemas.openxmlformats.org/drawingml/2006/main" noGrp="1"/>
          </p:cNvSpPr>
          <p:nvPr/>
        </p:nvSpPr>
        <p:spPr>
          <a:xfrm xmlns:a="http://schemas.openxmlformats.org/drawingml/2006/main">
            <a:off x="7362825" y="440055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47" name="">
            <a:extLst xmlns:a="http://schemas.openxmlformats.org/drawingml/2006/main">
              <a:ext uri="{FF2B5EF4-FFF2-40B4-BE49-F238E27FC236}">
                <a16:creationId xmlns:a16="http://schemas.microsoft.com/office/drawing/2014/main" id="{165BEF2D-8C55-403F-BA69-5ADF38E6E290}"/>
              </a:ext>
            </a:extLst>
          </p:cNvPr>
          <p:cNvSpPr>
            <a:spLocks xmlns:a="http://schemas.openxmlformats.org/drawingml/2006/main" noGrp="1"/>
          </p:cNvSpPr>
          <p:nvPr/>
        </p:nvSpPr>
        <p:spPr>
          <a:xfrm xmlns:a="http://schemas.openxmlformats.org/drawingml/2006/main">
            <a:off x="7362825" y="4524375"/>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48" name="">
            <a:extLst xmlns:a="http://schemas.openxmlformats.org/drawingml/2006/main">
              <a:ext uri="{FF2B5EF4-FFF2-40B4-BE49-F238E27FC236}">
                <a16:creationId xmlns:a16="http://schemas.microsoft.com/office/drawing/2014/main" id="{6BB0F36D-8686-4391-B98F-44EFF35A5EC3}"/>
              </a:ext>
            </a:extLst>
          </p:cNvPr>
          <p:cNvSpPr>
            <a:spLocks xmlns:a="http://schemas.openxmlformats.org/drawingml/2006/main" noGrp="1"/>
          </p:cNvSpPr>
          <p:nvPr/>
        </p:nvSpPr>
        <p:spPr>
          <a:xfrm xmlns:a="http://schemas.openxmlformats.org/drawingml/2006/main">
            <a:off x="7362825" y="464820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49" name="">
            <a:extLst xmlns:a="http://schemas.openxmlformats.org/drawingml/2006/main">
              <a:ext uri="{FF2B5EF4-FFF2-40B4-BE49-F238E27FC236}">
                <a16:creationId xmlns:a16="http://schemas.microsoft.com/office/drawing/2014/main" id="{6A950905-C520-4D1C-9B73-D9D3B8A8886D}"/>
              </a:ext>
            </a:extLst>
          </p:cNvPr>
          <p:cNvSpPr>
            <a:spLocks xmlns:a="http://schemas.openxmlformats.org/drawingml/2006/main" noGrp="1"/>
          </p:cNvSpPr>
          <p:nvPr/>
        </p:nvSpPr>
        <p:spPr>
          <a:xfrm xmlns:a="http://schemas.openxmlformats.org/drawingml/2006/main">
            <a:off x="7486650" y="440055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50" name="">
            <a:extLst xmlns:a="http://schemas.openxmlformats.org/drawingml/2006/main">
              <a:ext uri="{FF2B5EF4-FFF2-40B4-BE49-F238E27FC236}">
                <a16:creationId xmlns:a16="http://schemas.microsoft.com/office/drawing/2014/main" id="{6CF59AA2-9064-4DBD-B026-ADA067936A85}"/>
              </a:ext>
            </a:extLst>
          </p:cNvPr>
          <p:cNvSpPr>
            <a:spLocks xmlns:a="http://schemas.openxmlformats.org/drawingml/2006/main" noGrp="1"/>
          </p:cNvSpPr>
          <p:nvPr/>
        </p:nvSpPr>
        <p:spPr>
          <a:xfrm xmlns:a="http://schemas.openxmlformats.org/drawingml/2006/main">
            <a:off x="7486650" y="4524375"/>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51" name="">
            <a:extLst xmlns:a="http://schemas.openxmlformats.org/drawingml/2006/main">
              <a:ext uri="{FF2B5EF4-FFF2-40B4-BE49-F238E27FC236}">
                <a16:creationId xmlns:a16="http://schemas.microsoft.com/office/drawing/2014/main" id="{75536CF6-3749-4120-A4D8-EC0D752C42ED}"/>
              </a:ext>
            </a:extLst>
          </p:cNvPr>
          <p:cNvSpPr>
            <a:spLocks xmlns:a="http://schemas.openxmlformats.org/drawingml/2006/main" noGrp="1"/>
          </p:cNvSpPr>
          <p:nvPr/>
        </p:nvSpPr>
        <p:spPr>
          <a:xfrm xmlns:a="http://schemas.openxmlformats.org/drawingml/2006/main">
            <a:off x="7486650" y="464820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52" name="">
            <a:extLst xmlns:a="http://schemas.openxmlformats.org/drawingml/2006/main">
              <a:ext uri="{FF2B5EF4-FFF2-40B4-BE49-F238E27FC236}">
                <a16:creationId xmlns:a16="http://schemas.microsoft.com/office/drawing/2014/main" id="{FDA3B364-2947-4F04-8E2F-E079EDF5700A}"/>
              </a:ext>
            </a:extLst>
          </p:cNvPr>
          <p:cNvSpPr>
            <a:spLocks xmlns:a="http://schemas.openxmlformats.org/drawingml/2006/main" noGrp="1"/>
          </p:cNvSpPr>
          <p:nvPr/>
        </p:nvSpPr>
        <p:spPr>
          <a:xfrm xmlns:a="http://schemas.openxmlformats.org/drawingml/2006/main">
            <a:off x="7610475" y="440055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53" name="">
            <a:extLst xmlns:a="http://schemas.openxmlformats.org/drawingml/2006/main">
              <a:ext uri="{FF2B5EF4-FFF2-40B4-BE49-F238E27FC236}">
                <a16:creationId xmlns:a16="http://schemas.microsoft.com/office/drawing/2014/main" id="{54B1599E-55DC-4D86-9D7A-DA516315D206}"/>
              </a:ext>
            </a:extLst>
          </p:cNvPr>
          <p:cNvSpPr>
            <a:spLocks xmlns:a="http://schemas.openxmlformats.org/drawingml/2006/main" noGrp="1"/>
          </p:cNvSpPr>
          <p:nvPr/>
        </p:nvSpPr>
        <p:spPr>
          <a:xfrm xmlns:a="http://schemas.openxmlformats.org/drawingml/2006/main">
            <a:off x="7610475" y="4524375"/>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54" name="">
            <a:extLst xmlns:a="http://schemas.openxmlformats.org/drawingml/2006/main">
              <a:ext uri="{FF2B5EF4-FFF2-40B4-BE49-F238E27FC236}">
                <a16:creationId xmlns:a16="http://schemas.microsoft.com/office/drawing/2014/main" id="{F2DFCF83-8023-4B2C-A232-E4E988B7B1B0}"/>
              </a:ext>
            </a:extLst>
          </p:cNvPr>
          <p:cNvSpPr>
            <a:spLocks xmlns:a="http://schemas.openxmlformats.org/drawingml/2006/main" noGrp="1"/>
          </p:cNvSpPr>
          <p:nvPr/>
        </p:nvSpPr>
        <p:spPr>
          <a:xfrm xmlns:a="http://schemas.openxmlformats.org/drawingml/2006/main">
            <a:off x="7610475" y="464820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55" name="">
            <a:extLst xmlns:a="http://schemas.openxmlformats.org/drawingml/2006/main">
              <a:ext uri="{FF2B5EF4-FFF2-40B4-BE49-F238E27FC236}">
                <a16:creationId xmlns:a16="http://schemas.microsoft.com/office/drawing/2014/main" id="{99C5160D-261D-4DE2-A979-FCEF910188C8}"/>
              </a:ext>
            </a:extLst>
          </p:cNvPr>
          <p:cNvSpPr>
            <a:spLocks xmlns:a="http://schemas.openxmlformats.org/drawingml/2006/main" noGrp="1"/>
          </p:cNvSpPr>
          <p:nvPr/>
        </p:nvSpPr>
        <p:spPr>
          <a:xfrm xmlns:a="http://schemas.openxmlformats.org/drawingml/2006/main">
            <a:off x="7734300" y="440055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56" name="">
            <a:extLst xmlns:a="http://schemas.openxmlformats.org/drawingml/2006/main">
              <a:ext uri="{FF2B5EF4-FFF2-40B4-BE49-F238E27FC236}">
                <a16:creationId xmlns:a16="http://schemas.microsoft.com/office/drawing/2014/main" id="{29928BED-475C-4057-84E0-D3462049607A}"/>
              </a:ext>
            </a:extLst>
          </p:cNvPr>
          <p:cNvSpPr>
            <a:spLocks xmlns:a="http://schemas.openxmlformats.org/drawingml/2006/main" noGrp="1"/>
          </p:cNvSpPr>
          <p:nvPr/>
        </p:nvSpPr>
        <p:spPr>
          <a:xfrm xmlns:a="http://schemas.openxmlformats.org/drawingml/2006/main">
            <a:off x="7734300" y="4524375"/>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57" name="">
            <a:extLst xmlns:a="http://schemas.openxmlformats.org/drawingml/2006/main">
              <a:ext uri="{FF2B5EF4-FFF2-40B4-BE49-F238E27FC236}">
                <a16:creationId xmlns:a16="http://schemas.microsoft.com/office/drawing/2014/main" id="{190A295F-0FF8-41B3-B39A-5976264AE960}"/>
              </a:ext>
            </a:extLst>
          </p:cNvPr>
          <p:cNvSpPr>
            <a:spLocks xmlns:a="http://schemas.openxmlformats.org/drawingml/2006/main" noGrp="1"/>
          </p:cNvSpPr>
          <p:nvPr/>
        </p:nvSpPr>
        <p:spPr>
          <a:xfrm xmlns:a="http://schemas.openxmlformats.org/drawingml/2006/main">
            <a:off x="7734300" y="464820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58" name="">
            <a:extLst xmlns:a="http://schemas.openxmlformats.org/drawingml/2006/main">
              <a:ext uri="{FF2B5EF4-FFF2-40B4-BE49-F238E27FC236}">
                <a16:creationId xmlns:a16="http://schemas.microsoft.com/office/drawing/2014/main" id="{433900D9-E0BB-4BF1-B848-C6F474595167}"/>
              </a:ext>
            </a:extLst>
          </p:cNvPr>
          <p:cNvSpPr>
            <a:spLocks xmlns:a="http://schemas.openxmlformats.org/drawingml/2006/main" noGrp="1"/>
          </p:cNvSpPr>
          <p:nvPr/>
        </p:nvSpPr>
        <p:spPr>
          <a:xfrm xmlns:a="http://schemas.openxmlformats.org/drawingml/2006/main">
            <a:off x="7858125" y="440055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59" name="">
            <a:extLst xmlns:a="http://schemas.openxmlformats.org/drawingml/2006/main">
              <a:ext uri="{FF2B5EF4-FFF2-40B4-BE49-F238E27FC236}">
                <a16:creationId xmlns:a16="http://schemas.microsoft.com/office/drawing/2014/main" id="{5AA538AC-1D0C-43D7-A24A-86EA51EE729B}"/>
              </a:ext>
            </a:extLst>
          </p:cNvPr>
          <p:cNvSpPr>
            <a:spLocks xmlns:a="http://schemas.openxmlformats.org/drawingml/2006/main" noGrp="1"/>
          </p:cNvSpPr>
          <p:nvPr/>
        </p:nvSpPr>
        <p:spPr>
          <a:xfrm xmlns:a="http://schemas.openxmlformats.org/drawingml/2006/main">
            <a:off x="7858125" y="4524375"/>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60" name="">
            <a:extLst xmlns:a="http://schemas.openxmlformats.org/drawingml/2006/main">
              <a:ext uri="{FF2B5EF4-FFF2-40B4-BE49-F238E27FC236}">
                <a16:creationId xmlns:a16="http://schemas.microsoft.com/office/drawing/2014/main" id="{29EC85E1-E278-4BB4-A159-53AA3C0DE3D9}"/>
              </a:ext>
            </a:extLst>
          </p:cNvPr>
          <p:cNvSpPr>
            <a:spLocks xmlns:a="http://schemas.openxmlformats.org/drawingml/2006/main" noGrp="1"/>
          </p:cNvSpPr>
          <p:nvPr/>
        </p:nvSpPr>
        <p:spPr>
          <a:xfrm xmlns:a="http://schemas.openxmlformats.org/drawingml/2006/main">
            <a:off x="7858125" y="464820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61" name="">
            <a:extLst xmlns:a="http://schemas.openxmlformats.org/drawingml/2006/main">
              <a:ext uri="{FF2B5EF4-FFF2-40B4-BE49-F238E27FC236}">
                <a16:creationId xmlns:a16="http://schemas.microsoft.com/office/drawing/2014/main" id="{21344654-EF71-4D88-ABB0-7B9EAA9614D5}"/>
              </a:ext>
            </a:extLst>
          </p:cNvPr>
          <p:cNvSpPr>
            <a:spLocks xmlns:a="http://schemas.openxmlformats.org/drawingml/2006/main" noGrp="1"/>
          </p:cNvSpPr>
          <p:nvPr/>
        </p:nvSpPr>
        <p:spPr>
          <a:xfrm xmlns:a="http://schemas.openxmlformats.org/drawingml/2006/main">
            <a:off x="7981950" y="440055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62" name="">
            <a:extLst xmlns:a="http://schemas.openxmlformats.org/drawingml/2006/main">
              <a:ext uri="{FF2B5EF4-FFF2-40B4-BE49-F238E27FC236}">
                <a16:creationId xmlns:a16="http://schemas.microsoft.com/office/drawing/2014/main" id="{4E06DA61-D388-4AE0-B9C1-C0573B6743A9}"/>
              </a:ext>
            </a:extLst>
          </p:cNvPr>
          <p:cNvSpPr>
            <a:spLocks xmlns:a="http://schemas.openxmlformats.org/drawingml/2006/main" noGrp="1"/>
          </p:cNvSpPr>
          <p:nvPr/>
        </p:nvSpPr>
        <p:spPr>
          <a:xfrm xmlns:a="http://schemas.openxmlformats.org/drawingml/2006/main">
            <a:off x="7981950" y="4524375"/>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63" name="">
            <a:extLst xmlns:a="http://schemas.openxmlformats.org/drawingml/2006/main">
              <a:ext uri="{FF2B5EF4-FFF2-40B4-BE49-F238E27FC236}">
                <a16:creationId xmlns:a16="http://schemas.microsoft.com/office/drawing/2014/main" id="{08DE6925-0F8D-4856-A05F-ECBD1CBF9941}"/>
              </a:ext>
            </a:extLst>
          </p:cNvPr>
          <p:cNvSpPr>
            <a:spLocks xmlns:a="http://schemas.openxmlformats.org/drawingml/2006/main" noGrp="1"/>
          </p:cNvSpPr>
          <p:nvPr/>
        </p:nvSpPr>
        <p:spPr>
          <a:xfrm xmlns:a="http://schemas.openxmlformats.org/drawingml/2006/main">
            <a:off x="7981950" y="464820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64" name="">
            <a:extLst xmlns:a="http://schemas.openxmlformats.org/drawingml/2006/main">
              <a:ext uri="{FF2B5EF4-FFF2-40B4-BE49-F238E27FC236}">
                <a16:creationId xmlns:a16="http://schemas.microsoft.com/office/drawing/2014/main" id="{D7AD1212-969F-4BDE-8089-9A80DA1F7CBA}"/>
              </a:ext>
            </a:extLst>
          </p:cNvPr>
          <p:cNvSpPr>
            <a:spLocks xmlns:a="http://schemas.openxmlformats.org/drawingml/2006/main" noGrp="1"/>
          </p:cNvSpPr>
          <p:nvPr/>
        </p:nvSpPr>
        <p:spPr>
          <a:xfrm xmlns:a="http://schemas.openxmlformats.org/drawingml/2006/main">
            <a:off x="8105775" y="440055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65" name="">
            <a:extLst xmlns:a="http://schemas.openxmlformats.org/drawingml/2006/main">
              <a:ext uri="{FF2B5EF4-FFF2-40B4-BE49-F238E27FC236}">
                <a16:creationId xmlns:a16="http://schemas.microsoft.com/office/drawing/2014/main" id="{C735F844-4B74-4ACF-A3E8-717EB1F85E27}"/>
              </a:ext>
            </a:extLst>
          </p:cNvPr>
          <p:cNvSpPr>
            <a:spLocks xmlns:a="http://schemas.openxmlformats.org/drawingml/2006/main" noGrp="1"/>
          </p:cNvSpPr>
          <p:nvPr/>
        </p:nvSpPr>
        <p:spPr>
          <a:xfrm xmlns:a="http://schemas.openxmlformats.org/drawingml/2006/main">
            <a:off x="8105775" y="4524375"/>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66" name="">
            <a:extLst xmlns:a="http://schemas.openxmlformats.org/drawingml/2006/main">
              <a:ext uri="{FF2B5EF4-FFF2-40B4-BE49-F238E27FC236}">
                <a16:creationId xmlns:a16="http://schemas.microsoft.com/office/drawing/2014/main" id="{EC650D95-FB10-4029-99BC-784E75E642BE}"/>
              </a:ext>
            </a:extLst>
          </p:cNvPr>
          <p:cNvSpPr>
            <a:spLocks xmlns:a="http://schemas.openxmlformats.org/drawingml/2006/main" noGrp="1"/>
          </p:cNvSpPr>
          <p:nvPr/>
        </p:nvSpPr>
        <p:spPr>
          <a:xfrm xmlns:a="http://schemas.openxmlformats.org/drawingml/2006/main">
            <a:off x="8105775" y="464820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67" name="">
            <a:extLst xmlns:a="http://schemas.openxmlformats.org/drawingml/2006/main">
              <a:ext uri="{FF2B5EF4-FFF2-40B4-BE49-F238E27FC236}">
                <a16:creationId xmlns:a16="http://schemas.microsoft.com/office/drawing/2014/main" id="{178C7B75-7891-4ECC-A673-71E10E4A01B2}"/>
              </a:ext>
            </a:extLst>
          </p:cNvPr>
          <p:cNvSpPr>
            <a:spLocks xmlns:a="http://schemas.openxmlformats.org/drawingml/2006/main" noGrp="1"/>
          </p:cNvSpPr>
          <p:nvPr/>
        </p:nvSpPr>
        <p:spPr>
          <a:xfrm xmlns:a="http://schemas.openxmlformats.org/drawingml/2006/main">
            <a:off x="8229600" y="440055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68" name="">
            <a:extLst xmlns:a="http://schemas.openxmlformats.org/drawingml/2006/main">
              <a:ext uri="{FF2B5EF4-FFF2-40B4-BE49-F238E27FC236}">
                <a16:creationId xmlns:a16="http://schemas.microsoft.com/office/drawing/2014/main" id="{0BA5C119-F6C2-49C7-939A-299E7E6CA790}"/>
              </a:ext>
            </a:extLst>
          </p:cNvPr>
          <p:cNvSpPr>
            <a:spLocks xmlns:a="http://schemas.openxmlformats.org/drawingml/2006/main" noGrp="1"/>
          </p:cNvSpPr>
          <p:nvPr/>
        </p:nvSpPr>
        <p:spPr>
          <a:xfrm xmlns:a="http://schemas.openxmlformats.org/drawingml/2006/main">
            <a:off x="8229600" y="4524375"/>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69" name="">
            <a:extLst xmlns:a="http://schemas.openxmlformats.org/drawingml/2006/main">
              <a:ext uri="{FF2B5EF4-FFF2-40B4-BE49-F238E27FC236}">
                <a16:creationId xmlns:a16="http://schemas.microsoft.com/office/drawing/2014/main" id="{871A5674-D93B-4A67-AD48-BD6F1D6B8CA9}"/>
              </a:ext>
            </a:extLst>
          </p:cNvPr>
          <p:cNvSpPr>
            <a:spLocks xmlns:a="http://schemas.openxmlformats.org/drawingml/2006/main" noGrp="1"/>
          </p:cNvSpPr>
          <p:nvPr/>
        </p:nvSpPr>
        <p:spPr>
          <a:xfrm xmlns:a="http://schemas.openxmlformats.org/drawingml/2006/main">
            <a:off x="8229600" y="4648200"/>
            <a:ext cx="20955" cy="20955"/>
          </a:xfrm>
          <a:prstGeom xmlns:a="http://schemas.openxmlformats.org/drawingml/2006/main" prst="ellipse">
            <a:avLst/>
          </a:prstGeom>
          <a:solidFill xmlns:a="http://schemas.openxmlformats.org/drawingml/2006/main">
            <a:srgbClr val="4FE0C8">
              <a:alpha val="40000"/>
            </a:srgbClr>
          </a:solidFill>
          <a:ln xmlns:a="http://schemas.openxmlformats.org/drawingml/2006/main">
            <a:noFill/>
          </a:ln>
        </p:spPr>
      </p:sp>
      <p:sp>
        <p:nvSpPr>
          <p:cNvPr id="70" name="">
            <a:extLst xmlns:a="http://schemas.openxmlformats.org/drawingml/2006/main">
              <a:ext uri="{FF2B5EF4-FFF2-40B4-BE49-F238E27FC236}">
                <a16:creationId xmlns:a16="http://schemas.microsoft.com/office/drawing/2014/main" id="{14078FFF-8C3E-44BF-9B29-A04289199F4E}"/>
              </a:ext>
            </a:extLst>
          </p:cNvPr>
          <p:cNvSpPr>
            <a:spLocks xmlns:a="http://schemas.openxmlformats.org/drawingml/2006/main" noGrp="1"/>
          </p:cNvSpPr>
          <p:nvPr/>
        </p:nvSpPr>
        <p:spPr>
          <a:xfrm xmlns:a="http://schemas.openxmlformats.org/drawingml/2006/main">
            <a:off x="9067800" y="4438650"/>
            <a:ext cx="209550" cy="209550"/>
          </a:xfrm>
          <a:prstGeom xmlns:a="http://schemas.openxmlformats.org/drawingml/2006/main" prst="chevron">
            <a:avLst/>
          </a:prstGeom>
          <a:solidFill xmlns:a="http://schemas.openxmlformats.org/drawingml/2006/main">
            <a:srgbClr val="4FE0C8">
              <a:alpha val="50000"/>
            </a:srgbClr>
          </a:solidFill>
          <a:ln xmlns:a="http://schemas.openxmlformats.org/drawingml/2006/main">
            <a:noFill/>
          </a:ln>
        </p:spPr>
      </p:sp>
      <p:sp>
        <p:nvSpPr>
          <p:cNvPr id="71" name="">
            <a:extLst xmlns:a="http://schemas.openxmlformats.org/drawingml/2006/main">
              <a:ext uri="{FF2B5EF4-FFF2-40B4-BE49-F238E27FC236}">
                <a16:creationId xmlns:a16="http://schemas.microsoft.com/office/drawing/2014/main" id="{08F35723-0BE9-4DF1-8D61-17F14152E03F}"/>
              </a:ext>
            </a:extLst>
          </p:cNvPr>
          <p:cNvSpPr>
            <a:spLocks xmlns:a="http://schemas.openxmlformats.org/drawingml/2006/main" noGrp="1"/>
          </p:cNvSpPr>
          <p:nvPr/>
        </p:nvSpPr>
        <p:spPr>
          <a:xfrm xmlns:a="http://schemas.openxmlformats.org/drawingml/2006/main">
            <a:off x="9334500" y="4438650"/>
            <a:ext cx="209550" cy="209550"/>
          </a:xfrm>
          <a:prstGeom xmlns:a="http://schemas.openxmlformats.org/drawingml/2006/main" prst="chevron">
            <a:avLst/>
          </a:prstGeom>
          <a:solidFill xmlns:a="http://schemas.openxmlformats.org/drawingml/2006/main">
            <a:srgbClr val="4FE0C8">
              <a:alpha val="28000"/>
            </a:srgbClr>
          </a:solidFill>
          <a:ln xmlns:a="http://schemas.openxmlformats.org/drawingml/2006/main">
            <a:noFill/>
          </a:ln>
        </p:spPr>
      </p:sp>
      <p:sp>
        <p:nvSpPr>
          <p:cNvPr id="72" name="">
            <a:extLst xmlns:a="http://schemas.openxmlformats.org/drawingml/2006/main">
              <a:ext uri="{FF2B5EF4-FFF2-40B4-BE49-F238E27FC236}">
                <a16:creationId xmlns:a16="http://schemas.microsoft.com/office/drawing/2014/main" id="{5B776BC6-14D4-4E2C-B1BB-8A3A2E8ED761}"/>
              </a:ext>
            </a:extLst>
          </p:cNvPr>
          <p:cNvSpPr>
            <a:spLocks xmlns:a="http://schemas.openxmlformats.org/drawingml/2006/main" noGrp="1"/>
          </p:cNvSpPr>
          <p:nvPr/>
        </p:nvSpPr>
        <p:spPr>
          <a:xfrm xmlns:a="http://schemas.openxmlformats.org/drawingml/2006/main">
            <a:off x="9601200" y="4438650"/>
            <a:ext cx="209550" cy="209550"/>
          </a:xfrm>
          <a:prstGeom xmlns:a="http://schemas.openxmlformats.org/drawingml/2006/main" prst="chevron">
            <a:avLst/>
          </a:prstGeom>
          <a:solidFill xmlns:a="http://schemas.openxmlformats.org/drawingml/2006/main">
            <a:srgbClr val="4FE0C8">
              <a:alpha val="14000"/>
            </a:srgbClr>
          </a:solidFill>
          <a:ln xmlns:a="http://schemas.openxmlformats.org/drawingml/2006/main">
            <a:noFill/>
          </a:ln>
        </p:spPr>
      </p:sp>
      <p:sp>
        <p:nvSpPr>
          <p:cNvPr id="73" name="">
            <a:extLst xmlns:a="http://schemas.openxmlformats.org/drawingml/2006/main">
              <a:ext uri="{FF2B5EF4-FFF2-40B4-BE49-F238E27FC236}">
                <a16:creationId xmlns:a16="http://schemas.microsoft.com/office/drawing/2014/main" id="{5C259149-45F4-4EBE-8D53-3E151CE795EA}"/>
              </a:ext>
            </a:extLst>
          </p:cNvPr>
          <p:cNvSpPr>
            <a:spLocks xmlns:a="http://schemas.openxmlformats.org/drawingml/2006/main" noGrp="1"/>
          </p:cNvSpPr>
          <p:nvPr/>
        </p:nvSpPr>
        <p:spPr>
          <a:xfrm xmlns:a="http://schemas.openxmlformats.org/drawingml/2006/main">
            <a:off x="7448550" y="5067300"/>
            <a:ext cx="3543300" cy="14478"/>
          </a:xfrm>
          <a:prstGeom xmlns:a="http://schemas.openxmlformats.org/drawingml/2006/main" prst="rect">
            <a:avLst/>
          </a:prstGeom>
          <a:solidFill xmlns:a="http://schemas.openxmlformats.org/drawingml/2006/main">
            <a:srgbClr val="7FC4FF">
              <a:alpha val="40000"/>
            </a:srgbClr>
          </a:solidFill>
          <a:ln xmlns:a="http://schemas.openxmlformats.org/drawingml/2006/main">
            <a:noFill/>
          </a:ln>
        </p:spPr>
      </p:sp>
      <p:sp>
        <p:nvSpPr>
          <p:cNvPr id="74" name="">
            <a:extLst xmlns:a="http://schemas.openxmlformats.org/drawingml/2006/main">
              <a:ext uri="{FF2B5EF4-FFF2-40B4-BE49-F238E27FC236}">
                <a16:creationId xmlns:a16="http://schemas.microsoft.com/office/drawing/2014/main" id="{0DEA211D-680E-44A9-BA0F-B82A4E2DD291}"/>
              </a:ext>
            </a:extLst>
          </p:cNvPr>
          <p:cNvSpPr>
            <a:spLocks xmlns:a="http://schemas.openxmlformats.org/drawingml/2006/main" noGrp="1"/>
          </p:cNvSpPr>
          <p:nvPr/>
        </p:nvSpPr>
        <p:spPr>
          <a:xfrm xmlns:a="http://schemas.openxmlformats.org/drawingml/2006/main">
            <a:off x="7505700"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75" name="">
            <a:extLst xmlns:a="http://schemas.openxmlformats.org/drawingml/2006/main">
              <a:ext uri="{FF2B5EF4-FFF2-40B4-BE49-F238E27FC236}">
                <a16:creationId xmlns:a16="http://schemas.microsoft.com/office/drawing/2014/main" id="{9D076B79-39C9-4B60-B98F-8828F5712E17}"/>
              </a:ext>
            </a:extLst>
          </p:cNvPr>
          <p:cNvSpPr>
            <a:spLocks xmlns:a="http://schemas.openxmlformats.org/drawingml/2006/main" noGrp="1"/>
          </p:cNvSpPr>
          <p:nvPr/>
        </p:nvSpPr>
        <p:spPr>
          <a:xfrm xmlns:a="http://schemas.openxmlformats.org/drawingml/2006/main">
            <a:off x="7353300"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背景</a:t>
            </a:r>
          </a:p>
        </p:txBody>
      </p:sp>
      <p:sp>
        <p:nvSpPr>
          <p:cNvPr id="76" name="">
            <a:extLst xmlns:a="http://schemas.openxmlformats.org/drawingml/2006/main">
              <a:ext uri="{FF2B5EF4-FFF2-40B4-BE49-F238E27FC236}">
                <a16:creationId xmlns:a16="http://schemas.microsoft.com/office/drawing/2014/main" id="{7A50FD9A-1E2C-4161-A7A7-B341DAACB62D}"/>
              </a:ext>
            </a:extLst>
          </p:cNvPr>
          <p:cNvSpPr>
            <a:spLocks xmlns:a="http://schemas.openxmlformats.org/drawingml/2006/main" noGrp="1"/>
          </p:cNvSpPr>
          <p:nvPr/>
        </p:nvSpPr>
        <p:spPr>
          <a:xfrm xmlns:a="http://schemas.openxmlformats.org/drawingml/2006/main">
            <a:off x="8162925"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77" name="">
            <a:extLst xmlns:a="http://schemas.openxmlformats.org/drawingml/2006/main">
              <a:ext uri="{FF2B5EF4-FFF2-40B4-BE49-F238E27FC236}">
                <a16:creationId xmlns:a16="http://schemas.microsoft.com/office/drawing/2014/main" id="{AC4E85BF-68AC-4437-BD29-7C6672E21B11}"/>
              </a:ext>
            </a:extLst>
          </p:cNvPr>
          <p:cNvSpPr>
            <a:spLocks xmlns:a="http://schemas.openxmlformats.org/drawingml/2006/main" noGrp="1"/>
          </p:cNvSpPr>
          <p:nvPr/>
        </p:nvSpPr>
        <p:spPr>
          <a:xfrm xmlns:a="http://schemas.openxmlformats.org/drawingml/2006/main">
            <a:off x="8010525"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方案</a:t>
            </a:r>
          </a:p>
        </p:txBody>
      </p:sp>
      <p:sp>
        <p:nvSpPr>
          <p:cNvPr id="78" name="">
            <a:extLst xmlns:a="http://schemas.openxmlformats.org/drawingml/2006/main">
              <a:ext uri="{FF2B5EF4-FFF2-40B4-BE49-F238E27FC236}">
                <a16:creationId xmlns:a16="http://schemas.microsoft.com/office/drawing/2014/main" id="{C074AC9E-A0A8-466B-8421-F90ABCF40117}"/>
              </a:ext>
            </a:extLst>
          </p:cNvPr>
          <p:cNvSpPr>
            <a:spLocks xmlns:a="http://schemas.openxmlformats.org/drawingml/2006/main" noGrp="1"/>
          </p:cNvSpPr>
          <p:nvPr/>
        </p:nvSpPr>
        <p:spPr>
          <a:xfrm xmlns:a="http://schemas.openxmlformats.org/drawingml/2006/main">
            <a:off x="8820150"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79" name="">
            <a:extLst xmlns:a="http://schemas.openxmlformats.org/drawingml/2006/main">
              <a:ext uri="{FF2B5EF4-FFF2-40B4-BE49-F238E27FC236}">
                <a16:creationId xmlns:a16="http://schemas.microsoft.com/office/drawing/2014/main" id="{197E1D5A-09DA-415D-BC0D-341AC30A9B12}"/>
              </a:ext>
            </a:extLst>
          </p:cNvPr>
          <p:cNvSpPr>
            <a:spLocks xmlns:a="http://schemas.openxmlformats.org/drawingml/2006/main" noGrp="1"/>
          </p:cNvSpPr>
          <p:nvPr/>
        </p:nvSpPr>
        <p:spPr>
          <a:xfrm xmlns:a="http://schemas.openxmlformats.org/drawingml/2006/main">
            <a:off x="8667750"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算法</a:t>
            </a:r>
          </a:p>
        </p:txBody>
      </p:sp>
      <p:sp>
        <p:nvSpPr>
          <p:cNvPr id="80" name="">
            <a:extLst xmlns:a="http://schemas.openxmlformats.org/drawingml/2006/main">
              <a:ext uri="{FF2B5EF4-FFF2-40B4-BE49-F238E27FC236}">
                <a16:creationId xmlns:a16="http://schemas.microsoft.com/office/drawing/2014/main" id="{79B5D3F1-7E3E-48C5-A093-D6DF52B58E2E}"/>
              </a:ext>
            </a:extLst>
          </p:cNvPr>
          <p:cNvSpPr>
            <a:spLocks xmlns:a="http://schemas.openxmlformats.org/drawingml/2006/main" noGrp="1"/>
          </p:cNvSpPr>
          <p:nvPr/>
        </p:nvSpPr>
        <p:spPr>
          <a:xfrm xmlns:a="http://schemas.openxmlformats.org/drawingml/2006/main">
            <a:off x="9324975" y="4895850"/>
            <a:ext cx="571500" cy="571500"/>
          </a:xfrm>
          <a:prstGeom xmlns:a="http://schemas.openxmlformats.org/drawingml/2006/main" prst="ellipse">
            <a:avLst/>
          </a:prstGeom>
          <a:gradFill xmlns:a="http://schemas.openxmlformats.org/drawingml/2006/main">
            <a:gsLst>
              <a:gs pos="0">
                <a:srgbClr val="4FE0C8">
                  <a:alpha val="30000"/>
                </a:srgbClr>
              </a:gs>
              <a:gs pos="45000">
                <a:srgbClr val="4FE0C8">
                  <a:alpha val="12000"/>
                </a:srgbClr>
              </a:gs>
              <a:gs pos="100000">
                <a:srgbClr val="4FE0C8">
                  <a:alpha val="0"/>
                </a:srgbClr>
              </a:gs>
            </a:gsLst>
            <a:path path="shape"/>
          </a:gradFill>
          <a:ln xmlns:a="http://schemas.openxmlformats.org/drawingml/2006/main">
            <a:noFill/>
          </a:ln>
        </p:spPr>
      </p:sp>
      <p:sp>
        <p:nvSpPr>
          <p:cNvPr id="81" name="">
            <a:extLst xmlns:a="http://schemas.openxmlformats.org/drawingml/2006/main">
              <a:ext uri="{FF2B5EF4-FFF2-40B4-BE49-F238E27FC236}">
                <a16:creationId xmlns:a16="http://schemas.microsoft.com/office/drawing/2014/main" id="{434E9BAF-0D86-4977-AA6A-CD674A74978E}"/>
              </a:ext>
            </a:extLst>
          </p:cNvPr>
          <p:cNvSpPr>
            <a:spLocks xmlns:a="http://schemas.openxmlformats.org/drawingml/2006/main" noGrp="1"/>
          </p:cNvSpPr>
          <p:nvPr/>
        </p:nvSpPr>
        <p:spPr>
          <a:xfrm xmlns:a="http://schemas.openxmlformats.org/drawingml/2006/main">
            <a:off x="9477375" y="5019675"/>
            <a:ext cx="123825" cy="123825"/>
          </a:xfrm>
          <a:prstGeom xmlns:a="http://schemas.openxmlformats.org/drawingml/2006/main" prst="ellipse">
            <a:avLst/>
          </a:prstGeom>
          <a:solidFill xmlns:a="http://schemas.openxmlformats.org/drawingml/2006/main">
            <a:srgbClr val="4FE0C8"/>
          </a:solidFill>
          <a:ln xmlns:a="http://schemas.openxmlformats.org/drawingml/2006/main">
            <a:noFill/>
          </a:ln>
        </p:spPr>
      </p:sp>
      <p:sp>
        <p:nvSpPr>
          <p:cNvPr id="82" name="">
            <a:extLst xmlns:a="http://schemas.openxmlformats.org/drawingml/2006/main">
              <a:ext uri="{FF2B5EF4-FFF2-40B4-BE49-F238E27FC236}">
                <a16:creationId xmlns:a16="http://schemas.microsoft.com/office/drawing/2014/main" id="{361AA23C-DF0F-410D-9D60-24505535500D}"/>
              </a:ext>
            </a:extLst>
          </p:cNvPr>
          <p:cNvSpPr>
            <a:spLocks xmlns:a="http://schemas.openxmlformats.org/drawingml/2006/main" noGrp="1"/>
          </p:cNvSpPr>
          <p:nvPr/>
        </p:nvSpPr>
        <p:spPr>
          <a:xfrm xmlns:a="http://schemas.openxmlformats.org/drawingml/2006/main">
            <a:off x="9324975"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FFFFFF"/>
                </a:solidFill>
                <a:latin typeface="微软雅黑"/>
                <a:ea typeface="微软雅黑"/>
                <a:cs typeface="微软雅黑"/>
              </a:defRPr>
            </a:pPr>
            <a:r>
              <a:rPr sz="750" b="0">
                <a:solidFill>
                  <a:srgbClr val="FFFFFF"/>
                </a:solidFill>
                <a:latin typeface="微软雅黑"/>
                <a:ea typeface="微软雅黑"/>
                <a:cs typeface="微软雅黑"/>
              </a:rPr>
              <a:t>系统</a:t>
            </a:r>
          </a:p>
        </p:txBody>
      </p:sp>
      <p:sp>
        <p:nvSpPr>
          <p:cNvPr id="83" name="">
            <a:extLst xmlns:a="http://schemas.openxmlformats.org/drawingml/2006/main">
              <a:ext uri="{FF2B5EF4-FFF2-40B4-BE49-F238E27FC236}">
                <a16:creationId xmlns:a16="http://schemas.microsoft.com/office/drawing/2014/main" id="{4770DAE3-D4ED-4535-8A08-DD21561528CB}"/>
              </a:ext>
            </a:extLst>
          </p:cNvPr>
          <p:cNvSpPr>
            <a:spLocks xmlns:a="http://schemas.openxmlformats.org/drawingml/2006/main" noGrp="1"/>
          </p:cNvSpPr>
          <p:nvPr/>
        </p:nvSpPr>
        <p:spPr>
          <a:xfrm xmlns:a="http://schemas.openxmlformats.org/drawingml/2006/main">
            <a:off x="10134600"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84" name="">
            <a:extLst xmlns:a="http://schemas.openxmlformats.org/drawingml/2006/main">
              <a:ext uri="{FF2B5EF4-FFF2-40B4-BE49-F238E27FC236}">
                <a16:creationId xmlns:a16="http://schemas.microsoft.com/office/drawing/2014/main" id="{F10DB29C-82D3-4B00-89FC-D510688E491F}"/>
              </a:ext>
            </a:extLst>
          </p:cNvPr>
          <p:cNvSpPr>
            <a:spLocks xmlns:a="http://schemas.openxmlformats.org/drawingml/2006/main" noGrp="1"/>
          </p:cNvSpPr>
          <p:nvPr/>
        </p:nvSpPr>
        <p:spPr>
          <a:xfrm xmlns:a="http://schemas.openxmlformats.org/drawingml/2006/main">
            <a:off x="9982200"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验证</a:t>
            </a:r>
          </a:p>
        </p:txBody>
      </p:sp>
      <p:sp>
        <p:nvSpPr>
          <p:cNvPr id="85" name="">
            <a:extLst xmlns:a="http://schemas.openxmlformats.org/drawingml/2006/main">
              <a:ext uri="{FF2B5EF4-FFF2-40B4-BE49-F238E27FC236}">
                <a16:creationId xmlns:a16="http://schemas.microsoft.com/office/drawing/2014/main" id="{9956A384-5A91-48E7-96FE-BC0E00E6199D}"/>
              </a:ext>
            </a:extLst>
          </p:cNvPr>
          <p:cNvSpPr>
            <a:spLocks xmlns:a="http://schemas.openxmlformats.org/drawingml/2006/main" noGrp="1"/>
          </p:cNvSpPr>
          <p:nvPr/>
        </p:nvSpPr>
        <p:spPr>
          <a:xfrm xmlns:a="http://schemas.openxmlformats.org/drawingml/2006/main">
            <a:off x="10791825"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86" name="">
            <a:extLst xmlns:a="http://schemas.openxmlformats.org/drawingml/2006/main">
              <a:ext uri="{FF2B5EF4-FFF2-40B4-BE49-F238E27FC236}">
                <a16:creationId xmlns:a16="http://schemas.microsoft.com/office/drawing/2014/main" id="{C0F3DEFA-8A84-4F75-BFE0-D6F7C6F177F9}"/>
              </a:ext>
            </a:extLst>
          </p:cNvPr>
          <p:cNvSpPr>
            <a:spLocks xmlns:a="http://schemas.openxmlformats.org/drawingml/2006/main" noGrp="1"/>
          </p:cNvSpPr>
          <p:nvPr/>
        </p:nvSpPr>
        <p:spPr>
          <a:xfrm xmlns:a="http://schemas.openxmlformats.org/drawingml/2006/main">
            <a:off x="10639425"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价值</a:t>
            </a:r>
          </a:p>
        </p:txBody>
      </p:sp>
      <p:sp>
        <p:nvSpPr>
          <p:cNvPr id="87" name="">
            <a:extLst xmlns:a="http://schemas.openxmlformats.org/drawingml/2006/main">
              <a:ext uri="{FF2B5EF4-FFF2-40B4-BE49-F238E27FC236}">
                <a16:creationId xmlns:a16="http://schemas.microsoft.com/office/drawing/2014/main" id="{4A5CF1EF-A0CA-47AA-AB13-DB6779084959}"/>
              </a:ext>
            </a:extLst>
          </p:cNvPr>
          <p:cNvSpPr>
            <a:spLocks xmlns:a="http://schemas.openxmlformats.org/drawingml/2006/main" noGrp="1"/>
          </p:cNvSpPr>
          <p:nvPr/>
        </p:nvSpPr>
        <p:spPr>
          <a:xfrm xmlns:a="http://schemas.openxmlformats.org/drawingml/2006/main">
            <a:off x="7239000" y="4648200"/>
            <a:ext cx="3962400" cy="14478"/>
          </a:xfrm>
          <a:prstGeom xmlns:a="http://schemas.openxmlformats.org/drawingml/2006/main" prst="rect">
            <a:avLst/>
          </a:prstGeom>
          <a:gradFill xmlns:a="http://schemas.openxmlformats.org/drawingml/2006/main">
            <a:gsLst>
              <a:gs pos="0">
                <a:srgbClr val="FFD24A"/>
              </a:gs>
              <a:gs pos="100000">
                <a:srgbClr val="FFD24A">
                  <a:alpha val="0"/>
                </a:srgbClr>
              </a:gs>
            </a:gsLst>
            <a:lin ang="0"/>
          </a:gradFill>
          <a:ln xmlns:a="http://schemas.openxmlformats.org/drawingml/2006/main">
            <a:noFill/>
          </a:ln>
        </p:spPr>
      </p:sp>
      <p:sp>
        <p:nvSpPr>
          <p:cNvPr id="88" name="">
            <a:extLst xmlns:a="http://schemas.openxmlformats.org/drawingml/2006/main">
              <a:ext uri="{FF2B5EF4-FFF2-40B4-BE49-F238E27FC236}">
                <a16:creationId xmlns:a16="http://schemas.microsoft.com/office/drawing/2014/main" id="{2E06EF63-D320-4EFF-94E7-81A076A749BA}"/>
              </a:ext>
            </a:extLst>
          </p:cNvPr>
          <p:cNvSpPr>
            <a:spLocks xmlns:a="http://schemas.openxmlformats.org/drawingml/2006/main" noGrp="1"/>
          </p:cNvSpPr>
          <p:nvPr/>
        </p:nvSpPr>
        <p:spPr>
          <a:xfrm xmlns:a="http://schemas.openxmlformats.org/drawingml/2006/main">
            <a:off x="7239000" y="4743450"/>
            <a:ext cx="39624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spc="1">
                <a:solidFill>
                  <a:srgbClr val="C6DDFF"/>
                </a:solidFill>
                <a:latin typeface="微软雅黑"/>
                <a:ea typeface="微软雅黑"/>
                <a:cs typeface="微软雅黑"/>
              </a:defRPr>
            </a:pPr>
            <a:r>
              <a:rPr sz="938" b="0" spc="1">
                <a:solidFill>
                  <a:srgbClr val="C6DDFF"/>
                </a:solidFill>
                <a:latin typeface="微软雅黑"/>
                <a:ea typeface="微软雅黑"/>
                <a:cs typeface="微软雅黑"/>
              </a:rPr>
              <a:t>答辩结构 </a:t>
            </a:r>
            <a:r>
              <a:rPr sz="938" b="0" spc="1">
                <a:solidFill>
                  <a:srgbClr val="C6DDFF"/>
                </a:solidFill>
                <a:latin typeface="微软雅黑"/>
                <a:ea typeface="微软雅黑"/>
                <a:cs typeface="微软雅黑"/>
              </a:rPr>
              <a:t>· </a:t>
            </a:r>
            <a:r>
              <a:rPr sz="938" b="0" spc="1">
                <a:solidFill>
                  <a:srgbClr val="C6DDFF"/>
                </a:solidFill>
                <a:latin typeface="微软雅黑"/>
                <a:ea typeface="微软雅黑"/>
                <a:cs typeface="微软雅黑"/>
              </a:rPr>
              <a:t>六章推进</a:t>
            </a:r>
          </a:p>
        </p:txBody>
      </p:sp>
      <p:sp>
        <p:nvSpPr>
          <p:cNvPr id="89" name="">
            <a:extLst xmlns:a="http://schemas.openxmlformats.org/drawingml/2006/main">
              <a:ext uri="{FF2B5EF4-FFF2-40B4-BE49-F238E27FC236}">
                <a16:creationId xmlns:a16="http://schemas.microsoft.com/office/drawing/2014/main" id="{0DE89A95-9E39-4FDB-BFF3-E9A408E0B4C0}"/>
              </a:ext>
            </a:extLst>
          </p:cNvPr>
          <p:cNvSpPr>
            <a:spLocks xmlns:a="http://schemas.openxmlformats.org/drawingml/2006/main" noGrp="1"/>
          </p:cNvSpPr>
          <p:nvPr/>
        </p:nvSpPr>
        <p:spPr>
          <a:xfrm xmlns:a="http://schemas.openxmlformats.org/drawingml/2006/main">
            <a:off x="819150" y="1390650"/>
            <a:ext cx="30480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75" spc="3">
                <a:latin typeface="Bahnschrift SemiBold"/>
                <a:ea typeface="Bahnschrift SemiBold"/>
                <a:cs typeface="Bahnschrift SemiBold"/>
              </a:defRPr>
            </a:pPr>
            <a:r>
              <a:rPr sz="975" spc="3">
                <a:solidFill>
                  <a:srgbClr val="9DBEE8"/>
                </a:solidFill>
                <a:latin typeface="Bahnschrift SemiBold"/>
                <a:ea typeface="Bahnschrift SemiBold"/>
                <a:cs typeface="Bahnschrift SemiBold"/>
              </a:rPr>
              <a:t>SECTION </a:t>
            </a:r>
            <a:r>
              <a:rPr sz="975" b="1" spc="3">
                <a:solidFill>
                  <a:srgbClr val="FFD24A"/>
                </a:solidFill>
                <a:latin typeface="Bahnschrift SemiBold"/>
                <a:ea typeface="Bahnschrift SemiBold"/>
                <a:cs typeface="Bahnschrift SemiBold"/>
              </a:rPr>
              <a:t>04</a:t>
            </a:r>
            <a:r>
              <a:rPr sz="975" spc="3">
                <a:solidFill>
                  <a:srgbClr val="9DBEE8"/>
                </a:solidFill>
                <a:latin typeface="Bahnschrift SemiBold"/>
                <a:ea typeface="Bahnschrift SemiBold"/>
                <a:cs typeface="Bahnschrift SemiBold"/>
              </a:rPr>
              <a:t> / 06</a:t>
            </a:r>
          </a:p>
        </p:txBody>
      </p:sp>
      <p:sp>
        <p:nvSpPr>
          <p:cNvPr id="90" name="">
            <a:extLst xmlns:a="http://schemas.openxmlformats.org/drawingml/2006/main">
              <a:ext uri="{FF2B5EF4-FFF2-40B4-BE49-F238E27FC236}">
                <a16:creationId xmlns:a16="http://schemas.microsoft.com/office/drawing/2014/main" id="{9F587B13-9357-4013-9334-6AC6221A7036}"/>
              </a:ext>
            </a:extLst>
          </p:cNvPr>
          <p:cNvSpPr>
            <a:spLocks xmlns:a="http://schemas.openxmlformats.org/drawingml/2006/main" noGrp="1"/>
          </p:cNvSpPr>
          <p:nvPr/>
        </p:nvSpPr>
        <p:spPr>
          <a:xfrm xmlns:a="http://schemas.openxmlformats.org/drawingml/2006/main">
            <a:off x="819150" y="1695450"/>
            <a:ext cx="800100" cy="19050"/>
          </a:xfrm>
          <a:prstGeom xmlns:a="http://schemas.openxmlformats.org/drawingml/2006/main" prst="rect">
            <a:avLst/>
          </a:prstGeom>
          <a:gradFill xmlns:a="http://schemas.openxmlformats.org/drawingml/2006/main">
            <a:gsLst>
              <a:gs pos="0">
                <a:srgbClr val="4FE0C8"/>
              </a:gs>
              <a:gs pos="100000">
                <a:srgbClr val="4FE0C8">
                  <a:alpha val="0"/>
                </a:srgbClr>
              </a:gs>
            </a:gsLst>
            <a:lin ang="0"/>
          </a:gradFill>
          <a:ln xmlns:a="http://schemas.openxmlformats.org/drawingml/2006/main">
            <a:noFill/>
          </a:ln>
        </p:spPr>
      </p:sp>
      <p:sp>
        <p:nvSpPr>
          <p:cNvPr id="91" name="">
            <a:extLst xmlns:a="http://schemas.openxmlformats.org/drawingml/2006/main">
              <a:ext uri="{FF2B5EF4-FFF2-40B4-BE49-F238E27FC236}">
                <a16:creationId xmlns:a16="http://schemas.microsoft.com/office/drawing/2014/main" id="{DC69E89B-7A7B-400C-8C4C-828CF6564F60}"/>
              </a:ext>
            </a:extLst>
          </p:cNvPr>
          <p:cNvSpPr>
            <a:spLocks xmlns:a="http://schemas.openxmlformats.org/drawingml/2006/main" noGrp="1"/>
          </p:cNvSpPr>
          <p:nvPr/>
        </p:nvSpPr>
        <p:spPr>
          <a:xfrm xmlns:a="http://schemas.openxmlformats.org/drawingml/2006/main">
            <a:off x="800100" y="1905000"/>
            <a:ext cx="59055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3900" b="1" spc="3">
                <a:solidFill>
                  <a:srgbClr val="FFFFFF"/>
                </a:solidFill>
                <a:latin typeface="微软雅黑"/>
                <a:ea typeface="微软雅黑"/>
                <a:cs typeface="微软雅黑"/>
              </a:defRPr>
            </a:pPr>
            <a:r>
              <a:rPr sz="3900" b="1" spc="3">
                <a:solidFill>
                  <a:srgbClr val="FFFFFF"/>
                </a:solidFill>
                <a:latin typeface="微软雅黑"/>
                <a:ea typeface="微软雅黑"/>
                <a:cs typeface="微软雅黑"/>
              </a:rPr>
              <a:t>系统实现</a:t>
            </a:r>
          </a:p>
        </p:txBody>
      </p:sp>
      <p:sp>
        <p:nvSpPr>
          <p:cNvPr id="92" name="">
            <a:extLst xmlns:a="http://schemas.openxmlformats.org/drawingml/2006/main">
              <a:ext uri="{FF2B5EF4-FFF2-40B4-BE49-F238E27FC236}">
                <a16:creationId xmlns:a16="http://schemas.microsoft.com/office/drawing/2014/main" id="{82ADC80F-434A-4298-9CED-161AB54BE23E}"/>
              </a:ext>
            </a:extLst>
          </p:cNvPr>
          <p:cNvSpPr>
            <a:spLocks xmlns:a="http://schemas.openxmlformats.org/drawingml/2006/main" noGrp="1"/>
          </p:cNvSpPr>
          <p:nvPr/>
        </p:nvSpPr>
        <p:spPr>
          <a:xfrm xmlns:a="http://schemas.openxmlformats.org/drawingml/2006/main">
            <a:off x="838200" y="2705100"/>
            <a:ext cx="5905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013" b="0" spc="3">
                <a:solidFill>
                  <a:srgbClr val="4FE0C8"/>
                </a:solidFill>
                <a:latin typeface="Bahnschrift"/>
                <a:ea typeface="Bahnschrift"/>
                <a:cs typeface="Bahnschrift"/>
              </a:defRPr>
            </a:pPr>
            <a:r>
              <a:rPr sz="1013" b="0" spc="3">
                <a:solidFill>
                  <a:srgbClr val="4FE0C8"/>
                </a:solidFill>
                <a:latin typeface="Bahnschrift"/>
                <a:ea typeface="Bahnschrift"/>
                <a:cs typeface="Bahnschrift"/>
              </a:rPr>
              <a:t>IMPLEMENTATION · SYSTEM &amp; ROLES</a:t>
            </a:r>
          </a:p>
        </p:txBody>
      </p:sp>
      <p:sp>
        <p:nvSpPr>
          <p:cNvPr id="93" name="">
            <a:extLst xmlns:a="http://schemas.openxmlformats.org/drawingml/2006/main">
              <a:ext uri="{FF2B5EF4-FFF2-40B4-BE49-F238E27FC236}">
                <a16:creationId xmlns:a16="http://schemas.microsoft.com/office/drawing/2014/main" id="{371D0E9C-34D7-4C78-BEDB-40AF49580C7A}"/>
              </a:ext>
            </a:extLst>
          </p:cNvPr>
          <p:cNvSpPr>
            <a:spLocks xmlns:a="http://schemas.openxmlformats.org/drawingml/2006/main" noGrp="1"/>
          </p:cNvSpPr>
          <p:nvPr/>
        </p:nvSpPr>
        <p:spPr>
          <a:xfrm xmlns:a="http://schemas.openxmlformats.org/drawingml/2006/main">
            <a:off x="838200" y="3105150"/>
            <a:ext cx="1257300" cy="28575"/>
          </a:xfrm>
          <a:prstGeom xmlns:a="http://schemas.openxmlformats.org/drawingml/2006/main" prst="rect">
            <a:avLst/>
          </a:prstGeom>
          <a:gradFill xmlns:a="http://schemas.openxmlformats.org/drawingml/2006/main">
            <a:gsLst>
              <a:gs pos="0">
                <a:srgbClr val="FFD24A"/>
              </a:gs>
              <a:gs pos="100000">
                <a:srgbClr val="FFD24A">
                  <a:alpha val="0"/>
                </a:srgbClr>
              </a:gs>
            </a:gsLst>
            <a:lin ang="0"/>
          </a:gradFill>
          <a:ln xmlns:a="http://schemas.openxmlformats.org/drawingml/2006/main">
            <a:noFill/>
          </a:ln>
        </p:spPr>
      </p:sp>
      <p:sp>
        <p:nvSpPr>
          <p:cNvPr id="94" name="">
            <a:extLst xmlns:a="http://schemas.openxmlformats.org/drawingml/2006/main">
              <a:ext uri="{FF2B5EF4-FFF2-40B4-BE49-F238E27FC236}">
                <a16:creationId xmlns:a16="http://schemas.microsoft.com/office/drawing/2014/main" id="{A0E0745A-8F67-47E3-A1F9-4324A9AD3EA4}"/>
              </a:ext>
            </a:extLst>
          </p:cNvPr>
          <p:cNvSpPr>
            <a:spLocks xmlns:a="http://schemas.openxmlformats.org/drawingml/2006/main" noGrp="1"/>
          </p:cNvSpPr>
          <p:nvPr/>
        </p:nvSpPr>
        <p:spPr>
          <a:xfrm xmlns:a="http://schemas.openxmlformats.org/drawingml/2006/main">
            <a:off x="819150" y="3352800"/>
            <a:ext cx="5905500" cy="1428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从架构到界面：先讲清系统边界，再用真实系统截图说话</a:t>
            </a:r>
          </a:p>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技能画像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实操归因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组卷考试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运行诊断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审计溯源</a:t>
            </a:r>
          </a:p>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员工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班组长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管理者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管理员四类角色的功能边界与数据流</a:t>
            </a:r>
          </a:p>
        </p:txBody>
      </p:sp>
      <p:sp>
        <p:nvSpPr>
          <p:cNvPr id="95" name="">
            <a:extLst xmlns:a="http://schemas.openxmlformats.org/drawingml/2006/main">
              <a:ext uri="{FF2B5EF4-FFF2-40B4-BE49-F238E27FC236}">
                <a16:creationId xmlns:a16="http://schemas.microsoft.com/office/drawing/2014/main" id="{083995DA-9B49-4110-AC10-7441DB307E18}"/>
              </a:ext>
            </a:extLst>
          </p:cNvPr>
          <p:cNvSpPr>
            <a:spLocks xmlns:a="http://schemas.openxmlformats.org/drawingml/2006/main" noGrp="1"/>
          </p:cNvSpPr>
          <p:nvPr/>
        </p:nvSpPr>
        <p:spPr>
          <a:xfrm xmlns:a="http://schemas.openxmlformats.org/drawingml/2006/main">
            <a:off x="8191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4FE0C8">
                <a:alpha val="50000"/>
              </a:srgbClr>
            </a:solidFill>
            <a:prstDash val="solid"/>
          </a:ln>
        </p:spPr>
      </p:sp>
      <p:sp>
        <p:nvSpPr>
          <p:cNvPr id="96" name="">
            <a:extLst xmlns:a="http://schemas.openxmlformats.org/drawingml/2006/main">
              <a:ext uri="{FF2B5EF4-FFF2-40B4-BE49-F238E27FC236}">
                <a16:creationId xmlns:a16="http://schemas.microsoft.com/office/drawing/2014/main" id="{6594861A-1E99-440F-9E23-98F2CCA65BA4}"/>
              </a:ext>
            </a:extLst>
          </p:cNvPr>
          <p:cNvSpPr>
            <a:spLocks xmlns:a="http://schemas.openxmlformats.org/drawingml/2006/main" noGrp="1"/>
          </p:cNvSpPr>
          <p:nvPr/>
        </p:nvSpPr>
        <p:spPr>
          <a:xfrm xmlns:a="http://schemas.openxmlformats.org/drawingml/2006/main">
            <a:off x="819150" y="4953000"/>
            <a:ext cx="1809750" cy="28575"/>
          </a:xfrm>
          <a:prstGeom xmlns:a="http://schemas.openxmlformats.org/drawingml/2006/main" prst="rect">
            <a:avLst/>
          </a:prstGeom>
          <a:solidFill xmlns:a="http://schemas.openxmlformats.org/drawingml/2006/main">
            <a:srgbClr val="4FE0C8"/>
          </a:solidFill>
          <a:ln xmlns:a="http://schemas.openxmlformats.org/drawingml/2006/main">
            <a:noFill/>
          </a:ln>
        </p:spPr>
      </p:sp>
      <p:sp>
        <p:nvSpPr>
          <p:cNvPr id="97" name="">
            <a:extLst xmlns:a="http://schemas.openxmlformats.org/drawingml/2006/main">
              <a:ext uri="{FF2B5EF4-FFF2-40B4-BE49-F238E27FC236}">
                <a16:creationId xmlns:a16="http://schemas.microsoft.com/office/drawing/2014/main" id="{67CA6566-D81F-4D8B-BE82-1A8373A74415}"/>
              </a:ext>
            </a:extLst>
          </p:cNvPr>
          <p:cNvSpPr>
            <a:spLocks xmlns:a="http://schemas.openxmlformats.org/drawingml/2006/main" noGrp="1"/>
          </p:cNvSpPr>
          <p:nvPr/>
        </p:nvSpPr>
        <p:spPr>
          <a:xfrm xmlns:a="http://schemas.openxmlformats.org/drawingml/2006/main">
            <a:off x="971550" y="5048250"/>
            <a:ext cx="15621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4</a:t>
            </a:r>
          </a:p>
        </p:txBody>
      </p:sp>
      <p:sp>
        <p:nvSpPr>
          <p:cNvPr id="98" name="">
            <a:extLst xmlns:a="http://schemas.openxmlformats.org/drawingml/2006/main">
              <a:ext uri="{FF2B5EF4-FFF2-40B4-BE49-F238E27FC236}">
                <a16:creationId xmlns:a16="http://schemas.microsoft.com/office/drawing/2014/main" id="{1AE711C4-4CF9-4214-8326-5072F9F25706}"/>
              </a:ext>
            </a:extLst>
          </p:cNvPr>
          <p:cNvSpPr>
            <a:spLocks xmlns:a="http://schemas.openxmlformats.org/drawingml/2006/main" noGrp="1"/>
          </p:cNvSpPr>
          <p:nvPr/>
        </p:nvSpPr>
        <p:spPr>
          <a:xfrm xmlns:a="http://schemas.openxmlformats.org/drawingml/2006/main">
            <a:off x="971550" y="5372100"/>
            <a:ext cx="1581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类角色 </a:t>
            </a:r>
            <a:r>
              <a:rPr sz="863" b="0">
                <a:solidFill>
                  <a:srgbClr val="C6DDFF"/>
                </a:solidFill>
                <a:latin typeface="微软雅黑"/>
                <a:ea typeface="微软雅黑"/>
                <a:cs typeface="微软雅黑"/>
              </a:rPr>
              <a:t>/ 75 </a:t>
            </a:r>
            <a:r>
              <a:rPr sz="863" b="0">
                <a:solidFill>
                  <a:srgbClr val="C6DDFF"/>
                </a:solidFill>
                <a:latin typeface="微软雅黑"/>
                <a:ea typeface="微软雅黑"/>
                <a:cs typeface="微软雅黑"/>
              </a:rPr>
              <a:t>个在线接口</a:t>
            </a:r>
          </a:p>
        </p:txBody>
      </p:sp>
      <p:sp>
        <p:nvSpPr>
          <p:cNvPr id="99" name="">
            <a:extLst xmlns:a="http://schemas.openxmlformats.org/drawingml/2006/main">
              <a:ext uri="{FF2B5EF4-FFF2-40B4-BE49-F238E27FC236}">
                <a16:creationId xmlns:a16="http://schemas.microsoft.com/office/drawing/2014/main" id="{680E80D9-E131-401F-855C-AC1F0C169B1A}"/>
              </a:ext>
            </a:extLst>
          </p:cNvPr>
          <p:cNvSpPr>
            <a:spLocks xmlns:a="http://schemas.openxmlformats.org/drawingml/2006/main" noGrp="1"/>
          </p:cNvSpPr>
          <p:nvPr/>
        </p:nvSpPr>
        <p:spPr>
          <a:xfrm xmlns:a="http://schemas.openxmlformats.org/drawingml/2006/main">
            <a:off x="28003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4FE0C8">
                <a:alpha val="50000"/>
              </a:srgbClr>
            </a:solidFill>
            <a:prstDash val="solid"/>
          </a:ln>
        </p:spPr>
      </p:sp>
      <p:sp>
        <p:nvSpPr>
          <p:cNvPr id="100" name="">
            <a:extLst xmlns:a="http://schemas.openxmlformats.org/drawingml/2006/main">
              <a:ext uri="{FF2B5EF4-FFF2-40B4-BE49-F238E27FC236}">
                <a16:creationId xmlns:a16="http://schemas.microsoft.com/office/drawing/2014/main" id="{B8ADE740-7761-4617-AD48-7905F2065410}"/>
              </a:ext>
            </a:extLst>
          </p:cNvPr>
          <p:cNvSpPr>
            <a:spLocks xmlns:a="http://schemas.openxmlformats.org/drawingml/2006/main" noGrp="1"/>
          </p:cNvSpPr>
          <p:nvPr/>
        </p:nvSpPr>
        <p:spPr>
          <a:xfrm xmlns:a="http://schemas.openxmlformats.org/drawingml/2006/main">
            <a:off x="2800350" y="4953000"/>
            <a:ext cx="1809750" cy="28575"/>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01" name="">
            <a:extLst xmlns:a="http://schemas.openxmlformats.org/drawingml/2006/main">
              <a:ext uri="{FF2B5EF4-FFF2-40B4-BE49-F238E27FC236}">
                <a16:creationId xmlns:a16="http://schemas.microsoft.com/office/drawing/2014/main" id="{D818C803-A694-4656-8645-99B1CA2F0ECC}"/>
              </a:ext>
            </a:extLst>
          </p:cNvPr>
          <p:cNvSpPr>
            <a:spLocks xmlns:a="http://schemas.openxmlformats.org/drawingml/2006/main" noGrp="1"/>
          </p:cNvSpPr>
          <p:nvPr/>
        </p:nvSpPr>
        <p:spPr>
          <a:xfrm xmlns:a="http://schemas.openxmlformats.org/drawingml/2006/main">
            <a:off x="2952750" y="5048250"/>
            <a:ext cx="15621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53</a:t>
            </a:r>
          </a:p>
        </p:txBody>
      </p:sp>
      <p:sp>
        <p:nvSpPr>
          <p:cNvPr id="102" name="">
            <a:extLst xmlns:a="http://schemas.openxmlformats.org/drawingml/2006/main">
              <a:ext uri="{FF2B5EF4-FFF2-40B4-BE49-F238E27FC236}">
                <a16:creationId xmlns:a16="http://schemas.microsoft.com/office/drawing/2014/main" id="{1E9029E0-9FE9-4212-872C-76619B6858AE}"/>
              </a:ext>
            </a:extLst>
          </p:cNvPr>
          <p:cNvSpPr>
            <a:spLocks xmlns:a="http://schemas.openxmlformats.org/drawingml/2006/main" noGrp="1"/>
          </p:cNvSpPr>
          <p:nvPr/>
        </p:nvSpPr>
        <p:spPr>
          <a:xfrm xmlns:a="http://schemas.openxmlformats.org/drawingml/2006/main">
            <a:off x="2952750" y="5372100"/>
            <a:ext cx="1581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张数据库表 </a:t>
            </a:r>
            <a:r>
              <a:rPr sz="863" b="0">
                <a:solidFill>
                  <a:srgbClr val="C6DDFF"/>
                </a:solidFill>
                <a:latin typeface="微软雅黑"/>
                <a:ea typeface="微软雅黑"/>
                <a:cs typeface="微软雅黑"/>
              </a:rPr>
              <a:t>/ 7 </a:t>
            </a:r>
            <a:r>
              <a:rPr sz="863" b="0">
                <a:solidFill>
                  <a:srgbClr val="C6DDFF"/>
                </a:solidFill>
                <a:latin typeface="微软雅黑"/>
                <a:ea typeface="微软雅黑"/>
                <a:cs typeface="微软雅黑"/>
              </a:rPr>
              <a:t>组</a:t>
            </a:r>
          </a:p>
        </p:txBody>
      </p:sp>
      <p:sp>
        <p:nvSpPr>
          <p:cNvPr id="103" name="">
            <a:extLst xmlns:a="http://schemas.openxmlformats.org/drawingml/2006/main">
              <a:ext uri="{FF2B5EF4-FFF2-40B4-BE49-F238E27FC236}">
                <a16:creationId xmlns:a16="http://schemas.microsoft.com/office/drawing/2014/main" id="{B4843B1C-3F70-4144-9EFD-511FC459400F}"/>
              </a:ext>
            </a:extLst>
          </p:cNvPr>
          <p:cNvSpPr>
            <a:spLocks xmlns:a="http://schemas.openxmlformats.org/drawingml/2006/main" noGrp="1"/>
          </p:cNvSpPr>
          <p:nvPr/>
        </p:nvSpPr>
        <p:spPr>
          <a:xfrm xmlns:a="http://schemas.openxmlformats.org/drawingml/2006/main">
            <a:off x="47815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4FE0C8">
                <a:alpha val="50000"/>
              </a:srgbClr>
            </a:solidFill>
            <a:prstDash val="solid"/>
          </a:ln>
        </p:spPr>
      </p:sp>
      <p:sp>
        <p:nvSpPr>
          <p:cNvPr id="104" name="">
            <a:extLst xmlns:a="http://schemas.openxmlformats.org/drawingml/2006/main">
              <a:ext uri="{FF2B5EF4-FFF2-40B4-BE49-F238E27FC236}">
                <a16:creationId xmlns:a16="http://schemas.microsoft.com/office/drawing/2014/main" id="{CC8B17DF-94FF-4ED0-BD4A-323C3C849B7B}"/>
              </a:ext>
            </a:extLst>
          </p:cNvPr>
          <p:cNvSpPr>
            <a:spLocks xmlns:a="http://schemas.openxmlformats.org/drawingml/2006/main" noGrp="1"/>
          </p:cNvSpPr>
          <p:nvPr/>
        </p:nvSpPr>
        <p:spPr>
          <a:xfrm xmlns:a="http://schemas.openxmlformats.org/drawingml/2006/main">
            <a:off x="4781550" y="4953000"/>
            <a:ext cx="1809750" cy="28575"/>
          </a:xfrm>
          <a:prstGeom xmlns:a="http://schemas.openxmlformats.org/drawingml/2006/main" prst="rect">
            <a:avLst/>
          </a:prstGeom>
          <a:solidFill xmlns:a="http://schemas.openxmlformats.org/drawingml/2006/main">
            <a:srgbClr val="4FE0C8"/>
          </a:solidFill>
          <a:ln xmlns:a="http://schemas.openxmlformats.org/drawingml/2006/main">
            <a:noFill/>
          </a:ln>
        </p:spPr>
      </p:sp>
      <p:sp>
        <p:nvSpPr>
          <p:cNvPr id="105" name="">
            <a:extLst xmlns:a="http://schemas.openxmlformats.org/drawingml/2006/main">
              <a:ext uri="{FF2B5EF4-FFF2-40B4-BE49-F238E27FC236}">
                <a16:creationId xmlns:a16="http://schemas.microsoft.com/office/drawing/2014/main" id="{0305AD57-8F43-49B0-9925-C1961F3CAF88}"/>
              </a:ext>
            </a:extLst>
          </p:cNvPr>
          <p:cNvSpPr>
            <a:spLocks xmlns:a="http://schemas.openxmlformats.org/drawingml/2006/main" noGrp="1"/>
          </p:cNvSpPr>
          <p:nvPr/>
        </p:nvSpPr>
        <p:spPr>
          <a:xfrm xmlns:a="http://schemas.openxmlformats.org/drawingml/2006/main">
            <a:off x="4933950" y="5048250"/>
            <a:ext cx="15621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8</a:t>
            </a:r>
          </a:p>
        </p:txBody>
      </p:sp>
      <p:sp>
        <p:nvSpPr>
          <p:cNvPr id="106" name="">
            <a:extLst xmlns:a="http://schemas.openxmlformats.org/drawingml/2006/main">
              <a:ext uri="{FF2B5EF4-FFF2-40B4-BE49-F238E27FC236}">
                <a16:creationId xmlns:a16="http://schemas.microsoft.com/office/drawing/2014/main" id="{FE050B5F-A932-4730-822E-2E0E902039D9}"/>
              </a:ext>
            </a:extLst>
          </p:cNvPr>
          <p:cNvSpPr>
            <a:spLocks xmlns:a="http://schemas.openxmlformats.org/drawingml/2006/main" noGrp="1"/>
          </p:cNvSpPr>
          <p:nvPr/>
        </p:nvSpPr>
        <p:spPr>
          <a:xfrm xmlns:a="http://schemas.openxmlformats.org/drawingml/2006/main">
            <a:off x="4933950" y="5372100"/>
            <a:ext cx="1581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张系统真实截图</a:t>
            </a:r>
          </a:p>
        </p:txBody>
      </p:sp>
      <p:sp>
        <p:nvSpPr>
          <p:cNvPr id="107" name="">
            <a:extLst xmlns:a="http://schemas.openxmlformats.org/drawingml/2006/main">
              <a:ext uri="{FF2B5EF4-FFF2-40B4-BE49-F238E27FC236}">
                <a16:creationId xmlns:a16="http://schemas.microsoft.com/office/drawing/2014/main" id="{64EACD1E-C0D7-4A73-8256-1BC40B80F41E}"/>
              </a:ext>
            </a:extLst>
          </p:cNvPr>
          <p:cNvSpPr>
            <a:spLocks xmlns:a="http://schemas.openxmlformats.org/drawingml/2006/main" noGrp="1"/>
          </p:cNvSpPr>
          <p:nvPr/>
        </p:nvSpPr>
        <p:spPr>
          <a:xfrm xmlns:a="http://schemas.openxmlformats.org/drawingml/2006/main">
            <a:off x="819150" y="5962650"/>
            <a:ext cx="5143500" cy="14478"/>
          </a:xfrm>
          <a:prstGeom xmlns:a="http://schemas.openxmlformats.org/drawingml/2006/main" prst="rect">
            <a:avLst/>
          </a:prstGeom>
          <a:gradFill xmlns:a="http://schemas.openxmlformats.org/drawingml/2006/main">
            <a:gsLst>
              <a:gs pos="0">
                <a:srgbClr val="4FE0C8"/>
              </a:gs>
              <a:gs pos="100000">
                <a:srgbClr val="4FE0C8">
                  <a:alpha val="0"/>
                </a:srgbClr>
              </a:gs>
            </a:gsLst>
            <a:lin ang="0"/>
          </a:gradFill>
          <a:ln xmlns:a="http://schemas.openxmlformats.org/drawingml/2006/main">
            <a:noFill/>
          </a:ln>
        </p:spPr>
      </p:sp>
      <p:sp>
        <p:nvSpPr>
          <p:cNvPr id="108" name="">
            <a:extLst xmlns:a="http://schemas.openxmlformats.org/drawingml/2006/main">
              <a:ext uri="{FF2B5EF4-FFF2-40B4-BE49-F238E27FC236}">
                <a16:creationId xmlns:a16="http://schemas.microsoft.com/office/drawing/2014/main" id="{E5B7A556-3244-4E7D-82FC-B45DEF9D514D}"/>
              </a:ext>
            </a:extLst>
          </p:cNvPr>
          <p:cNvSpPr>
            <a:spLocks xmlns:a="http://schemas.openxmlformats.org/drawingml/2006/main" noGrp="1"/>
          </p:cNvSpPr>
          <p:nvPr/>
        </p:nvSpPr>
        <p:spPr>
          <a:xfrm xmlns:a="http://schemas.openxmlformats.org/drawingml/2006/main">
            <a:off x="819150" y="6096000"/>
            <a:ext cx="24765" cy="24765"/>
          </a:xfrm>
          <a:prstGeom xmlns:a="http://schemas.openxmlformats.org/drawingml/2006/main" prst="ellipse">
            <a:avLst/>
          </a:prstGeom>
          <a:solidFill xmlns:a="http://schemas.openxmlformats.org/drawingml/2006/main">
            <a:srgbClr val="4FE0C8">
              <a:alpha val="60000"/>
            </a:srgbClr>
          </a:solidFill>
          <a:ln xmlns:a="http://schemas.openxmlformats.org/drawingml/2006/main">
            <a:noFill/>
          </a:ln>
        </p:spPr>
      </p:sp>
      <p:sp>
        <p:nvSpPr>
          <p:cNvPr id="109" name="">
            <a:extLst xmlns:a="http://schemas.openxmlformats.org/drawingml/2006/main">
              <a:ext uri="{FF2B5EF4-FFF2-40B4-BE49-F238E27FC236}">
                <a16:creationId xmlns:a16="http://schemas.microsoft.com/office/drawing/2014/main" id="{BB19B564-9CF8-40AC-9B40-FE169C48C3AA}"/>
              </a:ext>
            </a:extLst>
          </p:cNvPr>
          <p:cNvSpPr>
            <a:spLocks xmlns:a="http://schemas.openxmlformats.org/drawingml/2006/main" noGrp="1"/>
          </p:cNvSpPr>
          <p:nvPr/>
        </p:nvSpPr>
        <p:spPr>
          <a:xfrm xmlns:a="http://schemas.openxmlformats.org/drawingml/2006/main">
            <a:off x="885825" y="6096000"/>
            <a:ext cx="24765" cy="24765"/>
          </a:xfrm>
          <a:prstGeom xmlns:a="http://schemas.openxmlformats.org/drawingml/2006/main" prst="ellipse">
            <a:avLst/>
          </a:prstGeom>
          <a:solidFill xmlns:a="http://schemas.openxmlformats.org/drawingml/2006/main">
            <a:srgbClr val="4FE0C8">
              <a:alpha val="60000"/>
            </a:srgbClr>
          </a:solidFill>
          <a:ln xmlns:a="http://schemas.openxmlformats.org/drawingml/2006/main">
            <a:noFill/>
          </a:ln>
        </p:spPr>
      </p:sp>
      <p:sp>
        <p:nvSpPr>
          <p:cNvPr id="110" name="">
            <a:extLst xmlns:a="http://schemas.openxmlformats.org/drawingml/2006/main">
              <a:ext uri="{FF2B5EF4-FFF2-40B4-BE49-F238E27FC236}">
                <a16:creationId xmlns:a16="http://schemas.microsoft.com/office/drawing/2014/main" id="{1A00EBAF-9F96-45B7-8BA2-59162EC0473F}"/>
              </a:ext>
            </a:extLst>
          </p:cNvPr>
          <p:cNvSpPr>
            <a:spLocks xmlns:a="http://schemas.openxmlformats.org/drawingml/2006/main" noGrp="1"/>
          </p:cNvSpPr>
          <p:nvPr/>
        </p:nvSpPr>
        <p:spPr>
          <a:xfrm xmlns:a="http://schemas.openxmlformats.org/drawingml/2006/main">
            <a:off x="952500" y="6096000"/>
            <a:ext cx="24765" cy="24765"/>
          </a:xfrm>
          <a:prstGeom xmlns:a="http://schemas.openxmlformats.org/drawingml/2006/main" prst="ellipse">
            <a:avLst/>
          </a:prstGeom>
          <a:solidFill xmlns:a="http://schemas.openxmlformats.org/drawingml/2006/main">
            <a:srgbClr val="4FE0C8">
              <a:alpha val="60000"/>
            </a:srgbClr>
          </a:solidFill>
          <a:ln xmlns:a="http://schemas.openxmlformats.org/drawingml/2006/main">
            <a:noFill/>
          </a:ln>
        </p:spPr>
      </p:sp>
    </p:spTree>
    <p:extLst>
      <p:ext uri="{BB962C8B-B14F-4D97-AF65-F5344CB8AC3E}">
        <p14:creationId xmlns:p14="http://schemas.microsoft.com/office/powerpoint/2010/main" val="2095705832"/>
      </p:ext>
    </p:extLst>
  </p:cSld>
</p:sld>
</file>

<file path=ppt/slides/slide23.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82" name=""/>
          <p:cNvPicPr>
            <a:picLocks xmlns:a="http://schemas.openxmlformats.org/drawingml/2006/main" noChangeAspect="1"/>
          </p:cNvPicPr>
          <p:nvPr/>
        </p:nvPicPr>
        <p:blipFill>
          <a:blip xmlns:r="http://schemas.openxmlformats.org/officeDocument/2006/relationships" xmlns:a="http://schemas.openxmlformats.org/drawingml/2006/main" r:embed="R4db3987c8440487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0B5C8D5-0ACB-4E15-9B39-2B046F4118D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E7B2D0CA-B6DC-4402-A4E2-E3F65584A870}"/>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AD34A655-2E0D-4C01-A39B-B78946237736}"/>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49D2530F-CD90-491D-B108-97B061B1D750}"/>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DFA6B957-AB01-438A-B973-36698727AB3F}"/>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F098D861-1BE7-45C6-AA2A-DD9C5B233BD4}"/>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78C9C647-F720-4815-9BC0-2D62C1312D44}"/>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53513117-34C6-4491-81CC-C723F420182E}"/>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67FB531C-D77E-46E0-BDF9-BB6FD159E2D6}"/>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4FE0C8">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C05AE482-79DB-407D-B222-A9EA21D752B8}"/>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4FE0C8">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BF7BFAE1-C050-4847-9723-E77FCC325F62}"/>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C6150837-913B-4791-A7C0-274C5ACFA2D7}"/>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4FE0C8"/>
                </a:solidFill>
                <a:latin typeface="微软雅黑"/>
                <a:ea typeface="微软雅黑"/>
                <a:cs typeface="微软雅黑"/>
              </a:defRPr>
            </a:pPr>
            <a:r>
              <a:rPr sz="863" b="1" spc="1">
                <a:solidFill>
                  <a:srgbClr val="4FE0C8"/>
                </a:solidFill>
                <a:latin typeface="微软雅黑"/>
                <a:ea typeface="微软雅黑"/>
                <a:cs typeface="微软雅黑"/>
              </a:rPr>
              <a:t>04　</a:t>
            </a:r>
            <a:r>
              <a:rPr sz="863" b="1" spc="1">
                <a:solidFill>
                  <a:srgbClr val="4FE0C8"/>
                </a:solidFill>
                <a:latin typeface="微软雅黑"/>
                <a:ea typeface="微软雅黑"/>
                <a:cs typeface="微软雅黑"/>
              </a:rPr>
              <a:t>系统实现</a:t>
            </a:r>
          </a:p>
        </p:txBody>
      </p:sp>
      <p:sp>
        <p:nvSpPr>
          <p:cNvPr id="14" name="">
            <a:extLst xmlns:a="http://schemas.openxmlformats.org/drawingml/2006/main">
              <a:ext uri="{FF2B5EF4-FFF2-40B4-BE49-F238E27FC236}">
                <a16:creationId xmlns:a16="http://schemas.microsoft.com/office/drawing/2014/main" id="{40AE4572-D94B-4C42-985B-8520EFD02E84}"/>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软件系统架构：四层解耦、互补牵连</a:t>
            </a:r>
          </a:p>
        </p:txBody>
      </p:sp>
      <p:sp>
        <p:nvSpPr>
          <p:cNvPr id="15" name="">
            <a:extLst xmlns:a="http://schemas.openxmlformats.org/drawingml/2006/main">
              <a:ext uri="{FF2B5EF4-FFF2-40B4-BE49-F238E27FC236}">
                <a16:creationId xmlns:a16="http://schemas.microsoft.com/office/drawing/2014/main" id="{74C1224B-660C-40AC-AF99-FEBB392BC2ED}"/>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12785772-7883-4B51-93EB-96041F0ED18B}"/>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01C0922C-B537-4D37-8958-90139CF01FED}"/>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0832BE11-970B-40CF-A7CC-388885F31EF5}"/>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772FD750-7657-4CDC-B517-8B07D988F1CA}"/>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换页面、换 </a:t>
            </a:r>
            <a:r>
              <a:rPr sz="1238">
                <a:solidFill>
                  <a:srgbClr val="FFFFFF"/>
                </a:solidFill>
                <a:latin typeface="微软雅黑"/>
                <a:ea typeface="微软雅黑"/>
                <a:cs typeface="微软雅黑"/>
              </a:rPr>
              <a:t>Agent</a:t>
            </a:r>
            <a:r>
              <a:rPr sz="1238">
                <a:solidFill>
                  <a:srgbClr val="FFFFFF"/>
                </a:solidFill>
                <a:latin typeface="微软雅黑"/>
                <a:ea typeface="微软雅黑"/>
                <a:cs typeface="微软雅黑"/>
              </a:rPr>
              <a:t>、调规则三件事互不影响</a:t>
            </a:r>
            <a:r>
              <a:rPr sz="1238">
                <a:solidFill>
                  <a:srgbClr val="FFFFFF"/>
                </a:solidFill>
                <a:latin typeface="微软雅黑"/>
                <a:ea typeface="微软雅黑"/>
                <a:cs typeface="微软雅黑"/>
              </a:rPr>
              <a:t>——</a:t>
            </a:r>
            <a:r>
              <a:rPr sz="1238">
                <a:solidFill>
                  <a:srgbClr val="FFFFFF"/>
                </a:solidFill>
                <a:latin typeface="微软雅黑"/>
                <a:ea typeface="微软雅黑"/>
                <a:cs typeface="微软雅黑"/>
              </a:rPr>
              <a:t>因为它们被四层架构隔开了。</a:t>
            </a:r>
          </a:p>
        </p:txBody>
      </p:sp>
      <p:sp>
        <p:nvSpPr>
          <p:cNvPr id="20" name="">
            <a:extLst xmlns:a="http://schemas.openxmlformats.org/drawingml/2006/main">
              <a:ext uri="{FF2B5EF4-FFF2-40B4-BE49-F238E27FC236}">
                <a16:creationId xmlns:a16="http://schemas.microsoft.com/office/drawing/2014/main" id="{A6CB788C-7609-447A-90A3-AC77D5C030B5}"/>
              </a:ext>
            </a:extLst>
          </p:cNvPr>
          <p:cNvSpPr>
            <a:spLocks xmlns:a="http://schemas.openxmlformats.org/drawingml/2006/main" noGrp="1"/>
          </p:cNvSpPr>
          <p:nvPr/>
        </p:nvSpPr>
        <p:spPr>
          <a:xfrm xmlns:a="http://schemas.openxmlformats.org/drawingml/2006/main">
            <a:off x="285750" y="1333500"/>
            <a:ext cx="7620000" cy="1066800"/>
          </a:xfrm>
          <a:prstGeom xmlns:a="http://schemas.openxmlformats.org/drawingml/2006/main" prst="roundRect">
            <a:avLst>
              <a:gd name="adj" fmla="val 8036"/>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21" name="">
            <a:extLst xmlns:a="http://schemas.openxmlformats.org/drawingml/2006/main">
              <a:ext uri="{FF2B5EF4-FFF2-40B4-BE49-F238E27FC236}">
                <a16:creationId xmlns:a16="http://schemas.microsoft.com/office/drawing/2014/main" id="{39CA3D48-E840-4283-92FF-5FC9362FE23B}"/>
              </a:ext>
            </a:extLst>
          </p:cNvPr>
          <p:cNvSpPr>
            <a:spLocks xmlns:a="http://schemas.openxmlformats.org/drawingml/2006/main" noGrp="1"/>
          </p:cNvSpPr>
          <p:nvPr/>
        </p:nvSpPr>
        <p:spPr>
          <a:xfrm xmlns:a="http://schemas.openxmlformats.org/drawingml/2006/main">
            <a:off x="285750" y="1333500"/>
            <a:ext cx="47625" cy="1066800"/>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6CEDEFF3-E2AB-44FB-A7CB-13F975DE81BD}"/>
              </a:ext>
            </a:extLst>
          </p:cNvPr>
          <p:cNvSpPr>
            <a:spLocks xmlns:a="http://schemas.openxmlformats.org/drawingml/2006/main" noGrp="1"/>
          </p:cNvSpPr>
          <p:nvPr/>
        </p:nvSpPr>
        <p:spPr>
          <a:xfrm xmlns:a="http://schemas.openxmlformats.org/drawingml/2006/main">
            <a:off x="476250" y="1714500"/>
            <a:ext cx="8572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4FD8FF"/>
                </a:solidFill>
                <a:latin typeface="微软雅黑"/>
                <a:ea typeface="微软雅黑"/>
                <a:cs typeface="微软雅黑"/>
              </a:defRPr>
            </a:pPr>
            <a:r>
              <a:rPr sz="1125" b="1">
                <a:solidFill>
                  <a:srgbClr val="4FD8FF"/>
                </a:solidFill>
                <a:latin typeface="微软雅黑"/>
                <a:ea typeface="微软雅黑"/>
                <a:cs typeface="微软雅黑"/>
              </a:rPr>
              <a:t>应用层</a:t>
            </a:r>
          </a:p>
        </p:txBody>
      </p:sp>
      <p:sp>
        <p:nvSpPr>
          <p:cNvPr id="23" name="">
            <a:extLst xmlns:a="http://schemas.openxmlformats.org/drawingml/2006/main">
              <a:ext uri="{FF2B5EF4-FFF2-40B4-BE49-F238E27FC236}">
                <a16:creationId xmlns:a16="http://schemas.microsoft.com/office/drawing/2014/main" id="{948F4944-31D2-4ED0-9592-2D154C984310}"/>
              </a:ext>
            </a:extLst>
          </p:cNvPr>
          <p:cNvSpPr>
            <a:spLocks xmlns:a="http://schemas.openxmlformats.org/drawingml/2006/main" noGrp="1"/>
          </p:cNvSpPr>
          <p:nvPr/>
        </p:nvSpPr>
        <p:spPr>
          <a:xfrm xmlns:a="http://schemas.openxmlformats.org/drawingml/2006/main">
            <a:off x="1409700" y="1466850"/>
            <a:ext cx="2019300" cy="323850"/>
          </a:xfrm>
          <a:prstGeom xmlns:a="http://schemas.openxmlformats.org/drawingml/2006/main" prst="roundRect">
            <a:avLst>
              <a:gd name="adj" fmla="val 1764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24" name="">
            <a:extLst xmlns:a="http://schemas.openxmlformats.org/drawingml/2006/main">
              <a:ext uri="{FF2B5EF4-FFF2-40B4-BE49-F238E27FC236}">
                <a16:creationId xmlns:a16="http://schemas.microsoft.com/office/drawing/2014/main" id="{AFACB179-F89F-4DEE-95B7-18A6A48622EF}"/>
              </a:ext>
            </a:extLst>
          </p:cNvPr>
          <p:cNvSpPr>
            <a:spLocks xmlns:a="http://schemas.openxmlformats.org/drawingml/2006/main" noGrp="1"/>
          </p:cNvSpPr>
          <p:nvPr/>
        </p:nvSpPr>
        <p:spPr>
          <a:xfrm xmlns:a="http://schemas.openxmlformats.org/drawingml/2006/main">
            <a:off x="1409700" y="1466850"/>
            <a:ext cx="20193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个人系统：员工看短板</a:t>
            </a:r>
          </a:p>
        </p:txBody>
      </p:sp>
      <p:sp>
        <p:nvSpPr>
          <p:cNvPr id="25" name="">
            <a:extLst xmlns:a="http://schemas.openxmlformats.org/drawingml/2006/main">
              <a:ext uri="{FF2B5EF4-FFF2-40B4-BE49-F238E27FC236}">
                <a16:creationId xmlns:a16="http://schemas.microsoft.com/office/drawing/2014/main" id="{B459F6F6-3F33-4812-8A3A-C598909C5017}"/>
              </a:ext>
            </a:extLst>
          </p:cNvPr>
          <p:cNvSpPr>
            <a:spLocks xmlns:a="http://schemas.openxmlformats.org/drawingml/2006/main" noGrp="1"/>
          </p:cNvSpPr>
          <p:nvPr/>
        </p:nvSpPr>
        <p:spPr>
          <a:xfrm xmlns:a="http://schemas.openxmlformats.org/drawingml/2006/main">
            <a:off x="3543300" y="1466850"/>
            <a:ext cx="2019300" cy="323850"/>
          </a:xfrm>
          <a:prstGeom xmlns:a="http://schemas.openxmlformats.org/drawingml/2006/main" prst="roundRect">
            <a:avLst>
              <a:gd name="adj" fmla="val 1764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26" name="">
            <a:extLst xmlns:a="http://schemas.openxmlformats.org/drawingml/2006/main">
              <a:ext uri="{FF2B5EF4-FFF2-40B4-BE49-F238E27FC236}">
                <a16:creationId xmlns:a16="http://schemas.microsoft.com/office/drawing/2014/main" id="{FE10F897-433E-4A7E-90E3-9A599203BAFA}"/>
              </a:ext>
            </a:extLst>
          </p:cNvPr>
          <p:cNvSpPr>
            <a:spLocks xmlns:a="http://schemas.openxmlformats.org/drawingml/2006/main" noGrp="1"/>
          </p:cNvSpPr>
          <p:nvPr/>
        </p:nvSpPr>
        <p:spPr>
          <a:xfrm xmlns:a="http://schemas.openxmlformats.org/drawingml/2006/main">
            <a:off x="3543300" y="1466850"/>
            <a:ext cx="20193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考试系统：统一开考判卷</a:t>
            </a:r>
          </a:p>
        </p:txBody>
      </p:sp>
      <p:sp>
        <p:nvSpPr>
          <p:cNvPr id="27" name="">
            <a:extLst xmlns:a="http://schemas.openxmlformats.org/drawingml/2006/main">
              <a:ext uri="{FF2B5EF4-FFF2-40B4-BE49-F238E27FC236}">
                <a16:creationId xmlns:a16="http://schemas.microsoft.com/office/drawing/2014/main" id="{F8EA2F49-5950-46C8-95CE-E3AD1036773B}"/>
              </a:ext>
            </a:extLst>
          </p:cNvPr>
          <p:cNvSpPr>
            <a:spLocks xmlns:a="http://schemas.openxmlformats.org/drawingml/2006/main" noGrp="1"/>
          </p:cNvSpPr>
          <p:nvPr/>
        </p:nvSpPr>
        <p:spPr>
          <a:xfrm xmlns:a="http://schemas.openxmlformats.org/drawingml/2006/main">
            <a:off x="5676900" y="1466850"/>
            <a:ext cx="2019300" cy="323850"/>
          </a:xfrm>
          <a:prstGeom xmlns:a="http://schemas.openxmlformats.org/drawingml/2006/main" prst="roundRect">
            <a:avLst>
              <a:gd name="adj" fmla="val 1764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28" name="">
            <a:extLst xmlns:a="http://schemas.openxmlformats.org/drawingml/2006/main">
              <a:ext uri="{FF2B5EF4-FFF2-40B4-BE49-F238E27FC236}">
                <a16:creationId xmlns:a16="http://schemas.microsoft.com/office/drawing/2014/main" id="{B2C3A182-89EE-49A1-B3F7-12647A414A3F}"/>
              </a:ext>
            </a:extLst>
          </p:cNvPr>
          <p:cNvSpPr>
            <a:spLocks xmlns:a="http://schemas.openxmlformats.org/drawingml/2006/main" noGrp="1"/>
          </p:cNvSpPr>
          <p:nvPr/>
        </p:nvSpPr>
        <p:spPr>
          <a:xfrm xmlns:a="http://schemas.openxmlformats.org/drawingml/2006/main">
            <a:off x="5676900" y="1466850"/>
            <a:ext cx="20193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管理后台：看缺口配规则</a:t>
            </a:r>
          </a:p>
        </p:txBody>
      </p:sp>
      <p:sp>
        <p:nvSpPr>
          <p:cNvPr id="29" name="">
            <a:extLst xmlns:a="http://schemas.openxmlformats.org/drawingml/2006/main">
              <a:ext uri="{FF2B5EF4-FFF2-40B4-BE49-F238E27FC236}">
                <a16:creationId xmlns:a16="http://schemas.microsoft.com/office/drawing/2014/main" id="{8945591A-2A74-4E9F-A548-F1A5037DD739}"/>
              </a:ext>
            </a:extLst>
          </p:cNvPr>
          <p:cNvSpPr>
            <a:spLocks xmlns:a="http://schemas.openxmlformats.org/drawingml/2006/main" noGrp="1"/>
          </p:cNvSpPr>
          <p:nvPr/>
        </p:nvSpPr>
        <p:spPr>
          <a:xfrm xmlns:a="http://schemas.openxmlformats.org/drawingml/2006/main">
            <a:off x="1409700" y="1885950"/>
            <a:ext cx="64008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四端页面共用同一套能力数据；页面可增删，引擎与接口不动。</a:t>
            </a:r>
          </a:p>
        </p:txBody>
      </p:sp>
      <p:sp>
        <p:nvSpPr>
          <p:cNvPr id="30" name="">
            <a:extLst xmlns:a="http://schemas.openxmlformats.org/drawingml/2006/main">
              <a:ext uri="{FF2B5EF4-FFF2-40B4-BE49-F238E27FC236}">
                <a16:creationId xmlns:a16="http://schemas.microsoft.com/office/drawing/2014/main" id="{C8FF4D03-85AA-4DC5-8362-98BBE8EE9FAC}"/>
              </a:ext>
            </a:extLst>
          </p:cNvPr>
          <p:cNvSpPr>
            <a:spLocks xmlns:a="http://schemas.openxmlformats.org/drawingml/2006/main" noGrp="1"/>
          </p:cNvSpPr>
          <p:nvPr/>
        </p:nvSpPr>
        <p:spPr>
          <a:xfrm xmlns:a="http://schemas.openxmlformats.org/drawingml/2006/main">
            <a:off x="285750" y="2514600"/>
            <a:ext cx="7620000" cy="1066800"/>
          </a:xfrm>
          <a:prstGeom xmlns:a="http://schemas.openxmlformats.org/drawingml/2006/main" prst="roundRect">
            <a:avLst>
              <a:gd name="adj" fmla="val 8036"/>
            </a:avLst>
          </a:prstGeom>
          <a:gradFill xmlns:a="http://schemas.openxmlformats.org/drawingml/2006/main">
            <a:gsLst>
              <a:gs pos="0">
                <a:srgbClr val="295EA2"/>
              </a:gs>
              <a:gs pos="62000">
                <a:srgbClr val="0E4A96"/>
              </a:gs>
              <a:gs pos="100000">
                <a:srgbClr val="0B3A75"/>
              </a:gs>
            </a:gsLst>
            <a:lin ang="8100000"/>
          </a:gradFill>
          <a:ln xmlns:a="http://schemas.openxmlformats.org/drawingml/2006/main" w="9525">
            <a:solidFill>
              <a:srgbClr val="5FA8E8"/>
            </a:solidFill>
            <a:prstDash val="solid"/>
          </a:ln>
        </p:spPr>
      </p:sp>
      <p:sp>
        <p:nvSpPr>
          <p:cNvPr id="31" name="">
            <a:extLst xmlns:a="http://schemas.openxmlformats.org/drawingml/2006/main">
              <a:ext uri="{FF2B5EF4-FFF2-40B4-BE49-F238E27FC236}">
                <a16:creationId xmlns:a16="http://schemas.microsoft.com/office/drawing/2014/main" id="{263F64DF-4C67-4910-8A80-B0CF7E0084AA}"/>
              </a:ext>
            </a:extLst>
          </p:cNvPr>
          <p:cNvSpPr>
            <a:spLocks xmlns:a="http://schemas.openxmlformats.org/drawingml/2006/main" noGrp="1"/>
          </p:cNvSpPr>
          <p:nvPr/>
        </p:nvSpPr>
        <p:spPr>
          <a:xfrm xmlns:a="http://schemas.openxmlformats.org/drawingml/2006/main">
            <a:off x="285750" y="2514600"/>
            <a:ext cx="47625" cy="1066800"/>
          </a:xfrm>
          <a:prstGeom xmlns:a="http://schemas.openxmlformats.org/drawingml/2006/main" prst="rect">
            <a:avLst/>
          </a:prstGeom>
          <a:solidFill xmlns:a="http://schemas.openxmlformats.org/drawingml/2006/main">
            <a:srgbClr val="2E86E0"/>
          </a:solidFill>
          <a:ln xmlns:a="http://schemas.openxmlformats.org/drawingml/2006/main">
            <a:noFill/>
          </a:ln>
        </p:spPr>
      </p:sp>
      <p:sp>
        <p:nvSpPr>
          <p:cNvPr id="32" name="">
            <a:extLst xmlns:a="http://schemas.openxmlformats.org/drawingml/2006/main">
              <a:ext uri="{FF2B5EF4-FFF2-40B4-BE49-F238E27FC236}">
                <a16:creationId xmlns:a16="http://schemas.microsoft.com/office/drawing/2014/main" id="{A805FD75-F731-4110-96B7-16FE400D2E54}"/>
              </a:ext>
            </a:extLst>
          </p:cNvPr>
          <p:cNvSpPr>
            <a:spLocks xmlns:a="http://schemas.openxmlformats.org/drawingml/2006/main" noGrp="1"/>
          </p:cNvSpPr>
          <p:nvPr/>
        </p:nvSpPr>
        <p:spPr>
          <a:xfrm xmlns:a="http://schemas.openxmlformats.org/drawingml/2006/main">
            <a:off x="476250" y="2895600"/>
            <a:ext cx="8572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2E86E0"/>
                </a:solidFill>
                <a:latin typeface="微软雅黑"/>
                <a:ea typeface="微软雅黑"/>
                <a:cs typeface="微软雅黑"/>
              </a:defRPr>
            </a:pPr>
            <a:r>
              <a:rPr sz="1125" b="1">
                <a:solidFill>
                  <a:srgbClr val="2E86E0"/>
                </a:solidFill>
                <a:latin typeface="微软雅黑"/>
                <a:ea typeface="微软雅黑"/>
                <a:cs typeface="微软雅黑"/>
              </a:rPr>
              <a:t>智能层</a:t>
            </a:r>
          </a:p>
        </p:txBody>
      </p:sp>
      <p:sp>
        <p:nvSpPr>
          <p:cNvPr id="33" name="">
            <a:extLst xmlns:a="http://schemas.openxmlformats.org/drawingml/2006/main">
              <a:ext uri="{FF2B5EF4-FFF2-40B4-BE49-F238E27FC236}">
                <a16:creationId xmlns:a16="http://schemas.microsoft.com/office/drawing/2014/main" id="{381988E7-CD92-40B2-8D2F-DB5C2336E336}"/>
              </a:ext>
            </a:extLst>
          </p:cNvPr>
          <p:cNvSpPr>
            <a:spLocks xmlns:a="http://schemas.openxmlformats.org/drawingml/2006/main" noGrp="1"/>
          </p:cNvSpPr>
          <p:nvPr/>
        </p:nvSpPr>
        <p:spPr>
          <a:xfrm xmlns:a="http://schemas.openxmlformats.org/drawingml/2006/main">
            <a:off x="1409700" y="2647950"/>
            <a:ext cx="2019300" cy="323850"/>
          </a:xfrm>
          <a:prstGeom xmlns:a="http://schemas.openxmlformats.org/drawingml/2006/main" prst="roundRect">
            <a:avLst>
              <a:gd name="adj" fmla="val 1764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34" name="">
            <a:extLst xmlns:a="http://schemas.openxmlformats.org/drawingml/2006/main">
              <a:ext uri="{FF2B5EF4-FFF2-40B4-BE49-F238E27FC236}">
                <a16:creationId xmlns:a16="http://schemas.microsoft.com/office/drawing/2014/main" id="{E3A043D6-5DAF-4DF8-BCFD-EF8958F3FB3F}"/>
              </a:ext>
            </a:extLst>
          </p:cNvPr>
          <p:cNvSpPr>
            <a:spLocks xmlns:a="http://schemas.openxmlformats.org/drawingml/2006/main" noGrp="1"/>
          </p:cNvSpPr>
          <p:nvPr/>
        </p:nvSpPr>
        <p:spPr>
          <a:xfrm xmlns:a="http://schemas.openxmlformats.org/drawingml/2006/main">
            <a:off x="1409700" y="2647950"/>
            <a:ext cx="20193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规则引擎 </a:t>
            </a:r>
            <a:r>
              <a:rPr sz="863" b="1">
                <a:solidFill>
                  <a:srgbClr val="FFFFFF"/>
                </a:solidFill>
                <a:latin typeface="微软雅黑"/>
                <a:ea typeface="微软雅黑"/>
                <a:cs typeface="微软雅黑"/>
              </a:rPr>
              <a:t>RuleEngine</a:t>
            </a:r>
          </a:p>
        </p:txBody>
      </p:sp>
      <p:sp>
        <p:nvSpPr>
          <p:cNvPr id="35" name="">
            <a:extLst xmlns:a="http://schemas.openxmlformats.org/drawingml/2006/main">
              <a:ext uri="{FF2B5EF4-FFF2-40B4-BE49-F238E27FC236}">
                <a16:creationId xmlns:a16="http://schemas.microsoft.com/office/drawing/2014/main" id="{E8262A2F-AEF1-425E-8BB3-6190021F1E0D}"/>
              </a:ext>
            </a:extLst>
          </p:cNvPr>
          <p:cNvSpPr>
            <a:spLocks xmlns:a="http://schemas.openxmlformats.org/drawingml/2006/main" noGrp="1"/>
          </p:cNvSpPr>
          <p:nvPr/>
        </p:nvSpPr>
        <p:spPr>
          <a:xfrm xmlns:a="http://schemas.openxmlformats.org/drawingml/2006/main">
            <a:off x="3543300" y="2647950"/>
            <a:ext cx="2019300" cy="323850"/>
          </a:xfrm>
          <a:prstGeom xmlns:a="http://schemas.openxmlformats.org/drawingml/2006/main" prst="roundRect">
            <a:avLst>
              <a:gd name="adj" fmla="val 1764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36" name="">
            <a:extLst xmlns:a="http://schemas.openxmlformats.org/drawingml/2006/main">
              <a:ext uri="{FF2B5EF4-FFF2-40B4-BE49-F238E27FC236}">
                <a16:creationId xmlns:a16="http://schemas.microsoft.com/office/drawing/2014/main" id="{7B68854A-EC8B-4197-A268-7BA6309CA4BA}"/>
              </a:ext>
            </a:extLst>
          </p:cNvPr>
          <p:cNvSpPr>
            <a:spLocks xmlns:a="http://schemas.openxmlformats.org/drawingml/2006/main" noGrp="1"/>
          </p:cNvSpPr>
          <p:nvPr/>
        </p:nvSpPr>
        <p:spPr>
          <a:xfrm xmlns:a="http://schemas.openxmlformats.org/drawingml/2006/main">
            <a:off x="3543300" y="2647950"/>
            <a:ext cx="20193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三个 </a:t>
            </a:r>
            <a:r>
              <a:rPr sz="863" b="1">
                <a:solidFill>
                  <a:srgbClr val="FFFFFF"/>
                </a:solidFill>
                <a:latin typeface="微软雅黑"/>
                <a:ea typeface="微软雅黑"/>
                <a:cs typeface="微软雅黑"/>
              </a:rPr>
              <a:t>Agent </a:t>
            </a:r>
            <a:r>
              <a:rPr sz="863" b="1">
                <a:solidFill>
                  <a:srgbClr val="FFFFFF"/>
                </a:solidFill>
                <a:latin typeface="微软雅黑"/>
                <a:ea typeface="微软雅黑"/>
                <a:cs typeface="微软雅黑"/>
              </a:rPr>
              <a:t>接口（稳定契约）</a:t>
            </a:r>
          </a:p>
        </p:txBody>
      </p:sp>
      <p:sp>
        <p:nvSpPr>
          <p:cNvPr id="37" name="">
            <a:extLst xmlns:a="http://schemas.openxmlformats.org/drawingml/2006/main">
              <a:ext uri="{FF2B5EF4-FFF2-40B4-BE49-F238E27FC236}">
                <a16:creationId xmlns:a16="http://schemas.microsoft.com/office/drawing/2014/main" id="{F194EA62-2E80-47F2-941E-985CF050569E}"/>
              </a:ext>
            </a:extLst>
          </p:cNvPr>
          <p:cNvSpPr>
            <a:spLocks xmlns:a="http://schemas.openxmlformats.org/drawingml/2006/main" noGrp="1"/>
          </p:cNvSpPr>
          <p:nvPr/>
        </p:nvSpPr>
        <p:spPr>
          <a:xfrm xmlns:a="http://schemas.openxmlformats.org/drawingml/2006/main">
            <a:off x="5676900" y="2647950"/>
            <a:ext cx="2019300" cy="323850"/>
          </a:xfrm>
          <a:prstGeom xmlns:a="http://schemas.openxmlformats.org/drawingml/2006/main" prst="roundRect">
            <a:avLst>
              <a:gd name="adj" fmla="val 1764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38" name="">
            <a:extLst xmlns:a="http://schemas.openxmlformats.org/drawingml/2006/main">
              <a:ext uri="{FF2B5EF4-FFF2-40B4-BE49-F238E27FC236}">
                <a16:creationId xmlns:a16="http://schemas.microsoft.com/office/drawing/2014/main" id="{92F91FF3-7651-448E-A854-282C1CA5300F}"/>
              </a:ext>
            </a:extLst>
          </p:cNvPr>
          <p:cNvSpPr>
            <a:spLocks xmlns:a="http://schemas.openxmlformats.org/drawingml/2006/main" noGrp="1"/>
          </p:cNvSpPr>
          <p:nvPr/>
        </p:nvSpPr>
        <p:spPr>
          <a:xfrm xmlns:a="http://schemas.openxmlformats.org/drawingml/2006/main">
            <a:off x="5676900" y="2647950"/>
            <a:ext cx="20193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source=rule → model</a:t>
            </a:r>
          </a:p>
        </p:txBody>
      </p:sp>
      <p:sp>
        <p:nvSpPr>
          <p:cNvPr id="39" name="">
            <a:extLst xmlns:a="http://schemas.openxmlformats.org/drawingml/2006/main">
              <a:ext uri="{FF2B5EF4-FFF2-40B4-BE49-F238E27FC236}">
                <a16:creationId xmlns:a16="http://schemas.microsoft.com/office/drawing/2014/main" id="{2C814D73-0A7D-40C0-A94B-183A2CC667E8}"/>
              </a:ext>
            </a:extLst>
          </p:cNvPr>
          <p:cNvSpPr>
            <a:spLocks xmlns:a="http://schemas.openxmlformats.org/drawingml/2006/main" noGrp="1"/>
          </p:cNvSpPr>
          <p:nvPr/>
        </p:nvSpPr>
        <p:spPr>
          <a:xfrm xmlns:a="http://schemas.openxmlformats.org/drawingml/2006/main">
            <a:off x="1409700" y="3067050"/>
            <a:ext cx="64008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只换 </a:t>
            </a:r>
            <a:r>
              <a:rPr sz="863" b="0">
                <a:solidFill>
                  <a:srgbClr val="C6DDFF"/>
                </a:solidFill>
                <a:latin typeface="微软雅黑"/>
                <a:ea typeface="微软雅黑"/>
                <a:cs typeface="微软雅黑"/>
              </a:rPr>
              <a:t>Service </a:t>
            </a:r>
            <a:r>
              <a:rPr sz="863" b="0">
                <a:solidFill>
                  <a:srgbClr val="C6DDFF"/>
                </a:solidFill>
                <a:latin typeface="微软雅黑"/>
                <a:ea typeface="微软雅黑"/>
                <a:cs typeface="微软雅黑"/>
              </a:rPr>
              <a:t>实现：</a:t>
            </a:r>
            <a:r>
              <a:rPr sz="863" b="0">
                <a:solidFill>
                  <a:srgbClr val="C6DDFF"/>
                </a:solidFill>
                <a:latin typeface="微软雅黑"/>
                <a:ea typeface="微软雅黑"/>
                <a:cs typeface="微软雅黑"/>
              </a:rPr>
              <a:t>Controller / DTO / </a:t>
            </a:r>
            <a:r>
              <a:rPr sz="863" b="0">
                <a:solidFill>
                  <a:srgbClr val="C6DDFF"/>
                </a:solidFill>
                <a:latin typeface="微软雅黑"/>
                <a:ea typeface="微软雅黑"/>
                <a:cs typeface="微软雅黑"/>
              </a:rPr>
              <a:t>接口路径与前端全部不动。</a:t>
            </a:r>
          </a:p>
        </p:txBody>
      </p:sp>
      <p:sp>
        <p:nvSpPr>
          <p:cNvPr id="40" name="">
            <a:extLst xmlns:a="http://schemas.openxmlformats.org/drawingml/2006/main">
              <a:ext uri="{FF2B5EF4-FFF2-40B4-BE49-F238E27FC236}">
                <a16:creationId xmlns:a16="http://schemas.microsoft.com/office/drawing/2014/main" id="{5B5871FE-4A91-4E7D-AF35-71314C7D220F}"/>
              </a:ext>
            </a:extLst>
          </p:cNvPr>
          <p:cNvSpPr>
            <a:spLocks xmlns:a="http://schemas.openxmlformats.org/drawingml/2006/main" noGrp="1"/>
          </p:cNvSpPr>
          <p:nvPr/>
        </p:nvSpPr>
        <p:spPr>
          <a:xfrm xmlns:a="http://schemas.openxmlformats.org/drawingml/2006/main">
            <a:off x="285750" y="3695700"/>
            <a:ext cx="7620000" cy="1066800"/>
          </a:xfrm>
          <a:prstGeom xmlns:a="http://schemas.openxmlformats.org/drawingml/2006/main" prst="roundRect">
            <a:avLst>
              <a:gd name="adj" fmla="val 8036"/>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41" name="">
            <a:extLst xmlns:a="http://schemas.openxmlformats.org/drawingml/2006/main">
              <a:ext uri="{FF2B5EF4-FFF2-40B4-BE49-F238E27FC236}">
                <a16:creationId xmlns:a16="http://schemas.microsoft.com/office/drawing/2014/main" id="{16AFF97A-FAF1-460F-ABE6-E37AEB49E133}"/>
              </a:ext>
            </a:extLst>
          </p:cNvPr>
          <p:cNvSpPr>
            <a:spLocks xmlns:a="http://schemas.openxmlformats.org/drawingml/2006/main" noGrp="1"/>
          </p:cNvSpPr>
          <p:nvPr/>
        </p:nvSpPr>
        <p:spPr>
          <a:xfrm xmlns:a="http://schemas.openxmlformats.org/drawingml/2006/main">
            <a:off x="285750" y="3695700"/>
            <a:ext cx="47625" cy="1066800"/>
          </a:xfrm>
          <a:prstGeom xmlns:a="http://schemas.openxmlformats.org/drawingml/2006/main" prst="rect">
            <a:avLst/>
          </a:prstGeom>
          <a:solidFill xmlns:a="http://schemas.openxmlformats.org/drawingml/2006/main">
            <a:srgbClr val="5FE3A1"/>
          </a:solidFill>
          <a:ln xmlns:a="http://schemas.openxmlformats.org/drawingml/2006/main">
            <a:noFill/>
          </a:ln>
        </p:spPr>
      </p:sp>
      <p:sp>
        <p:nvSpPr>
          <p:cNvPr id="42" name="">
            <a:extLst xmlns:a="http://schemas.openxmlformats.org/drawingml/2006/main">
              <a:ext uri="{FF2B5EF4-FFF2-40B4-BE49-F238E27FC236}">
                <a16:creationId xmlns:a16="http://schemas.microsoft.com/office/drawing/2014/main" id="{6B5EB081-C6CF-4B42-BD39-618E52CAA965}"/>
              </a:ext>
            </a:extLst>
          </p:cNvPr>
          <p:cNvSpPr>
            <a:spLocks xmlns:a="http://schemas.openxmlformats.org/drawingml/2006/main" noGrp="1"/>
          </p:cNvSpPr>
          <p:nvPr/>
        </p:nvSpPr>
        <p:spPr>
          <a:xfrm xmlns:a="http://schemas.openxmlformats.org/drawingml/2006/main">
            <a:off x="476250" y="4076700"/>
            <a:ext cx="8572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5FE3A1"/>
                </a:solidFill>
                <a:latin typeface="微软雅黑"/>
                <a:ea typeface="微软雅黑"/>
                <a:cs typeface="微软雅黑"/>
              </a:defRPr>
            </a:pPr>
            <a:r>
              <a:rPr sz="1125" b="1">
                <a:solidFill>
                  <a:srgbClr val="5FE3A1"/>
                </a:solidFill>
                <a:latin typeface="微软雅黑"/>
                <a:ea typeface="微软雅黑"/>
                <a:cs typeface="微软雅黑"/>
              </a:rPr>
              <a:t>数据层</a:t>
            </a:r>
          </a:p>
        </p:txBody>
      </p:sp>
      <p:sp>
        <p:nvSpPr>
          <p:cNvPr id="43" name="">
            <a:extLst xmlns:a="http://schemas.openxmlformats.org/drawingml/2006/main">
              <a:ext uri="{FF2B5EF4-FFF2-40B4-BE49-F238E27FC236}">
                <a16:creationId xmlns:a16="http://schemas.microsoft.com/office/drawing/2014/main" id="{557AB4D6-2177-4C32-B1B5-5516DC9BAC32}"/>
              </a:ext>
            </a:extLst>
          </p:cNvPr>
          <p:cNvSpPr>
            <a:spLocks xmlns:a="http://schemas.openxmlformats.org/drawingml/2006/main" noGrp="1"/>
          </p:cNvSpPr>
          <p:nvPr/>
        </p:nvSpPr>
        <p:spPr>
          <a:xfrm xmlns:a="http://schemas.openxmlformats.org/drawingml/2006/main">
            <a:off x="1409700" y="3829050"/>
            <a:ext cx="2019300" cy="323850"/>
          </a:xfrm>
          <a:prstGeom xmlns:a="http://schemas.openxmlformats.org/drawingml/2006/main" prst="roundRect">
            <a:avLst>
              <a:gd name="adj" fmla="val 1764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44" name="">
            <a:extLst xmlns:a="http://schemas.openxmlformats.org/drawingml/2006/main">
              <a:ext uri="{FF2B5EF4-FFF2-40B4-BE49-F238E27FC236}">
                <a16:creationId xmlns:a16="http://schemas.microsoft.com/office/drawing/2014/main" id="{4DC62966-3B38-4792-866D-7D7B95F56357}"/>
              </a:ext>
            </a:extLst>
          </p:cNvPr>
          <p:cNvSpPr>
            <a:spLocks xmlns:a="http://schemas.openxmlformats.org/drawingml/2006/main" noGrp="1"/>
          </p:cNvSpPr>
          <p:nvPr/>
        </p:nvSpPr>
        <p:spPr>
          <a:xfrm xmlns:a="http://schemas.openxmlformats.org/drawingml/2006/main">
            <a:off x="1409700" y="3829050"/>
            <a:ext cx="20193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MySQL 8 </a:t>
            </a:r>
            <a:r>
              <a:rPr sz="863" b="1">
                <a:solidFill>
                  <a:srgbClr val="FFFFFF"/>
                </a:solidFill>
                <a:latin typeface="微软雅黑"/>
                <a:ea typeface="微软雅黑"/>
                <a:cs typeface="微软雅黑"/>
              </a:rPr>
              <a:t>一套库</a:t>
            </a:r>
          </a:p>
        </p:txBody>
      </p:sp>
      <p:sp>
        <p:nvSpPr>
          <p:cNvPr id="45" name="">
            <a:extLst xmlns:a="http://schemas.openxmlformats.org/drawingml/2006/main">
              <a:ext uri="{FF2B5EF4-FFF2-40B4-BE49-F238E27FC236}">
                <a16:creationId xmlns:a16="http://schemas.microsoft.com/office/drawing/2014/main" id="{EDFE8F8E-79A5-4A67-9033-DB55F30D50E4}"/>
              </a:ext>
            </a:extLst>
          </p:cNvPr>
          <p:cNvSpPr>
            <a:spLocks xmlns:a="http://schemas.openxmlformats.org/drawingml/2006/main" noGrp="1"/>
          </p:cNvSpPr>
          <p:nvPr/>
        </p:nvSpPr>
        <p:spPr>
          <a:xfrm xmlns:a="http://schemas.openxmlformats.org/drawingml/2006/main">
            <a:off x="3543300" y="3829050"/>
            <a:ext cx="2019300" cy="323850"/>
          </a:xfrm>
          <a:prstGeom xmlns:a="http://schemas.openxmlformats.org/drawingml/2006/main" prst="roundRect">
            <a:avLst>
              <a:gd name="adj" fmla="val 1764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46" name="">
            <a:extLst xmlns:a="http://schemas.openxmlformats.org/drawingml/2006/main">
              <a:ext uri="{FF2B5EF4-FFF2-40B4-BE49-F238E27FC236}">
                <a16:creationId xmlns:a16="http://schemas.microsoft.com/office/drawing/2014/main" id="{923779EF-FCFF-4DA4-BEE8-7C32061C3A40}"/>
              </a:ext>
            </a:extLst>
          </p:cNvPr>
          <p:cNvSpPr>
            <a:spLocks xmlns:a="http://schemas.openxmlformats.org/drawingml/2006/main" noGrp="1"/>
          </p:cNvSpPr>
          <p:nvPr/>
        </p:nvSpPr>
        <p:spPr>
          <a:xfrm xmlns:a="http://schemas.openxmlformats.org/drawingml/2006/main">
            <a:off x="3543300" y="3829050"/>
            <a:ext cx="20193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53 </a:t>
            </a:r>
            <a:r>
              <a:rPr sz="863" b="1">
                <a:solidFill>
                  <a:srgbClr val="FFFFFF"/>
                </a:solidFill>
                <a:latin typeface="微软雅黑"/>
                <a:ea typeface="微软雅黑"/>
                <a:cs typeface="微软雅黑"/>
              </a:rPr>
              <a:t>张表 </a:t>
            </a:r>
            <a:r>
              <a:rPr sz="863" b="1">
                <a:solidFill>
                  <a:srgbClr val="FFFFFF"/>
                </a:solidFill>
                <a:latin typeface="微软雅黑"/>
                <a:ea typeface="微软雅黑"/>
                <a:cs typeface="微软雅黑"/>
              </a:rPr>
              <a:t>/ 7 </a:t>
            </a:r>
            <a:r>
              <a:rPr sz="863" b="1">
                <a:solidFill>
                  <a:srgbClr val="FFFFFF"/>
                </a:solidFill>
                <a:latin typeface="微软雅黑"/>
                <a:ea typeface="微软雅黑"/>
                <a:cs typeface="微软雅黑"/>
              </a:rPr>
              <a:t>组</a:t>
            </a:r>
          </a:p>
        </p:txBody>
      </p:sp>
      <p:sp>
        <p:nvSpPr>
          <p:cNvPr id="47" name="">
            <a:extLst xmlns:a="http://schemas.openxmlformats.org/drawingml/2006/main">
              <a:ext uri="{FF2B5EF4-FFF2-40B4-BE49-F238E27FC236}">
                <a16:creationId xmlns:a16="http://schemas.microsoft.com/office/drawing/2014/main" id="{50E70A35-E1B0-4E91-AC78-5D2A98275DD0}"/>
              </a:ext>
            </a:extLst>
          </p:cNvPr>
          <p:cNvSpPr>
            <a:spLocks xmlns:a="http://schemas.openxmlformats.org/drawingml/2006/main" noGrp="1"/>
          </p:cNvSpPr>
          <p:nvPr/>
        </p:nvSpPr>
        <p:spPr>
          <a:xfrm xmlns:a="http://schemas.openxmlformats.org/drawingml/2006/main">
            <a:off x="5676900" y="3829050"/>
            <a:ext cx="2019300" cy="323850"/>
          </a:xfrm>
          <a:prstGeom xmlns:a="http://schemas.openxmlformats.org/drawingml/2006/main" prst="roundRect">
            <a:avLst>
              <a:gd name="adj" fmla="val 1764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48" name="">
            <a:extLst xmlns:a="http://schemas.openxmlformats.org/drawingml/2006/main">
              <a:ext uri="{FF2B5EF4-FFF2-40B4-BE49-F238E27FC236}">
                <a16:creationId xmlns:a16="http://schemas.microsoft.com/office/drawing/2014/main" id="{A2F9ADFC-A1EC-436A-81BB-8C53E59EFA53}"/>
              </a:ext>
            </a:extLst>
          </p:cNvPr>
          <p:cNvSpPr>
            <a:spLocks xmlns:a="http://schemas.openxmlformats.org/drawingml/2006/main" noGrp="1"/>
          </p:cNvSpPr>
          <p:nvPr/>
        </p:nvSpPr>
        <p:spPr>
          <a:xfrm xmlns:a="http://schemas.openxmlformats.org/drawingml/2006/main">
            <a:off x="5676900" y="3829050"/>
            <a:ext cx="20193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JSON </a:t>
            </a:r>
            <a:r>
              <a:rPr sz="863" b="1">
                <a:solidFill>
                  <a:srgbClr val="FFFFFF"/>
                </a:solidFill>
                <a:latin typeface="微软雅黑"/>
                <a:ea typeface="微软雅黑"/>
                <a:cs typeface="微软雅黑"/>
              </a:rPr>
              <a:t>列存规则与结论</a:t>
            </a:r>
          </a:p>
        </p:txBody>
      </p:sp>
      <p:sp>
        <p:nvSpPr>
          <p:cNvPr id="49" name="">
            <a:extLst xmlns:a="http://schemas.openxmlformats.org/drawingml/2006/main">
              <a:ext uri="{FF2B5EF4-FFF2-40B4-BE49-F238E27FC236}">
                <a16:creationId xmlns:a16="http://schemas.microsoft.com/office/drawing/2014/main" id="{95081D8D-747D-457B-8286-5D9E50D1455C}"/>
              </a:ext>
            </a:extLst>
          </p:cNvPr>
          <p:cNvSpPr>
            <a:spLocks xmlns:a="http://schemas.openxmlformats.org/drawingml/2006/main" noGrp="1"/>
          </p:cNvSpPr>
          <p:nvPr/>
        </p:nvSpPr>
        <p:spPr>
          <a:xfrm xmlns:a="http://schemas.openxmlformats.org/drawingml/2006/main">
            <a:off x="1409700" y="4248150"/>
            <a:ext cx="64008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主数据、业务数据、</a:t>
            </a:r>
            <a:r>
              <a:rPr sz="863" b="0">
                <a:solidFill>
                  <a:srgbClr val="C6DDFF"/>
                </a:solidFill>
                <a:latin typeface="微软雅黑"/>
                <a:ea typeface="微软雅黑"/>
                <a:cs typeface="微软雅黑"/>
              </a:rPr>
              <a:t>Agent </a:t>
            </a:r>
            <a:r>
              <a:rPr sz="863" b="0">
                <a:solidFill>
                  <a:srgbClr val="C6DDFF"/>
                </a:solidFill>
                <a:latin typeface="微软雅黑"/>
                <a:ea typeface="微软雅黑"/>
                <a:cs typeface="微软雅黑"/>
              </a:rPr>
              <a:t>结论与审计留痕全部落库，改规则只动数据库。</a:t>
            </a:r>
          </a:p>
        </p:txBody>
      </p:sp>
      <p:sp>
        <p:nvSpPr>
          <p:cNvPr id="50" name="">
            <a:extLst xmlns:a="http://schemas.openxmlformats.org/drawingml/2006/main">
              <a:ext uri="{FF2B5EF4-FFF2-40B4-BE49-F238E27FC236}">
                <a16:creationId xmlns:a16="http://schemas.microsoft.com/office/drawing/2014/main" id="{6EC061E8-C771-4CB6-A6D6-F02D00EAF744}"/>
              </a:ext>
            </a:extLst>
          </p:cNvPr>
          <p:cNvSpPr>
            <a:spLocks xmlns:a="http://schemas.openxmlformats.org/drawingml/2006/main" noGrp="1"/>
          </p:cNvSpPr>
          <p:nvPr/>
        </p:nvSpPr>
        <p:spPr>
          <a:xfrm xmlns:a="http://schemas.openxmlformats.org/drawingml/2006/main">
            <a:off x="285750" y="4876800"/>
            <a:ext cx="7620000" cy="1066800"/>
          </a:xfrm>
          <a:prstGeom xmlns:a="http://schemas.openxmlformats.org/drawingml/2006/main" prst="roundRect">
            <a:avLst>
              <a:gd name="adj" fmla="val 8036"/>
            </a:avLst>
          </a:prstGeom>
          <a:gradFill xmlns:a="http://schemas.openxmlformats.org/drawingml/2006/main">
            <a:gsLst>
              <a:gs pos="0">
                <a:srgbClr val="295EA2"/>
              </a:gs>
              <a:gs pos="62000">
                <a:srgbClr val="0E4A96"/>
              </a:gs>
              <a:gs pos="100000">
                <a:srgbClr val="0B3A75"/>
              </a:gs>
            </a:gsLst>
            <a:lin ang="8100000"/>
          </a:gradFill>
          <a:ln xmlns:a="http://schemas.openxmlformats.org/drawingml/2006/main" w="9525">
            <a:solidFill>
              <a:srgbClr val="5FA8E8"/>
            </a:solidFill>
            <a:prstDash val="solid"/>
          </a:ln>
        </p:spPr>
      </p:sp>
      <p:sp>
        <p:nvSpPr>
          <p:cNvPr id="51" name="">
            <a:extLst xmlns:a="http://schemas.openxmlformats.org/drawingml/2006/main">
              <a:ext uri="{FF2B5EF4-FFF2-40B4-BE49-F238E27FC236}">
                <a16:creationId xmlns:a16="http://schemas.microsoft.com/office/drawing/2014/main" id="{54D8A619-7BDC-40F4-810A-16B94795629D}"/>
              </a:ext>
            </a:extLst>
          </p:cNvPr>
          <p:cNvSpPr>
            <a:spLocks xmlns:a="http://schemas.openxmlformats.org/drawingml/2006/main" noGrp="1"/>
          </p:cNvSpPr>
          <p:nvPr/>
        </p:nvSpPr>
        <p:spPr>
          <a:xfrm xmlns:a="http://schemas.openxmlformats.org/drawingml/2006/main">
            <a:off x="285750" y="4876800"/>
            <a:ext cx="47625" cy="1066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52" name="">
            <a:extLst xmlns:a="http://schemas.openxmlformats.org/drawingml/2006/main">
              <a:ext uri="{FF2B5EF4-FFF2-40B4-BE49-F238E27FC236}">
                <a16:creationId xmlns:a16="http://schemas.microsoft.com/office/drawing/2014/main" id="{0EE5C42C-22E0-4248-9C83-083E84C13D2A}"/>
              </a:ext>
            </a:extLst>
          </p:cNvPr>
          <p:cNvSpPr>
            <a:spLocks xmlns:a="http://schemas.openxmlformats.org/drawingml/2006/main" noGrp="1"/>
          </p:cNvSpPr>
          <p:nvPr/>
        </p:nvSpPr>
        <p:spPr>
          <a:xfrm xmlns:a="http://schemas.openxmlformats.org/drawingml/2006/main">
            <a:off x="476250" y="5257800"/>
            <a:ext cx="8572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FFD24A"/>
                </a:solidFill>
                <a:latin typeface="微软雅黑"/>
                <a:ea typeface="微软雅黑"/>
                <a:cs typeface="微软雅黑"/>
              </a:defRPr>
            </a:pPr>
            <a:r>
              <a:rPr sz="1125" b="1">
                <a:solidFill>
                  <a:srgbClr val="FFD24A"/>
                </a:solidFill>
                <a:latin typeface="微软雅黑"/>
                <a:ea typeface="微软雅黑"/>
                <a:cs typeface="微软雅黑"/>
              </a:rPr>
              <a:t>部署层</a:t>
            </a:r>
          </a:p>
        </p:txBody>
      </p:sp>
      <p:sp>
        <p:nvSpPr>
          <p:cNvPr id="53" name="">
            <a:extLst xmlns:a="http://schemas.openxmlformats.org/drawingml/2006/main">
              <a:ext uri="{FF2B5EF4-FFF2-40B4-BE49-F238E27FC236}">
                <a16:creationId xmlns:a16="http://schemas.microsoft.com/office/drawing/2014/main" id="{BF048BA0-3E2A-4B10-970D-A73F643A2906}"/>
              </a:ext>
            </a:extLst>
          </p:cNvPr>
          <p:cNvSpPr>
            <a:spLocks xmlns:a="http://schemas.openxmlformats.org/drawingml/2006/main" noGrp="1"/>
          </p:cNvSpPr>
          <p:nvPr/>
        </p:nvSpPr>
        <p:spPr>
          <a:xfrm xmlns:a="http://schemas.openxmlformats.org/drawingml/2006/main">
            <a:off x="1409700" y="5010150"/>
            <a:ext cx="2019300" cy="323850"/>
          </a:xfrm>
          <a:prstGeom xmlns:a="http://schemas.openxmlformats.org/drawingml/2006/main" prst="roundRect">
            <a:avLst>
              <a:gd name="adj" fmla="val 1764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54" name="">
            <a:extLst xmlns:a="http://schemas.openxmlformats.org/drawingml/2006/main">
              <a:ext uri="{FF2B5EF4-FFF2-40B4-BE49-F238E27FC236}">
                <a16:creationId xmlns:a16="http://schemas.microsoft.com/office/drawing/2014/main" id="{9D9A408E-FF72-403A-8216-81FABE4B2973}"/>
              </a:ext>
            </a:extLst>
          </p:cNvPr>
          <p:cNvSpPr>
            <a:spLocks xmlns:a="http://schemas.openxmlformats.org/drawingml/2006/main" noGrp="1"/>
          </p:cNvSpPr>
          <p:nvPr/>
        </p:nvSpPr>
        <p:spPr>
          <a:xfrm xmlns:a="http://schemas.openxmlformats.org/drawingml/2006/main">
            <a:off x="1409700" y="5010150"/>
            <a:ext cx="20193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Vue 3 + Vite + Element Plus</a:t>
            </a:r>
          </a:p>
        </p:txBody>
      </p:sp>
      <p:sp>
        <p:nvSpPr>
          <p:cNvPr id="55" name="">
            <a:extLst xmlns:a="http://schemas.openxmlformats.org/drawingml/2006/main">
              <a:ext uri="{FF2B5EF4-FFF2-40B4-BE49-F238E27FC236}">
                <a16:creationId xmlns:a16="http://schemas.microsoft.com/office/drawing/2014/main" id="{718D6B0E-D33B-4E36-B98C-0BC2CF4A726B}"/>
              </a:ext>
            </a:extLst>
          </p:cNvPr>
          <p:cNvSpPr>
            <a:spLocks xmlns:a="http://schemas.openxmlformats.org/drawingml/2006/main" noGrp="1"/>
          </p:cNvSpPr>
          <p:nvPr/>
        </p:nvSpPr>
        <p:spPr>
          <a:xfrm xmlns:a="http://schemas.openxmlformats.org/drawingml/2006/main">
            <a:off x="3543300" y="5010150"/>
            <a:ext cx="2019300" cy="323850"/>
          </a:xfrm>
          <a:prstGeom xmlns:a="http://schemas.openxmlformats.org/drawingml/2006/main" prst="roundRect">
            <a:avLst>
              <a:gd name="adj" fmla="val 1764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56" name="">
            <a:extLst xmlns:a="http://schemas.openxmlformats.org/drawingml/2006/main">
              <a:ext uri="{FF2B5EF4-FFF2-40B4-BE49-F238E27FC236}">
                <a16:creationId xmlns:a16="http://schemas.microsoft.com/office/drawing/2014/main" id="{91CBA538-AA6A-4078-850B-9B8AE7D391D2}"/>
              </a:ext>
            </a:extLst>
          </p:cNvPr>
          <p:cNvSpPr>
            <a:spLocks xmlns:a="http://schemas.openxmlformats.org/drawingml/2006/main" noGrp="1"/>
          </p:cNvSpPr>
          <p:nvPr/>
        </p:nvSpPr>
        <p:spPr>
          <a:xfrm xmlns:a="http://schemas.openxmlformats.org/drawingml/2006/main">
            <a:off x="3543300" y="5010150"/>
            <a:ext cx="20193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Spring Boot + JdbcTemplate</a:t>
            </a:r>
          </a:p>
        </p:txBody>
      </p:sp>
      <p:sp>
        <p:nvSpPr>
          <p:cNvPr id="57" name="">
            <a:extLst xmlns:a="http://schemas.openxmlformats.org/drawingml/2006/main">
              <a:ext uri="{FF2B5EF4-FFF2-40B4-BE49-F238E27FC236}">
                <a16:creationId xmlns:a16="http://schemas.microsoft.com/office/drawing/2014/main" id="{579EFE99-D033-4DA7-BC6A-BA959B8F274F}"/>
              </a:ext>
            </a:extLst>
          </p:cNvPr>
          <p:cNvSpPr>
            <a:spLocks xmlns:a="http://schemas.openxmlformats.org/drawingml/2006/main" noGrp="1"/>
          </p:cNvSpPr>
          <p:nvPr/>
        </p:nvSpPr>
        <p:spPr>
          <a:xfrm xmlns:a="http://schemas.openxmlformats.org/drawingml/2006/main">
            <a:off x="5676900" y="5010150"/>
            <a:ext cx="2019300" cy="323850"/>
          </a:xfrm>
          <a:prstGeom xmlns:a="http://schemas.openxmlformats.org/drawingml/2006/main" prst="roundRect">
            <a:avLst>
              <a:gd name="adj" fmla="val 17647"/>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58" name="">
            <a:extLst xmlns:a="http://schemas.openxmlformats.org/drawingml/2006/main">
              <a:ext uri="{FF2B5EF4-FFF2-40B4-BE49-F238E27FC236}">
                <a16:creationId xmlns:a16="http://schemas.microsoft.com/office/drawing/2014/main" id="{0E3B4AD5-EA00-40C2-8F40-3F78FB39401B}"/>
              </a:ext>
            </a:extLst>
          </p:cNvPr>
          <p:cNvSpPr>
            <a:spLocks xmlns:a="http://schemas.openxmlformats.org/drawingml/2006/main" noGrp="1"/>
          </p:cNvSpPr>
          <p:nvPr/>
        </p:nvSpPr>
        <p:spPr>
          <a:xfrm xmlns:a="http://schemas.openxmlformats.org/drawingml/2006/main">
            <a:off x="5676900" y="5010150"/>
            <a:ext cx="20193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863" b="1">
                <a:solidFill>
                  <a:srgbClr val="FFFFFF"/>
                </a:solidFill>
                <a:latin typeface="微软雅黑"/>
                <a:ea typeface="微软雅黑"/>
                <a:cs typeface="微软雅黑"/>
              </a:defRPr>
            </a:pPr>
            <a:r>
              <a:rPr sz="863" b="1">
                <a:solidFill>
                  <a:srgbClr val="FFFFFF"/>
                </a:solidFill>
                <a:latin typeface="微软雅黑"/>
                <a:ea typeface="微软雅黑"/>
                <a:cs typeface="微软雅黑"/>
              </a:rPr>
              <a:t>Docker Compose </a:t>
            </a:r>
            <a:r>
              <a:rPr sz="863" b="1">
                <a:solidFill>
                  <a:srgbClr val="FFFFFF"/>
                </a:solidFill>
                <a:latin typeface="微软雅黑"/>
                <a:ea typeface="微软雅黑"/>
                <a:cs typeface="微软雅黑"/>
              </a:rPr>
              <a:t>一键起</a:t>
            </a:r>
          </a:p>
        </p:txBody>
      </p:sp>
      <p:sp>
        <p:nvSpPr>
          <p:cNvPr id="59" name="">
            <a:extLst xmlns:a="http://schemas.openxmlformats.org/drawingml/2006/main">
              <a:ext uri="{FF2B5EF4-FFF2-40B4-BE49-F238E27FC236}">
                <a16:creationId xmlns:a16="http://schemas.microsoft.com/office/drawing/2014/main" id="{35374B6D-55AF-48CD-8170-D023AB3B3421}"/>
              </a:ext>
            </a:extLst>
          </p:cNvPr>
          <p:cNvSpPr>
            <a:spLocks xmlns:a="http://schemas.openxmlformats.org/drawingml/2006/main" noGrp="1"/>
          </p:cNvSpPr>
          <p:nvPr/>
        </p:nvSpPr>
        <p:spPr>
          <a:xfrm xmlns:a="http://schemas.openxmlformats.org/drawingml/2006/main">
            <a:off x="1409700" y="5429250"/>
            <a:ext cx="64008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无 </a:t>
            </a:r>
            <a:r>
              <a:rPr sz="863" b="0">
                <a:solidFill>
                  <a:srgbClr val="C6DDFF"/>
                </a:solidFill>
                <a:latin typeface="微软雅黑"/>
                <a:ea typeface="微软雅黑"/>
                <a:cs typeface="微软雅黑"/>
              </a:rPr>
              <a:t>ORM</a:t>
            </a:r>
            <a:r>
              <a:rPr sz="863" b="0">
                <a:solidFill>
                  <a:srgbClr val="C6DDFF"/>
                </a:solidFill>
                <a:latin typeface="微软雅黑"/>
                <a:ea typeface="微软雅黑"/>
                <a:cs typeface="微软雅黑"/>
              </a:rPr>
              <a:t>；</a:t>
            </a:r>
            <a:r>
              <a:rPr sz="863" b="0">
                <a:solidFill>
                  <a:srgbClr val="C6DDFF"/>
                </a:solidFill>
                <a:latin typeface="微软雅黑"/>
                <a:ea typeface="微软雅黑"/>
                <a:cs typeface="微软雅黑"/>
              </a:rPr>
              <a:t>MySQL + API + Web </a:t>
            </a:r>
            <a:r>
              <a:rPr sz="863" b="0">
                <a:solidFill>
                  <a:srgbClr val="C6DDFF"/>
                </a:solidFill>
                <a:latin typeface="微软雅黑"/>
                <a:ea typeface="微软雅黑"/>
                <a:cs typeface="微软雅黑"/>
              </a:rPr>
              <a:t>三容器，支持内网部署与完全离线运行。</a:t>
            </a:r>
          </a:p>
        </p:txBody>
      </p:sp>
      <p:sp>
        <p:nvSpPr>
          <p:cNvPr id="60" name="">
            <a:extLst xmlns:a="http://schemas.openxmlformats.org/drawingml/2006/main">
              <a:ext uri="{FF2B5EF4-FFF2-40B4-BE49-F238E27FC236}">
                <a16:creationId xmlns:a16="http://schemas.microsoft.com/office/drawing/2014/main" id="{61F8B838-3075-4503-A5FA-3F6E1F1015D7}"/>
              </a:ext>
            </a:extLst>
          </p:cNvPr>
          <p:cNvSpPr>
            <a:spLocks xmlns:a="http://schemas.openxmlformats.org/drawingml/2006/main" noGrp="1"/>
          </p:cNvSpPr>
          <p:nvPr/>
        </p:nvSpPr>
        <p:spPr>
          <a:xfrm xmlns:a="http://schemas.openxmlformats.org/drawingml/2006/main">
            <a:off x="8077200" y="1333500"/>
            <a:ext cx="3829050" cy="4610100"/>
          </a:xfrm>
          <a:prstGeom xmlns:a="http://schemas.openxmlformats.org/drawingml/2006/main" prst="roundRect">
            <a:avLst>
              <a:gd name="adj" fmla="val 223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61" name="">
            <a:extLst xmlns:a="http://schemas.openxmlformats.org/drawingml/2006/main">
              <a:ext uri="{FF2B5EF4-FFF2-40B4-BE49-F238E27FC236}">
                <a16:creationId xmlns:a16="http://schemas.microsoft.com/office/drawing/2014/main" id="{453B3F92-6B76-4BBA-8706-06C0D73CCD07}"/>
              </a:ext>
            </a:extLst>
          </p:cNvPr>
          <p:cNvSpPr>
            <a:spLocks xmlns:a="http://schemas.openxmlformats.org/drawingml/2006/main" noGrp="1"/>
          </p:cNvSpPr>
          <p:nvPr/>
        </p:nvSpPr>
        <p:spPr>
          <a:xfrm xmlns:a="http://schemas.openxmlformats.org/drawingml/2006/main">
            <a:off x="8267700" y="1466850"/>
            <a:ext cx="34861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FFD24A"/>
                </a:solidFill>
                <a:latin typeface="微软雅黑"/>
                <a:ea typeface="微软雅黑"/>
                <a:cs typeface="微软雅黑"/>
              </a:defRPr>
            </a:pPr>
            <a:r>
              <a:rPr sz="1125" b="1">
                <a:solidFill>
                  <a:srgbClr val="FFD24A"/>
                </a:solidFill>
                <a:latin typeface="微软雅黑"/>
                <a:ea typeface="微软雅黑"/>
                <a:cs typeface="微软雅黑"/>
              </a:rPr>
              <a:t>工程规模（可现场核对）</a:t>
            </a:r>
          </a:p>
        </p:txBody>
      </p:sp>
      <p:sp>
        <p:nvSpPr>
          <p:cNvPr id="62" name="">
            <a:extLst xmlns:a="http://schemas.openxmlformats.org/drawingml/2006/main">
              <a:ext uri="{FF2B5EF4-FFF2-40B4-BE49-F238E27FC236}">
                <a16:creationId xmlns:a16="http://schemas.microsoft.com/office/drawing/2014/main" id="{C00B6ACD-E7A0-468E-BB37-0F4B72D5C29B}"/>
              </a:ext>
            </a:extLst>
          </p:cNvPr>
          <p:cNvSpPr>
            <a:spLocks xmlns:a="http://schemas.openxmlformats.org/drawingml/2006/main" noGrp="1"/>
          </p:cNvSpPr>
          <p:nvPr/>
        </p:nvSpPr>
        <p:spPr>
          <a:xfrm xmlns:a="http://schemas.openxmlformats.org/drawingml/2006/main">
            <a:off x="8267700" y="1885950"/>
            <a:ext cx="34861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FFFFFF"/>
                </a:solidFill>
                <a:latin typeface="Bahnschrift"/>
                <a:ea typeface="Bahnschrift"/>
                <a:cs typeface="Bahnschrift"/>
              </a:defRPr>
            </a:pPr>
            <a:r>
              <a:rPr sz="1950" b="1">
                <a:solidFill>
                  <a:srgbClr val="FFFFFF"/>
                </a:solidFill>
                <a:latin typeface="Bahnschrift"/>
                <a:ea typeface="Bahnschrift"/>
                <a:cs typeface="Bahnschrift"/>
              </a:rPr>
              <a:t>75 </a:t>
            </a:r>
            <a:r>
              <a:rPr sz="1950" b="1">
                <a:solidFill>
                  <a:srgbClr val="FFFFFF"/>
                </a:solidFill>
                <a:latin typeface="Bahnschrift"/>
                <a:ea typeface="Bahnschrift"/>
                <a:cs typeface="Bahnschrift"/>
              </a:rPr>
              <a:t>个</a:t>
            </a:r>
          </a:p>
        </p:txBody>
      </p:sp>
      <p:sp>
        <p:nvSpPr>
          <p:cNvPr id="63" name="">
            <a:extLst xmlns:a="http://schemas.openxmlformats.org/drawingml/2006/main">
              <a:ext uri="{FF2B5EF4-FFF2-40B4-BE49-F238E27FC236}">
                <a16:creationId xmlns:a16="http://schemas.microsoft.com/office/drawing/2014/main" id="{721E5452-D520-4497-84E1-33B1DD71ECFD}"/>
              </a:ext>
            </a:extLst>
          </p:cNvPr>
          <p:cNvSpPr>
            <a:spLocks xmlns:a="http://schemas.openxmlformats.org/drawingml/2006/main" noGrp="1"/>
          </p:cNvSpPr>
          <p:nvPr/>
        </p:nvSpPr>
        <p:spPr>
          <a:xfrm xmlns:a="http://schemas.openxmlformats.org/drawingml/2006/main">
            <a:off x="8267700" y="2209800"/>
            <a:ext cx="3486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C6DDFF"/>
                </a:solidFill>
                <a:latin typeface="微软雅黑"/>
                <a:ea typeface="微软雅黑"/>
                <a:cs typeface="微软雅黑"/>
              </a:defRPr>
            </a:pPr>
            <a:r>
              <a:rPr sz="900" b="0">
                <a:solidFill>
                  <a:srgbClr val="C6DDFF"/>
                </a:solidFill>
                <a:latin typeface="微软雅黑"/>
                <a:ea typeface="微软雅黑"/>
                <a:cs typeface="微软雅黑"/>
              </a:rPr>
              <a:t>在线接口</a:t>
            </a:r>
          </a:p>
        </p:txBody>
      </p:sp>
      <p:sp>
        <p:nvSpPr>
          <p:cNvPr id="64" name="">
            <a:extLst xmlns:a="http://schemas.openxmlformats.org/drawingml/2006/main">
              <a:ext uri="{FF2B5EF4-FFF2-40B4-BE49-F238E27FC236}">
                <a16:creationId xmlns:a16="http://schemas.microsoft.com/office/drawing/2014/main" id="{FE28D0C3-6D34-4DAF-A8B2-5C49A038EE7A}"/>
              </a:ext>
            </a:extLst>
          </p:cNvPr>
          <p:cNvSpPr>
            <a:spLocks xmlns:a="http://schemas.openxmlformats.org/drawingml/2006/main" noGrp="1"/>
          </p:cNvSpPr>
          <p:nvPr/>
        </p:nvSpPr>
        <p:spPr>
          <a:xfrm xmlns:a="http://schemas.openxmlformats.org/drawingml/2006/main">
            <a:off x="8267700" y="2476500"/>
            <a:ext cx="3486150" cy="9525"/>
          </a:xfrm>
          <a:prstGeom xmlns:a="http://schemas.openxmlformats.org/drawingml/2006/main" prst="rect">
            <a:avLst/>
          </a:prstGeom>
          <a:solidFill xmlns:a="http://schemas.openxmlformats.org/drawingml/2006/main">
            <a:srgbClr val="1763B8"/>
          </a:solidFill>
          <a:ln xmlns:a="http://schemas.openxmlformats.org/drawingml/2006/main">
            <a:noFill/>
          </a:ln>
        </p:spPr>
      </p:sp>
      <p:sp>
        <p:nvSpPr>
          <p:cNvPr id="65" name="">
            <a:extLst xmlns:a="http://schemas.openxmlformats.org/drawingml/2006/main">
              <a:ext uri="{FF2B5EF4-FFF2-40B4-BE49-F238E27FC236}">
                <a16:creationId xmlns:a16="http://schemas.microsoft.com/office/drawing/2014/main" id="{CB29B792-5FA3-4FD7-93A3-11F6BA571A57}"/>
              </a:ext>
            </a:extLst>
          </p:cNvPr>
          <p:cNvSpPr>
            <a:spLocks xmlns:a="http://schemas.openxmlformats.org/drawingml/2006/main" noGrp="1"/>
          </p:cNvSpPr>
          <p:nvPr/>
        </p:nvSpPr>
        <p:spPr>
          <a:xfrm xmlns:a="http://schemas.openxmlformats.org/drawingml/2006/main">
            <a:off x="8267700" y="2686050"/>
            <a:ext cx="34861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FFFFFF"/>
                </a:solidFill>
                <a:latin typeface="Bahnschrift"/>
                <a:ea typeface="Bahnschrift"/>
                <a:cs typeface="Bahnschrift"/>
              </a:defRPr>
            </a:pPr>
            <a:r>
              <a:rPr sz="1950" b="1">
                <a:solidFill>
                  <a:srgbClr val="FFFFFF"/>
                </a:solidFill>
                <a:latin typeface="Bahnschrift"/>
                <a:ea typeface="Bahnschrift"/>
                <a:cs typeface="Bahnschrift"/>
              </a:rPr>
              <a:t>53 </a:t>
            </a:r>
            <a:r>
              <a:rPr sz="1950" b="1">
                <a:solidFill>
                  <a:srgbClr val="FFFFFF"/>
                </a:solidFill>
                <a:latin typeface="Bahnschrift"/>
                <a:ea typeface="Bahnschrift"/>
                <a:cs typeface="Bahnschrift"/>
              </a:rPr>
              <a:t>张</a:t>
            </a:r>
          </a:p>
        </p:txBody>
      </p:sp>
      <p:sp>
        <p:nvSpPr>
          <p:cNvPr id="66" name="">
            <a:extLst xmlns:a="http://schemas.openxmlformats.org/drawingml/2006/main">
              <a:ext uri="{FF2B5EF4-FFF2-40B4-BE49-F238E27FC236}">
                <a16:creationId xmlns:a16="http://schemas.microsoft.com/office/drawing/2014/main" id="{8B5E5924-55DC-41F0-A40E-CB6123935A07}"/>
              </a:ext>
            </a:extLst>
          </p:cNvPr>
          <p:cNvSpPr>
            <a:spLocks xmlns:a="http://schemas.openxmlformats.org/drawingml/2006/main" noGrp="1"/>
          </p:cNvSpPr>
          <p:nvPr/>
        </p:nvSpPr>
        <p:spPr>
          <a:xfrm xmlns:a="http://schemas.openxmlformats.org/drawingml/2006/main">
            <a:off x="8267700" y="3009900"/>
            <a:ext cx="3486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C6DDFF"/>
                </a:solidFill>
                <a:latin typeface="微软雅黑"/>
                <a:ea typeface="微软雅黑"/>
                <a:cs typeface="微软雅黑"/>
              </a:defRPr>
            </a:pPr>
            <a:r>
              <a:rPr sz="900" b="0">
                <a:solidFill>
                  <a:srgbClr val="C6DDFF"/>
                </a:solidFill>
                <a:latin typeface="微软雅黑"/>
                <a:ea typeface="微软雅黑"/>
                <a:cs typeface="微软雅黑"/>
              </a:rPr>
              <a:t>数据库表（</a:t>
            </a:r>
            <a:r>
              <a:rPr sz="900" b="0">
                <a:solidFill>
                  <a:srgbClr val="C6DDFF"/>
                </a:solidFill>
                <a:latin typeface="微软雅黑"/>
                <a:ea typeface="微软雅黑"/>
                <a:cs typeface="微软雅黑"/>
              </a:rPr>
              <a:t>7 </a:t>
            </a:r>
            <a:r>
              <a:rPr sz="900" b="0">
                <a:solidFill>
                  <a:srgbClr val="C6DDFF"/>
                </a:solidFill>
                <a:latin typeface="微软雅黑"/>
                <a:ea typeface="微软雅黑"/>
                <a:cs typeface="微软雅黑"/>
              </a:rPr>
              <a:t>组）</a:t>
            </a:r>
          </a:p>
        </p:txBody>
      </p:sp>
      <p:sp>
        <p:nvSpPr>
          <p:cNvPr id="67" name="">
            <a:extLst xmlns:a="http://schemas.openxmlformats.org/drawingml/2006/main">
              <a:ext uri="{FF2B5EF4-FFF2-40B4-BE49-F238E27FC236}">
                <a16:creationId xmlns:a16="http://schemas.microsoft.com/office/drawing/2014/main" id="{A77FC4A6-8EDB-4A0D-A28B-BD7CC5CFA3FF}"/>
              </a:ext>
            </a:extLst>
          </p:cNvPr>
          <p:cNvSpPr>
            <a:spLocks xmlns:a="http://schemas.openxmlformats.org/drawingml/2006/main" noGrp="1"/>
          </p:cNvSpPr>
          <p:nvPr/>
        </p:nvSpPr>
        <p:spPr>
          <a:xfrm xmlns:a="http://schemas.openxmlformats.org/drawingml/2006/main">
            <a:off x="8267700" y="3276600"/>
            <a:ext cx="3486150" cy="9525"/>
          </a:xfrm>
          <a:prstGeom xmlns:a="http://schemas.openxmlformats.org/drawingml/2006/main" prst="rect">
            <a:avLst/>
          </a:prstGeom>
          <a:solidFill xmlns:a="http://schemas.openxmlformats.org/drawingml/2006/main">
            <a:srgbClr val="1763B8"/>
          </a:solidFill>
          <a:ln xmlns:a="http://schemas.openxmlformats.org/drawingml/2006/main">
            <a:noFill/>
          </a:ln>
        </p:spPr>
      </p:sp>
      <p:sp>
        <p:nvSpPr>
          <p:cNvPr id="68" name="">
            <a:extLst xmlns:a="http://schemas.openxmlformats.org/drawingml/2006/main">
              <a:ext uri="{FF2B5EF4-FFF2-40B4-BE49-F238E27FC236}">
                <a16:creationId xmlns:a16="http://schemas.microsoft.com/office/drawing/2014/main" id="{168E1A20-2290-497B-ACCB-BF600C64CDDE}"/>
              </a:ext>
            </a:extLst>
          </p:cNvPr>
          <p:cNvSpPr>
            <a:spLocks xmlns:a="http://schemas.openxmlformats.org/drawingml/2006/main" noGrp="1"/>
          </p:cNvSpPr>
          <p:nvPr/>
        </p:nvSpPr>
        <p:spPr>
          <a:xfrm xmlns:a="http://schemas.openxmlformats.org/drawingml/2006/main">
            <a:off x="8267700" y="3486150"/>
            <a:ext cx="34861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FFFFFF"/>
                </a:solidFill>
                <a:latin typeface="Bahnschrift"/>
                <a:ea typeface="Bahnschrift"/>
                <a:cs typeface="Bahnschrift"/>
              </a:defRPr>
            </a:pPr>
            <a:r>
              <a:rPr sz="1950" b="1">
                <a:solidFill>
                  <a:srgbClr val="FFFFFF"/>
                </a:solidFill>
                <a:latin typeface="Bahnschrift"/>
                <a:ea typeface="Bahnschrift"/>
                <a:cs typeface="Bahnschrift"/>
              </a:rPr>
              <a:t>18 </a:t>
            </a:r>
            <a:r>
              <a:rPr sz="1950" b="1">
                <a:solidFill>
                  <a:srgbClr val="FFFFFF"/>
                </a:solidFill>
                <a:latin typeface="Bahnschrift"/>
                <a:ea typeface="Bahnschrift"/>
                <a:cs typeface="Bahnschrift"/>
              </a:rPr>
              <a:t>条</a:t>
            </a:r>
          </a:p>
        </p:txBody>
      </p:sp>
      <p:sp>
        <p:nvSpPr>
          <p:cNvPr id="69" name="">
            <a:extLst xmlns:a="http://schemas.openxmlformats.org/drawingml/2006/main">
              <a:ext uri="{FF2B5EF4-FFF2-40B4-BE49-F238E27FC236}">
                <a16:creationId xmlns:a16="http://schemas.microsoft.com/office/drawing/2014/main" id="{C39A54D6-15F1-4FE1-A6C6-D5D1F6B87F12}"/>
              </a:ext>
            </a:extLst>
          </p:cNvPr>
          <p:cNvSpPr>
            <a:spLocks xmlns:a="http://schemas.openxmlformats.org/drawingml/2006/main" noGrp="1"/>
          </p:cNvSpPr>
          <p:nvPr/>
        </p:nvSpPr>
        <p:spPr>
          <a:xfrm xmlns:a="http://schemas.openxmlformats.org/drawingml/2006/main">
            <a:off x="8267700" y="3810000"/>
            <a:ext cx="3486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C6DDFF"/>
                </a:solidFill>
                <a:latin typeface="微软雅黑"/>
                <a:ea typeface="微软雅黑"/>
                <a:cs typeface="微软雅黑"/>
              </a:defRPr>
            </a:pPr>
            <a:r>
              <a:rPr sz="900" b="0">
                <a:solidFill>
                  <a:srgbClr val="C6DDFF"/>
                </a:solidFill>
                <a:latin typeface="微软雅黑"/>
                <a:ea typeface="微软雅黑"/>
                <a:cs typeface="微软雅黑"/>
              </a:rPr>
              <a:t>启用规则（</a:t>
            </a:r>
            <a:r>
              <a:rPr sz="900" b="0">
                <a:solidFill>
                  <a:srgbClr val="C6DDFF"/>
                </a:solidFill>
                <a:latin typeface="微软雅黑"/>
                <a:ea typeface="微软雅黑"/>
                <a:cs typeface="微软雅黑"/>
              </a:rPr>
              <a:t>5 </a:t>
            </a:r>
            <a:r>
              <a:rPr sz="900" b="0">
                <a:solidFill>
                  <a:srgbClr val="C6DDFF"/>
                </a:solidFill>
                <a:latin typeface="微软雅黑"/>
                <a:ea typeface="微软雅黑"/>
                <a:cs typeface="微软雅黑"/>
              </a:rPr>
              <a:t>场景）</a:t>
            </a:r>
          </a:p>
        </p:txBody>
      </p:sp>
      <p:sp>
        <p:nvSpPr>
          <p:cNvPr id="70" name="">
            <a:extLst xmlns:a="http://schemas.openxmlformats.org/drawingml/2006/main">
              <a:ext uri="{FF2B5EF4-FFF2-40B4-BE49-F238E27FC236}">
                <a16:creationId xmlns:a16="http://schemas.microsoft.com/office/drawing/2014/main" id="{753442E4-9F03-4FBC-B1E7-6AEFE0B184E9}"/>
              </a:ext>
            </a:extLst>
          </p:cNvPr>
          <p:cNvSpPr>
            <a:spLocks xmlns:a="http://schemas.openxmlformats.org/drawingml/2006/main" noGrp="1"/>
          </p:cNvSpPr>
          <p:nvPr/>
        </p:nvSpPr>
        <p:spPr>
          <a:xfrm xmlns:a="http://schemas.openxmlformats.org/drawingml/2006/main">
            <a:off x="8267700" y="4076700"/>
            <a:ext cx="3486150" cy="9525"/>
          </a:xfrm>
          <a:prstGeom xmlns:a="http://schemas.openxmlformats.org/drawingml/2006/main" prst="rect">
            <a:avLst/>
          </a:prstGeom>
          <a:solidFill xmlns:a="http://schemas.openxmlformats.org/drawingml/2006/main">
            <a:srgbClr val="1763B8"/>
          </a:solidFill>
          <a:ln xmlns:a="http://schemas.openxmlformats.org/drawingml/2006/main">
            <a:noFill/>
          </a:ln>
        </p:spPr>
      </p:sp>
      <p:sp>
        <p:nvSpPr>
          <p:cNvPr id="71" name="">
            <a:extLst xmlns:a="http://schemas.openxmlformats.org/drawingml/2006/main">
              <a:ext uri="{FF2B5EF4-FFF2-40B4-BE49-F238E27FC236}">
                <a16:creationId xmlns:a16="http://schemas.microsoft.com/office/drawing/2014/main" id="{8A835EBD-19AC-4840-A6E3-FC1914103346}"/>
              </a:ext>
            </a:extLst>
          </p:cNvPr>
          <p:cNvSpPr>
            <a:spLocks xmlns:a="http://schemas.openxmlformats.org/drawingml/2006/main" noGrp="1"/>
          </p:cNvSpPr>
          <p:nvPr/>
        </p:nvSpPr>
        <p:spPr>
          <a:xfrm xmlns:a="http://schemas.openxmlformats.org/drawingml/2006/main">
            <a:off x="8267700" y="4286250"/>
            <a:ext cx="34861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FFFFFF"/>
                </a:solidFill>
                <a:latin typeface="Bahnschrift"/>
                <a:ea typeface="Bahnschrift"/>
                <a:cs typeface="Bahnschrift"/>
              </a:defRPr>
            </a:pPr>
            <a:r>
              <a:rPr sz="1950" b="1">
                <a:solidFill>
                  <a:srgbClr val="FFFFFF"/>
                </a:solidFill>
                <a:latin typeface="Bahnschrift"/>
                <a:ea typeface="Bahnschrift"/>
                <a:cs typeface="Bahnschrift"/>
              </a:rPr>
              <a:t>11 </a:t>
            </a:r>
            <a:r>
              <a:rPr sz="1950" b="1">
                <a:solidFill>
                  <a:srgbClr val="FFFFFF"/>
                </a:solidFill>
                <a:latin typeface="Bahnschrift"/>
                <a:ea typeface="Bahnschrift"/>
                <a:cs typeface="Bahnschrift"/>
              </a:rPr>
              <a:t>个</a:t>
            </a:r>
          </a:p>
        </p:txBody>
      </p:sp>
      <p:sp>
        <p:nvSpPr>
          <p:cNvPr id="72" name="">
            <a:extLst xmlns:a="http://schemas.openxmlformats.org/drawingml/2006/main">
              <a:ext uri="{FF2B5EF4-FFF2-40B4-BE49-F238E27FC236}">
                <a16:creationId xmlns:a16="http://schemas.microsoft.com/office/drawing/2014/main" id="{DC88B3BA-E4AD-4F4E-B442-4CFB343CBAEF}"/>
              </a:ext>
            </a:extLst>
          </p:cNvPr>
          <p:cNvSpPr>
            <a:spLocks xmlns:a="http://schemas.openxmlformats.org/drawingml/2006/main" noGrp="1"/>
          </p:cNvSpPr>
          <p:nvPr/>
        </p:nvSpPr>
        <p:spPr>
          <a:xfrm xmlns:a="http://schemas.openxmlformats.org/drawingml/2006/main">
            <a:off x="8267700" y="4610100"/>
            <a:ext cx="3486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C6DDFF"/>
                </a:solidFill>
                <a:latin typeface="微软雅黑"/>
                <a:ea typeface="微软雅黑"/>
                <a:cs typeface="微软雅黑"/>
              </a:defRPr>
            </a:pPr>
            <a:r>
              <a:rPr sz="900" b="0">
                <a:solidFill>
                  <a:srgbClr val="C6DDFF"/>
                </a:solidFill>
                <a:latin typeface="微软雅黑"/>
                <a:ea typeface="微软雅黑"/>
                <a:cs typeface="微软雅黑"/>
              </a:rPr>
              <a:t>建库脚本（</a:t>
            </a:r>
            <a:r>
              <a:rPr sz="900" b="0">
                <a:solidFill>
                  <a:srgbClr val="C6DDFF"/>
                </a:solidFill>
                <a:latin typeface="微软雅黑"/>
                <a:ea typeface="微软雅黑"/>
                <a:cs typeface="微软雅黑"/>
              </a:rPr>
              <a:t>001~011</a:t>
            </a:r>
            <a:r>
              <a:rPr sz="900" b="0">
                <a:solidFill>
                  <a:srgbClr val="C6DDFF"/>
                </a:solidFill>
                <a:latin typeface="微软雅黑"/>
                <a:ea typeface="微软雅黑"/>
                <a:cs typeface="微软雅黑"/>
              </a:rPr>
              <a:t>）</a:t>
            </a:r>
          </a:p>
        </p:txBody>
      </p:sp>
      <p:sp>
        <p:nvSpPr>
          <p:cNvPr id="73" name="">
            <a:extLst xmlns:a="http://schemas.openxmlformats.org/drawingml/2006/main">
              <a:ext uri="{FF2B5EF4-FFF2-40B4-BE49-F238E27FC236}">
                <a16:creationId xmlns:a16="http://schemas.microsoft.com/office/drawing/2014/main" id="{5C7A2EE5-2C74-4E1F-8D88-81B5C34068B9}"/>
              </a:ext>
            </a:extLst>
          </p:cNvPr>
          <p:cNvSpPr>
            <a:spLocks xmlns:a="http://schemas.openxmlformats.org/drawingml/2006/main" noGrp="1"/>
          </p:cNvSpPr>
          <p:nvPr/>
        </p:nvSpPr>
        <p:spPr>
          <a:xfrm xmlns:a="http://schemas.openxmlformats.org/drawingml/2006/main">
            <a:off x="8267700" y="4876800"/>
            <a:ext cx="3486150" cy="9525"/>
          </a:xfrm>
          <a:prstGeom xmlns:a="http://schemas.openxmlformats.org/drawingml/2006/main" prst="rect">
            <a:avLst/>
          </a:prstGeom>
          <a:solidFill xmlns:a="http://schemas.openxmlformats.org/drawingml/2006/main">
            <a:srgbClr val="1763B8"/>
          </a:solidFill>
          <a:ln xmlns:a="http://schemas.openxmlformats.org/drawingml/2006/main">
            <a:noFill/>
          </a:ln>
        </p:spPr>
      </p:sp>
      <p:sp>
        <p:nvSpPr>
          <p:cNvPr id="74" name="">
            <a:extLst xmlns:a="http://schemas.openxmlformats.org/drawingml/2006/main">
              <a:ext uri="{FF2B5EF4-FFF2-40B4-BE49-F238E27FC236}">
                <a16:creationId xmlns:a16="http://schemas.microsoft.com/office/drawing/2014/main" id="{DD1D52D5-ADAC-4D15-947B-5CB23893FBC6}"/>
              </a:ext>
            </a:extLst>
          </p:cNvPr>
          <p:cNvSpPr>
            <a:spLocks xmlns:a="http://schemas.openxmlformats.org/drawingml/2006/main" noGrp="1"/>
          </p:cNvSpPr>
          <p:nvPr/>
        </p:nvSpPr>
        <p:spPr>
          <a:xfrm xmlns:a="http://schemas.openxmlformats.org/drawingml/2006/main">
            <a:off x="8267700" y="5086350"/>
            <a:ext cx="34861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FFFFFF"/>
                </a:solidFill>
                <a:latin typeface="Bahnschrift"/>
                <a:ea typeface="Bahnschrift"/>
                <a:cs typeface="Bahnschrift"/>
              </a:defRPr>
            </a:pPr>
            <a:r>
              <a:rPr sz="1950" b="1">
                <a:solidFill>
                  <a:srgbClr val="FFFFFF"/>
                </a:solidFill>
                <a:latin typeface="Bahnschrift"/>
                <a:ea typeface="Bahnschrift"/>
                <a:cs typeface="Bahnschrift"/>
              </a:rPr>
              <a:t>4 </a:t>
            </a:r>
            <a:r>
              <a:rPr sz="1950" b="1">
                <a:solidFill>
                  <a:srgbClr val="FFFFFF"/>
                </a:solidFill>
                <a:latin typeface="Bahnschrift"/>
                <a:ea typeface="Bahnschrift"/>
                <a:cs typeface="Bahnschrift"/>
              </a:rPr>
              <a:t>类</a:t>
            </a:r>
          </a:p>
        </p:txBody>
      </p:sp>
      <p:sp>
        <p:nvSpPr>
          <p:cNvPr id="75" name="">
            <a:extLst xmlns:a="http://schemas.openxmlformats.org/drawingml/2006/main">
              <a:ext uri="{FF2B5EF4-FFF2-40B4-BE49-F238E27FC236}">
                <a16:creationId xmlns:a16="http://schemas.microsoft.com/office/drawing/2014/main" id="{EE2AC213-6506-4DA6-A217-8FE7B5C1BB03}"/>
              </a:ext>
            </a:extLst>
          </p:cNvPr>
          <p:cNvSpPr>
            <a:spLocks xmlns:a="http://schemas.openxmlformats.org/drawingml/2006/main" noGrp="1"/>
          </p:cNvSpPr>
          <p:nvPr/>
        </p:nvSpPr>
        <p:spPr>
          <a:xfrm xmlns:a="http://schemas.openxmlformats.org/drawingml/2006/main">
            <a:off x="8267700" y="5410200"/>
            <a:ext cx="3486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C6DDFF"/>
                </a:solidFill>
                <a:latin typeface="微软雅黑"/>
                <a:ea typeface="微软雅黑"/>
                <a:cs typeface="微软雅黑"/>
              </a:defRPr>
            </a:pPr>
            <a:r>
              <a:rPr sz="900" b="0">
                <a:solidFill>
                  <a:srgbClr val="C6DDFF"/>
                </a:solidFill>
                <a:latin typeface="微软雅黑"/>
                <a:ea typeface="微软雅黑"/>
                <a:cs typeface="微软雅黑"/>
              </a:rPr>
              <a:t>角色：员工 </a:t>
            </a:r>
            <a:r>
              <a:rPr sz="900" b="0">
                <a:solidFill>
                  <a:srgbClr val="C6DDFF"/>
                </a:solidFill>
                <a:latin typeface="微软雅黑"/>
                <a:ea typeface="微软雅黑"/>
                <a:cs typeface="微软雅黑"/>
              </a:rPr>
              <a:t>/ </a:t>
            </a:r>
            <a:r>
              <a:rPr sz="900" b="0">
                <a:solidFill>
                  <a:srgbClr val="C6DDFF"/>
                </a:solidFill>
                <a:latin typeface="微软雅黑"/>
                <a:ea typeface="微软雅黑"/>
                <a:cs typeface="微软雅黑"/>
              </a:rPr>
              <a:t>班组长 </a:t>
            </a:r>
            <a:r>
              <a:rPr sz="900" b="0">
                <a:solidFill>
                  <a:srgbClr val="C6DDFF"/>
                </a:solidFill>
                <a:latin typeface="微软雅黑"/>
                <a:ea typeface="微软雅黑"/>
                <a:cs typeface="微软雅黑"/>
              </a:rPr>
              <a:t>/ </a:t>
            </a:r>
            <a:r>
              <a:rPr sz="900" b="0">
                <a:solidFill>
                  <a:srgbClr val="C6DDFF"/>
                </a:solidFill>
                <a:latin typeface="微软雅黑"/>
                <a:ea typeface="微软雅黑"/>
                <a:cs typeface="微软雅黑"/>
              </a:rPr>
              <a:t>管理者 </a:t>
            </a:r>
            <a:r>
              <a:rPr sz="900" b="0">
                <a:solidFill>
                  <a:srgbClr val="C6DDFF"/>
                </a:solidFill>
                <a:latin typeface="微软雅黑"/>
                <a:ea typeface="微软雅黑"/>
                <a:cs typeface="微软雅黑"/>
              </a:rPr>
              <a:t>/ </a:t>
            </a:r>
            <a:r>
              <a:rPr sz="900" b="0">
                <a:solidFill>
                  <a:srgbClr val="C6DDFF"/>
                </a:solidFill>
                <a:latin typeface="微软雅黑"/>
                <a:ea typeface="微软雅黑"/>
                <a:cs typeface="微软雅黑"/>
              </a:rPr>
              <a:t>管理员</a:t>
            </a:r>
          </a:p>
        </p:txBody>
      </p:sp>
      <p:sp>
        <p:nvSpPr>
          <p:cNvPr id="76" name="">
            <a:extLst xmlns:a="http://schemas.openxmlformats.org/drawingml/2006/main">
              <a:ext uri="{FF2B5EF4-FFF2-40B4-BE49-F238E27FC236}">
                <a16:creationId xmlns:a16="http://schemas.microsoft.com/office/drawing/2014/main" id="{729682C6-8298-410F-AB41-237AF82A4318}"/>
              </a:ext>
            </a:extLst>
          </p:cNvPr>
          <p:cNvSpPr>
            <a:spLocks xmlns:a="http://schemas.openxmlformats.org/drawingml/2006/main" noGrp="1"/>
          </p:cNvSpPr>
          <p:nvPr/>
        </p:nvSpPr>
        <p:spPr>
          <a:xfrm xmlns:a="http://schemas.openxmlformats.org/drawingml/2006/main">
            <a:off x="8267700" y="5676900"/>
            <a:ext cx="3486150" cy="9525"/>
          </a:xfrm>
          <a:prstGeom xmlns:a="http://schemas.openxmlformats.org/drawingml/2006/main" prst="rect">
            <a:avLst/>
          </a:prstGeom>
          <a:solidFill xmlns:a="http://schemas.openxmlformats.org/drawingml/2006/main">
            <a:srgbClr val="1763B8"/>
          </a:solidFill>
          <a:ln xmlns:a="http://schemas.openxmlformats.org/drawingml/2006/main">
            <a:noFill/>
          </a:ln>
        </p:spPr>
      </p:sp>
      <p:sp>
        <p:nvSpPr>
          <p:cNvPr id="77" name="">
            <a:extLst xmlns:a="http://schemas.openxmlformats.org/drawingml/2006/main">
              <a:ext uri="{FF2B5EF4-FFF2-40B4-BE49-F238E27FC236}">
                <a16:creationId xmlns:a16="http://schemas.microsoft.com/office/drawing/2014/main" id="{5310F45C-8021-4F4E-A9A9-28F6DCEEDFB1}"/>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78" name="">
            <a:extLst xmlns:a="http://schemas.openxmlformats.org/drawingml/2006/main">
              <a:ext uri="{FF2B5EF4-FFF2-40B4-BE49-F238E27FC236}">
                <a16:creationId xmlns:a16="http://schemas.microsoft.com/office/drawing/2014/main" id="{D3B3DEAB-20F1-4001-9D69-34A2B68FA71F}"/>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79" name="">
            <a:extLst xmlns:a="http://schemas.openxmlformats.org/drawingml/2006/main">
              <a:ext uri="{FF2B5EF4-FFF2-40B4-BE49-F238E27FC236}">
                <a16:creationId xmlns:a16="http://schemas.microsoft.com/office/drawing/2014/main" id="{8142F2D8-E5E3-4219-AAAC-8A0D25AC6445}"/>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80" name="">
            <a:extLst xmlns:a="http://schemas.openxmlformats.org/drawingml/2006/main">
              <a:ext uri="{FF2B5EF4-FFF2-40B4-BE49-F238E27FC236}">
                <a16:creationId xmlns:a16="http://schemas.microsoft.com/office/drawing/2014/main" id="{280C3AD0-D795-4CFF-847B-E7629FD8A699}"/>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81" name="">
            <a:extLst xmlns:a="http://schemas.openxmlformats.org/drawingml/2006/main">
              <a:ext uri="{FF2B5EF4-FFF2-40B4-BE49-F238E27FC236}">
                <a16:creationId xmlns:a16="http://schemas.microsoft.com/office/drawing/2014/main" id="{79701AFA-A15F-4CCD-A5BA-2844B5FEBF1C}"/>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23</a:t>
            </a:r>
          </a:p>
        </p:txBody>
      </p:sp>
    </p:spTree>
    <p:extLst>
      <p:ext uri="{BB962C8B-B14F-4D97-AF65-F5344CB8AC3E}">
        <p14:creationId xmlns:p14="http://schemas.microsoft.com/office/powerpoint/2010/main" val="1315706125"/>
      </p:ext>
    </p:extLst>
  </p:cSld>
</p:sld>
</file>

<file path=ppt/slides/slide24.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1306836948ed4c15"/>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9DEE4E7-4C16-4A8D-A474-47BF8581EF9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6B6364C4-306E-44E8-952D-85C3F57E87CA}"/>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7A924366-C233-4BA2-8CA0-42E8982BB45A}"/>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45FAD6A8-5082-4CF6-9827-02A1D270803C}"/>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4E05A365-CE15-4B45-A08D-F90B0D3470AD}"/>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43D23C01-96E7-4C8B-BA71-17BCC5FDC0AF}"/>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275B9120-DCFE-47CA-813F-4E8CBAFE716F}"/>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40D841D7-2C2A-413A-874D-C0E03A5EDF62}"/>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8178EDEA-9C5F-45C6-8E22-2458BC40D387}"/>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4FE0C8">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37EBFC4C-BBCC-4B68-8D99-6C75C90E33F2}"/>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4FE0C8">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218894F6-D6D5-44BD-A0DF-D2B9B04AD724}"/>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04528B86-1EF6-42B2-A7CB-8227349AA302}"/>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4FE0C8"/>
                </a:solidFill>
                <a:latin typeface="微软雅黑"/>
                <a:ea typeface="微软雅黑"/>
                <a:cs typeface="微软雅黑"/>
              </a:defRPr>
            </a:pPr>
            <a:r>
              <a:rPr sz="863" b="1" spc="1">
                <a:solidFill>
                  <a:srgbClr val="4FE0C8"/>
                </a:solidFill>
                <a:latin typeface="微软雅黑"/>
                <a:ea typeface="微软雅黑"/>
                <a:cs typeface="微软雅黑"/>
              </a:rPr>
              <a:t>04　</a:t>
            </a:r>
            <a:r>
              <a:rPr sz="863" b="1" spc="1">
                <a:solidFill>
                  <a:srgbClr val="4FE0C8"/>
                </a:solidFill>
                <a:latin typeface="微软雅黑"/>
                <a:ea typeface="微软雅黑"/>
                <a:cs typeface="微软雅黑"/>
              </a:rPr>
              <a:t>系统实现</a:t>
            </a:r>
          </a:p>
        </p:txBody>
      </p:sp>
      <p:sp>
        <p:nvSpPr>
          <p:cNvPr id="14" name="">
            <a:extLst xmlns:a="http://schemas.openxmlformats.org/drawingml/2006/main">
              <a:ext uri="{FF2B5EF4-FFF2-40B4-BE49-F238E27FC236}">
                <a16:creationId xmlns:a16="http://schemas.microsoft.com/office/drawing/2014/main" id="{D7372AB0-4460-4EF0-AE22-222A44CE9FCB}"/>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系统界面一 </a:t>
            </a:r>
            <a:r>
              <a:rPr sz="1800" b="1" spc="1">
                <a:solidFill>
                  <a:srgbClr val="FFFFFF"/>
                </a:solidFill>
                <a:latin typeface="微软雅黑"/>
                <a:ea typeface="微软雅黑"/>
                <a:cs typeface="微软雅黑"/>
              </a:rPr>
              <a:t>· </a:t>
            </a:r>
            <a:r>
              <a:rPr sz="1800" b="1" spc="1">
                <a:solidFill>
                  <a:srgbClr val="FFFFFF"/>
                </a:solidFill>
                <a:latin typeface="微软雅黑"/>
                <a:ea typeface="微软雅黑"/>
                <a:cs typeface="微软雅黑"/>
              </a:rPr>
              <a:t>员工工作台与差距建议</a:t>
            </a:r>
          </a:p>
        </p:txBody>
      </p:sp>
      <p:sp>
        <p:nvSpPr>
          <p:cNvPr id="15" name="">
            <a:extLst xmlns:a="http://schemas.openxmlformats.org/drawingml/2006/main">
              <a:ext uri="{FF2B5EF4-FFF2-40B4-BE49-F238E27FC236}">
                <a16:creationId xmlns:a16="http://schemas.microsoft.com/office/drawing/2014/main" id="{BF7DD872-D377-4F88-91F7-94802CD4894E}"/>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E43BA1B8-CB31-4834-AA44-BF327652C9D4}"/>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DCF91DC1-A471-4206-8C59-49614DF6E4E6}"/>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B79D613A-20C5-4527-96A7-AE44ADBD8CC3}"/>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0568FF40-3128-4196-B81E-5A53FFDFA237}"/>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员工登录后看到的第一屏不是课程列表，而是「我差在哪、下一步该补什么」。</a:t>
            </a:r>
          </a:p>
        </p:txBody>
      </p:sp>
      <p:sp>
        <p:nvSpPr>
          <p:cNvPr id="20" name="">
            <a:extLst xmlns:a="http://schemas.openxmlformats.org/drawingml/2006/main">
              <a:ext uri="{FF2B5EF4-FFF2-40B4-BE49-F238E27FC236}">
                <a16:creationId xmlns:a16="http://schemas.microsoft.com/office/drawing/2014/main" id="{33F36FD5-2BA0-4C6D-BE06-03BC20D0E4D9}"/>
              </a:ext>
            </a:extLst>
          </p:cNvPr>
          <p:cNvSpPr>
            <a:spLocks xmlns:a="http://schemas.openxmlformats.org/drawingml/2006/main" noGrp="1"/>
          </p:cNvSpPr>
          <p:nvPr/>
        </p:nvSpPr>
        <p:spPr>
          <a:xfrm xmlns:a="http://schemas.openxmlformats.org/drawingml/2006/main">
            <a:off x="285750" y="1333500"/>
            <a:ext cx="6667500" cy="3390900"/>
          </a:xfrm>
          <a:prstGeom xmlns:a="http://schemas.openxmlformats.org/drawingml/2006/main" prst="roundRect">
            <a:avLst>
              <a:gd name="adj" fmla="val 2528"/>
            </a:avLst>
          </a:prstGeom>
          <a:gradFill xmlns:a="http://schemas.openxmlformats.org/drawingml/2006/main">
            <a:gsLst>
              <a:gs pos="0">
                <a:srgbClr val="ECF4FF"/>
              </a:gs>
              <a:gs pos="62000">
                <a:srgbClr val="EAF3FF"/>
              </a:gs>
              <a:gs pos="100000">
                <a:srgbClr val="B7BEC7"/>
              </a:gs>
            </a:gsLst>
            <a:lin ang="8100000"/>
          </a:gradFill>
          <a:ln xmlns:a="http://schemas.openxmlformats.org/drawingml/2006/main" w="9525">
            <a:solidFill>
              <a:srgbClr val="7FC4FF"/>
            </a:solidFill>
            <a:prstDash val="solid"/>
          </a:ln>
        </p:spPr>
      </p:sp>
      <p:pic>
        <p:nvPicPr>
          <p:cNvPr id="62" name=""/>
          <p:cNvPicPr>
            <a:picLocks xmlns:a="http://schemas.openxmlformats.org/drawingml/2006/main" noChangeAspect="1"/>
          </p:cNvPicPr>
          <p:nvPr/>
        </p:nvPicPr>
        <p:blipFill>
          <a:blip xmlns:r="http://schemas.openxmlformats.org/officeDocument/2006/relationships" xmlns:a="http://schemas.openxmlformats.org/drawingml/2006/main" r:embed="R64195d351ec64c3e"/>
          <a:stretch xmlns:a="http://schemas.openxmlformats.org/drawingml/2006/main"/>
        </p:blipFill>
        <p:spPr>
          <a:xfrm xmlns:a="http://schemas.openxmlformats.org/drawingml/2006/main">
            <a:off x="469018" y="1390650"/>
            <a:ext cx="6300964" cy="3276600"/>
          </a:xfrm>
          <a:prstGeom xmlns:a="http://schemas.openxmlformats.org/drawingml/2006/main" prst="roundRect">
            <a:avLst>
              <a:gd name="adj" fmla="val 1744"/>
            </a:avLst>
          </a:prstGeom>
        </p:spPr>
      </p:pic>
      <p:sp>
        <p:nvSpPr>
          <p:cNvPr id="22" name="">
            <a:extLst xmlns:a="http://schemas.openxmlformats.org/drawingml/2006/main">
              <a:ext uri="{FF2B5EF4-FFF2-40B4-BE49-F238E27FC236}">
                <a16:creationId xmlns:a16="http://schemas.microsoft.com/office/drawing/2014/main" id="{8B884E56-40A4-4544-AC3B-9074DCF56103}"/>
              </a:ext>
            </a:extLst>
          </p:cNvPr>
          <p:cNvSpPr>
            <a:spLocks xmlns:a="http://schemas.openxmlformats.org/drawingml/2006/main" noGrp="1"/>
          </p:cNvSpPr>
          <p:nvPr/>
        </p:nvSpPr>
        <p:spPr>
          <a:xfrm xmlns:a="http://schemas.openxmlformats.org/drawingml/2006/main">
            <a:off x="285750" y="4781550"/>
            <a:ext cx="6667500" cy="381000"/>
          </a:xfrm>
          <a:prstGeom xmlns:a="http://schemas.openxmlformats.org/drawingml/2006/main" prst="roundRect">
            <a:avLst>
              <a:gd name="adj" fmla="val 225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3" name="">
            <a:extLst xmlns:a="http://schemas.openxmlformats.org/drawingml/2006/main">
              <a:ext uri="{FF2B5EF4-FFF2-40B4-BE49-F238E27FC236}">
                <a16:creationId xmlns:a16="http://schemas.microsoft.com/office/drawing/2014/main" id="{0F51DC29-46CE-4DAE-99CB-28E67227DC65}"/>
              </a:ext>
            </a:extLst>
          </p:cNvPr>
          <p:cNvSpPr>
            <a:spLocks xmlns:a="http://schemas.openxmlformats.org/drawingml/2006/main" noGrp="1"/>
          </p:cNvSpPr>
          <p:nvPr/>
        </p:nvSpPr>
        <p:spPr>
          <a:xfrm xmlns:a="http://schemas.openxmlformats.org/drawingml/2006/main">
            <a:off x="419100" y="4781550"/>
            <a:ext cx="64008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863" b="0">
                <a:solidFill>
                  <a:srgbClr val="FFD24A"/>
                </a:solidFill>
                <a:latin typeface="微软雅黑"/>
                <a:ea typeface="微软雅黑"/>
                <a:cs typeface="微软雅黑"/>
              </a:defRPr>
            </a:pPr>
            <a:r>
              <a:rPr sz="863" b="0">
                <a:solidFill>
                  <a:srgbClr val="FFD24A"/>
                </a:solidFill>
                <a:latin typeface="微软雅黑"/>
                <a:ea typeface="微软雅黑"/>
                <a:cs typeface="微软雅黑"/>
              </a:rPr>
              <a:t>本图证明：技能雷达把「岗位要求 </a:t>
            </a:r>
            <a:r>
              <a:rPr sz="863" b="0">
                <a:solidFill>
                  <a:srgbClr val="FFD24A"/>
                </a:solidFill>
                <a:latin typeface="微软雅黑"/>
                <a:ea typeface="微软雅黑"/>
                <a:cs typeface="微软雅黑"/>
              </a:rPr>
              <a:t>L3 / </a:t>
            </a:r>
            <a:r>
              <a:rPr sz="863" b="0">
                <a:solidFill>
                  <a:srgbClr val="FFD24A"/>
                </a:solidFill>
                <a:latin typeface="微软雅黑"/>
                <a:ea typeface="微软雅黑"/>
                <a:cs typeface="微软雅黑"/>
              </a:rPr>
              <a:t>当前 </a:t>
            </a:r>
            <a:r>
              <a:rPr sz="863" b="0">
                <a:solidFill>
                  <a:srgbClr val="FFD24A"/>
                </a:solidFill>
                <a:latin typeface="微软雅黑"/>
                <a:ea typeface="微软雅黑"/>
                <a:cs typeface="微软雅黑"/>
              </a:rPr>
              <a:t>L1</a:t>
            </a:r>
            <a:r>
              <a:rPr sz="863" b="0">
                <a:solidFill>
                  <a:srgbClr val="FFD24A"/>
                </a:solidFill>
                <a:latin typeface="微软雅黑"/>
                <a:ea typeface="微软雅黑"/>
                <a:cs typeface="微软雅黑"/>
              </a:rPr>
              <a:t>」直接画在一张图上，员工一眼就能看到差距项与达标项。</a:t>
            </a:r>
          </a:p>
        </p:txBody>
      </p:sp>
      <p:sp>
        <p:nvSpPr>
          <p:cNvPr id="24" name="">
            <a:extLst xmlns:a="http://schemas.openxmlformats.org/drawingml/2006/main">
              <a:ext uri="{FF2B5EF4-FFF2-40B4-BE49-F238E27FC236}">
                <a16:creationId xmlns:a16="http://schemas.microsoft.com/office/drawing/2014/main" id="{4766D453-2B2B-4471-BCE4-EEC3124B586E}"/>
              </a:ext>
            </a:extLst>
          </p:cNvPr>
          <p:cNvSpPr>
            <a:spLocks xmlns:a="http://schemas.openxmlformats.org/drawingml/2006/main" noGrp="1"/>
          </p:cNvSpPr>
          <p:nvPr/>
        </p:nvSpPr>
        <p:spPr>
          <a:xfrm xmlns:a="http://schemas.openxmlformats.org/drawingml/2006/main">
            <a:off x="7124700" y="1333500"/>
            <a:ext cx="4781550" cy="3390900"/>
          </a:xfrm>
          <a:prstGeom xmlns:a="http://schemas.openxmlformats.org/drawingml/2006/main" prst="roundRect">
            <a:avLst>
              <a:gd name="adj" fmla="val 2528"/>
            </a:avLst>
          </a:prstGeom>
          <a:gradFill xmlns:a="http://schemas.openxmlformats.org/drawingml/2006/main">
            <a:gsLst>
              <a:gs pos="0">
                <a:srgbClr val="ECF4FF"/>
              </a:gs>
              <a:gs pos="62000">
                <a:srgbClr val="EAF3FF"/>
              </a:gs>
              <a:gs pos="100000">
                <a:srgbClr val="B7BEC7"/>
              </a:gs>
            </a:gsLst>
            <a:lin ang="8100000"/>
          </a:gradFill>
          <a:ln xmlns:a="http://schemas.openxmlformats.org/drawingml/2006/main" w="9525">
            <a:solidFill>
              <a:srgbClr val="7FC4FF"/>
            </a:solidFill>
            <a:prstDash val="solid"/>
          </a:ln>
        </p:spPr>
      </p:sp>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a8813e453c5b41e8"/>
          <a:stretch xmlns:a="http://schemas.openxmlformats.org/drawingml/2006/main"/>
        </p:blipFill>
        <p:spPr>
          <a:xfrm xmlns:a="http://schemas.openxmlformats.org/drawingml/2006/main">
            <a:off x="7455791" y="1390650"/>
            <a:ext cx="4119367" cy="3276600"/>
          </a:xfrm>
          <a:prstGeom xmlns:a="http://schemas.openxmlformats.org/drawingml/2006/main" prst="roundRect">
            <a:avLst>
              <a:gd name="adj" fmla="val 1744"/>
            </a:avLst>
          </a:prstGeom>
        </p:spPr>
      </p:pic>
      <p:sp>
        <p:nvSpPr>
          <p:cNvPr id="26" name="">
            <a:extLst xmlns:a="http://schemas.openxmlformats.org/drawingml/2006/main">
              <a:ext uri="{FF2B5EF4-FFF2-40B4-BE49-F238E27FC236}">
                <a16:creationId xmlns:a16="http://schemas.microsoft.com/office/drawing/2014/main" id="{48B4D729-275F-40C5-8DE3-3B263BB264A0}"/>
              </a:ext>
            </a:extLst>
          </p:cNvPr>
          <p:cNvSpPr>
            <a:spLocks xmlns:a="http://schemas.openxmlformats.org/drawingml/2006/main" noGrp="1"/>
          </p:cNvSpPr>
          <p:nvPr/>
        </p:nvSpPr>
        <p:spPr>
          <a:xfrm xmlns:a="http://schemas.openxmlformats.org/drawingml/2006/main">
            <a:off x="7124700" y="4781550"/>
            <a:ext cx="4781550" cy="381000"/>
          </a:xfrm>
          <a:prstGeom xmlns:a="http://schemas.openxmlformats.org/drawingml/2006/main" prst="roundRect">
            <a:avLst>
              <a:gd name="adj" fmla="val 225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7" name="">
            <a:extLst xmlns:a="http://schemas.openxmlformats.org/drawingml/2006/main">
              <a:ext uri="{FF2B5EF4-FFF2-40B4-BE49-F238E27FC236}">
                <a16:creationId xmlns:a16="http://schemas.microsoft.com/office/drawing/2014/main" id="{66138472-BF97-45C2-BDCC-05C090814E3D}"/>
              </a:ext>
            </a:extLst>
          </p:cNvPr>
          <p:cNvSpPr>
            <a:spLocks xmlns:a="http://schemas.openxmlformats.org/drawingml/2006/main" noGrp="1"/>
          </p:cNvSpPr>
          <p:nvPr/>
        </p:nvSpPr>
        <p:spPr>
          <a:xfrm xmlns:a="http://schemas.openxmlformats.org/drawingml/2006/main">
            <a:off x="7258050" y="4781550"/>
            <a:ext cx="451485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863" b="0">
                <a:solidFill>
                  <a:srgbClr val="FFD24A"/>
                </a:solidFill>
                <a:latin typeface="微软雅黑"/>
                <a:ea typeface="微软雅黑"/>
                <a:cs typeface="微软雅黑"/>
              </a:defRPr>
            </a:pPr>
            <a:r>
              <a:rPr sz="863" b="0">
                <a:solidFill>
                  <a:srgbClr val="FFD24A"/>
                </a:solidFill>
                <a:latin typeface="微软雅黑"/>
                <a:ea typeface="微软雅黑"/>
                <a:cs typeface="微软雅黑"/>
              </a:rPr>
              <a:t>本图证明：差距与建议页把个人欠缺逐条列出（技能缺失 </a:t>
            </a:r>
            <a:r>
              <a:rPr sz="863" b="0">
                <a:solidFill>
                  <a:srgbClr val="FFD24A"/>
                </a:solidFill>
                <a:latin typeface="微软雅黑"/>
                <a:ea typeface="微软雅黑"/>
                <a:cs typeface="微软雅黑"/>
              </a:rPr>
              <a:t>/ </a:t>
            </a:r>
            <a:r>
              <a:rPr sz="863" b="0">
                <a:solidFill>
                  <a:srgbClr val="FFD24A"/>
                </a:solidFill>
                <a:latin typeface="微软雅黑"/>
                <a:ea typeface="微软雅黑"/>
                <a:cs typeface="微软雅黑"/>
              </a:rPr>
              <a:t>知识缺失 </a:t>
            </a:r>
            <a:r>
              <a:rPr sz="863" b="0">
                <a:solidFill>
                  <a:srgbClr val="FFD24A"/>
                </a:solidFill>
                <a:latin typeface="微软雅黑"/>
                <a:ea typeface="微软雅黑"/>
                <a:cs typeface="微软雅黑"/>
              </a:rPr>
              <a:t>/ </a:t>
            </a:r>
            <a:r>
              <a:rPr sz="863" b="0">
                <a:solidFill>
                  <a:srgbClr val="FFD24A"/>
                </a:solidFill>
                <a:latin typeface="微软雅黑"/>
                <a:ea typeface="微软雅黑"/>
                <a:cs typeface="微软雅黑"/>
              </a:rPr>
              <a:t>经验缺失），并给出对应的学习计划，而不是只给一个总分。</a:t>
            </a:r>
          </a:p>
        </p:txBody>
      </p:sp>
      <p:sp>
        <p:nvSpPr>
          <p:cNvPr id="28" name="">
            <a:extLst xmlns:a="http://schemas.openxmlformats.org/drawingml/2006/main">
              <a:ext uri="{FF2B5EF4-FFF2-40B4-BE49-F238E27FC236}">
                <a16:creationId xmlns:a16="http://schemas.microsoft.com/office/drawing/2014/main" id="{57E50628-3786-4927-BBDF-015EEE0498C5}"/>
              </a:ext>
            </a:extLst>
          </p:cNvPr>
          <p:cNvSpPr>
            <a:spLocks xmlns:a="http://schemas.openxmlformats.org/drawingml/2006/main" noGrp="1"/>
          </p:cNvSpPr>
          <p:nvPr/>
        </p:nvSpPr>
        <p:spPr>
          <a:xfrm xmlns:a="http://schemas.openxmlformats.org/drawingml/2006/main">
            <a:off x="285750" y="5162550"/>
            <a:ext cx="11620500" cy="1238250"/>
          </a:xfrm>
          <a:prstGeom xmlns:a="http://schemas.openxmlformats.org/drawingml/2006/main" prst="roundRect">
            <a:avLst>
              <a:gd name="adj" fmla="val 692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29" name="">
            <a:extLst xmlns:a="http://schemas.openxmlformats.org/drawingml/2006/main">
              <a:ext uri="{FF2B5EF4-FFF2-40B4-BE49-F238E27FC236}">
                <a16:creationId xmlns:a16="http://schemas.microsoft.com/office/drawing/2014/main" id="{4A3FB9C2-FDF1-4775-9913-CF08F10945B5}"/>
              </a:ext>
            </a:extLst>
          </p:cNvPr>
          <p:cNvSpPr>
            <a:spLocks xmlns:a="http://schemas.openxmlformats.org/drawingml/2006/main" noGrp="1"/>
          </p:cNvSpPr>
          <p:nvPr/>
        </p:nvSpPr>
        <p:spPr>
          <a:xfrm xmlns:a="http://schemas.openxmlformats.org/drawingml/2006/main">
            <a:off x="457200" y="5295900"/>
            <a:ext cx="10477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FFD24A"/>
                </a:solidFill>
                <a:latin typeface="微软雅黑"/>
                <a:ea typeface="微软雅黑"/>
                <a:cs typeface="微软雅黑"/>
              </a:defRPr>
            </a:pPr>
            <a:r>
              <a:rPr sz="900" b="1">
                <a:solidFill>
                  <a:srgbClr val="FFD24A"/>
                </a:solidFill>
                <a:latin typeface="微软雅黑"/>
                <a:ea typeface="微软雅黑"/>
                <a:cs typeface="微软雅黑"/>
              </a:rPr>
              <a:t>差距来源</a:t>
            </a:r>
          </a:p>
        </p:txBody>
      </p:sp>
      <p:sp>
        <p:nvSpPr>
          <p:cNvPr id="30" name="">
            <a:extLst xmlns:a="http://schemas.openxmlformats.org/drawingml/2006/main">
              <a:ext uri="{FF2B5EF4-FFF2-40B4-BE49-F238E27FC236}">
                <a16:creationId xmlns:a16="http://schemas.microsoft.com/office/drawing/2014/main" id="{A49146E0-7284-4AC4-9561-F0497EEFEB81}"/>
              </a:ext>
            </a:extLst>
          </p:cNvPr>
          <p:cNvSpPr>
            <a:spLocks xmlns:a="http://schemas.openxmlformats.org/drawingml/2006/main" noGrp="1"/>
          </p:cNvSpPr>
          <p:nvPr/>
        </p:nvSpPr>
        <p:spPr>
          <a:xfrm xmlns:a="http://schemas.openxmlformats.org/drawingml/2006/main">
            <a:off x="1504950" y="5295900"/>
            <a:ext cx="45720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岗位要求、考试成绩、实操报告、工单表现、师傅评价</a:t>
            </a:r>
          </a:p>
        </p:txBody>
      </p:sp>
      <p:sp>
        <p:nvSpPr>
          <p:cNvPr id="31" name="">
            <a:extLst xmlns:a="http://schemas.openxmlformats.org/drawingml/2006/main">
              <a:ext uri="{FF2B5EF4-FFF2-40B4-BE49-F238E27FC236}">
                <a16:creationId xmlns:a16="http://schemas.microsoft.com/office/drawing/2014/main" id="{18916743-C3BF-45A3-9C54-4758EFD28B02}"/>
              </a:ext>
            </a:extLst>
          </p:cNvPr>
          <p:cNvSpPr>
            <a:spLocks xmlns:a="http://schemas.openxmlformats.org/drawingml/2006/main" noGrp="1"/>
          </p:cNvSpPr>
          <p:nvPr/>
        </p:nvSpPr>
        <p:spPr>
          <a:xfrm xmlns:a="http://schemas.openxmlformats.org/drawingml/2006/main">
            <a:off x="6210300" y="5295900"/>
            <a:ext cx="10477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FFD24A"/>
                </a:solidFill>
                <a:latin typeface="微软雅黑"/>
                <a:ea typeface="微软雅黑"/>
                <a:cs typeface="微软雅黑"/>
              </a:defRPr>
            </a:pPr>
            <a:r>
              <a:rPr sz="900" b="1">
                <a:solidFill>
                  <a:srgbClr val="FFD24A"/>
                </a:solidFill>
                <a:latin typeface="微软雅黑"/>
                <a:ea typeface="微软雅黑"/>
                <a:cs typeface="微软雅黑"/>
              </a:rPr>
              <a:t>欠缺分类</a:t>
            </a:r>
          </a:p>
        </p:txBody>
      </p:sp>
      <p:sp>
        <p:nvSpPr>
          <p:cNvPr id="32" name="">
            <a:extLst xmlns:a="http://schemas.openxmlformats.org/drawingml/2006/main">
              <a:ext uri="{FF2B5EF4-FFF2-40B4-BE49-F238E27FC236}">
                <a16:creationId xmlns:a16="http://schemas.microsoft.com/office/drawing/2014/main" id="{57560766-428E-4C9D-A57C-672AB04E5A68}"/>
              </a:ext>
            </a:extLst>
          </p:cNvPr>
          <p:cNvSpPr>
            <a:spLocks xmlns:a="http://schemas.openxmlformats.org/drawingml/2006/main" noGrp="1"/>
          </p:cNvSpPr>
          <p:nvPr/>
        </p:nvSpPr>
        <p:spPr>
          <a:xfrm xmlns:a="http://schemas.openxmlformats.org/drawingml/2006/main">
            <a:off x="7258050" y="5295900"/>
            <a:ext cx="45720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技能缺失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知识缺失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经验缺失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证书过期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安全短板</a:t>
            </a:r>
          </a:p>
        </p:txBody>
      </p:sp>
      <p:sp>
        <p:nvSpPr>
          <p:cNvPr id="33" name="">
            <a:extLst xmlns:a="http://schemas.openxmlformats.org/drawingml/2006/main">
              <a:ext uri="{FF2B5EF4-FFF2-40B4-BE49-F238E27FC236}">
                <a16:creationId xmlns:a16="http://schemas.microsoft.com/office/drawing/2014/main" id="{EABB36CA-5780-421C-906D-F14F8E1ABFB2}"/>
              </a:ext>
            </a:extLst>
          </p:cNvPr>
          <p:cNvSpPr>
            <a:spLocks xmlns:a="http://schemas.openxmlformats.org/drawingml/2006/main" noGrp="1"/>
          </p:cNvSpPr>
          <p:nvPr/>
        </p:nvSpPr>
        <p:spPr>
          <a:xfrm xmlns:a="http://schemas.openxmlformats.org/drawingml/2006/main">
            <a:off x="457200" y="5810250"/>
            <a:ext cx="10477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FFD24A"/>
                </a:solidFill>
                <a:latin typeface="微软雅黑"/>
                <a:ea typeface="微软雅黑"/>
                <a:cs typeface="微软雅黑"/>
              </a:defRPr>
            </a:pPr>
            <a:r>
              <a:rPr sz="900" b="1">
                <a:solidFill>
                  <a:srgbClr val="FFD24A"/>
                </a:solidFill>
                <a:latin typeface="微软雅黑"/>
                <a:ea typeface="微软雅黑"/>
                <a:cs typeface="微软雅黑"/>
              </a:rPr>
              <a:t>欠缺原因</a:t>
            </a:r>
          </a:p>
        </p:txBody>
      </p:sp>
      <p:sp>
        <p:nvSpPr>
          <p:cNvPr id="34" name="">
            <a:extLst xmlns:a="http://schemas.openxmlformats.org/drawingml/2006/main">
              <a:ext uri="{FF2B5EF4-FFF2-40B4-BE49-F238E27FC236}">
                <a16:creationId xmlns:a16="http://schemas.microsoft.com/office/drawing/2014/main" id="{B8BF04DE-A1F5-4D3E-B669-A30039ADC6BB}"/>
              </a:ext>
            </a:extLst>
          </p:cNvPr>
          <p:cNvSpPr>
            <a:spLocks xmlns:a="http://schemas.openxmlformats.org/drawingml/2006/main" noGrp="1"/>
          </p:cNvSpPr>
          <p:nvPr/>
        </p:nvSpPr>
        <p:spPr>
          <a:xfrm xmlns:a="http://schemas.openxmlformats.org/drawingml/2006/main">
            <a:off x="1504950" y="5810250"/>
            <a:ext cx="45720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如「继保考试 </a:t>
            </a:r>
            <a:r>
              <a:rPr sz="900" b="0">
                <a:solidFill>
                  <a:srgbClr val="EEF5FF"/>
                </a:solidFill>
                <a:latin typeface="微软雅黑"/>
                <a:ea typeface="微软雅黑"/>
                <a:cs typeface="微软雅黑"/>
              </a:rPr>
              <a:t>62 </a:t>
            </a:r>
            <a:r>
              <a:rPr sz="900" b="0">
                <a:solidFill>
                  <a:srgbClr val="EEF5FF"/>
                </a:solidFill>
                <a:latin typeface="微软雅黑"/>
                <a:ea typeface="微软雅黑"/>
                <a:cs typeface="微软雅黑"/>
              </a:rPr>
              <a:t>分」「实操报告写误读软压板」「未按 </a:t>
            </a:r>
            <a:r>
              <a:rPr sz="900" b="0">
                <a:solidFill>
                  <a:srgbClr val="EEF5FF"/>
                </a:solidFill>
                <a:latin typeface="微软雅黑"/>
                <a:ea typeface="微软雅黑"/>
                <a:cs typeface="微软雅黑"/>
              </a:rPr>
              <a:t>SOP </a:t>
            </a:r>
            <a:r>
              <a:rPr sz="900" b="0">
                <a:solidFill>
                  <a:srgbClr val="EEF5FF"/>
                </a:solidFill>
                <a:latin typeface="微软雅黑"/>
                <a:ea typeface="微软雅黑"/>
                <a:cs typeface="微软雅黑"/>
              </a:rPr>
              <a:t>准备」</a:t>
            </a:r>
          </a:p>
        </p:txBody>
      </p:sp>
      <p:sp>
        <p:nvSpPr>
          <p:cNvPr id="35" name="">
            <a:extLst xmlns:a="http://schemas.openxmlformats.org/drawingml/2006/main">
              <a:ext uri="{FF2B5EF4-FFF2-40B4-BE49-F238E27FC236}">
                <a16:creationId xmlns:a16="http://schemas.microsoft.com/office/drawing/2014/main" id="{6B9978AA-166B-4EAE-969D-9D851E6FB901}"/>
              </a:ext>
            </a:extLst>
          </p:cNvPr>
          <p:cNvSpPr>
            <a:spLocks xmlns:a="http://schemas.openxmlformats.org/drawingml/2006/main" noGrp="1"/>
          </p:cNvSpPr>
          <p:nvPr/>
        </p:nvSpPr>
        <p:spPr>
          <a:xfrm xmlns:a="http://schemas.openxmlformats.org/drawingml/2006/main">
            <a:off x="6210300" y="5810250"/>
            <a:ext cx="10477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FFD24A"/>
                </a:solidFill>
                <a:latin typeface="微软雅黑"/>
                <a:ea typeface="微软雅黑"/>
                <a:cs typeface="微软雅黑"/>
              </a:defRPr>
            </a:pPr>
            <a:r>
              <a:rPr sz="900" b="1">
                <a:solidFill>
                  <a:srgbClr val="FFD24A"/>
                </a:solidFill>
                <a:latin typeface="微软雅黑"/>
                <a:ea typeface="微软雅黑"/>
                <a:cs typeface="微软雅黑"/>
              </a:rPr>
              <a:t>输出</a:t>
            </a:r>
          </a:p>
        </p:txBody>
      </p:sp>
      <p:sp>
        <p:nvSpPr>
          <p:cNvPr id="36" name="">
            <a:extLst xmlns:a="http://schemas.openxmlformats.org/drawingml/2006/main">
              <a:ext uri="{FF2B5EF4-FFF2-40B4-BE49-F238E27FC236}">
                <a16:creationId xmlns:a16="http://schemas.microsoft.com/office/drawing/2014/main" id="{E3F05DD6-1768-4360-B087-FDD36E68F79A}"/>
              </a:ext>
            </a:extLst>
          </p:cNvPr>
          <p:cNvSpPr>
            <a:spLocks xmlns:a="http://schemas.openxmlformats.org/drawingml/2006/main" noGrp="1"/>
          </p:cNvSpPr>
          <p:nvPr/>
        </p:nvSpPr>
        <p:spPr>
          <a:xfrm xmlns:a="http://schemas.openxmlformats.org/drawingml/2006/main">
            <a:off x="7258050" y="5810250"/>
            <a:ext cx="45720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学习计划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推荐课程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带教安排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模拟考（由规则引擎生成，带 </a:t>
            </a:r>
            <a:r>
              <a:rPr sz="900" b="0">
                <a:solidFill>
                  <a:srgbClr val="EEF5FF"/>
                </a:solidFill>
                <a:latin typeface="微软雅黑"/>
                <a:ea typeface="微软雅黑"/>
                <a:cs typeface="微软雅黑"/>
              </a:rPr>
              <a:t>rule_code</a:t>
            </a:r>
            <a:r>
              <a:rPr sz="900" b="0">
                <a:solidFill>
                  <a:srgbClr val="EEF5FF"/>
                </a:solidFill>
                <a:latin typeface="微软雅黑"/>
                <a:ea typeface="微软雅黑"/>
                <a:cs typeface="微软雅黑"/>
              </a:rPr>
              <a:t>）</a:t>
            </a:r>
          </a:p>
        </p:txBody>
      </p:sp>
      <p:sp>
        <p:nvSpPr>
          <p:cNvPr id="37" name="">
            <a:extLst xmlns:a="http://schemas.openxmlformats.org/drawingml/2006/main">
              <a:ext uri="{FF2B5EF4-FFF2-40B4-BE49-F238E27FC236}">
                <a16:creationId xmlns:a16="http://schemas.microsoft.com/office/drawing/2014/main" id="{5DACE82A-F13E-43BA-9326-16C736379C14}"/>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38" name="">
            <a:extLst xmlns:a="http://schemas.openxmlformats.org/drawingml/2006/main">
              <a:ext uri="{FF2B5EF4-FFF2-40B4-BE49-F238E27FC236}">
                <a16:creationId xmlns:a16="http://schemas.microsoft.com/office/drawing/2014/main" id="{4663C5CA-059D-4398-BFD7-362D2FE3E511}"/>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39" name="">
            <a:extLst xmlns:a="http://schemas.openxmlformats.org/drawingml/2006/main">
              <a:ext uri="{FF2B5EF4-FFF2-40B4-BE49-F238E27FC236}">
                <a16:creationId xmlns:a16="http://schemas.microsoft.com/office/drawing/2014/main" id="{7E281C6C-059F-44C9-91B7-1389D8DEB7A9}"/>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40" name="">
            <a:extLst xmlns:a="http://schemas.openxmlformats.org/drawingml/2006/main">
              <a:ext uri="{FF2B5EF4-FFF2-40B4-BE49-F238E27FC236}">
                <a16:creationId xmlns:a16="http://schemas.microsoft.com/office/drawing/2014/main" id="{B565D335-F7CF-4A94-AE33-AAD51751186A}"/>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41" name="">
            <a:extLst xmlns:a="http://schemas.openxmlformats.org/drawingml/2006/main">
              <a:ext uri="{FF2B5EF4-FFF2-40B4-BE49-F238E27FC236}">
                <a16:creationId xmlns:a16="http://schemas.microsoft.com/office/drawing/2014/main" id="{F66D6D03-2F09-43E8-A9D9-6C2940CCE4E4}"/>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24</a:t>
            </a:r>
          </a:p>
        </p:txBody>
      </p:sp>
    </p:spTree>
    <p:extLst>
      <p:ext uri="{BB962C8B-B14F-4D97-AF65-F5344CB8AC3E}">
        <p14:creationId xmlns:p14="http://schemas.microsoft.com/office/powerpoint/2010/main" val="412041555"/>
      </p:ext>
    </p:extLst>
  </p:cSld>
</p:sld>
</file>

<file path=ppt/slides/slide25.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f3594a5f402147bc"/>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3D21ED0-CA19-4F57-80B6-F0B8D764152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16F56ACE-83E7-48D6-815E-B87E47AFC702}"/>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52A5C23C-B96A-443D-812C-223C009C6AD9}"/>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6E376F3A-DCD0-4A7C-8E77-1D3F1CD734F4}"/>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048B13FD-2363-40FD-8F55-5AEF14AE4734}"/>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16742E0B-30BD-401D-98A8-7A11D0BC812C}"/>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BA4CDE24-AA05-421B-A45E-1606585A9ED1}"/>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CA0F382A-8FE9-4E19-B056-B5B3ABEDD12B}"/>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95B21CAC-4B13-4E3E-A1EA-2BA272695B25}"/>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4FE0C8">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693C9727-A641-4854-8967-33198BD777A6}"/>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4FE0C8">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4143CDB9-B789-4203-9030-6025FE8CCB35}"/>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1BD17902-1D88-4CC2-AB89-BEECD345A944}"/>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4FE0C8"/>
                </a:solidFill>
                <a:latin typeface="微软雅黑"/>
                <a:ea typeface="微软雅黑"/>
                <a:cs typeface="微软雅黑"/>
              </a:defRPr>
            </a:pPr>
            <a:r>
              <a:rPr sz="863" b="1" spc="1">
                <a:solidFill>
                  <a:srgbClr val="4FE0C8"/>
                </a:solidFill>
                <a:latin typeface="微软雅黑"/>
                <a:ea typeface="微软雅黑"/>
                <a:cs typeface="微软雅黑"/>
              </a:rPr>
              <a:t>04　</a:t>
            </a:r>
            <a:r>
              <a:rPr sz="863" b="1" spc="1">
                <a:solidFill>
                  <a:srgbClr val="4FE0C8"/>
                </a:solidFill>
                <a:latin typeface="微软雅黑"/>
                <a:ea typeface="微软雅黑"/>
                <a:cs typeface="微软雅黑"/>
              </a:rPr>
              <a:t>系统实现</a:t>
            </a:r>
          </a:p>
        </p:txBody>
      </p:sp>
      <p:sp>
        <p:nvSpPr>
          <p:cNvPr id="14" name="">
            <a:extLst xmlns:a="http://schemas.openxmlformats.org/drawingml/2006/main">
              <a:ext uri="{FF2B5EF4-FFF2-40B4-BE49-F238E27FC236}">
                <a16:creationId xmlns:a16="http://schemas.microsoft.com/office/drawing/2014/main" id="{CE8481C0-1102-4C35-B25C-E4CF9EC042AA}"/>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系统界面二 </a:t>
            </a:r>
            <a:r>
              <a:rPr sz="1800" b="1" spc="1">
                <a:solidFill>
                  <a:srgbClr val="FFFFFF"/>
                </a:solidFill>
                <a:latin typeface="微软雅黑"/>
                <a:ea typeface="微软雅黑"/>
                <a:cs typeface="微软雅黑"/>
              </a:rPr>
              <a:t>· </a:t>
            </a:r>
            <a:r>
              <a:rPr sz="1800" b="1" spc="1">
                <a:solidFill>
                  <a:srgbClr val="FFFFFF"/>
                </a:solidFill>
                <a:latin typeface="微软雅黑"/>
                <a:ea typeface="微软雅黑"/>
                <a:cs typeface="微软雅黑"/>
              </a:rPr>
              <a:t>组卷考试与个性化学习计划</a:t>
            </a:r>
          </a:p>
        </p:txBody>
      </p:sp>
      <p:sp>
        <p:nvSpPr>
          <p:cNvPr id="15" name="">
            <a:extLst xmlns:a="http://schemas.openxmlformats.org/drawingml/2006/main">
              <a:ext uri="{FF2B5EF4-FFF2-40B4-BE49-F238E27FC236}">
                <a16:creationId xmlns:a16="http://schemas.microsoft.com/office/drawing/2014/main" id="{D3473382-8C7C-497B-BF5D-BEABB1F26199}"/>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8DCE2F74-3BC4-49EA-8781-CC43F0897559}"/>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57C61A2E-B7BE-45D7-8166-9F9B8880CBB8}"/>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03C154B8-4501-4B1C-A97D-762A360F2C4A}"/>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6A0BD9AB-BCB8-4EE3-BF26-4680CE8AD1C3}"/>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同一套能力数据，既驱动「我的考试」入口，也驱动 </a:t>
            </a:r>
            <a:r>
              <a:rPr sz="1238">
                <a:solidFill>
                  <a:srgbClr val="FFFFFF"/>
                </a:solidFill>
                <a:latin typeface="微软雅黑"/>
                <a:ea typeface="微软雅黑"/>
                <a:cs typeface="微软雅黑"/>
              </a:rPr>
              <a:t>Agent </a:t>
            </a:r>
            <a:r>
              <a:rPr sz="1238">
                <a:solidFill>
                  <a:srgbClr val="FFFFFF"/>
                </a:solidFill>
                <a:latin typeface="微软雅黑"/>
                <a:ea typeface="微软雅黑"/>
                <a:cs typeface="微软雅黑"/>
              </a:rPr>
              <a:t>生成的学习计划。</a:t>
            </a:r>
          </a:p>
        </p:txBody>
      </p:sp>
      <p:sp>
        <p:nvSpPr>
          <p:cNvPr id="20" name="">
            <a:extLst xmlns:a="http://schemas.openxmlformats.org/drawingml/2006/main">
              <a:ext uri="{FF2B5EF4-FFF2-40B4-BE49-F238E27FC236}">
                <a16:creationId xmlns:a16="http://schemas.microsoft.com/office/drawing/2014/main" id="{B8CED310-5DFE-4C4D-A1D9-C27980E9BA54}"/>
              </a:ext>
            </a:extLst>
          </p:cNvPr>
          <p:cNvSpPr>
            <a:spLocks xmlns:a="http://schemas.openxmlformats.org/drawingml/2006/main" noGrp="1"/>
          </p:cNvSpPr>
          <p:nvPr/>
        </p:nvSpPr>
        <p:spPr>
          <a:xfrm xmlns:a="http://schemas.openxmlformats.org/drawingml/2006/main">
            <a:off x="285750" y="1333500"/>
            <a:ext cx="5334000" cy="3390900"/>
          </a:xfrm>
          <a:prstGeom xmlns:a="http://schemas.openxmlformats.org/drawingml/2006/main" prst="roundRect">
            <a:avLst>
              <a:gd name="adj" fmla="val 2528"/>
            </a:avLst>
          </a:prstGeom>
          <a:gradFill xmlns:a="http://schemas.openxmlformats.org/drawingml/2006/main">
            <a:gsLst>
              <a:gs pos="0">
                <a:srgbClr val="ECF4FF"/>
              </a:gs>
              <a:gs pos="62000">
                <a:srgbClr val="EAF3FF"/>
              </a:gs>
              <a:gs pos="100000">
                <a:srgbClr val="B7BEC7"/>
              </a:gs>
            </a:gsLst>
            <a:lin ang="8100000"/>
          </a:gradFill>
          <a:ln xmlns:a="http://schemas.openxmlformats.org/drawingml/2006/main" w="9525">
            <a:solidFill>
              <a:srgbClr val="7FC4FF"/>
            </a:solidFill>
            <a:prstDash val="solid"/>
          </a:ln>
        </p:spPr>
      </p:sp>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d2c619f4996d44a0"/>
          <a:stretch xmlns:a="http://schemas.openxmlformats.org/drawingml/2006/main"/>
        </p:blipFill>
        <p:spPr>
          <a:xfrm xmlns:a="http://schemas.openxmlformats.org/drawingml/2006/main">
            <a:off x="516610" y="1390650"/>
            <a:ext cx="4872280" cy="3276600"/>
          </a:xfrm>
          <a:prstGeom xmlns:a="http://schemas.openxmlformats.org/drawingml/2006/main" prst="roundRect">
            <a:avLst>
              <a:gd name="adj" fmla="val 1744"/>
            </a:avLst>
          </a:prstGeom>
        </p:spPr>
      </p:pic>
      <p:sp>
        <p:nvSpPr>
          <p:cNvPr id="22" name="">
            <a:extLst xmlns:a="http://schemas.openxmlformats.org/drawingml/2006/main">
              <a:ext uri="{FF2B5EF4-FFF2-40B4-BE49-F238E27FC236}">
                <a16:creationId xmlns:a16="http://schemas.microsoft.com/office/drawing/2014/main" id="{D257AEA7-4A57-4971-8CCF-1F995AF604B6}"/>
              </a:ext>
            </a:extLst>
          </p:cNvPr>
          <p:cNvSpPr>
            <a:spLocks xmlns:a="http://schemas.openxmlformats.org/drawingml/2006/main" noGrp="1"/>
          </p:cNvSpPr>
          <p:nvPr/>
        </p:nvSpPr>
        <p:spPr>
          <a:xfrm xmlns:a="http://schemas.openxmlformats.org/drawingml/2006/main">
            <a:off x="285750" y="4781550"/>
            <a:ext cx="5334000" cy="381000"/>
          </a:xfrm>
          <a:prstGeom xmlns:a="http://schemas.openxmlformats.org/drawingml/2006/main" prst="roundRect">
            <a:avLst>
              <a:gd name="adj" fmla="val 225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3" name="">
            <a:extLst xmlns:a="http://schemas.openxmlformats.org/drawingml/2006/main">
              <a:ext uri="{FF2B5EF4-FFF2-40B4-BE49-F238E27FC236}">
                <a16:creationId xmlns:a16="http://schemas.microsoft.com/office/drawing/2014/main" id="{5ABA5AB5-2816-47EF-8904-FBCD245C937D}"/>
              </a:ext>
            </a:extLst>
          </p:cNvPr>
          <p:cNvSpPr>
            <a:spLocks xmlns:a="http://schemas.openxmlformats.org/drawingml/2006/main" noGrp="1"/>
          </p:cNvSpPr>
          <p:nvPr/>
        </p:nvSpPr>
        <p:spPr>
          <a:xfrm xmlns:a="http://schemas.openxmlformats.org/drawingml/2006/main">
            <a:off x="419100" y="4781550"/>
            <a:ext cx="50673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863" b="0">
                <a:solidFill>
                  <a:srgbClr val="FFD24A"/>
                </a:solidFill>
                <a:latin typeface="微软雅黑"/>
                <a:ea typeface="微软雅黑"/>
                <a:cs typeface="微软雅黑"/>
              </a:defRPr>
            </a:pPr>
            <a:r>
              <a:rPr sz="863" b="0">
                <a:solidFill>
                  <a:srgbClr val="FFD24A"/>
                </a:solidFill>
                <a:latin typeface="微软雅黑"/>
                <a:ea typeface="微软雅黑"/>
                <a:cs typeface="微软雅黑"/>
              </a:rPr>
              <a:t>本图证明：我的考试页把待考、历史成绩、错题与补考收在一个入口，考试成绩通过后自动回流技能等级。</a:t>
            </a:r>
          </a:p>
        </p:txBody>
      </p:sp>
      <p:sp>
        <p:nvSpPr>
          <p:cNvPr id="24" name="">
            <a:extLst xmlns:a="http://schemas.openxmlformats.org/drawingml/2006/main">
              <a:ext uri="{FF2B5EF4-FFF2-40B4-BE49-F238E27FC236}">
                <a16:creationId xmlns:a16="http://schemas.microsoft.com/office/drawing/2014/main" id="{743F89E7-1799-4EC3-A38A-24BFA3BD837A}"/>
              </a:ext>
            </a:extLst>
          </p:cNvPr>
          <p:cNvSpPr>
            <a:spLocks xmlns:a="http://schemas.openxmlformats.org/drawingml/2006/main" noGrp="1"/>
          </p:cNvSpPr>
          <p:nvPr/>
        </p:nvSpPr>
        <p:spPr>
          <a:xfrm xmlns:a="http://schemas.openxmlformats.org/drawingml/2006/main">
            <a:off x="5810250" y="1333500"/>
            <a:ext cx="6096000" cy="3390900"/>
          </a:xfrm>
          <a:prstGeom xmlns:a="http://schemas.openxmlformats.org/drawingml/2006/main" prst="roundRect">
            <a:avLst>
              <a:gd name="adj" fmla="val 2528"/>
            </a:avLst>
          </a:prstGeom>
          <a:gradFill xmlns:a="http://schemas.openxmlformats.org/drawingml/2006/main">
            <a:gsLst>
              <a:gs pos="0">
                <a:srgbClr val="ECF4FF"/>
              </a:gs>
              <a:gs pos="62000">
                <a:srgbClr val="EAF3FF"/>
              </a:gs>
              <a:gs pos="100000">
                <a:srgbClr val="B7BEC7"/>
              </a:gs>
            </a:gsLst>
            <a:lin ang="8100000"/>
          </a:gradFill>
          <a:ln xmlns:a="http://schemas.openxmlformats.org/drawingml/2006/main" w="9525">
            <a:solidFill>
              <a:srgbClr val="7FC4FF"/>
            </a:solidFill>
            <a:prstDash val="solid"/>
          </a:ln>
        </p:spPr>
      </p:sp>
      <p:pic>
        <p:nvPicPr>
          <p:cNvPr id="69" name=""/>
          <p:cNvPicPr>
            <a:picLocks xmlns:a="http://schemas.openxmlformats.org/drawingml/2006/main" noChangeAspect="1"/>
          </p:cNvPicPr>
          <p:nvPr/>
        </p:nvPicPr>
        <p:blipFill>
          <a:blip xmlns:r="http://schemas.openxmlformats.org/officeDocument/2006/relationships" xmlns:a="http://schemas.openxmlformats.org/drawingml/2006/main" r:embed="Rc967cd4009f64493"/>
          <a:stretch xmlns:a="http://schemas.openxmlformats.org/drawingml/2006/main"/>
        </p:blipFill>
        <p:spPr>
          <a:xfrm xmlns:a="http://schemas.openxmlformats.org/drawingml/2006/main">
            <a:off x="6037427" y="1390650"/>
            <a:ext cx="5641646" cy="3276600"/>
          </a:xfrm>
          <a:prstGeom xmlns:a="http://schemas.openxmlformats.org/drawingml/2006/main" prst="roundRect">
            <a:avLst>
              <a:gd name="adj" fmla="val 1744"/>
            </a:avLst>
          </a:prstGeom>
        </p:spPr>
      </p:pic>
      <p:sp>
        <p:nvSpPr>
          <p:cNvPr id="26" name="">
            <a:extLst xmlns:a="http://schemas.openxmlformats.org/drawingml/2006/main">
              <a:ext uri="{FF2B5EF4-FFF2-40B4-BE49-F238E27FC236}">
                <a16:creationId xmlns:a16="http://schemas.microsoft.com/office/drawing/2014/main" id="{F120F338-7AE7-44A2-B72B-9666411C7D60}"/>
              </a:ext>
            </a:extLst>
          </p:cNvPr>
          <p:cNvSpPr>
            <a:spLocks xmlns:a="http://schemas.openxmlformats.org/drawingml/2006/main" noGrp="1"/>
          </p:cNvSpPr>
          <p:nvPr/>
        </p:nvSpPr>
        <p:spPr>
          <a:xfrm xmlns:a="http://schemas.openxmlformats.org/drawingml/2006/main">
            <a:off x="5810250" y="4781550"/>
            <a:ext cx="6096000" cy="381000"/>
          </a:xfrm>
          <a:prstGeom xmlns:a="http://schemas.openxmlformats.org/drawingml/2006/main" prst="roundRect">
            <a:avLst>
              <a:gd name="adj" fmla="val 225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7" name="">
            <a:extLst xmlns:a="http://schemas.openxmlformats.org/drawingml/2006/main">
              <a:ext uri="{FF2B5EF4-FFF2-40B4-BE49-F238E27FC236}">
                <a16:creationId xmlns:a16="http://schemas.microsoft.com/office/drawing/2014/main" id="{DEE16584-5F11-4BE3-A6AA-E461376C2116}"/>
              </a:ext>
            </a:extLst>
          </p:cNvPr>
          <p:cNvSpPr>
            <a:spLocks xmlns:a="http://schemas.openxmlformats.org/drawingml/2006/main" noGrp="1"/>
          </p:cNvSpPr>
          <p:nvPr/>
        </p:nvSpPr>
        <p:spPr>
          <a:xfrm xmlns:a="http://schemas.openxmlformats.org/drawingml/2006/main">
            <a:off x="5943600" y="4781550"/>
            <a:ext cx="58293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863" b="0">
                <a:solidFill>
                  <a:srgbClr val="FFD24A"/>
                </a:solidFill>
                <a:latin typeface="微软雅黑"/>
                <a:ea typeface="微软雅黑"/>
                <a:cs typeface="微软雅黑"/>
              </a:defRPr>
            </a:pPr>
            <a:r>
              <a:rPr sz="863" b="0">
                <a:solidFill>
                  <a:srgbClr val="FFD24A"/>
                </a:solidFill>
                <a:latin typeface="微软雅黑"/>
                <a:ea typeface="微软雅黑"/>
                <a:cs typeface="微软雅黑"/>
              </a:rPr>
              <a:t>本图证明：个性化 </a:t>
            </a:r>
            <a:r>
              <a:rPr sz="863" b="0">
                <a:solidFill>
                  <a:srgbClr val="FFD24A"/>
                </a:solidFill>
                <a:latin typeface="微软雅黑"/>
                <a:ea typeface="微软雅黑"/>
                <a:cs typeface="微软雅黑"/>
              </a:rPr>
              <a:t>Agent </a:t>
            </a:r>
            <a:r>
              <a:rPr sz="863" b="0">
                <a:solidFill>
                  <a:srgbClr val="FFD24A"/>
                </a:solidFill>
                <a:latin typeface="微软雅黑"/>
                <a:ea typeface="微软雅黑"/>
                <a:cs typeface="微软雅黑"/>
              </a:rPr>
              <a:t>计划把「推荐课程 </a:t>
            </a:r>
            <a:r>
              <a:rPr sz="863" b="0">
                <a:solidFill>
                  <a:srgbClr val="FFD24A"/>
                </a:solidFill>
                <a:latin typeface="微软雅黑"/>
                <a:ea typeface="微软雅黑"/>
                <a:cs typeface="微软雅黑"/>
              </a:rPr>
              <a:t>+ </a:t>
            </a:r>
            <a:r>
              <a:rPr sz="863" b="0">
                <a:solidFill>
                  <a:srgbClr val="FFD24A"/>
                </a:solidFill>
                <a:latin typeface="微软雅黑"/>
                <a:ea typeface="微软雅黑"/>
                <a:cs typeface="微软雅黑"/>
              </a:rPr>
              <a:t>带教 </a:t>
            </a:r>
            <a:r>
              <a:rPr sz="863" b="0">
                <a:solidFill>
                  <a:srgbClr val="FFD24A"/>
                </a:solidFill>
                <a:latin typeface="微软雅黑"/>
                <a:ea typeface="微软雅黑"/>
                <a:cs typeface="微软雅黑"/>
              </a:rPr>
              <a:t>+ </a:t>
            </a:r>
            <a:r>
              <a:rPr sz="863" b="0">
                <a:solidFill>
                  <a:srgbClr val="FFD24A"/>
                </a:solidFill>
                <a:latin typeface="微软雅黑"/>
                <a:ea typeface="微软雅黑"/>
                <a:cs typeface="微软雅黑"/>
              </a:rPr>
              <a:t>模拟考」写成可执行条目，每条都能回溯到命中的规则与依据数据点。</a:t>
            </a:r>
          </a:p>
        </p:txBody>
      </p:sp>
      <p:sp>
        <p:nvSpPr>
          <p:cNvPr id="28" name="">
            <a:extLst xmlns:a="http://schemas.openxmlformats.org/drawingml/2006/main">
              <a:ext uri="{FF2B5EF4-FFF2-40B4-BE49-F238E27FC236}">
                <a16:creationId xmlns:a16="http://schemas.microsoft.com/office/drawing/2014/main" id="{A4C327A4-CC55-4BEF-B675-8E0B1CC8D4F0}"/>
              </a:ext>
            </a:extLst>
          </p:cNvPr>
          <p:cNvSpPr>
            <a:spLocks xmlns:a="http://schemas.openxmlformats.org/drawingml/2006/main" noGrp="1"/>
          </p:cNvSpPr>
          <p:nvPr/>
        </p:nvSpPr>
        <p:spPr>
          <a:xfrm xmlns:a="http://schemas.openxmlformats.org/drawingml/2006/main">
            <a:off x="285750" y="5162550"/>
            <a:ext cx="11620500" cy="1238250"/>
          </a:xfrm>
          <a:prstGeom xmlns:a="http://schemas.openxmlformats.org/drawingml/2006/main" prst="roundRect">
            <a:avLst>
              <a:gd name="adj" fmla="val 692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29" name="">
            <a:extLst xmlns:a="http://schemas.openxmlformats.org/drawingml/2006/main">
              <a:ext uri="{FF2B5EF4-FFF2-40B4-BE49-F238E27FC236}">
                <a16:creationId xmlns:a16="http://schemas.microsoft.com/office/drawing/2014/main" id="{C1965B13-A820-41E1-9E20-0892C45554AA}"/>
              </a:ext>
            </a:extLst>
          </p:cNvPr>
          <p:cNvSpPr>
            <a:spLocks xmlns:a="http://schemas.openxmlformats.org/drawingml/2006/main" noGrp="1"/>
          </p:cNvSpPr>
          <p:nvPr/>
        </p:nvSpPr>
        <p:spPr>
          <a:xfrm xmlns:a="http://schemas.openxmlformats.org/drawingml/2006/main">
            <a:off x="457200" y="5276850"/>
            <a:ext cx="11239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FFD24A"/>
                </a:solidFill>
                <a:latin typeface="微软雅黑"/>
                <a:ea typeface="微软雅黑"/>
                <a:cs typeface="微软雅黑"/>
              </a:defRPr>
            </a:pPr>
            <a:r>
              <a:rPr sz="1050" b="1">
                <a:solidFill>
                  <a:srgbClr val="FFD24A"/>
                </a:solidFill>
                <a:latin typeface="微软雅黑"/>
                <a:ea typeface="微软雅黑"/>
                <a:cs typeface="微软雅黑"/>
              </a:rPr>
              <a:t>组卷考试能力（管理员配置 </a:t>
            </a:r>
            <a:r>
              <a:rPr sz="1050" b="1">
                <a:solidFill>
                  <a:srgbClr val="FFD24A"/>
                </a:solidFill>
                <a:latin typeface="微软雅黑"/>
                <a:ea typeface="微软雅黑"/>
                <a:cs typeface="微软雅黑"/>
              </a:rPr>
              <a:t>→ </a:t>
            </a:r>
            <a:r>
              <a:rPr sz="1050" b="1">
                <a:solidFill>
                  <a:srgbClr val="FFD24A"/>
                </a:solidFill>
                <a:latin typeface="微软雅黑"/>
                <a:ea typeface="微软雅黑"/>
                <a:cs typeface="微软雅黑"/>
              </a:rPr>
              <a:t>员工答题 </a:t>
            </a:r>
            <a:r>
              <a:rPr sz="1050" b="1">
                <a:solidFill>
                  <a:srgbClr val="FFD24A"/>
                </a:solidFill>
                <a:latin typeface="微软雅黑"/>
                <a:ea typeface="微软雅黑"/>
                <a:cs typeface="微软雅黑"/>
              </a:rPr>
              <a:t>→ </a:t>
            </a:r>
            <a:r>
              <a:rPr sz="1050" b="1">
                <a:solidFill>
                  <a:srgbClr val="FFD24A"/>
                </a:solidFill>
                <a:latin typeface="微软雅黑"/>
                <a:ea typeface="微软雅黑"/>
                <a:cs typeface="微软雅黑"/>
              </a:rPr>
              <a:t>成绩回流）</a:t>
            </a:r>
          </a:p>
        </p:txBody>
      </p:sp>
      <p:sp>
        <p:nvSpPr>
          <p:cNvPr id="30" name="">
            <a:extLst xmlns:a="http://schemas.openxmlformats.org/drawingml/2006/main">
              <a:ext uri="{FF2B5EF4-FFF2-40B4-BE49-F238E27FC236}">
                <a16:creationId xmlns:a16="http://schemas.microsoft.com/office/drawing/2014/main" id="{57CEFB27-CAF5-4075-9877-5655B79712E9}"/>
              </a:ext>
            </a:extLst>
          </p:cNvPr>
          <p:cNvSpPr>
            <a:spLocks xmlns:a="http://schemas.openxmlformats.org/drawingml/2006/main" noGrp="1"/>
          </p:cNvSpPr>
          <p:nvPr/>
        </p:nvSpPr>
        <p:spPr>
          <a:xfrm xmlns:a="http://schemas.openxmlformats.org/drawingml/2006/main">
            <a:off x="457200" y="5581650"/>
            <a:ext cx="6667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4FD8FF"/>
                </a:solidFill>
                <a:latin typeface="微软雅黑"/>
                <a:ea typeface="微软雅黑"/>
                <a:cs typeface="微软雅黑"/>
              </a:defRPr>
            </a:pPr>
            <a:r>
              <a:rPr sz="900" b="1">
                <a:solidFill>
                  <a:srgbClr val="4FD8FF"/>
                </a:solidFill>
                <a:latin typeface="微软雅黑"/>
                <a:ea typeface="微软雅黑"/>
                <a:cs typeface="微软雅黑"/>
              </a:rPr>
              <a:t>组卷</a:t>
            </a:r>
          </a:p>
        </p:txBody>
      </p:sp>
      <p:sp>
        <p:nvSpPr>
          <p:cNvPr id="31" name="">
            <a:extLst xmlns:a="http://schemas.openxmlformats.org/drawingml/2006/main">
              <a:ext uri="{FF2B5EF4-FFF2-40B4-BE49-F238E27FC236}">
                <a16:creationId xmlns:a16="http://schemas.microsoft.com/office/drawing/2014/main" id="{232717A6-0B08-4517-AFDA-540B412D4C2E}"/>
              </a:ext>
            </a:extLst>
          </p:cNvPr>
          <p:cNvSpPr>
            <a:spLocks xmlns:a="http://schemas.openxmlformats.org/drawingml/2006/main" noGrp="1"/>
          </p:cNvSpPr>
          <p:nvPr/>
        </p:nvSpPr>
        <p:spPr>
          <a:xfrm xmlns:a="http://schemas.openxmlformats.org/drawingml/2006/main">
            <a:off x="1123950" y="5581650"/>
            <a:ext cx="3048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按岗位、技能、等级抽题；题量与技能配比由算法三动态分配</a:t>
            </a:r>
          </a:p>
        </p:txBody>
      </p:sp>
      <p:sp>
        <p:nvSpPr>
          <p:cNvPr id="32" name="">
            <a:extLst xmlns:a="http://schemas.openxmlformats.org/drawingml/2006/main">
              <a:ext uri="{FF2B5EF4-FFF2-40B4-BE49-F238E27FC236}">
                <a16:creationId xmlns:a16="http://schemas.microsoft.com/office/drawing/2014/main" id="{DC6D0A6E-7F39-4DE4-AF7D-8117B2935335}"/>
              </a:ext>
            </a:extLst>
          </p:cNvPr>
          <p:cNvSpPr>
            <a:spLocks xmlns:a="http://schemas.openxmlformats.org/drawingml/2006/main" noGrp="1"/>
          </p:cNvSpPr>
          <p:nvPr/>
        </p:nvSpPr>
        <p:spPr>
          <a:xfrm xmlns:a="http://schemas.openxmlformats.org/drawingml/2006/main">
            <a:off x="4305300" y="5581650"/>
            <a:ext cx="6667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4FD8FF"/>
                </a:solidFill>
                <a:latin typeface="微软雅黑"/>
                <a:ea typeface="微软雅黑"/>
                <a:cs typeface="微软雅黑"/>
              </a:defRPr>
            </a:pPr>
            <a:r>
              <a:rPr sz="900" b="1">
                <a:solidFill>
                  <a:srgbClr val="4FD8FF"/>
                </a:solidFill>
                <a:latin typeface="微软雅黑"/>
                <a:ea typeface="微软雅黑"/>
                <a:cs typeface="微软雅黑"/>
              </a:rPr>
              <a:t>开考门禁</a:t>
            </a:r>
          </a:p>
        </p:txBody>
      </p:sp>
      <p:sp>
        <p:nvSpPr>
          <p:cNvPr id="33" name="">
            <a:extLst xmlns:a="http://schemas.openxmlformats.org/drawingml/2006/main">
              <a:ext uri="{FF2B5EF4-FFF2-40B4-BE49-F238E27FC236}">
                <a16:creationId xmlns:a16="http://schemas.microsoft.com/office/drawing/2014/main" id="{CD40C383-6200-4A03-908F-D3EDDC1E3532}"/>
              </a:ext>
            </a:extLst>
          </p:cNvPr>
          <p:cNvSpPr>
            <a:spLocks xmlns:a="http://schemas.openxmlformats.org/drawingml/2006/main" noGrp="1"/>
          </p:cNvSpPr>
          <p:nvPr/>
        </p:nvSpPr>
        <p:spPr>
          <a:xfrm xmlns:a="http://schemas.openxmlformats.org/drawingml/2006/main">
            <a:off x="4972050" y="5581650"/>
            <a:ext cx="3048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管理员未开考时，前端按钮不可点击，接口侧直接拒绝发卷</a:t>
            </a:r>
          </a:p>
        </p:txBody>
      </p:sp>
      <p:sp>
        <p:nvSpPr>
          <p:cNvPr id="34" name="">
            <a:extLst xmlns:a="http://schemas.openxmlformats.org/drawingml/2006/main">
              <a:ext uri="{FF2B5EF4-FFF2-40B4-BE49-F238E27FC236}">
                <a16:creationId xmlns:a16="http://schemas.microsoft.com/office/drawing/2014/main" id="{BA1C1C1B-B986-4F24-BC1A-5D69939A6C4D}"/>
              </a:ext>
            </a:extLst>
          </p:cNvPr>
          <p:cNvSpPr>
            <a:spLocks xmlns:a="http://schemas.openxmlformats.org/drawingml/2006/main" noGrp="1"/>
          </p:cNvSpPr>
          <p:nvPr/>
        </p:nvSpPr>
        <p:spPr>
          <a:xfrm xmlns:a="http://schemas.openxmlformats.org/drawingml/2006/main">
            <a:off x="8153400" y="5581650"/>
            <a:ext cx="6667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4FD8FF"/>
                </a:solidFill>
                <a:latin typeface="微软雅黑"/>
                <a:ea typeface="微软雅黑"/>
                <a:cs typeface="微软雅黑"/>
              </a:defRPr>
            </a:pPr>
            <a:r>
              <a:rPr sz="900" b="1">
                <a:solidFill>
                  <a:srgbClr val="4FD8FF"/>
                </a:solidFill>
                <a:latin typeface="微软雅黑"/>
                <a:ea typeface="微软雅黑"/>
                <a:cs typeface="微软雅黑"/>
              </a:rPr>
              <a:t>判卷</a:t>
            </a:r>
          </a:p>
        </p:txBody>
      </p:sp>
      <p:sp>
        <p:nvSpPr>
          <p:cNvPr id="35" name="">
            <a:extLst xmlns:a="http://schemas.openxmlformats.org/drawingml/2006/main">
              <a:ext uri="{FF2B5EF4-FFF2-40B4-BE49-F238E27FC236}">
                <a16:creationId xmlns:a16="http://schemas.microsoft.com/office/drawing/2014/main" id="{9E56A609-8561-48CE-96A0-2DB112837A78}"/>
              </a:ext>
            </a:extLst>
          </p:cNvPr>
          <p:cNvSpPr>
            <a:spLocks xmlns:a="http://schemas.openxmlformats.org/drawingml/2006/main" noGrp="1"/>
          </p:cNvSpPr>
          <p:nvPr/>
        </p:nvSpPr>
        <p:spPr>
          <a:xfrm xmlns:a="http://schemas.openxmlformats.org/drawingml/2006/main">
            <a:off x="8820150" y="5581650"/>
            <a:ext cx="3048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客观题自动判分，主观题与实操由班组长评；错题归因到知识点与技能</a:t>
            </a:r>
          </a:p>
        </p:txBody>
      </p:sp>
      <p:sp>
        <p:nvSpPr>
          <p:cNvPr id="36" name="">
            <a:extLst xmlns:a="http://schemas.openxmlformats.org/drawingml/2006/main">
              <a:ext uri="{FF2B5EF4-FFF2-40B4-BE49-F238E27FC236}">
                <a16:creationId xmlns:a16="http://schemas.microsoft.com/office/drawing/2014/main" id="{B12E1AAF-FEA7-4659-AE7A-B46B0FCCBBE3}"/>
              </a:ext>
            </a:extLst>
          </p:cNvPr>
          <p:cNvSpPr>
            <a:spLocks xmlns:a="http://schemas.openxmlformats.org/drawingml/2006/main" noGrp="1"/>
          </p:cNvSpPr>
          <p:nvPr/>
        </p:nvSpPr>
        <p:spPr>
          <a:xfrm xmlns:a="http://schemas.openxmlformats.org/drawingml/2006/main">
            <a:off x="457200" y="5962650"/>
            <a:ext cx="6667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4FD8FF"/>
                </a:solidFill>
                <a:latin typeface="微软雅黑"/>
                <a:ea typeface="微软雅黑"/>
                <a:cs typeface="微软雅黑"/>
              </a:defRPr>
            </a:pPr>
            <a:r>
              <a:rPr sz="900" b="1">
                <a:solidFill>
                  <a:srgbClr val="4FD8FF"/>
                </a:solidFill>
                <a:latin typeface="微软雅黑"/>
                <a:ea typeface="微软雅黑"/>
                <a:cs typeface="微软雅黑"/>
              </a:rPr>
              <a:t>防作弊</a:t>
            </a:r>
          </a:p>
        </p:txBody>
      </p:sp>
      <p:sp>
        <p:nvSpPr>
          <p:cNvPr id="37" name="">
            <a:extLst xmlns:a="http://schemas.openxmlformats.org/drawingml/2006/main">
              <a:ext uri="{FF2B5EF4-FFF2-40B4-BE49-F238E27FC236}">
                <a16:creationId xmlns:a16="http://schemas.microsoft.com/office/drawing/2014/main" id="{FF4F188D-DDF4-41C9-9C3B-C126F3B39490}"/>
              </a:ext>
            </a:extLst>
          </p:cNvPr>
          <p:cNvSpPr>
            <a:spLocks xmlns:a="http://schemas.openxmlformats.org/drawingml/2006/main" noGrp="1"/>
          </p:cNvSpPr>
          <p:nvPr/>
        </p:nvSpPr>
        <p:spPr>
          <a:xfrm xmlns:a="http://schemas.openxmlformats.org/drawingml/2006/main">
            <a:off x="1123950" y="5962650"/>
            <a:ext cx="3048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人脸识别、切屏检测、随机题、限时、操作日志与异常报警</a:t>
            </a:r>
          </a:p>
        </p:txBody>
      </p:sp>
      <p:sp>
        <p:nvSpPr>
          <p:cNvPr id="38" name="">
            <a:extLst xmlns:a="http://schemas.openxmlformats.org/drawingml/2006/main">
              <a:ext uri="{FF2B5EF4-FFF2-40B4-BE49-F238E27FC236}">
                <a16:creationId xmlns:a16="http://schemas.microsoft.com/office/drawing/2014/main" id="{DC8D6AE5-A3A8-4833-8B56-93CBCAF81751}"/>
              </a:ext>
            </a:extLst>
          </p:cNvPr>
          <p:cNvSpPr>
            <a:spLocks xmlns:a="http://schemas.openxmlformats.org/drawingml/2006/main" noGrp="1"/>
          </p:cNvSpPr>
          <p:nvPr/>
        </p:nvSpPr>
        <p:spPr>
          <a:xfrm xmlns:a="http://schemas.openxmlformats.org/drawingml/2006/main">
            <a:off x="4305300" y="5962650"/>
            <a:ext cx="6667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1">
                <a:solidFill>
                  <a:srgbClr val="4FD8FF"/>
                </a:solidFill>
                <a:latin typeface="微软雅黑"/>
                <a:ea typeface="微软雅黑"/>
                <a:cs typeface="微软雅黑"/>
              </a:defRPr>
            </a:pPr>
            <a:r>
              <a:rPr sz="900" b="1">
                <a:solidFill>
                  <a:srgbClr val="4FD8FF"/>
                </a:solidFill>
                <a:latin typeface="微软雅黑"/>
                <a:ea typeface="微软雅黑"/>
                <a:cs typeface="微软雅黑"/>
              </a:rPr>
              <a:t>回流</a:t>
            </a:r>
          </a:p>
        </p:txBody>
      </p:sp>
      <p:sp>
        <p:nvSpPr>
          <p:cNvPr id="39" name="">
            <a:extLst xmlns:a="http://schemas.openxmlformats.org/drawingml/2006/main">
              <a:ext uri="{FF2B5EF4-FFF2-40B4-BE49-F238E27FC236}">
                <a16:creationId xmlns:a16="http://schemas.microsoft.com/office/drawing/2014/main" id="{E43CE382-C4F1-47C4-A9CF-25FC3FC13960}"/>
              </a:ext>
            </a:extLst>
          </p:cNvPr>
          <p:cNvSpPr>
            <a:spLocks xmlns:a="http://schemas.openxmlformats.org/drawingml/2006/main" noGrp="1"/>
          </p:cNvSpPr>
          <p:nvPr/>
        </p:nvSpPr>
        <p:spPr>
          <a:xfrm xmlns:a="http://schemas.openxmlformats.org/drawingml/2006/main">
            <a:off x="4972050" y="5962650"/>
            <a:ext cx="3048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成绩通过后更新技能等级、个人欠缺、管理看板与证书</a:t>
            </a:r>
          </a:p>
        </p:txBody>
      </p:sp>
      <p:sp>
        <p:nvSpPr>
          <p:cNvPr id="40" name="">
            <a:extLst xmlns:a="http://schemas.openxmlformats.org/drawingml/2006/main">
              <a:ext uri="{FF2B5EF4-FFF2-40B4-BE49-F238E27FC236}">
                <a16:creationId xmlns:a16="http://schemas.microsoft.com/office/drawing/2014/main" id="{B1C7A83E-C47D-4D21-8AF2-C767FD546286}"/>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41" name="">
            <a:extLst xmlns:a="http://schemas.openxmlformats.org/drawingml/2006/main">
              <a:ext uri="{FF2B5EF4-FFF2-40B4-BE49-F238E27FC236}">
                <a16:creationId xmlns:a16="http://schemas.microsoft.com/office/drawing/2014/main" id="{6F598B83-E1DB-48A1-9F0E-C94ECF43D7FF}"/>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42" name="">
            <a:extLst xmlns:a="http://schemas.openxmlformats.org/drawingml/2006/main">
              <a:ext uri="{FF2B5EF4-FFF2-40B4-BE49-F238E27FC236}">
                <a16:creationId xmlns:a16="http://schemas.microsoft.com/office/drawing/2014/main" id="{1F215D9C-53E0-46F0-8536-12E1026C967B}"/>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43" name="">
            <a:extLst xmlns:a="http://schemas.openxmlformats.org/drawingml/2006/main">
              <a:ext uri="{FF2B5EF4-FFF2-40B4-BE49-F238E27FC236}">
                <a16:creationId xmlns:a16="http://schemas.microsoft.com/office/drawing/2014/main" id="{E5836867-B7CA-4227-8242-2523D9CA01DE}"/>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44" name="">
            <a:extLst xmlns:a="http://schemas.openxmlformats.org/drawingml/2006/main">
              <a:ext uri="{FF2B5EF4-FFF2-40B4-BE49-F238E27FC236}">
                <a16:creationId xmlns:a16="http://schemas.microsoft.com/office/drawing/2014/main" id="{40122731-777D-4809-A108-C2D27DD82720}"/>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25</a:t>
            </a:r>
          </a:p>
        </p:txBody>
      </p:sp>
    </p:spTree>
    <p:extLst>
      <p:ext uri="{BB962C8B-B14F-4D97-AF65-F5344CB8AC3E}">
        <p14:creationId xmlns:p14="http://schemas.microsoft.com/office/powerpoint/2010/main" val="874891461"/>
      </p:ext>
    </p:extLst>
  </p:cSld>
</p:sld>
</file>

<file path=ppt/slides/slide26.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08f2974e783344cd"/>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E606068-0914-4E85-9FAA-4F21623AD99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A48F47C0-59EC-4029-89A7-308AE54AFD82}"/>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F517EA98-670B-4696-8A30-DD51BCD4DD86}"/>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BA65AB2D-B8FF-4ED6-98E7-FDC41E29EF4C}"/>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840B799B-3930-4737-8ACF-F9DAD1BCFE79}"/>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08C71856-AABC-4BEC-A78B-E3535C7C3AA9}"/>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77850C12-000A-4CCF-B336-ACFCCFB4443F}"/>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08A1E587-053D-4792-9EF6-F65A30CAB6FC}"/>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EA70D48B-8242-4DBA-A88B-143F09C663F0}"/>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4FE0C8">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567D3909-DF2C-4E5F-B2C7-098B4A05456E}"/>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4FE0C8">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5D5DCE77-D88A-4C8D-9EDC-6233B9F51BB3}"/>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A7EF7777-2F29-4ED5-A11A-089EC041F899}"/>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4FE0C8"/>
                </a:solidFill>
                <a:latin typeface="微软雅黑"/>
                <a:ea typeface="微软雅黑"/>
                <a:cs typeface="微软雅黑"/>
              </a:defRPr>
            </a:pPr>
            <a:r>
              <a:rPr sz="863" b="1" spc="1">
                <a:solidFill>
                  <a:srgbClr val="4FE0C8"/>
                </a:solidFill>
                <a:latin typeface="微软雅黑"/>
                <a:ea typeface="微软雅黑"/>
                <a:cs typeface="微软雅黑"/>
              </a:rPr>
              <a:t>04　</a:t>
            </a:r>
            <a:r>
              <a:rPr sz="863" b="1" spc="1">
                <a:solidFill>
                  <a:srgbClr val="4FE0C8"/>
                </a:solidFill>
                <a:latin typeface="微软雅黑"/>
                <a:ea typeface="微软雅黑"/>
                <a:cs typeface="微软雅黑"/>
              </a:rPr>
              <a:t>系统实现</a:t>
            </a:r>
          </a:p>
        </p:txBody>
      </p:sp>
      <p:sp>
        <p:nvSpPr>
          <p:cNvPr id="14" name="">
            <a:extLst xmlns:a="http://schemas.openxmlformats.org/drawingml/2006/main">
              <a:ext uri="{FF2B5EF4-FFF2-40B4-BE49-F238E27FC236}">
                <a16:creationId xmlns:a16="http://schemas.microsoft.com/office/drawing/2014/main" id="{9B375575-A28D-43C5-BEB5-72A66A02F4FE}"/>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系统界面三 </a:t>
            </a:r>
            <a:r>
              <a:rPr sz="1800" b="1" spc="1">
                <a:solidFill>
                  <a:srgbClr val="FFFFFF"/>
                </a:solidFill>
                <a:latin typeface="微软雅黑"/>
                <a:ea typeface="微软雅黑"/>
                <a:cs typeface="微软雅黑"/>
              </a:rPr>
              <a:t>· </a:t>
            </a:r>
            <a:r>
              <a:rPr sz="1800" b="1" spc="1">
                <a:solidFill>
                  <a:srgbClr val="FFFFFF"/>
                </a:solidFill>
                <a:latin typeface="微软雅黑"/>
                <a:ea typeface="微软雅黑"/>
                <a:cs typeface="微软雅黑"/>
              </a:rPr>
              <a:t>班组长端：实操报告与归因确认</a:t>
            </a:r>
          </a:p>
        </p:txBody>
      </p:sp>
      <p:sp>
        <p:nvSpPr>
          <p:cNvPr id="15" name="">
            <a:extLst xmlns:a="http://schemas.openxmlformats.org/drawingml/2006/main">
              <a:ext uri="{FF2B5EF4-FFF2-40B4-BE49-F238E27FC236}">
                <a16:creationId xmlns:a16="http://schemas.microsoft.com/office/drawing/2014/main" id="{8456D198-D2E8-4AA3-A8F1-E915322132CF}"/>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BCD67626-271F-4D60-90A8-A556E11F21A9}"/>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C02B6A34-9DC0-4AEC-91DA-AD9CD7D87DBF}"/>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29FFF1A5-4B57-4C4E-A135-3C2E010C54ED}"/>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576F4A90-E305-4B2A-B6F4-A96453875EC5}"/>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班组长不只看到「谁交了报告」，而是看到「这份报告该判成技能原因还是人为原因」。</a:t>
            </a:r>
          </a:p>
        </p:txBody>
      </p:sp>
      <p:sp>
        <p:nvSpPr>
          <p:cNvPr id="20" name="">
            <a:extLst xmlns:a="http://schemas.openxmlformats.org/drawingml/2006/main">
              <a:ext uri="{FF2B5EF4-FFF2-40B4-BE49-F238E27FC236}">
                <a16:creationId xmlns:a16="http://schemas.microsoft.com/office/drawing/2014/main" id="{7D3AFF80-9751-4CA4-A2AC-EB32CAB7E9F5}"/>
              </a:ext>
            </a:extLst>
          </p:cNvPr>
          <p:cNvSpPr>
            <a:spLocks xmlns:a="http://schemas.openxmlformats.org/drawingml/2006/main" noGrp="1"/>
          </p:cNvSpPr>
          <p:nvPr/>
        </p:nvSpPr>
        <p:spPr>
          <a:xfrm xmlns:a="http://schemas.openxmlformats.org/drawingml/2006/main">
            <a:off x="285750" y="1333500"/>
            <a:ext cx="4476750" cy="3390900"/>
          </a:xfrm>
          <a:prstGeom xmlns:a="http://schemas.openxmlformats.org/drawingml/2006/main" prst="roundRect">
            <a:avLst>
              <a:gd name="adj" fmla="val 2528"/>
            </a:avLst>
          </a:prstGeom>
          <a:gradFill xmlns:a="http://schemas.openxmlformats.org/drawingml/2006/main">
            <a:gsLst>
              <a:gs pos="0">
                <a:srgbClr val="ECF4FF"/>
              </a:gs>
              <a:gs pos="62000">
                <a:srgbClr val="EAF3FF"/>
              </a:gs>
              <a:gs pos="100000">
                <a:srgbClr val="B7BEC7"/>
              </a:gs>
            </a:gsLst>
            <a:lin ang="8100000"/>
          </a:gradFill>
          <a:ln xmlns:a="http://schemas.openxmlformats.org/drawingml/2006/main" w="9525">
            <a:solidFill>
              <a:srgbClr val="7FC4FF"/>
            </a:solidFill>
            <a:prstDash val="solid"/>
          </a:ln>
        </p:spPr>
      </p:sp>
      <p:pic>
        <p:nvPicPr>
          <p:cNvPr id="76" name=""/>
          <p:cNvPicPr>
            <a:picLocks xmlns:a="http://schemas.openxmlformats.org/drawingml/2006/main" noChangeAspect="1"/>
          </p:cNvPicPr>
          <p:nvPr/>
        </p:nvPicPr>
        <p:blipFill>
          <a:blip xmlns:r="http://schemas.openxmlformats.org/officeDocument/2006/relationships" xmlns:a="http://schemas.openxmlformats.org/drawingml/2006/main" r:embed="R0d4bede8dd524298"/>
          <a:stretch xmlns:a="http://schemas.openxmlformats.org/drawingml/2006/main"/>
        </p:blipFill>
        <p:spPr>
          <a:xfrm xmlns:a="http://schemas.openxmlformats.org/drawingml/2006/main">
            <a:off x="408465" y="1390650"/>
            <a:ext cx="4231320" cy="3276600"/>
          </a:xfrm>
          <a:prstGeom xmlns:a="http://schemas.openxmlformats.org/drawingml/2006/main" prst="roundRect">
            <a:avLst>
              <a:gd name="adj" fmla="val 1744"/>
            </a:avLst>
          </a:prstGeom>
        </p:spPr>
      </p:pic>
      <p:sp>
        <p:nvSpPr>
          <p:cNvPr id="22" name="">
            <a:extLst xmlns:a="http://schemas.openxmlformats.org/drawingml/2006/main">
              <a:ext uri="{FF2B5EF4-FFF2-40B4-BE49-F238E27FC236}">
                <a16:creationId xmlns:a16="http://schemas.microsoft.com/office/drawing/2014/main" id="{30EF3636-2378-4F62-AF3D-7D6ECD66B6ED}"/>
              </a:ext>
            </a:extLst>
          </p:cNvPr>
          <p:cNvSpPr>
            <a:spLocks xmlns:a="http://schemas.openxmlformats.org/drawingml/2006/main" noGrp="1"/>
          </p:cNvSpPr>
          <p:nvPr/>
        </p:nvSpPr>
        <p:spPr>
          <a:xfrm xmlns:a="http://schemas.openxmlformats.org/drawingml/2006/main">
            <a:off x="285750" y="4781550"/>
            <a:ext cx="4476750" cy="381000"/>
          </a:xfrm>
          <a:prstGeom xmlns:a="http://schemas.openxmlformats.org/drawingml/2006/main" prst="roundRect">
            <a:avLst>
              <a:gd name="adj" fmla="val 225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3" name="">
            <a:extLst xmlns:a="http://schemas.openxmlformats.org/drawingml/2006/main">
              <a:ext uri="{FF2B5EF4-FFF2-40B4-BE49-F238E27FC236}">
                <a16:creationId xmlns:a16="http://schemas.microsoft.com/office/drawing/2014/main" id="{209B261F-E43F-4D5F-B826-EA1C262CB703}"/>
              </a:ext>
            </a:extLst>
          </p:cNvPr>
          <p:cNvSpPr>
            <a:spLocks xmlns:a="http://schemas.openxmlformats.org/drawingml/2006/main" noGrp="1"/>
          </p:cNvSpPr>
          <p:nvPr/>
        </p:nvSpPr>
        <p:spPr>
          <a:xfrm xmlns:a="http://schemas.openxmlformats.org/drawingml/2006/main">
            <a:off x="419100" y="4781550"/>
            <a:ext cx="421005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863" b="0">
                <a:solidFill>
                  <a:srgbClr val="FFD24A"/>
                </a:solidFill>
                <a:latin typeface="微软雅黑"/>
                <a:ea typeface="微软雅黑"/>
                <a:cs typeface="微软雅黑"/>
              </a:defRPr>
            </a:pPr>
            <a:r>
              <a:rPr sz="863" b="0">
                <a:solidFill>
                  <a:srgbClr val="FFD24A"/>
                </a:solidFill>
                <a:latin typeface="微软雅黑"/>
                <a:ea typeface="微软雅黑"/>
                <a:cs typeface="微软雅黑"/>
              </a:rPr>
              <a:t>本图证明：班组报告页汇总本班组任务量、完成率、超时率与报告状态，并可直接进入归因建议确认。</a:t>
            </a:r>
          </a:p>
        </p:txBody>
      </p:sp>
      <p:sp>
        <p:nvSpPr>
          <p:cNvPr id="24" name="">
            <a:extLst xmlns:a="http://schemas.openxmlformats.org/drawingml/2006/main">
              <a:ext uri="{FF2B5EF4-FFF2-40B4-BE49-F238E27FC236}">
                <a16:creationId xmlns:a16="http://schemas.microsoft.com/office/drawing/2014/main" id="{482CB4A8-0535-4D7D-84D8-72F4B143DDCF}"/>
              </a:ext>
            </a:extLst>
          </p:cNvPr>
          <p:cNvSpPr>
            <a:spLocks xmlns:a="http://schemas.openxmlformats.org/drawingml/2006/main" noGrp="1"/>
          </p:cNvSpPr>
          <p:nvPr/>
        </p:nvSpPr>
        <p:spPr>
          <a:xfrm xmlns:a="http://schemas.openxmlformats.org/drawingml/2006/main">
            <a:off x="4953000" y="1333500"/>
            <a:ext cx="6953250" cy="838200"/>
          </a:xfrm>
          <a:prstGeom xmlns:a="http://schemas.openxmlformats.org/drawingml/2006/main" prst="roundRect">
            <a:avLst>
              <a:gd name="adj" fmla="val 10227"/>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5" name="">
            <a:extLst xmlns:a="http://schemas.openxmlformats.org/drawingml/2006/main">
              <a:ext uri="{FF2B5EF4-FFF2-40B4-BE49-F238E27FC236}">
                <a16:creationId xmlns:a16="http://schemas.microsoft.com/office/drawing/2014/main" id="{67FBCC75-0907-4CD8-8E67-C7E70757CA34}"/>
              </a:ext>
            </a:extLst>
          </p:cNvPr>
          <p:cNvSpPr>
            <a:spLocks xmlns:a="http://schemas.openxmlformats.org/drawingml/2006/main" noGrp="1"/>
          </p:cNvSpPr>
          <p:nvPr/>
        </p:nvSpPr>
        <p:spPr>
          <a:xfrm xmlns:a="http://schemas.openxmlformats.org/drawingml/2006/main">
            <a:off x="4953000" y="1333500"/>
            <a:ext cx="38100" cy="838200"/>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26" name="">
            <a:extLst xmlns:a="http://schemas.openxmlformats.org/drawingml/2006/main">
              <a:ext uri="{FF2B5EF4-FFF2-40B4-BE49-F238E27FC236}">
                <a16:creationId xmlns:a16="http://schemas.microsoft.com/office/drawing/2014/main" id="{56F46A33-4167-45CE-8617-7348642A34BB}"/>
              </a:ext>
            </a:extLst>
          </p:cNvPr>
          <p:cNvSpPr>
            <a:spLocks xmlns:a="http://schemas.openxmlformats.org/drawingml/2006/main" noGrp="1"/>
          </p:cNvSpPr>
          <p:nvPr/>
        </p:nvSpPr>
        <p:spPr>
          <a:xfrm xmlns:a="http://schemas.openxmlformats.org/drawingml/2006/main">
            <a:off x="5143500" y="1466850"/>
            <a:ext cx="30480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4FD8FF"/>
                </a:solidFill>
                <a:latin typeface="微软雅黑"/>
                <a:ea typeface="微软雅黑"/>
                <a:cs typeface="微软雅黑"/>
              </a:defRPr>
            </a:pPr>
            <a:r>
              <a:rPr sz="1125" b="1">
                <a:solidFill>
                  <a:srgbClr val="4FD8FF"/>
                </a:solidFill>
                <a:latin typeface="微软雅黑"/>
                <a:ea typeface="微软雅黑"/>
                <a:cs typeface="微软雅黑"/>
              </a:rPr>
              <a:t>填报实操报告</a:t>
            </a:r>
          </a:p>
        </p:txBody>
      </p:sp>
      <p:sp>
        <p:nvSpPr>
          <p:cNvPr id="27" name="">
            <a:extLst xmlns:a="http://schemas.openxmlformats.org/drawingml/2006/main">
              <a:ext uri="{FF2B5EF4-FFF2-40B4-BE49-F238E27FC236}">
                <a16:creationId xmlns:a16="http://schemas.microsoft.com/office/drawing/2014/main" id="{AEFFDEEC-C928-4F88-9997-27BC8790BA79}"/>
              </a:ext>
            </a:extLst>
          </p:cNvPr>
          <p:cNvSpPr>
            <a:spLocks xmlns:a="http://schemas.openxmlformats.org/drawingml/2006/main" noGrp="1"/>
          </p:cNvSpPr>
          <p:nvPr/>
        </p:nvSpPr>
        <p:spPr>
          <a:xfrm xmlns:a="http://schemas.openxmlformats.org/drawingml/2006/main">
            <a:off x="5143500" y="1733550"/>
            <a:ext cx="6610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步骤、实际工时、问题分类、照片、录波、验收结果；提交后自动触发报告分析。</a:t>
            </a:r>
          </a:p>
        </p:txBody>
      </p:sp>
      <p:sp>
        <p:nvSpPr>
          <p:cNvPr id="28" name="">
            <a:extLst xmlns:a="http://schemas.openxmlformats.org/drawingml/2006/main">
              <a:ext uri="{FF2B5EF4-FFF2-40B4-BE49-F238E27FC236}">
                <a16:creationId xmlns:a16="http://schemas.microsoft.com/office/drawing/2014/main" id="{1A0BF00A-F551-4CEF-8D29-1573D289FFA4}"/>
              </a:ext>
            </a:extLst>
          </p:cNvPr>
          <p:cNvSpPr>
            <a:spLocks xmlns:a="http://schemas.openxmlformats.org/drawingml/2006/main" noGrp="1"/>
          </p:cNvSpPr>
          <p:nvPr/>
        </p:nvSpPr>
        <p:spPr>
          <a:xfrm xmlns:a="http://schemas.openxmlformats.org/drawingml/2006/main">
            <a:off x="4953000" y="2286000"/>
            <a:ext cx="6953250" cy="838200"/>
          </a:xfrm>
          <a:prstGeom xmlns:a="http://schemas.openxmlformats.org/drawingml/2006/main" prst="roundRect">
            <a:avLst>
              <a:gd name="adj" fmla="val 10227"/>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9" name="">
            <a:extLst xmlns:a="http://schemas.openxmlformats.org/drawingml/2006/main">
              <a:ext uri="{FF2B5EF4-FFF2-40B4-BE49-F238E27FC236}">
                <a16:creationId xmlns:a16="http://schemas.microsoft.com/office/drawing/2014/main" id="{02D46605-5B38-4590-A53F-DA41A36C2D1C}"/>
              </a:ext>
            </a:extLst>
          </p:cNvPr>
          <p:cNvSpPr>
            <a:spLocks xmlns:a="http://schemas.openxmlformats.org/drawingml/2006/main" noGrp="1"/>
          </p:cNvSpPr>
          <p:nvPr/>
        </p:nvSpPr>
        <p:spPr>
          <a:xfrm xmlns:a="http://schemas.openxmlformats.org/drawingml/2006/main">
            <a:off x="4953000" y="2286000"/>
            <a:ext cx="38100" cy="838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30" name="">
            <a:extLst xmlns:a="http://schemas.openxmlformats.org/drawingml/2006/main">
              <a:ext uri="{FF2B5EF4-FFF2-40B4-BE49-F238E27FC236}">
                <a16:creationId xmlns:a16="http://schemas.microsoft.com/office/drawing/2014/main" id="{005F40A3-B8D4-426A-B0B5-0075CA482C29}"/>
              </a:ext>
            </a:extLst>
          </p:cNvPr>
          <p:cNvSpPr>
            <a:spLocks xmlns:a="http://schemas.openxmlformats.org/drawingml/2006/main" noGrp="1"/>
          </p:cNvSpPr>
          <p:nvPr/>
        </p:nvSpPr>
        <p:spPr>
          <a:xfrm xmlns:a="http://schemas.openxmlformats.org/drawingml/2006/main">
            <a:off x="5143500" y="2419350"/>
            <a:ext cx="30480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FFD24A"/>
                </a:solidFill>
                <a:latin typeface="微软雅黑"/>
                <a:ea typeface="微软雅黑"/>
                <a:cs typeface="微软雅黑"/>
              </a:defRPr>
            </a:pPr>
            <a:r>
              <a:rPr sz="1125" b="1">
                <a:solidFill>
                  <a:srgbClr val="FFD24A"/>
                </a:solidFill>
                <a:latin typeface="微软雅黑"/>
                <a:ea typeface="微软雅黑"/>
                <a:cs typeface="微软雅黑"/>
              </a:rPr>
              <a:t>规则归因</a:t>
            </a:r>
          </a:p>
        </p:txBody>
      </p:sp>
      <p:sp>
        <p:nvSpPr>
          <p:cNvPr id="31" name="">
            <a:extLst xmlns:a="http://schemas.openxmlformats.org/drawingml/2006/main">
              <a:ext uri="{FF2B5EF4-FFF2-40B4-BE49-F238E27FC236}">
                <a16:creationId xmlns:a16="http://schemas.microsoft.com/office/drawing/2014/main" id="{628BFE3B-0C4A-4DB2-9D47-9BC2F291D82D}"/>
              </a:ext>
            </a:extLst>
          </p:cNvPr>
          <p:cNvSpPr>
            <a:spLocks xmlns:a="http://schemas.openxmlformats.org/drawingml/2006/main" noGrp="1"/>
          </p:cNvSpPr>
          <p:nvPr/>
        </p:nvSpPr>
        <p:spPr>
          <a:xfrm xmlns:a="http://schemas.openxmlformats.org/drawingml/2006/main">
            <a:off x="5143500" y="2686050"/>
            <a:ext cx="6610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实际工时超计划 </a:t>
            </a:r>
            <a:r>
              <a:rPr sz="900" b="0">
                <a:solidFill>
                  <a:srgbClr val="EEF5FF"/>
                </a:solidFill>
                <a:latin typeface="微软雅黑"/>
                <a:ea typeface="微软雅黑"/>
                <a:cs typeface="微软雅黑"/>
              </a:rPr>
              <a:t>20% </a:t>
            </a:r>
            <a:r>
              <a:rPr sz="900" b="0">
                <a:solidFill>
                  <a:srgbClr val="EEF5FF"/>
                </a:solidFill>
                <a:latin typeface="微软雅黑"/>
                <a:ea typeface="微软雅黑"/>
                <a:cs typeface="微软雅黑"/>
              </a:rPr>
              <a:t>且技能缺失 </a:t>
            </a:r>
            <a:r>
              <a:rPr sz="900" b="0">
                <a:solidFill>
                  <a:srgbClr val="EEF5FF"/>
                </a:solidFill>
                <a:latin typeface="微软雅黑"/>
                <a:ea typeface="微软雅黑"/>
                <a:cs typeface="微软雅黑"/>
              </a:rPr>
              <a:t>→ SKILL_GAP </a:t>
            </a:r>
            <a:r>
              <a:rPr sz="900" b="0">
                <a:solidFill>
                  <a:srgbClr val="EEF5FF"/>
                </a:solidFill>
                <a:latin typeface="微软雅黑"/>
                <a:ea typeface="微软雅黑"/>
                <a:cs typeface="微软雅黑"/>
              </a:rPr>
              <a:t>类归因；未按 </a:t>
            </a:r>
            <a:r>
              <a:rPr sz="900" b="0">
                <a:solidFill>
                  <a:srgbClr val="EEF5FF"/>
                </a:solidFill>
                <a:latin typeface="微软雅黑"/>
                <a:ea typeface="微软雅黑"/>
                <a:cs typeface="微软雅黑"/>
              </a:rPr>
              <a:t>SOP </a:t>
            </a:r>
            <a:r>
              <a:rPr sz="900" b="0">
                <a:solidFill>
                  <a:srgbClr val="EEF5FF"/>
                </a:solidFill>
                <a:latin typeface="微软雅黑"/>
                <a:ea typeface="微软雅黑"/>
                <a:cs typeface="微软雅黑"/>
              </a:rPr>
              <a:t>准备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人为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流程原因。</a:t>
            </a:r>
          </a:p>
        </p:txBody>
      </p:sp>
      <p:sp>
        <p:nvSpPr>
          <p:cNvPr id="32" name="">
            <a:extLst xmlns:a="http://schemas.openxmlformats.org/drawingml/2006/main">
              <a:ext uri="{FF2B5EF4-FFF2-40B4-BE49-F238E27FC236}">
                <a16:creationId xmlns:a16="http://schemas.microsoft.com/office/drawing/2014/main" id="{B11D05CF-8A31-45F3-A89D-F42924AD49D8}"/>
              </a:ext>
            </a:extLst>
          </p:cNvPr>
          <p:cNvSpPr>
            <a:spLocks xmlns:a="http://schemas.openxmlformats.org/drawingml/2006/main" noGrp="1"/>
          </p:cNvSpPr>
          <p:nvPr/>
        </p:nvSpPr>
        <p:spPr>
          <a:xfrm xmlns:a="http://schemas.openxmlformats.org/drawingml/2006/main">
            <a:off x="4953000" y="3238500"/>
            <a:ext cx="6953250" cy="838200"/>
          </a:xfrm>
          <a:prstGeom xmlns:a="http://schemas.openxmlformats.org/drawingml/2006/main" prst="roundRect">
            <a:avLst>
              <a:gd name="adj" fmla="val 10227"/>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3" name="">
            <a:extLst xmlns:a="http://schemas.openxmlformats.org/drawingml/2006/main">
              <a:ext uri="{FF2B5EF4-FFF2-40B4-BE49-F238E27FC236}">
                <a16:creationId xmlns:a16="http://schemas.microsoft.com/office/drawing/2014/main" id="{D5147938-6C82-4087-97E3-24D5A12CA7F1}"/>
              </a:ext>
            </a:extLst>
          </p:cNvPr>
          <p:cNvSpPr>
            <a:spLocks xmlns:a="http://schemas.openxmlformats.org/drawingml/2006/main" noGrp="1"/>
          </p:cNvSpPr>
          <p:nvPr/>
        </p:nvSpPr>
        <p:spPr>
          <a:xfrm xmlns:a="http://schemas.openxmlformats.org/drawingml/2006/main">
            <a:off x="4953000" y="3238500"/>
            <a:ext cx="38100" cy="838200"/>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34" name="">
            <a:extLst xmlns:a="http://schemas.openxmlformats.org/drawingml/2006/main">
              <a:ext uri="{FF2B5EF4-FFF2-40B4-BE49-F238E27FC236}">
                <a16:creationId xmlns:a16="http://schemas.microsoft.com/office/drawing/2014/main" id="{D6926ED0-5995-4053-8A2E-8C29F8C9CDF8}"/>
              </a:ext>
            </a:extLst>
          </p:cNvPr>
          <p:cNvSpPr>
            <a:spLocks xmlns:a="http://schemas.openxmlformats.org/drawingml/2006/main" noGrp="1"/>
          </p:cNvSpPr>
          <p:nvPr/>
        </p:nvSpPr>
        <p:spPr>
          <a:xfrm xmlns:a="http://schemas.openxmlformats.org/drawingml/2006/main">
            <a:off x="5143500" y="3371850"/>
            <a:ext cx="30480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4FD8FF"/>
                </a:solidFill>
                <a:latin typeface="微软雅黑"/>
                <a:ea typeface="微软雅黑"/>
                <a:cs typeface="微软雅黑"/>
              </a:defRPr>
            </a:pPr>
            <a:r>
              <a:rPr sz="1125" b="1">
                <a:solidFill>
                  <a:srgbClr val="4FD8FF"/>
                </a:solidFill>
                <a:latin typeface="微软雅黑"/>
                <a:ea typeface="微软雅黑"/>
                <a:cs typeface="微软雅黑"/>
              </a:rPr>
              <a:t>确认接口</a:t>
            </a:r>
          </a:p>
        </p:txBody>
      </p:sp>
      <p:sp>
        <p:nvSpPr>
          <p:cNvPr id="35" name="">
            <a:extLst xmlns:a="http://schemas.openxmlformats.org/drawingml/2006/main">
              <a:ext uri="{FF2B5EF4-FFF2-40B4-BE49-F238E27FC236}">
                <a16:creationId xmlns:a16="http://schemas.microsoft.com/office/drawing/2014/main" id="{D87E55B3-2B20-4BFC-8A81-DCDFC4D4F062}"/>
              </a:ext>
            </a:extLst>
          </p:cNvPr>
          <p:cNvSpPr>
            <a:spLocks xmlns:a="http://schemas.openxmlformats.org/drawingml/2006/main" noGrp="1"/>
          </p:cNvSpPr>
          <p:nvPr/>
        </p:nvSpPr>
        <p:spPr>
          <a:xfrm xmlns:a="http://schemas.openxmlformats.org/drawingml/2006/main">
            <a:off x="5143500" y="3638550"/>
            <a:ext cx="6610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POST /api/v1/tasks/reports/{reportId}/attribution/confirm</a:t>
            </a:r>
            <a:r>
              <a:rPr sz="900" b="0">
                <a:solidFill>
                  <a:srgbClr val="EEF5FF"/>
                </a:solidFill>
                <a:latin typeface="微软雅黑"/>
                <a:ea typeface="微软雅黑"/>
                <a:cs typeface="微软雅黑"/>
              </a:rPr>
              <a:t>，班组长只改建议状态，不改业务数据。</a:t>
            </a:r>
          </a:p>
        </p:txBody>
      </p:sp>
      <p:sp>
        <p:nvSpPr>
          <p:cNvPr id="36" name="">
            <a:extLst xmlns:a="http://schemas.openxmlformats.org/drawingml/2006/main">
              <a:ext uri="{FF2B5EF4-FFF2-40B4-BE49-F238E27FC236}">
                <a16:creationId xmlns:a16="http://schemas.microsoft.com/office/drawing/2014/main" id="{1CCD156D-B7E0-4A02-B806-8BF415F01504}"/>
              </a:ext>
            </a:extLst>
          </p:cNvPr>
          <p:cNvSpPr>
            <a:spLocks xmlns:a="http://schemas.openxmlformats.org/drawingml/2006/main" noGrp="1"/>
          </p:cNvSpPr>
          <p:nvPr/>
        </p:nvSpPr>
        <p:spPr>
          <a:xfrm xmlns:a="http://schemas.openxmlformats.org/drawingml/2006/main">
            <a:off x="4953000" y="4191000"/>
            <a:ext cx="6953250" cy="838200"/>
          </a:xfrm>
          <a:prstGeom xmlns:a="http://schemas.openxmlformats.org/drawingml/2006/main" prst="roundRect">
            <a:avLst>
              <a:gd name="adj" fmla="val 10227"/>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7" name="">
            <a:extLst xmlns:a="http://schemas.openxmlformats.org/drawingml/2006/main">
              <a:ext uri="{FF2B5EF4-FFF2-40B4-BE49-F238E27FC236}">
                <a16:creationId xmlns:a16="http://schemas.microsoft.com/office/drawing/2014/main" id="{EDA1A2B3-0702-4A35-B920-E17E941DDAE3}"/>
              </a:ext>
            </a:extLst>
          </p:cNvPr>
          <p:cNvSpPr>
            <a:spLocks xmlns:a="http://schemas.openxmlformats.org/drawingml/2006/main" noGrp="1"/>
          </p:cNvSpPr>
          <p:nvPr/>
        </p:nvSpPr>
        <p:spPr>
          <a:xfrm xmlns:a="http://schemas.openxmlformats.org/drawingml/2006/main">
            <a:off x="4953000" y="4191000"/>
            <a:ext cx="38100" cy="838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38" name="">
            <a:extLst xmlns:a="http://schemas.openxmlformats.org/drawingml/2006/main">
              <a:ext uri="{FF2B5EF4-FFF2-40B4-BE49-F238E27FC236}">
                <a16:creationId xmlns:a16="http://schemas.microsoft.com/office/drawing/2014/main" id="{5B44E110-B1E8-4BFB-B7A9-EB4F6661D9DC}"/>
              </a:ext>
            </a:extLst>
          </p:cNvPr>
          <p:cNvSpPr>
            <a:spLocks xmlns:a="http://schemas.openxmlformats.org/drawingml/2006/main" noGrp="1"/>
          </p:cNvSpPr>
          <p:nvPr/>
        </p:nvSpPr>
        <p:spPr>
          <a:xfrm xmlns:a="http://schemas.openxmlformats.org/drawingml/2006/main">
            <a:off x="5143500" y="4324350"/>
            <a:ext cx="30480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FFD24A"/>
                </a:solidFill>
                <a:latin typeface="微软雅黑"/>
                <a:ea typeface="微软雅黑"/>
                <a:cs typeface="微软雅黑"/>
              </a:defRPr>
            </a:pPr>
            <a:r>
              <a:rPr sz="1125" b="1">
                <a:solidFill>
                  <a:srgbClr val="FFD24A"/>
                </a:solidFill>
                <a:latin typeface="微软雅黑"/>
                <a:ea typeface="微软雅黑"/>
                <a:cs typeface="微软雅黑"/>
              </a:rPr>
              <a:t>任务评分</a:t>
            </a:r>
          </a:p>
        </p:txBody>
      </p:sp>
      <p:sp>
        <p:nvSpPr>
          <p:cNvPr id="39" name="">
            <a:extLst xmlns:a="http://schemas.openxmlformats.org/drawingml/2006/main">
              <a:ext uri="{FF2B5EF4-FFF2-40B4-BE49-F238E27FC236}">
                <a16:creationId xmlns:a16="http://schemas.microsoft.com/office/drawing/2014/main" id="{1FA68E1D-631F-4902-9B16-8A33CBE41055}"/>
              </a:ext>
            </a:extLst>
          </p:cNvPr>
          <p:cNvSpPr>
            <a:spLocks xmlns:a="http://schemas.openxmlformats.org/drawingml/2006/main" noGrp="1"/>
          </p:cNvSpPr>
          <p:nvPr/>
        </p:nvSpPr>
        <p:spPr>
          <a:xfrm xmlns:a="http://schemas.openxmlformats.org/drawingml/2006/main">
            <a:off x="5143500" y="4591050"/>
            <a:ext cx="6610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打回重做或确认通过，反馈自动进入员工个人欠缺与管理看板。</a:t>
            </a:r>
          </a:p>
        </p:txBody>
      </p:sp>
      <p:sp>
        <p:nvSpPr>
          <p:cNvPr id="40" name="">
            <a:extLst xmlns:a="http://schemas.openxmlformats.org/drawingml/2006/main">
              <a:ext uri="{FF2B5EF4-FFF2-40B4-BE49-F238E27FC236}">
                <a16:creationId xmlns:a16="http://schemas.microsoft.com/office/drawing/2014/main" id="{A8D9BDEE-1DED-4125-8241-C34BAC4E8433}"/>
              </a:ext>
            </a:extLst>
          </p:cNvPr>
          <p:cNvSpPr>
            <a:spLocks xmlns:a="http://schemas.openxmlformats.org/drawingml/2006/main" noGrp="1"/>
          </p:cNvSpPr>
          <p:nvPr/>
        </p:nvSpPr>
        <p:spPr>
          <a:xfrm xmlns:a="http://schemas.openxmlformats.org/drawingml/2006/main">
            <a:off x="285750" y="5162550"/>
            <a:ext cx="11620500" cy="1238250"/>
          </a:xfrm>
          <a:prstGeom xmlns:a="http://schemas.openxmlformats.org/drawingml/2006/main" prst="roundRect">
            <a:avLst>
              <a:gd name="adj" fmla="val 692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41" name="">
            <a:extLst xmlns:a="http://schemas.openxmlformats.org/drawingml/2006/main">
              <a:ext uri="{FF2B5EF4-FFF2-40B4-BE49-F238E27FC236}">
                <a16:creationId xmlns:a16="http://schemas.microsoft.com/office/drawing/2014/main" id="{7D3E44C2-1089-40AE-8006-CFA447522645}"/>
              </a:ext>
            </a:extLst>
          </p:cNvPr>
          <p:cNvSpPr>
            <a:spLocks xmlns:a="http://schemas.openxmlformats.org/drawingml/2006/main" noGrp="1"/>
          </p:cNvSpPr>
          <p:nvPr/>
        </p:nvSpPr>
        <p:spPr>
          <a:xfrm xmlns:a="http://schemas.openxmlformats.org/drawingml/2006/main">
            <a:off x="457200" y="5276850"/>
            <a:ext cx="11239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FFD24A"/>
                </a:solidFill>
                <a:latin typeface="微软雅黑"/>
                <a:ea typeface="微软雅黑"/>
                <a:cs typeface="微软雅黑"/>
              </a:defRPr>
            </a:pPr>
            <a:r>
              <a:rPr sz="1050" b="1">
                <a:solidFill>
                  <a:srgbClr val="FFD24A"/>
                </a:solidFill>
                <a:latin typeface="微软雅黑"/>
                <a:ea typeface="微软雅黑"/>
                <a:cs typeface="微软雅黑"/>
              </a:rPr>
              <a:t>留痕自验：一次 </a:t>
            </a:r>
            <a:r>
              <a:rPr sz="1050" b="1">
                <a:solidFill>
                  <a:srgbClr val="FFD24A"/>
                </a:solidFill>
                <a:latin typeface="微软雅黑"/>
                <a:ea typeface="微软雅黑"/>
                <a:cs typeface="微软雅黑"/>
              </a:rPr>
              <a:t>analyze → confirm</a:t>
            </a:r>
            <a:r>
              <a:rPr sz="1050" b="1">
                <a:solidFill>
                  <a:srgbClr val="FFD24A"/>
                </a:solidFill>
                <a:latin typeface="微软雅黑"/>
                <a:ea typeface="微软雅黑"/>
                <a:cs typeface="微软雅黑"/>
              </a:rPr>
              <a:t>，三张表可以用同一个 </a:t>
            </a:r>
            <a:r>
              <a:rPr sz="1050" b="1">
                <a:solidFill>
                  <a:srgbClr val="FFD24A"/>
                </a:solidFill>
                <a:latin typeface="微软雅黑"/>
                <a:ea typeface="微软雅黑"/>
                <a:cs typeface="微软雅黑"/>
              </a:rPr>
              <a:t>run_id </a:t>
            </a:r>
            <a:r>
              <a:rPr sz="1050" b="1">
                <a:solidFill>
                  <a:srgbClr val="FFD24A"/>
                </a:solidFill>
                <a:latin typeface="微软雅黑"/>
                <a:ea typeface="微软雅黑"/>
                <a:cs typeface="微软雅黑"/>
              </a:rPr>
              <a:t>串起来</a:t>
            </a:r>
          </a:p>
        </p:txBody>
      </p:sp>
      <p:sp>
        <p:nvSpPr>
          <p:cNvPr id="42" name="">
            <a:extLst xmlns:a="http://schemas.openxmlformats.org/drawingml/2006/main">
              <a:ext uri="{FF2B5EF4-FFF2-40B4-BE49-F238E27FC236}">
                <a16:creationId xmlns:a16="http://schemas.microsoft.com/office/drawing/2014/main" id="{190B9454-E4A8-4D15-8D0F-547E9DA7EDB5}"/>
              </a:ext>
            </a:extLst>
          </p:cNvPr>
          <p:cNvSpPr>
            <a:spLocks xmlns:a="http://schemas.openxmlformats.org/drawingml/2006/main" noGrp="1"/>
          </p:cNvSpPr>
          <p:nvPr/>
        </p:nvSpPr>
        <p:spPr>
          <a:xfrm xmlns:a="http://schemas.openxmlformats.org/drawingml/2006/main">
            <a:off x="457200" y="5581650"/>
            <a:ext cx="3676650" cy="704850"/>
          </a:xfrm>
          <a:prstGeom xmlns:a="http://schemas.openxmlformats.org/drawingml/2006/main" prst="roundRect">
            <a:avLst>
              <a:gd name="adj" fmla="val 12162"/>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43" name="">
            <a:extLst xmlns:a="http://schemas.openxmlformats.org/drawingml/2006/main">
              <a:ext uri="{FF2B5EF4-FFF2-40B4-BE49-F238E27FC236}">
                <a16:creationId xmlns:a16="http://schemas.microsoft.com/office/drawing/2014/main" id="{8D03F158-DC71-4A8E-BC1F-D09CCA4DCFC1}"/>
              </a:ext>
            </a:extLst>
          </p:cNvPr>
          <p:cNvSpPr>
            <a:spLocks xmlns:a="http://schemas.openxmlformats.org/drawingml/2006/main" noGrp="1"/>
          </p:cNvSpPr>
          <p:nvPr/>
        </p:nvSpPr>
        <p:spPr>
          <a:xfrm xmlns:a="http://schemas.openxmlformats.org/drawingml/2006/main">
            <a:off x="609600" y="5676900"/>
            <a:ext cx="33909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Bahnschrift"/>
                <a:ea typeface="Bahnschrift"/>
                <a:cs typeface="Bahnschrift"/>
              </a:defRPr>
            </a:pPr>
            <a:r>
              <a:rPr sz="938" b="1">
                <a:solidFill>
                  <a:srgbClr val="4FD8FF"/>
                </a:solidFill>
                <a:latin typeface="Bahnschrift"/>
                <a:ea typeface="Bahnschrift"/>
                <a:cs typeface="Bahnschrift"/>
              </a:rPr>
              <a:t>rule_result</a:t>
            </a:r>
          </a:p>
        </p:txBody>
      </p:sp>
      <p:sp>
        <p:nvSpPr>
          <p:cNvPr id="44" name="">
            <a:extLst xmlns:a="http://schemas.openxmlformats.org/drawingml/2006/main">
              <a:ext uri="{FF2B5EF4-FFF2-40B4-BE49-F238E27FC236}">
                <a16:creationId xmlns:a16="http://schemas.microsoft.com/office/drawing/2014/main" id="{68B6FFDF-064D-40D8-9943-EABA6BBC807D}"/>
              </a:ext>
            </a:extLst>
          </p:cNvPr>
          <p:cNvSpPr>
            <a:spLocks xmlns:a="http://schemas.openxmlformats.org/drawingml/2006/main" noGrp="1"/>
          </p:cNvSpPr>
          <p:nvPr/>
        </p:nvSpPr>
        <p:spPr>
          <a:xfrm xmlns:a="http://schemas.openxmlformats.org/drawingml/2006/main">
            <a:off x="609600" y="5924550"/>
            <a:ext cx="33909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规则执行留痕：命中了哪条规则、条件求值结果、依据事实</a:t>
            </a:r>
          </a:p>
        </p:txBody>
      </p:sp>
      <p:sp>
        <p:nvSpPr>
          <p:cNvPr id="45" name="">
            <a:extLst xmlns:a="http://schemas.openxmlformats.org/drawingml/2006/main">
              <a:ext uri="{FF2B5EF4-FFF2-40B4-BE49-F238E27FC236}">
                <a16:creationId xmlns:a16="http://schemas.microsoft.com/office/drawing/2014/main" id="{9D22FEEE-ECEC-4AC3-89AA-7585A4E36410}"/>
              </a:ext>
            </a:extLst>
          </p:cNvPr>
          <p:cNvSpPr>
            <a:spLocks xmlns:a="http://schemas.openxmlformats.org/drawingml/2006/main" noGrp="1"/>
          </p:cNvSpPr>
          <p:nvPr/>
        </p:nvSpPr>
        <p:spPr>
          <a:xfrm xmlns:a="http://schemas.openxmlformats.org/drawingml/2006/main">
            <a:off x="4305300" y="5581650"/>
            <a:ext cx="3676650" cy="704850"/>
          </a:xfrm>
          <a:prstGeom xmlns:a="http://schemas.openxmlformats.org/drawingml/2006/main" prst="roundRect">
            <a:avLst>
              <a:gd name="adj" fmla="val 12162"/>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46" name="">
            <a:extLst xmlns:a="http://schemas.openxmlformats.org/drawingml/2006/main">
              <a:ext uri="{FF2B5EF4-FFF2-40B4-BE49-F238E27FC236}">
                <a16:creationId xmlns:a16="http://schemas.microsoft.com/office/drawing/2014/main" id="{8F475AE6-2B8B-47A6-BD8F-9FBB67B45812}"/>
              </a:ext>
            </a:extLst>
          </p:cNvPr>
          <p:cNvSpPr>
            <a:spLocks xmlns:a="http://schemas.openxmlformats.org/drawingml/2006/main" noGrp="1"/>
          </p:cNvSpPr>
          <p:nvPr/>
        </p:nvSpPr>
        <p:spPr>
          <a:xfrm xmlns:a="http://schemas.openxmlformats.org/drawingml/2006/main">
            <a:off x="4457700" y="5676900"/>
            <a:ext cx="33909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Bahnschrift"/>
                <a:ea typeface="Bahnschrift"/>
                <a:cs typeface="Bahnschrift"/>
              </a:defRPr>
            </a:pPr>
            <a:r>
              <a:rPr sz="938" b="1">
                <a:solidFill>
                  <a:srgbClr val="4FD8FF"/>
                </a:solidFill>
                <a:latin typeface="Bahnschrift"/>
                <a:ea typeface="Bahnschrift"/>
                <a:cs typeface="Bahnschrift"/>
              </a:rPr>
              <a:t>agent_suggestion</a:t>
            </a:r>
          </a:p>
        </p:txBody>
      </p:sp>
      <p:sp>
        <p:nvSpPr>
          <p:cNvPr id="47" name="">
            <a:extLst xmlns:a="http://schemas.openxmlformats.org/drawingml/2006/main">
              <a:ext uri="{FF2B5EF4-FFF2-40B4-BE49-F238E27FC236}">
                <a16:creationId xmlns:a16="http://schemas.microsoft.com/office/drawing/2014/main" id="{FFA16849-D70D-4F6D-892E-57195F5F5CA5}"/>
              </a:ext>
            </a:extLst>
          </p:cNvPr>
          <p:cNvSpPr>
            <a:spLocks xmlns:a="http://schemas.openxmlformats.org/drawingml/2006/main" noGrp="1"/>
          </p:cNvSpPr>
          <p:nvPr/>
        </p:nvSpPr>
        <p:spPr>
          <a:xfrm xmlns:a="http://schemas.openxmlformats.org/drawingml/2006/main">
            <a:off x="4457700" y="5924550"/>
            <a:ext cx="33909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建议留痕：</a:t>
            </a:r>
            <a:r>
              <a:rPr sz="825" b="0">
                <a:solidFill>
                  <a:srgbClr val="EEF5FF"/>
                </a:solidFill>
                <a:latin typeface="微软雅黑"/>
                <a:ea typeface="微软雅黑"/>
                <a:cs typeface="微软雅黑"/>
              </a:rPr>
              <a:t>confidence / source / need_human_confirm / status</a:t>
            </a:r>
          </a:p>
        </p:txBody>
      </p:sp>
      <p:sp>
        <p:nvSpPr>
          <p:cNvPr id="48" name="">
            <a:extLst xmlns:a="http://schemas.openxmlformats.org/drawingml/2006/main">
              <a:ext uri="{FF2B5EF4-FFF2-40B4-BE49-F238E27FC236}">
                <a16:creationId xmlns:a16="http://schemas.microsoft.com/office/drawing/2014/main" id="{29949755-AFD8-4FF5-86C9-1C289A81AC44}"/>
              </a:ext>
            </a:extLst>
          </p:cNvPr>
          <p:cNvSpPr>
            <a:spLocks xmlns:a="http://schemas.openxmlformats.org/drawingml/2006/main" noGrp="1"/>
          </p:cNvSpPr>
          <p:nvPr/>
        </p:nvSpPr>
        <p:spPr>
          <a:xfrm xmlns:a="http://schemas.openxmlformats.org/drawingml/2006/main">
            <a:off x="8153400" y="5581650"/>
            <a:ext cx="3676650" cy="704850"/>
          </a:xfrm>
          <a:prstGeom xmlns:a="http://schemas.openxmlformats.org/drawingml/2006/main" prst="roundRect">
            <a:avLst>
              <a:gd name="adj" fmla="val 12162"/>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49" name="">
            <a:extLst xmlns:a="http://schemas.openxmlformats.org/drawingml/2006/main">
              <a:ext uri="{FF2B5EF4-FFF2-40B4-BE49-F238E27FC236}">
                <a16:creationId xmlns:a16="http://schemas.microsoft.com/office/drawing/2014/main" id="{D66F6D4D-A198-423A-AA77-6287DD7F4738}"/>
              </a:ext>
            </a:extLst>
          </p:cNvPr>
          <p:cNvSpPr>
            <a:spLocks xmlns:a="http://schemas.openxmlformats.org/drawingml/2006/main" noGrp="1"/>
          </p:cNvSpPr>
          <p:nvPr/>
        </p:nvSpPr>
        <p:spPr>
          <a:xfrm xmlns:a="http://schemas.openxmlformats.org/drawingml/2006/main">
            <a:off x="8305800" y="5676900"/>
            <a:ext cx="33909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Bahnschrift"/>
                <a:ea typeface="Bahnschrift"/>
                <a:cs typeface="Bahnschrift"/>
              </a:defRPr>
            </a:pPr>
            <a:r>
              <a:rPr sz="938" b="1">
                <a:solidFill>
                  <a:srgbClr val="4FD8FF"/>
                </a:solidFill>
                <a:latin typeface="Bahnschrift"/>
                <a:ea typeface="Bahnschrift"/>
                <a:cs typeface="Bahnschrift"/>
              </a:rPr>
              <a:t>decision_log</a:t>
            </a:r>
          </a:p>
        </p:txBody>
      </p:sp>
      <p:sp>
        <p:nvSpPr>
          <p:cNvPr id="50" name="">
            <a:extLst xmlns:a="http://schemas.openxmlformats.org/drawingml/2006/main">
              <a:ext uri="{FF2B5EF4-FFF2-40B4-BE49-F238E27FC236}">
                <a16:creationId xmlns:a16="http://schemas.microsoft.com/office/drawing/2014/main" id="{9D794D06-AAC7-45B2-9B8D-94497C9F9BC5}"/>
              </a:ext>
            </a:extLst>
          </p:cNvPr>
          <p:cNvSpPr>
            <a:spLocks xmlns:a="http://schemas.openxmlformats.org/drawingml/2006/main" noGrp="1"/>
          </p:cNvSpPr>
          <p:nvPr/>
        </p:nvSpPr>
        <p:spPr>
          <a:xfrm xmlns:a="http://schemas.openxmlformats.org/drawingml/2006/main">
            <a:off x="8305800" y="5924550"/>
            <a:ext cx="33909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人工决定：确认人、决定、理由、时间，以及后续执行与回滚</a:t>
            </a:r>
          </a:p>
        </p:txBody>
      </p:sp>
      <p:sp>
        <p:nvSpPr>
          <p:cNvPr id="51" name="">
            <a:extLst xmlns:a="http://schemas.openxmlformats.org/drawingml/2006/main">
              <a:ext uri="{FF2B5EF4-FFF2-40B4-BE49-F238E27FC236}">
                <a16:creationId xmlns:a16="http://schemas.microsoft.com/office/drawing/2014/main" id="{CAFCB48F-93BC-4C09-88AC-14A51FEF4979}"/>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52" name="">
            <a:extLst xmlns:a="http://schemas.openxmlformats.org/drawingml/2006/main">
              <a:ext uri="{FF2B5EF4-FFF2-40B4-BE49-F238E27FC236}">
                <a16:creationId xmlns:a16="http://schemas.microsoft.com/office/drawing/2014/main" id="{DC5BA2BF-2F92-4AFA-9B70-D0DD72240D74}"/>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53" name="">
            <a:extLst xmlns:a="http://schemas.openxmlformats.org/drawingml/2006/main">
              <a:ext uri="{FF2B5EF4-FFF2-40B4-BE49-F238E27FC236}">
                <a16:creationId xmlns:a16="http://schemas.microsoft.com/office/drawing/2014/main" id="{F08E0FEF-6CB9-4211-AF3B-7E0E4F4E2AAE}"/>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54" name="">
            <a:extLst xmlns:a="http://schemas.openxmlformats.org/drawingml/2006/main">
              <a:ext uri="{FF2B5EF4-FFF2-40B4-BE49-F238E27FC236}">
                <a16:creationId xmlns:a16="http://schemas.microsoft.com/office/drawing/2014/main" id="{8E981553-90A9-449A-A5D8-C68D9BE0997E}"/>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55" name="">
            <a:extLst xmlns:a="http://schemas.openxmlformats.org/drawingml/2006/main">
              <a:ext uri="{FF2B5EF4-FFF2-40B4-BE49-F238E27FC236}">
                <a16:creationId xmlns:a16="http://schemas.microsoft.com/office/drawing/2014/main" id="{695A785C-359C-4995-A9B5-38A81D709E3E}"/>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26</a:t>
            </a:r>
          </a:p>
        </p:txBody>
      </p:sp>
    </p:spTree>
    <p:extLst>
      <p:ext uri="{BB962C8B-B14F-4D97-AF65-F5344CB8AC3E}">
        <p14:creationId xmlns:p14="http://schemas.microsoft.com/office/powerpoint/2010/main" val="2056069291"/>
      </p:ext>
    </p:extLst>
  </p:cSld>
</p:sld>
</file>

<file path=ppt/slides/slide27.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510bf145b1aa4f01"/>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2F148B8-F4F7-4558-88C5-B61E4A6CA2F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9E75AC39-1CAC-4A64-B4F3-38341FD3930B}"/>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BA42A463-33BE-4082-B2CD-E18B5FDB0845}"/>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3573C313-86F2-4DFE-9492-5C2D50143BB0}"/>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C48263D8-5472-4B55-82E5-513E239226A4}"/>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81FF5CE3-3E7C-4FC9-AD98-578D5579274F}"/>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E77F1F9E-FEB5-4ED0-BDCA-447593C6DDD6}"/>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BB1C7D77-8B20-445E-8C14-E1DCC57EE0E0}"/>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5184BD5F-A332-48A5-BD90-C3ADD637670B}"/>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4FE0C8">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9EA2BB81-3DDB-4EEA-BAD8-B9ECA0747E23}"/>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4FE0C8">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B477DD98-9F8E-4653-8114-E7472C8FDA24}"/>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C707F646-C33E-497B-8596-3EDE2FE02435}"/>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4FE0C8"/>
                </a:solidFill>
                <a:latin typeface="微软雅黑"/>
                <a:ea typeface="微软雅黑"/>
                <a:cs typeface="微软雅黑"/>
              </a:defRPr>
            </a:pPr>
            <a:r>
              <a:rPr sz="863" b="1" spc="1">
                <a:solidFill>
                  <a:srgbClr val="4FE0C8"/>
                </a:solidFill>
                <a:latin typeface="微软雅黑"/>
                <a:ea typeface="微软雅黑"/>
                <a:cs typeface="微软雅黑"/>
              </a:rPr>
              <a:t>04　</a:t>
            </a:r>
            <a:r>
              <a:rPr sz="863" b="1" spc="1">
                <a:solidFill>
                  <a:srgbClr val="4FE0C8"/>
                </a:solidFill>
                <a:latin typeface="微软雅黑"/>
                <a:ea typeface="微软雅黑"/>
                <a:cs typeface="微软雅黑"/>
              </a:rPr>
              <a:t>系统实现</a:t>
            </a:r>
          </a:p>
        </p:txBody>
      </p:sp>
      <p:sp>
        <p:nvSpPr>
          <p:cNvPr id="14" name="">
            <a:extLst xmlns:a="http://schemas.openxmlformats.org/drawingml/2006/main">
              <a:ext uri="{FF2B5EF4-FFF2-40B4-BE49-F238E27FC236}">
                <a16:creationId xmlns:a16="http://schemas.microsoft.com/office/drawing/2014/main" id="{054EEE67-EFB2-415E-9A65-074A1B7B4304}"/>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系统界面四 </a:t>
            </a:r>
            <a:r>
              <a:rPr sz="1800" b="1" spc="1">
                <a:solidFill>
                  <a:srgbClr val="FFFFFF"/>
                </a:solidFill>
                <a:latin typeface="微软雅黑"/>
                <a:ea typeface="微软雅黑"/>
                <a:cs typeface="微软雅黑"/>
              </a:rPr>
              <a:t>· </a:t>
            </a:r>
            <a:r>
              <a:rPr sz="1800" b="1" spc="1">
                <a:solidFill>
                  <a:srgbClr val="FFFFFF"/>
                </a:solidFill>
                <a:latin typeface="微软雅黑"/>
                <a:ea typeface="微软雅黑"/>
                <a:cs typeface="微软雅黑"/>
              </a:rPr>
              <a:t>管理端：公司运行诊断与人才决策</a:t>
            </a:r>
          </a:p>
        </p:txBody>
      </p:sp>
      <p:sp>
        <p:nvSpPr>
          <p:cNvPr id="15" name="">
            <a:extLst xmlns:a="http://schemas.openxmlformats.org/drawingml/2006/main">
              <a:ext uri="{FF2B5EF4-FFF2-40B4-BE49-F238E27FC236}">
                <a16:creationId xmlns:a16="http://schemas.microsoft.com/office/drawing/2014/main" id="{DC46CC4F-69F1-4CF9-8D64-91EE68C66729}"/>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F78B149C-4691-42A7-8EAC-68C0917A453A}"/>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BEBB071C-ABDC-488E-B086-3B57CEDD025C}"/>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CB37F633-9075-4981-A1FD-690920E457B8}"/>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702D726D-6DC2-4676-899B-B0B5733A5C92}"/>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管理端给出的不是「感觉缺人」，而是「缺口在哪里、补法有哪几种、各自要花多少钱」。</a:t>
            </a:r>
          </a:p>
        </p:txBody>
      </p:sp>
      <p:sp>
        <p:nvSpPr>
          <p:cNvPr id="20" name="">
            <a:extLst xmlns:a="http://schemas.openxmlformats.org/drawingml/2006/main">
              <a:ext uri="{FF2B5EF4-FFF2-40B4-BE49-F238E27FC236}">
                <a16:creationId xmlns:a16="http://schemas.microsoft.com/office/drawing/2014/main" id="{1CBAF58D-6ED1-407F-AA7C-61EE6E86CEF5}"/>
              </a:ext>
            </a:extLst>
          </p:cNvPr>
          <p:cNvSpPr>
            <a:spLocks xmlns:a="http://schemas.openxmlformats.org/drawingml/2006/main" noGrp="1"/>
          </p:cNvSpPr>
          <p:nvPr/>
        </p:nvSpPr>
        <p:spPr>
          <a:xfrm xmlns:a="http://schemas.openxmlformats.org/drawingml/2006/main">
            <a:off x="285750" y="1333500"/>
            <a:ext cx="5715000" cy="3105150"/>
          </a:xfrm>
          <a:prstGeom xmlns:a="http://schemas.openxmlformats.org/drawingml/2006/main" prst="roundRect">
            <a:avLst>
              <a:gd name="adj" fmla="val 2761"/>
            </a:avLst>
          </a:prstGeom>
          <a:gradFill xmlns:a="http://schemas.openxmlformats.org/drawingml/2006/main">
            <a:gsLst>
              <a:gs pos="0">
                <a:srgbClr val="ECF4FF"/>
              </a:gs>
              <a:gs pos="62000">
                <a:srgbClr val="EAF3FF"/>
              </a:gs>
              <a:gs pos="100000">
                <a:srgbClr val="B7BEC7"/>
              </a:gs>
            </a:gsLst>
            <a:lin ang="8100000"/>
          </a:gradFill>
          <a:ln xmlns:a="http://schemas.openxmlformats.org/drawingml/2006/main" w="9525">
            <a:solidFill>
              <a:srgbClr val="7FC4FF"/>
            </a:solidFill>
            <a:prstDash val="solid"/>
          </a:ln>
        </p:spPr>
      </p:sp>
      <p:pic>
        <p:nvPicPr>
          <p:cNvPr id="71" name=""/>
          <p:cNvPicPr>
            <a:picLocks xmlns:a="http://schemas.openxmlformats.org/drawingml/2006/main" noChangeAspect="1"/>
          </p:cNvPicPr>
          <p:nvPr/>
        </p:nvPicPr>
        <p:blipFill>
          <a:blip xmlns:r="http://schemas.openxmlformats.org/officeDocument/2006/relationships" xmlns:a="http://schemas.openxmlformats.org/drawingml/2006/main" r:embed="R3eb967113a394e1b"/>
          <a:stretch xmlns:a="http://schemas.openxmlformats.org/drawingml/2006/main"/>
        </p:blipFill>
        <p:spPr>
          <a:xfrm xmlns:a="http://schemas.openxmlformats.org/drawingml/2006/main">
            <a:off x="569904" y="1390650"/>
            <a:ext cx="5146691" cy="2990850"/>
          </a:xfrm>
          <a:prstGeom xmlns:a="http://schemas.openxmlformats.org/drawingml/2006/main" prst="roundRect">
            <a:avLst>
              <a:gd name="adj" fmla="val 1911"/>
            </a:avLst>
          </a:prstGeom>
        </p:spPr>
      </p:pic>
      <p:sp>
        <p:nvSpPr>
          <p:cNvPr id="22" name="">
            <a:extLst xmlns:a="http://schemas.openxmlformats.org/drawingml/2006/main">
              <a:ext uri="{FF2B5EF4-FFF2-40B4-BE49-F238E27FC236}">
                <a16:creationId xmlns:a16="http://schemas.microsoft.com/office/drawing/2014/main" id="{C2AF54EE-6050-4B9C-A5C2-27650E857A36}"/>
              </a:ext>
            </a:extLst>
          </p:cNvPr>
          <p:cNvSpPr>
            <a:spLocks xmlns:a="http://schemas.openxmlformats.org/drawingml/2006/main" noGrp="1"/>
          </p:cNvSpPr>
          <p:nvPr/>
        </p:nvSpPr>
        <p:spPr>
          <a:xfrm xmlns:a="http://schemas.openxmlformats.org/drawingml/2006/main">
            <a:off x="285750" y="4495800"/>
            <a:ext cx="5715000" cy="381000"/>
          </a:xfrm>
          <a:prstGeom xmlns:a="http://schemas.openxmlformats.org/drawingml/2006/main" prst="roundRect">
            <a:avLst>
              <a:gd name="adj" fmla="val 225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3" name="">
            <a:extLst xmlns:a="http://schemas.openxmlformats.org/drawingml/2006/main">
              <a:ext uri="{FF2B5EF4-FFF2-40B4-BE49-F238E27FC236}">
                <a16:creationId xmlns:a16="http://schemas.microsoft.com/office/drawing/2014/main" id="{0FCC7F80-B441-470E-AD30-EA45CE18B993}"/>
              </a:ext>
            </a:extLst>
          </p:cNvPr>
          <p:cNvSpPr>
            <a:spLocks xmlns:a="http://schemas.openxmlformats.org/drawingml/2006/main" noGrp="1"/>
          </p:cNvSpPr>
          <p:nvPr/>
        </p:nvSpPr>
        <p:spPr>
          <a:xfrm xmlns:a="http://schemas.openxmlformats.org/drawingml/2006/main">
            <a:off x="419100" y="4495800"/>
            <a:ext cx="54483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863" b="0">
                <a:solidFill>
                  <a:srgbClr val="FFD24A"/>
                </a:solidFill>
                <a:latin typeface="微软雅黑"/>
                <a:ea typeface="微软雅黑"/>
                <a:cs typeface="微软雅黑"/>
              </a:defRPr>
            </a:pPr>
            <a:r>
              <a:rPr sz="863" b="0">
                <a:solidFill>
                  <a:srgbClr val="FFD24A"/>
                </a:solidFill>
                <a:latin typeface="微软雅黑"/>
                <a:ea typeface="微软雅黑"/>
                <a:cs typeface="微软雅黑"/>
              </a:rPr>
              <a:t>本图证明：人才驾驶舱把在岗人数、技能达标率、证书有效率、培训完成率与用人成本收在同一屏，管理者可直接下钻。</a:t>
            </a:r>
          </a:p>
        </p:txBody>
      </p:sp>
      <p:sp>
        <p:nvSpPr>
          <p:cNvPr id="24" name="">
            <a:extLst xmlns:a="http://schemas.openxmlformats.org/drawingml/2006/main">
              <a:ext uri="{FF2B5EF4-FFF2-40B4-BE49-F238E27FC236}">
                <a16:creationId xmlns:a16="http://schemas.microsoft.com/office/drawing/2014/main" id="{4E91E312-A2CF-4545-96D1-1111880B0847}"/>
              </a:ext>
            </a:extLst>
          </p:cNvPr>
          <p:cNvSpPr>
            <a:spLocks xmlns:a="http://schemas.openxmlformats.org/drawingml/2006/main" noGrp="1"/>
          </p:cNvSpPr>
          <p:nvPr/>
        </p:nvSpPr>
        <p:spPr>
          <a:xfrm xmlns:a="http://schemas.openxmlformats.org/drawingml/2006/main">
            <a:off x="6191250" y="1333500"/>
            <a:ext cx="5715000" cy="3105150"/>
          </a:xfrm>
          <a:prstGeom xmlns:a="http://schemas.openxmlformats.org/drawingml/2006/main" prst="roundRect">
            <a:avLst>
              <a:gd name="adj" fmla="val 2761"/>
            </a:avLst>
          </a:prstGeom>
          <a:gradFill xmlns:a="http://schemas.openxmlformats.org/drawingml/2006/main">
            <a:gsLst>
              <a:gs pos="0">
                <a:srgbClr val="ECF4FF"/>
              </a:gs>
              <a:gs pos="62000">
                <a:srgbClr val="EAF3FF"/>
              </a:gs>
              <a:gs pos="100000">
                <a:srgbClr val="B7BEC7"/>
              </a:gs>
            </a:gsLst>
            <a:lin ang="8100000"/>
          </a:gradFill>
          <a:ln xmlns:a="http://schemas.openxmlformats.org/drawingml/2006/main" w="9525">
            <a:solidFill>
              <a:srgbClr val="7FC4FF"/>
            </a:solidFill>
            <a:prstDash val="solid"/>
          </a:ln>
        </p:spPr>
      </p:sp>
      <p:pic>
        <p:nvPicPr>
          <p:cNvPr id="75" name=""/>
          <p:cNvPicPr>
            <a:picLocks xmlns:a="http://schemas.openxmlformats.org/drawingml/2006/main" noChangeAspect="1"/>
          </p:cNvPicPr>
          <p:nvPr/>
        </p:nvPicPr>
        <p:blipFill>
          <a:blip xmlns:r="http://schemas.openxmlformats.org/officeDocument/2006/relationships" xmlns:a="http://schemas.openxmlformats.org/drawingml/2006/main" r:embed="Rbefc6cb27db844f3"/>
          <a:stretch xmlns:a="http://schemas.openxmlformats.org/drawingml/2006/main"/>
        </p:blipFill>
        <p:spPr>
          <a:xfrm xmlns:a="http://schemas.openxmlformats.org/drawingml/2006/main">
            <a:off x="6469400" y="1390650"/>
            <a:ext cx="5158699" cy="2990850"/>
          </a:xfrm>
          <a:prstGeom xmlns:a="http://schemas.openxmlformats.org/drawingml/2006/main" prst="roundRect">
            <a:avLst>
              <a:gd name="adj" fmla="val 1911"/>
            </a:avLst>
          </a:prstGeom>
        </p:spPr>
      </p:pic>
      <p:sp>
        <p:nvSpPr>
          <p:cNvPr id="26" name="">
            <a:extLst xmlns:a="http://schemas.openxmlformats.org/drawingml/2006/main">
              <a:ext uri="{FF2B5EF4-FFF2-40B4-BE49-F238E27FC236}">
                <a16:creationId xmlns:a16="http://schemas.microsoft.com/office/drawing/2014/main" id="{EBDCAB8D-B442-43EA-8D16-4F8D581332A0}"/>
              </a:ext>
            </a:extLst>
          </p:cNvPr>
          <p:cNvSpPr>
            <a:spLocks xmlns:a="http://schemas.openxmlformats.org/drawingml/2006/main" noGrp="1"/>
          </p:cNvSpPr>
          <p:nvPr/>
        </p:nvSpPr>
        <p:spPr>
          <a:xfrm xmlns:a="http://schemas.openxmlformats.org/drawingml/2006/main">
            <a:off x="6191250" y="4495800"/>
            <a:ext cx="5715000" cy="381000"/>
          </a:xfrm>
          <a:prstGeom xmlns:a="http://schemas.openxmlformats.org/drawingml/2006/main" prst="roundRect">
            <a:avLst>
              <a:gd name="adj" fmla="val 225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7" name="">
            <a:extLst xmlns:a="http://schemas.openxmlformats.org/drawingml/2006/main">
              <a:ext uri="{FF2B5EF4-FFF2-40B4-BE49-F238E27FC236}">
                <a16:creationId xmlns:a16="http://schemas.microsoft.com/office/drawing/2014/main" id="{0DF0BD7C-4C7F-48F9-8B64-1A9B2A025B6D}"/>
              </a:ext>
            </a:extLst>
          </p:cNvPr>
          <p:cNvSpPr>
            <a:spLocks xmlns:a="http://schemas.openxmlformats.org/drawingml/2006/main" noGrp="1"/>
          </p:cNvSpPr>
          <p:nvPr/>
        </p:nvSpPr>
        <p:spPr>
          <a:xfrm xmlns:a="http://schemas.openxmlformats.org/drawingml/2006/main">
            <a:off x="6324600" y="4495800"/>
            <a:ext cx="54483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863" b="0">
                <a:solidFill>
                  <a:srgbClr val="FFD24A"/>
                </a:solidFill>
                <a:latin typeface="微软雅黑"/>
                <a:ea typeface="微软雅黑"/>
                <a:cs typeface="微软雅黑"/>
              </a:defRPr>
            </a:pPr>
            <a:r>
              <a:rPr sz="863" b="0">
                <a:solidFill>
                  <a:srgbClr val="FFD24A"/>
                </a:solidFill>
                <a:latin typeface="微软雅黑"/>
                <a:ea typeface="微软雅黑"/>
                <a:cs typeface="微软雅黑"/>
              </a:rPr>
              <a:t>本图证明：公司运行诊断把诊断项、证据、结论与建议写在同一页，每条建议都标注来源与人工确认状态。</a:t>
            </a:r>
          </a:p>
        </p:txBody>
      </p:sp>
      <p:sp>
        <p:nvSpPr>
          <p:cNvPr id="28" name="">
            <a:extLst xmlns:a="http://schemas.openxmlformats.org/drawingml/2006/main">
              <a:ext uri="{FF2B5EF4-FFF2-40B4-BE49-F238E27FC236}">
                <a16:creationId xmlns:a16="http://schemas.microsoft.com/office/drawing/2014/main" id="{7C56AA6D-AA5F-4436-9BC3-BD46F1351F68}"/>
              </a:ext>
            </a:extLst>
          </p:cNvPr>
          <p:cNvSpPr>
            <a:spLocks xmlns:a="http://schemas.openxmlformats.org/drawingml/2006/main" noGrp="1"/>
          </p:cNvSpPr>
          <p:nvPr/>
        </p:nvSpPr>
        <p:spPr>
          <a:xfrm xmlns:a="http://schemas.openxmlformats.org/drawingml/2006/main">
            <a:off x="285750" y="5029200"/>
            <a:ext cx="2781300" cy="1028700"/>
          </a:xfrm>
          <a:prstGeom xmlns:a="http://schemas.openxmlformats.org/drawingml/2006/main" prst="roundRect">
            <a:avLst>
              <a:gd name="adj" fmla="val 833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9" name="">
            <a:extLst xmlns:a="http://schemas.openxmlformats.org/drawingml/2006/main">
              <a:ext uri="{FF2B5EF4-FFF2-40B4-BE49-F238E27FC236}">
                <a16:creationId xmlns:a16="http://schemas.microsoft.com/office/drawing/2014/main" id="{24360BE2-997E-4492-B5EF-A69A1A0D534F}"/>
              </a:ext>
            </a:extLst>
          </p:cNvPr>
          <p:cNvSpPr>
            <a:spLocks xmlns:a="http://schemas.openxmlformats.org/drawingml/2006/main" noGrp="1"/>
          </p:cNvSpPr>
          <p:nvPr/>
        </p:nvSpPr>
        <p:spPr>
          <a:xfrm xmlns:a="http://schemas.openxmlformats.org/drawingml/2006/main">
            <a:off x="285750" y="5029200"/>
            <a:ext cx="2781300" cy="381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30" name="">
            <a:extLst xmlns:a="http://schemas.openxmlformats.org/drawingml/2006/main">
              <a:ext uri="{FF2B5EF4-FFF2-40B4-BE49-F238E27FC236}">
                <a16:creationId xmlns:a16="http://schemas.microsoft.com/office/drawing/2014/main" id="{BF6AE046-244C-490F-8F7D-8B7068D1A82F}"/>
              </a:ext>
            </a:extLst>
          </p:cNvPr>
          <p:cNvSpPr>
            <a:spLocks xmlns:a="http://schemas.openxmlformats.org/drawingml/2006/main" noGrp="1"/>
          </p:cNvSpPr>
          <p:nvPr/>
        </p:nvSpPr>
        <p:spPr>
          <a:xfrm xmlns:a="http://schemas.openxmlformats.org/drawingml/2006/main">
            <a:off x="457200" y="5162550"/>
            <a:ext cx="24574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13" b="1">
                <a:solidFill>
                  <a:srgbClr val="FFD24A"/>
                </a:solidFill>
                <a:latin typeface="微软雅黑"/>
                <a:ea typeface="微软雅黑"/>
                <a:cs typeface="微软雅黑"/>
              </a:defRPr>
            </a:pPr>
            <a:r>
              <a:rPr sz="1013" b="1">
                <a:solidFill>
                  <a:srgbClr val="FFD24A"/>
                </a:solidFill>
                <a:latin typeface="微软雅黑"/>
                <a:ea typeface="微软雅黑"/>
                <a:cs typeface="微软雅黑"/>
              </a:rPr>
              <a:t>人才驾驶舱</a:t>
            </a:r>
          </a:p>
        </p:txBody>
      </p:sp>
      <p:sp>
        <p:nvSpPr>
          <p:cNvPr id="31" name="">
            <a:extLst xmlns:a="http://schemas.openxmlformats.org/drawingml/2006/main">
              <a:ext uri="{FF2B5EF4-FFF2-40B4-BE49-F238E27FC236}">
                <a16:creationId xmlns:a16="http://schemas.microsoft.com/office/drawing/2014/main" id="{E6C765F5-3396-4A68-83A6-E27C3901E8E6}"/>
              </a:ext>
            </a:extLst>
          </p:cNvPr>
          <p:cNvSpPr>
            <a:spLocks xmlns:a="http://schemas.openxmlformats.org/drawingml/2006/main" noGrp="1"/>
          </p:cNvSpPr>
          <p:nvPr/>
        </p:nvSpPr>
        <p:spPr>
          <a:xfrm xmlns:a="http://schemas.openxmlformats.org/drawingml/2006/main">
            <a:off x="457200" y="5429250"/>
            <a:ext cx="249555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788" b="0">
                <a:solidFill>
                  <a:srgbClr val="EEF5FF"/>
                </a:solidFill>
                <a:latin typeface="微软雅黑"/>
                <a:ea typeface="微软雅黑"/>
                <a:cs typeface="微软雅黑"/>
              </a:defRPr>
            </a:pPr>
            <a:r>
              <a:rPr sz="788" b="0">
                <a:solidFill>
                  <a:srgbClr val="EEF5FF"/>
                </a:solidFill>
                <a:latin typeface="微软雅黑"/>
                <a:ea typeface="微软雅黑"/>
                <a:cs typeface="微软雅黑"/>
              </a:rPr>
              <a:t>全公司人才总览：关键指标、人才缺口、培训成本、用人成本、安全风险</a:t>
            </a:r>
          </a:p>
        </p:txBody>
      </p:sp>
      <p:sp>
        <p:nvSpPr>
          <p:cNvPr id="32" name="">
            <a:extLst xmlns:a="http://schemas.openxmlformats.org/drawingml/2006/main">
              <a:ext uri="{FF2B5EF4-FFF2-40B4-BE49-F238E27FC236}">
                <a16:creationId xmlns:a16="http://schemas.microsoft.com/office/drawing/2014/main" id="{188AD58A-40BF-466E-AF22-0D4C1EEA238C}"/>
              </a:ext>
            </a:extLst>
          </p:cNvPr>
          <p:cNvSpPr>
            <a:spLocks xmlns:a="http://schemas.openxmlformats.org/drawingml/2006/main" noGrp="1"/>
          </p:cNvSpPr>
          <p:nvPr/>
        </p:nvSpPr>
        <p:spPr>
          <a:xfrm xmlns:a="http://schemas.openxmlformats.org/drawingml/2006/main">
            <a:off x="3238500" y="5029200"/>
            <a:ext cx="2781300" cy="1028700"/>
          </a:xfrm>
          <a:prstGeom xmlns:a="http://schemas.openxmlformats.org/drawingml/2006/main" prst="roundRect">
            <a:avLst>
              <a:gd name="adj" fmla="val 833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3" name="">
            <a:extLst xmlns:a="http://schemas.openxmlformats.org/drawingml/2006/main">
              <a:ext uri="{FF2B5EF4-FFF2-40B4-BE49-F238E27FC236}">
                <a16:creationId xmlns:a16="http://schemas.microsoft.com/office/drawing/2014/main" id="{C69BF5B8-28FC-4F33-94B3-C7511EB02C37}"/>
              </a:ext>
            </a:extLst>
          </p:cNvPr>
          <p:cNvSpPr>
            <a:spLocks xmlns:a="http://schemas.openxmlformats.org/drawingml/2006/main" noGrp="1"/>
          </p:cNvSpPr>
          <p:nvPr/>
        </p:nvSpPr>
        <p:spPr>
          <a:xfrm xmlns:a="http://schemas.openxmlformats.org/drawingml/2006/main">
            <a:off x="3238500" y="5029200"/>
            <a:ext cx="2781300" cy="381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34" name="">
            <a:extLst xmlns:a="http://schemas.openxmlformats.org/drawingml/2006/main">
              <a:ext uri="{FF2B5EF4-FFF2-40B4-BE49-F238E27FC236}">
                <a16:creationId xmlns:a16="http://schemas.microsoft.com/office/drawing/2014/main" id="{A76FB337-5781-4E01-B91D-BE3BA942FDEA}"/>
              </a:ext>
            </a:extLst>
          </p:cNvPr>
          <p:cNvSpPr>
            <a:spLocks xmlns:a="http://schemas.openxmlformats.org/drawingml/2006/main" noGrp="1"/>
          </p:cNvSpPr>
          <p:nvPr/>
        </p:nvSpPr>
        <p:spPr>
          <a:xfrm xmlns:a="http://schemas.openxmlformats.org/drawingml/2006/main">
            <a:off x="3409950" y="5162550"/>
            <a:ext cx="24574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13" b="1">
                <a:solidFill>
                  <a:srgbClr val="FFD24A"/>
                </a:solidFill>
                <a:latin typeface="微软雅黑"/>
                <a:ea typeface="微软雅黑"/>
                <a:cs typeface="微软雅黑"/>
              </a:defRPr>
            </a:pPr>
            <a:r>
              <a:rPr sz="1013" b="1">
                <a:solidFill>
                  <a:srgbClr val="FFD24A"/>
                </a:solidFill>
                <a:latin typeface="微软雅黑"/>
                <a:ea typeface="微软雅黑"/>
                <a:cs typeface="微软雅黑"/>
              </a:rPr>
              <a:t>全公司技能矩阵</a:t>
            </a:r>
          </a:p>
        </p:txBody>
      </p:sp>
      <p:sp>
        <p:nvSpPr>
          <p:cNvPr id="35" name="">
            <a:extLst xmlns:a="http://schemas.openxmlformats.org/drawingml/2006/main">
              <a:ext uri="{FF2B5EF4-FFF2-40B4-BE49-F238E27FC236}">
                <a16:creationId xmlns:a16="http://schemas.microsoft.com/office/drawing/2014/main" id="{2F856AE5-D545-46E9-A623-D2D545F1F797}"/>
              </a:ext>
            </a:extLst>
          </p:cNvPr>
          <p:cNvSpPr>
            <a:spLocks xmlns:a="http://schemas.openxmlformats.org/drawingml/2006/main" noGrp="1"/>
          </p:cNvSpPr>
          <p:nvPr/>
        </p:nvSpPr>
        <p:spPr>
          <a:xfrm xmlns:a="http://schemas.openxmlformats.org/drawingml/2006/main">
            <a:off x="3409950" y="5429250"/>
            <a:ext cx="249555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788" b="0">
                <a:solidFill>
                  <a:srgbClr val="EEF5FF"/>
                </a:solidFill>
                <a:latin typeface="微软雅黑"/>
                <a:ea typeface="微软雅黑"/>
                <a:cs typeface="微软雅黑"/>
              </a:defRPr>
            </a:pPr>
            <a:r>
              <a:rPr sz="788" b="0">
                <a:solidFill>
                  <a:srgbClr val="EEF5FF"/>
                </a:solidFill>
                <a:latin typeface="微软雅黑"/>
                <a:ea typeface="微软雅黑"/>
                <a:cs typeface="微软雅黑"/>
              </a:rPr>
              <a:t>按部门 </a:t>
            </a:r>
            <a:r>
              <a:rPr sz="788" b="0">
                <a:solidFill>
                  <a:srgbClr val="EEF5FF"/>
                </a:solidFill>
                <a:latin typeface="微软雅黑"/>
                <a:ea typeface="微软雅黑"/>
                <a:cs typeface="微软雅黑"/>
              </a:rPr>
              <a:t>/ </a:t>
            </a:r>
            <a:r>
              <a:rPr sz="788" b="0">
                <a:solidFill>
                  <a:srgbClr val="EEF5FF"/>
                </a:solidFill>
                <a:latin typeface="微软雅黑"/>
                <a:ea typeface="微软雅黑"/>
                <a:cs typeface="微软雅黑"/>
              </a:rPr>
              <a:t>岗位 </a:t>
            </a:r>
            <a:r>
              <a:rPr sz="788" b="0">
                <a:solidFill>
                  <a:srgbClr val="EEF5FF"/>
                </a:solidFill>
                <a:latin typeface="微软雅黑"/>
                <a:ea typeface="微软雅黑"/>
                <a:cs typeface="微软雅黑"/>
              </a:rPr>
              <a:t>/ </a:t>
            </a:r>
            <a:r>
              <a:rPr sz="788" b="0">
                <a:solidFill>
                  <a:srgbClr val="EEF5FF"/>
                </a:solidFill>
                <a:latin typeface="微软雅黑"/>
                <a:ea typeface="微软雅黑"/>
                <a:cs typeface="微软雅黑"/>
              </a:rPr>
              <a:t>技能等级展示分布，标出关键岗位是否有备份</a:t>
            </a:r>
          </a:p>
        </p:txBody>
      </p:sp>
      <p:sp>
        <p:nvSpPr>
          <p:cNvPr id="36" name="">
            <a:extLst xmlns:a="http://schemas.openxmlformats.org/drawingml/2006/main">
              <a:ext uri="{FF2B5EF4-FFF2-40B4-BE49-F238E27FC236}">
                <a16:creationId xmlns:a16="http://schemas.microsoft.com/office/drawing/2014/main" id="{1A924899-9F26-4DE3-A46E-E9FE542A181C}"/>
              </a:ext>
            </a:extLst>
          </p:cNvPr>
          <p:cNvSpPr>
            <a:spLocks xmlns:a="http://schemas.openxmlformats.org/drawingml/2006/main" noGrp="1"/>
          </p:cNvSpPr>
          <p:nvPr/>
        </p:nvSpPr>
        <p:spPr>
          <a:xfrm xmlns:a="http://schemas.openxmlformats.org/drawingml/2006/main">
            <a:off x="6191250" y="5029200"/>
            <a:ext cx="2781300" cy="1028700"/>
          </a:xfrm>
          <a:prstGeom xmlns:a="http://schemas.openxmlformats.org/drawingml/2006/main" prst="roundRect">
            <a:avLst>
              <a:gd name="adj" fmla="val 833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7" name="">
            <a:extLst xmlns:a="http://schemas.openxmlformats.org/drawingml/2006/main">
              <a:ext uri="{FF2B5EF4-FFF2-40B4-BE49-F238E27FC236}">
                <a16:creationId xmlns:a16="http://schemas.microsoft.com/office/drawing/2014/main" id="{BF0F0728-AE03-408E-8751-7BCCCEF1D5C2}"/>
              </a:ext>
            </a:extLst>
          </p:cNvPr>
          <p:cNvSpPr>
            <a:spLocks xmlns:a="http://schemas.openxmlformats.org/drawingml/2006/main" noGrp="1"/>
          </p:cNvSpPr>
          <p:nvPr/>
        </p:nvSpPr>
        <p:spPr>
          <a:xfrm xmlns:a="http://schemas.openxmlformats.org/drawingml/2006/main">
            <a:off x="6191250" y="5029200"/>
            <a:ext cx="2781300" cy="381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38" name="">
            <a:extLst xmlns:a="http://schemas.openxmlformats.org/drawingml/2006/main">
              <a:ext uri="{FF2B5EF4-FFF2-40B4-BE49-F238E27FC236}">
                <a16:creationId xmlns:a16="http://schemas.microsoft.com/office/drawing/2014/main" id="{096CEEFF-AA81-4CF8-A558-68B97EDFD9E0}"/>
              </a:ext>
            </a:extLst>
          </p:cNvPr>
          <p:cNvSpPr>
            <a:spLocks xmlns:a="http://schemas.openxmlformats.org/drawingml/2006/main" noGrp="1"/>
          </p:cNvSpPr>
          <p:nvPr/>
        </p:nvSpPr>
        <p:spPr>
          <a:xfrm xmlns:a="http://schemas.openxmlformats.org/drawingml/2006/main">
            <a:off x="6362700" y="5162550"/>
            <a:ext cx="24574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13" b="1">
                <a:solidFill>
                  <a:srgbClr val="FFD24A"/>
                </a:solidFill>
                <a:latin typeface="微软雅黑"/>
                <a:ea typeface="微软雅黑"/>
                <a:cs typeface="微软雅黑"/>
              </a:defRPr>
            </a:pPr>
            <a:r>
              <a:rPr sz="1013" b="1">
                <a:solidFill>
                  <a:srgbClr val="FFD24A"/>
                </a:solidFill>
                <a:latin typeface="微软雅黑"/>
                <a:ea typeface="微软雅黑"/>
                <a:cs typeface="微软雅黑"/>
              </a:rPr>
              <a:t>成本看板</a:t>
            </a:r>
          </a:p>
        </p:txBody>
      </p:sp>
      <p:sp>
        <p:nvSpPr>
          <p:cNvPr id="39" name="">
            <a:extLst xmlns:a="http://schemas.openxmlformats.org/drawingml/2006/main">
              <a:ext uri="{FF2B5EF4-FFF2-40B4-BE49-F238E27FC236}">
                <a16:creationId xmlns:a16="http://schemas.microsoft.com/office/drawing/2014/main" id="{E3F9E054-5CE9-4D6B-9C8C-52FEF9D1B1D1}"/>
              </a:ext>
            </a:extLst>
          </p:cNvPr>
          <p:cNvSpPr>
            <a:spLocks xmlns:a="http://schemas.openxmlformats.org/drawingml/2006/main" noGrp="1"/>
          </p:cNvSpPr>
          <p:nvPr/>
        </p:nvSpPr>
        <p:spPr>
          <a:xfrm xmlns:a="http://schemas.openxmlformats.org/drawingml/2006/main">
            <a:off x="6362700" y="5429250"/>
            <a:ext cx="249555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788" b="0">
                <a:solidFill>
                  <a:srgbClr val="EEF5FF"/>
                </a:solidFill>
                <a:latin typeface="微软雅黑"/>
                <a:ea typeface="微软雅黑"/>
                <a:cs typeface="微软雅黑"/>
              </a:defRPr>
            </a:pPr>
            <a:r>
              <a:rPr sz="788" b="0">
                <a:solidFill>
                  <a:srgbClr val="EEF5FF"/>
                </a:solidFill>
                <a:latin typeface="微软雅黑"/>
                <a:ea typeface="微软雅黑"/>
                <a:cs typeface="微软雅黑"/>
              </a:rPr>
              <a:t>人力、培训、招聘、外包、加班、离职成本，支持按部门与岗位筛选</a:t>
            </a:r>
          </a:p>
        </p:txBody>
      </p:sp>
      <p:sp>
        <p:nvSpPr>
          <p:cNvPr id="40" name="">
            <a:extLst xmlns:a="http://schemas.openxmlformats.org/drawingml/2006/main">
              <a:ext uri="{FF2B5EF4-FFF2-40B4-BE49-F238E27FC236}">
                <a16:creationId xmlns:a16="http://schemas.microsoft.com/office/drawing/2014/main" id="{22909E3E-01CE-4C28-B733-2598F0E41ED3}"/>
              </a:ext>
            </a:extLst>
          </p:cNvPr>
          <p:cNvSpPr>
            <a:spLocks xmlns:a="http://schemas.openxmlformats.org/drawingml/2006/main" noGrp="1"/>
          </p:cNvSpPr>
          <p:nvPr/>
        </p:nvSpPr>
        <p:spPr>
          <a:xfrm xmlns:a="http://schemas.openxmlformats.org/drawingml/2006/main">
            <a:off x="9144000" y="5029200"/>
            <a:ext cx="2781300" cy="1028700"/>
          </a:xfrm>
          <a:prstGeom xmlns:a="http://schemas.openxmlformats.org/drawingml/2006/main" prst="roundRect">
            <a:avLst>
              <a:gd name="adj" fmla="val 833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41" name="">
            <a:extLst xmlns:a="http://schemas.openxmlformats.org/drawingml/2006/main">
              <a:ext uri="{FF2B5EF4-FFF2-40B4-BE49-F238E27FC236}">
                <a16:creationId xmlns:a16="http://schemas.microsoft.com/office/drawing/2014/main" id="{7074AF72-21F0-4C7F-ACE5-1C6872A49FB2}"/>
              </a:ext>
            </a:extLst>
          </p:cNvPr>
          <p:cNvSpPr>
            <a:spLocks xmlns:a="http://schemas.openxmlformats.org/drawingml/2006/main" noGrp="1"/>
          </p:cNvSpPr>
          <p:nvPr/>
        </p:nvSpPr>
        <p:spPr>
          <a:xfrm xmlns:a="http://schemas.openxmlformats.org/drawingml/2006/main">
            <a:off x="9144000" y="5029200"/>
            <a:ext cx="2781300" cy="38100"/>
          </a:xfrm>
          <a:prstGeom xmlns:a="http://schemas.openxmlformats.org/drawingml/2006/main" prst="rect">
            <a:avLst/>
          </a:prstGeom>
          <a:solidFill xmlns:a="http://schemas.openxmlformats.org/drawingml/2006/main">
            <a:srgbClr val="FF7A6B"/>
          </a:solidFill>
          <a:ln xmlns:a="http://schemas.openxmlformats.org/drawingml/2006/main">
            <a:noFill/>
          </a:ln>
        </p:spPr>
      </p:sp>
      <p:sp>
        <p:nvSpPr>
          <p:cNvPr id="42" name="">
            <a:extLst xmlns:a="http://schemas.openxmlformats.org/drawingml/2006/main">
              <a:ext uri="{FF2B5EF4-FFF2-40B4-BE49-F238E27FC236}">
                <a16:creationId xmlns:a16="http://schemas.microsoft.com/office/drawing/2014/main" id="{D1FE3492-1400-4EE7-BC0F-C5733889DFFE}"/>
              </a:ext>
            </a:extLst>
          </p:cNvPr>
          <p:cNvSpPr>
            <a:spLocks xmlns:a="http://schemas.openxmlformats.org/drawingml/2006/main" noGrp="1"/>
          </p:cNvSpPr>
          <p:nvPr/>
        </p:nvSpPr>
        <p:spPr>
          <a:xfrm xmlns:a="http://schemas.openxmlformats.org/drawingml/2006/main">
            <a:off x="9315450" y="5162550"/>
            <a:ext cx="24574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13" b="1">
                <a:solidFill>
                  <a:srgbClr val="FF7A6B"/>
                </a:solidFill>
                <a:latin typeface="微软雅黑"/>
                <a:ea typeface="微软雅黑"/>
                <a:cs typeface="微软雅黑"/>
              </a:defRPr>
            </a:pPr>
            <a:r>
              <a:rPr sz="1013" b="1">
                <a:solidFill>
                  <a:srgbClr val="FF7A6B"/>
                </a:solidFill>
                <a:latin typeface="微软雅黑"/>
                <a:ea typeface="微软雅黑"/>
                <a:cs typeface="微软雅黑"/>
              </a:rPr>
              <a:t>风险与建议</a:t>
            </a:r>
          </a:p>
        </p:txBody>
      </p:sp>
      <p:sp>
        <p:nvSpPr>
          <p:cNvPr id="43" name="">
            <a:extLst xmlns:a="http://schemas.openxmlformats.org/drawingml/2006/main">
              <a:ext uri="{FF2B5EF4-FFF2-40B4-BE49-F238E27FC236}">
                <a16:creationId xmlns:a16="http://schemas.microsoft.com/office/drawing/2014/main" id="{A0CA98E2-B6E5-486C-BD2C-F81E189D773C}"/>
              </a:ext>
            </a:extLst>
          </p:cNvPr>
          <p:cNvSpPr>
            <a:spLocks xmlns:a="http://schemas.openxmlformats.org/drawingml/2006/main" noGrp="1"/>
          </p:cNvSpPr>
          <p:nvPr/>
        </p:nvSpPr>
        <p:spPr>
          <a:xfrm xmlns:a="http://schemas.openxmlformats.org/drawingml/2006/main">
            <a:off x="9315450" y="5429250"/>
            <a:ext cx="249555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788" b="0">
                <a:solidFill>
                  <a:srgbClr val="EEF5FF"/>
                </a:solidFill>
                <a:latin typeface="微软雅黑"/>
                <a:ea typeface="微软雅黑"/>
                <a:cs typeface="微软雅黑"/>
              </a:defRPr>
            </a:pPr>
            <a:r>
              <a:rPr sz="788" b="0">
                <a:solidFill>
                  <a:srgbClr val="EEF5FF"/>
                </a:solidFill>
                <a:latin typeface="微软雅黑"/>
                <a:ea typeface="微软雅黑"/>
                <a:cs typeface="微软雅黑"/>
              </a:rPr>
              <a:t>安全不合格一票否决；给出转岗 </a:t>
            </a:r>
            <a:r>
              <a:rPr sz="788" b="0">
                <a:solidFill>
                  <a:srgbClr val="EEF5FF"/>
                </a:solidFill>
                <a:latin typeface="微软雅黑"/>
                <a:ea typeface="微软雅黑"/>
                <a:cs typeface="微软雅黑"/>
              </a:rPr>
              <a:t>/ </a:t>
            </a:r>
            <a:r>
              <a:rPr sz="788" b="0">
                <a:solidFill>
                  <a:srgbClr val="EEF5FF"/>
                </a:solidFill>
                <a:latin typeface="微软雅黑"/>
                <a:ea typeface="微软雅黑"/>
                <a:cs typeface="微软雅黑"/>
              </a:rPr>
              <a:t>招聘 </a:t>
            </a:r>
            <a:r>
              <a:rPr sz="788" b="0">
                <a:solidFill>
                  <a:srgbClr val="EEF5FF"/>
                </a:solidFill>
                <a:latin typeface="微软雅黑"/>
                <a:ea typeface="微软雅黑"/>
                <a:cs typeface="微软雅黑"/>
              </a:rPr>
              <a:t>/ </a:t>
            </a:r>
            <a:r>
              <a:rPr sz="788" b="0">
                <a:solidFill>
                  <a:srgbClr val="EEF5FF"/>
                </a:solidFill>
                <a:latin typeface="微软雅黑"/>
                <a:ea typeface="微软雅黑"/>
                <a:cs typeface="微软雅黑"/>
              </a:rPr>
              <a:t>外委组合建议并附成本模拟</a:t>
            </a:r>
          </a:p>
        </p:txBody>
      </p:sp>
      <p:sp>
        <p:nvSpPr>
          <p:cNvPr id="44" name="">
            <a:extLst xmlns:a="http://schemas.openxmlformats.org/drawingml/2006/main">
              <a:ext uri="{FF2B5EF4-FFF2-40B4-BE49-F238E27FC236}">
                <a16:creationId xmlns:a16="http://schemas.microsoft.com/office/drawing/2014/main" id="{2C0CAE26-A357-4114-A75A-EB04F553F9A2}"/>
              </a:ext>
            </a:extLst>
          </p:cNvPr>
          <p:cNvSpPr>
            <a:spLocks xmlns:a="http://schemas.openxmlformats.org/drawingml/2006/main" noGrp="1"/>
          </p:cNvSpPr>
          <p:nvPr/>
        </p:nvSpPr>
        <p:spPr>
          <a:xfrm xmlns:a="http://schemas.openxmlformats.org/drawingml/2006/main">
            <a:off x="285750" y="6172200"/>
            <a:ext cx="11620500" cy="361950"/>
          </a:xfrm>
          <a:prstGeom xmlns:a="http://schemas.openxmlformats.org/drawingml/2006/main" prst="roundRect">
            <a:avLst>
              <a:gd name="adj" fmla="val 23684"/>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45" name="">
            <a:extLst xmlns:a="http://schemas.openxmlformats.org/drawingml/2006/main">
              <a:ext uri="{FF2B5EF4-FFF2-40B4-BE49-F238E27FC236}">
                <a16:creationId xmlns:a16="http://schemas.microsoft.com/office/drawing/2014/main" id="{51651DBA-D428-4FDF-8E14-6FEF0691362D}"/>
              </a:ext>
            </a:extLst>
          </p:cNvPr>
          <p:cNvSpPr>
            <a:spLocks xmlns:a="http://schemas.openxmlformats.org/drawingml/2006/main" noGrp="1"/>
          </p:cNvSpPr>
          <p:nvPr/>
        </p:nvSpPr>
        <p:spPr>
          <a:xfrm xmlns:a="http://schemas.openxmlformats.org/drawingml/2006/main">
            <a:off x="457200" y="6172200"/>
            <a:ext cx="112395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权限边界：老总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授权高管可看全公司汇总与钻取（心理与关怀数据仅返回脱敏聚合）；班组长只能看本班组业务数据；令牌制校验，越权返回 </a:t>
            </a:r>
            <a:r>
              <a:rPr sz="863" b="0">
                <a:solidFill>
                  <a:srgbClr val="EEF5FF"/>
                </a:solidFill>
                <a:latin typeface="微软雅黑"/>
                <a:ea typeface="微软雅黑"/>
                <a:cs typeface="微软雅黑"/>
              </a:rPr>
              <a:t>403 / code=40301</a:t>
            </a:r>
            <a:r>
              <a:rPr sz="863" b="0">
                <a:solidFill>
                  <a:srgbClr val="EEF5FF"/>
                </a:solidFill>
                <a:latin typeface="微软雅黑"/>
                <a:ea typeface="微软雅黑"/>
                <a:cs typeface="微软雅黑"/>
              </a:rPr>
              <a:t>。</a:t>
            </a:r>
          </a:p>
        </p:txBody>
      </p:sp>
      <p:sp>
        <p:nvSpPr>
          <p:cNvPr id="46" name="">
            <a:extLst xmlns:a="http://schemas.openxmlformats.org/drawingml/2006/main">
              <a:ext uri="{FF2B5EF4-FFF2-40B4-BE49-F238E27FC236}">
                <a16:creationId xmlns:a16="http://schemas.microsoft.com/office/drawing/2014/main" id="{195EB1B4-3B09-4BA7-BE05-23E2A07C2431}"/>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47" name="">
            <a:extLst xmlns:a="http://schemas.openxmlformats.org/drawingml/2006/main">
              <a:ext uri="{FF2B5EF4-FFF2-40B4-BE49-F238E27FC236}">
                <a16:creationId xmlns:a16="http://schemas.microsoft.com/office/drawing/2014/main" id="{3BBD81D3-90C4-4DC6-84DE-847EFB2348AC}"/>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48" name="">
            <a:extLst xmlns:a="http://schemas.openxmlformats.org/drawingml/2006/main">
              <a:ext uri="{FF2B5EF4-FFF2-40B4-BE49-F238E27FC236}">
                <a16:creationId xmlns:a16="http://schemas.microsoft.com/office/drawing/2014/main" id="{E9745C7F-8CE3-469F-B1F6-65FA3B160F1A}"/>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49" name="">
            <a:extLst xmlns:a="http://schemas.openxmlformats.org/drawingml/2006/main">
              <a:ext uri="{FF2B5EF4-FFF2-40B4-BE49-F238E27FC236}">
                <a16:creationId xmlns:a16="http://schemas.microsoft.com/office/drawing/2014/main" id="{287CE168-E043-4361-9184-8570AEC05D31}"/>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50" name="">
            <a:extLst xmlns:a="http://schemas.openxmlformats.org/drawingml/2006/main">
              <a:ext uri="{FF2B5EF4-FFF2-40B4-BE49-F238E27FC236}">
                <a16:creationId xmlns:a16="http://schemas.microsoft.com/office/drawing/2014/main" id="{0AEA0E5A-7128-47C9-906F-252B5C225F0F}"/>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27</a:t>
            </a:r>
          </a:p>
        </p:txBody>
      </p:sp>
    </p:spTree>
    <p:extLst>
      <p:ext uri="{BB962C8B-B14F-4D97-AF65-F5344CB8AC3E}">
        <p14:creationId xmlns:p14="http://schemas.microsoft.com/office/powerpoint/2010/main" val="1913367416"/>
      </p:ext>
    </p:extLst>
  </p:cSld>
</p:sld>
</file>

<file path=ppt/slides/slide28.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e2b27150c1114199"/>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8B28CCC-9E6E-4C0D-BCC4-6FCB77740B2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40724C1E-45DA-480F-91F7-4836285D7246}"/>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DC172CC9-6C71-4629-8F32-25E434BA1C12}"/>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13870E41-61CD-4CD9-AA17-AC0AF72E0F19}"/>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3971A716-694C-4250-B69D-E9E6AD0DDA7B}"/>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F2C25716-D652-4605-A17D-8F04A0F5BF48}"/>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69D812B5-E5E7-406F-82CE-3BCFD5EBF22B}"/>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4AFF6A24-882A-4954-840E-25C9DFE3AF2F}"/>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104D37C5-7939-4352-BD5A-A46A4B790C8E}"/>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4FE0C8">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B4B40AE8-2438-4EC5-B5A1-9D879DB69451}"/>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4FE0C8">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384B3C3E-D632-4DE1-AEB0-4EBCEF86B4E4}"/>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04EB4A3B-5577-44FB-8388-DBA394CB3F27}"/>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4FE0C8"/>
                </a:solidFill>
                <a:latin typeface="微软雅黑"/>
                <a:ea typeface="微软雅黑"/>
                <a:cs typeface="微软雅黑"/>
              </a:defRPr>
            </a:pPr>
            <a:r>
              <a:rPr sz="863" b="1" spc="1">
                <a:solidFill>
                  <a:srgbClr val="4FE0C8"/>
                </a:solidFill>
                <a:latin typeface="微软雅黑"/>
                <a:ea typeface="微软雅黑"/>
                <a:cs typeface="微软雅黑"/>
              </a:rPr>
              <a:t>04　</a:t>
            </a:r>
            <a:r>
              <a:rPr sz="863" b="1" spc="1">
                <a:solidFill>
                  <a:srgbClr val="4FE0C8"/>
                </a:solidFill>
                <a:latin typeface="微软雅黑"/>
                <a:ea typeface="微软雅黑"/>
                <a:cs typeface="微软雅黑"/>
              </a:rPr>
              <a:t>系统实现</a:t>
            </a:r>
          </a:p>
        </p:txBody>
      </p:sp>
      <p:sp>
        <p:nvSpPr>
          <p:cNvPr id="14" name="">
            <a:extLst xmlns:a="http://schemas.openxmlformats.org/drawingml/2006/main">
              <a:ext uri="{FF2B5EF4-FFF2-40B4-BE49-F238E27FC236}">
                <a16:creationId xmlns:a16="http://schemas.microsoft.com/office/drawing/2014/main" id="{EA16076B-419A-4A97-A522-FDA98C9FEC35}"/>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系统界面五 </a:t>
            </a:r>
            <a:r>
              <a:rPr sz="1800" b="1" spc="1">
                <a:solidFill>
                  <a:srgbClr val="FFFFFF"/>
                </a:solidFill>
                <a:latin typeface="微软雅黑"/>
                <a:ea typeface="微软雅黑"/>
                <a:cs typeface="微软雅黑"/>
              </a:rPr>
              <a:t>· </a:t>
            </a:r>
            <a:r>
              <a:rPr sz="1800" b="1" spc="1">
                <a:solidFill>
                  <a:srgbClr val="FFFFFF"/>
                </a:solidFill>
                <a:latin typeface="微软雅黑"/>
                <a:ea typeface="微软雅黑"/>
                <a:cs typeface="微软雅黑"/>
              </a:rPr>
              <a:t>管理员端：规则配置与审计溯源</a:t>
            </a:r>
          </a:p>
        </p:txBody>
      </p:sp>
      <p:sp>
        <p:nvSpPr>
          <p:cNvPr id="15" name="">
            <a:extLst xmlns:a="http://schemas.openxmlformats.org/drawingml/2006/main">
              <a:ext uri="{FF2B5EF4-FFF2-40B4-BE49-F238E27FC236}">
                <a16:creationId xmlns:a16="http://schemas.microsoft.com/office/drawing/2014/main" id="{B20713C5-99A7-40CE-A96A-B1BC59E21473}"/>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2B2C787B-6604-4895-B8E7-B1422A8E8ECE}"/>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CC7F10D5-942A-4FA6-B8FD-EFAD83D1394C}"/>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084B0FAF-1FA1-43DF-9844-2710701C9059}"/>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F16D5C28-B606-4C10-997C-9586651D08E6}"/>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规则、阈值、模板全部配置入库</a:t>
            </a:r>
            <a:r>
              <a:rPr sz="1238">
                <a:solidFill>
                  <a:srgbClr val="FFFFFF"/>
                </a:solidFill>
                <a:latin typeface="微软雅黑"/>
                <a:ea typeface="微软雅黑"/>
                <a:cs typeface="微软雅黑"/>
              </a:rPr>
              <a:t>——</a:t>
            </a:r>
            <a:r>
              <a:rPr sz="1238">
                <a:solidFill>
                  <a:srgbClr val="FFFFFF"/>
                </a:solidFill>
                <a:latin typeface="微软雅黑"/>
                <a:ea typeface="微软雅黑"/>
                <a:cs typeface="微软雅黑"/>
              </a:rPr>
              <a:t>管理员改库即生效，不需要开发改代码。</a:t>
            </a:r>
          </a:p>
        </p:txBody>
      </p:sp>
      <p:sp>
        <p:nvSpPr>
          <p:cNvPr id="20" name="">
            <a:extLst xmlns:a="http://schemas.openxmlformats.org/drawingml/2006/main">
              <a:ext uri="{FF2B5EF4-FFF2-40B4-BE49-F238E27FC236}">
                <a16:creationId xmlns:a16="http://schemas.microsoft.com/office/drawing/2014/main" id="{0430DD56-F4CE-461C-AC47-90D9F2117196}"/>
              </a:ext>
            </a:extLst>
          </p:cNvPr>
          <p:cNvSpPr>
            <a:spLocks xmlns:a="http://schemas.openxmlformats.org/drawingml/2006/main" noGrp="1"/>
          </p:cNvSpPr>
          <p:nvPr/>
        </p:nvSpPr>
        <p:spPr>
          <a:xfrm xmlns:a="http://schemas.openxmlformats.org/drawingml/2006/main">
            <a:off x="285750" y="1333500"/>
            <a:ext cx="5905500" cy="3619500"/>
          </a:xfrm>
          <a:prstGeom xmlns:a="http://schemas.openxmlformats.org/drawingml/2006/main" prst="roundRect">
            <a:avLst>
              <a:gd name="adj" fmla="val 2368"/>
            </a:avLst>
          </a:prstGeom>
          <a:gradFill xmlns:a="http://schemas.openxmlformats.org/drawingml/2006/main">
            <a:gsLst>
              <a:gs pos="0">
                <a:srgbClr val="ECF4FF"/>
              </a:gs>
              <a:gs pos="62000">
                <a:srgbClr val="EAF3FF"/>
              </a:gs>
              <a:gs pos="100000">
                <a:srgbClr val="B7BEC7"/>
              </a:gs>
            </a:gsLst>
            <a:lin ang="8100000"/>
          </a:gradFill>
          <a:ln xmlns:a="http://schemas.openxmlformats.org/drawingml/2006/main" w="9525">
            <a:solidFill>
              <a:srgbClr val="7FC4FF"/>
            </a:solidFill>
            <a:prstDash val="solid"/>
          </a:ln>
        </p:spPr>
      </p:sp>
      <p:pic>
        <p:nvPicPr>
          <p:cNvPr id="68" name=""/>
          <p:cNvPicPr>
            <a:picLocks xmlns:a="http://schemas.openxmlformats.org/drawingml/2006/main" noChangeAspect="1"/>
          </p:cNvPicPr>
          <p:nvPr/>
        </p:nvPicPr>
        <p:blipFill>
          <a:blip xmlns:r="http://schemas.openxmlformats.org/officeDocument/2006/relationships" xmlns:a="http://schemas.openxmlformats.org/drawingml/2006/main" r:embed="R5c9d4e2123664759"/>
          <a:stretch xmlns:a="http://schemas.openxmlformats.org/drawingml/2006/main"/>
        </p:blipFill>
        <p:spPr>
          <a:xfrm xmlns:a="http://schemas.openxmlformats.org/drawingml/2006/main">
            <a:off x="342900" y="1627747"/>
            <a:ext cx="5791200" cy="3031006"/>
          </a:xfrm>
          <a:prstGeom xmlns:a="http://schemas.openxmlformats.org/drawingml/2006/main" prst="roundRect">
            <a:avLst>
              <a:gd name="adj" fmla="val 1630"/>
            </a:avLst>
          </a:prstGeom>
        </p:spPr>
      </p:pic>
      <p:sp>
        <p:nvSpPr>
          <p:cNvPr id="22" name="">
            <a:extLst xmlns:a="http://schemas.openxmlformats.org/drawingml/2006/main">
              <a:ext uri="{FF2B5EF4-FFF2-40B4-BE49-F238E27FC236}">
                <a16:creationId xmlns:a16="http://schemas.microsoft.com/office/drawing/2014/main" id="{70A98463-1B9D-4FCD-BE3C-BABAC942FAC8}"/>
              </a:ext>
            </a:extLst>
          </p:cNvPr>
          <p:cNvSpPr>
            <a:spLocks xmlns:a="http://schemas.openxmlformats.org/drawingml/2006/main" noGrp="1"/>
          </p:cNvSpPr>
          <p:nvPr/>
        </p:nvSpPr>
        <p:spPr>
          <a:xfrm xmlns:a="http://schemas.openxmlformats.org/drawingml/2006/main">
            <a:off x="285750" y="5010150"/>
            <a:ext cx="5905500" cy="381000"/>
          </a:xfrm>
          <a:prstGeom xmlns:a="http://schemas.openxmlformats.org/drawingml/2006/main" prst="roundRect">
            <a:avLst>
              <a:gd name="adj" fmla="val 225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3" name="">
            <a:extLst xmlns:a="http://schemas.openxmlformats.org/drawingml/2006/main">
              <a:ext uri="{FF2B5EF4-FFF2-40B4-BE49-F238E27FC236}">
                <a16:creationId xmlns:a16="http://schemas.microsoft.com/office/drawing/2014/main" id="{07530C28-622E-4D40-B416-E0F644F2DB6F}"/>
              </a:ext>
            </a:extLst>
          </p:cNvPr>
          <p:cNvSpPr>
            <a:spLocks xmlns:a="http://schemas.openxmlformats.org/drawingml/2006/main" noGrp="1"/>
          </p:cNvSpPr>
          <p:nvPr/>
        </p:nvSpPr>
        <p:spPr>
          <a:xfrm xmlns:a="http://schemas.openxmlformats.org/drawingml/2006/main">
            <a:off x="419100" y="5010150"/>
            <a:ext cx="56388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863" b="0">
                <a:solidFill>
                  <a:srgbClr val="FFD24A"/>
                </a:solidFill>
                <a:latin typeface="微软雅黑"/>
                <a:ea typeface="微软雅黑"/>
                <a:cs typeface="微软雅黑"/>
              </a:defRPr>
            </a:pPr>
            <a:r>
              <a:rPr sz="863" b="0">
                <a:solidFill>
                  <a:srgbClr val="FFD24A"/>
                </a:solidFill>
                <a:latin typeface="微软雅黑"/>
                <a:ea typeface="微软雅黑"/>
                <a:cs typeface="微软雅黑"/>
              </a:rPr>
              <a:t>本图证明：平台数据规模、用户与角色、岗位与部门维护都集中在管理员这一处配置。</a:t>
            </a:r>
          </a:p>
        </p:txBody>
      </p:sp>
      <p:sp>
        <p:nvSpPr>
          <p:cNvPr id="24" name="">
            <a:extLst xmlns:a="http://schemas.openxmlformats.org/drawingml/2006/main">
              <a:ext uri="{FF2B5EF4-FFF2-40B4-BE49-F238E27FC236}">
                <a16:creationId xmlns:a16="http://schemas.microsoft.com/office/drawing/2014/main" id="{5C79D6DD-E70A-485B-82B3-FE82A2F4002F}"/>
              </a:ext>
            </a:extLst>
          </p:cNvPr>
          <p:cNvSpPr>
            <a:spLocks xmlns:a="http://schemas.openxmlformats.org/drawingml/2006/main" noGrp="1"/>
          </p:cNvSpPr>
          <p:nvPr/>
        </p:nvSpPr>
        <p:spPr>
          <a:xfrm xmlns:a="http://schemas.openxmlformats.org/drawingml/2006/main">
            <a:off x="6381750" y="1333500"/>
            <a:ext cx="5524500" cy="895350"/>
          </a:xfrm>
          <a:prstGeom xmlns:a="http://schemas.openxmlformats.org/drawingml/2006/main" prst="roundRect">
            <a:avLst>
              <a:gd name="adj" fmla="val 9574"/>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5" name="">
            <a:extLst xmlns:a="http://schemas.openxmlformats.org/drawingml/2006/main">
              <a:ext uri="{FF2B5EF4-FFF2-40B4-BE49-F238E27FC236}">
                <a16:creationId xmlns:a16="http://schemas.microsoft.com/office/drawing/2014/main" id="{802351E4-95EC-452F-8316-F2080F62F7AA}"/>
              </a:ext>
            </a:extLst>
          </p:cNvPr>
          <p:cNvSpPr>
            <a:spLocks xmlns:a="http://schemas.openxmlformats.org/drawingml/2006/main" noGrp="1"/>
          </p:cNvSpPr>
          <p:nvPr/>
        </p:nvSpPr>
        <p:spPr>
          <a:xfrm xmlns:a="http://schemas.openxmlformats.org/drawingml/2006/main">
            <a:off x="6381750" y="1333500"/>
            <a:ext cx="38100" cy="895350"/>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26" name="">
            <a:extLst xmlns:a="http://schemas.openxmlformats.org/drawingml/2006/main">
              <a:ext uri="{FF2B5EF4-FFF2-40B4-BE49-F238E27FC236}">
                <a16:creationId xmlns:a16="http://schemas.microsoft.com/office/drawing/2014/main" id="{D14F57EF-F8B2-4A66-8394-4D978C2497D5}"/>
              </a:ext>
            </a:extLst>
          </p:cNvPr>
          <p:cNvSpPr>
            <a:spLocks xmlns:a="http://schemas.openxmlformats.org/drawingml/2006/main" noGrp="1"/>
          </p:cNvSpPr>
          <p:nvPr/>
        </p:nvSpPr>
        <p:spPr>
          <a:xfrm xmlns:a="http://schemas.openxmlformats.org/drawingml/2006/main">
            <a:off x="6572250" y="1438275"/>
            <a:ext cx="5143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88" b="1">
                <a:solidFill>
                  <a:srgbClr val="4FD8FF"/>
                </a:solidFill>
                <a:latin typeface="微软雅黑"/>
                <a:ea typeface="微软雅黑"/>
                <a:cs typeface="微软雅黑"/>
              </a:defRPr>
            </a:pPr>
            <a:r>
              <a:rPr sz="1088" b="1">
                <a:solidFill>
                  <a:srgbClr val="4FD8FF"/>
                </a:solidFill>
                <a:latin typeface="微软雅黑"/>
                <a:ea typeface="微软雅黑"/>
                <a:cs typeface="微软雅黑"/>
              </a:rPr>
              <a:t>规则管理</a:t>
            </a:r>
          </a:p>
        </p:txBody>
      </p:sp>
      <p:sp>
        <p:nvSpPr>
          <p:cNvPr id="27" name="">
            <a:extLst xmlns:a="http://schemas.openxmlformats.org/drawingml/2006/main">
              <a:ext uri="{FF2B5EF4-FFF2-40B4-BE49-F238E27FC236}">
                <a16:creationId xmlns:a16="http://schemas.microsoft.com/office/drawing/2014/main" id="{5A3D71F7-FB35-4FDE-8857-C2E949626D1A}"/>
              </a:ext>
            </a:extLst>
          </p:cNvPr>
          <p:cNvSpPr>
            <a:spLocks xmlns:a="http://schemas.openxmlformats.org/drawingml/2006/main" noGrp="1"/>
          </p:cNvSpPr>
          <p:nvPr/>
        </p:nvSpPr>
        <p:spPr>
          <a:xfrm xmlns:a="http://schemas.openxmlformats.org/drawingml/2006/main">
            <a:off x="6572250" y="1704975"/>
            <a:ext cx="518160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维护 </a:t>
            </a:r>
            <a:r>
              <a:rPr sz="863" b="0">
                <a:solidFill>
                  <a:srgbClr val="EEF5FF"/>
                </a:solidFill>
                <a:latin typeface="微软雅黑"/>
                <a:ea typeface="微软雅黑"/>
                <a:cs typeface="微软雅黑"/>
              </a:rPr>
              <a:t>rule </a:t>
            </a:r>
            <a:r>
              <a:rPr sz="863" b="0">
                <a:solidFill>
                  <a:srgbClr val="EEF5FF"/>
                </a:solidFill>
                <a:latin typeface="微软雅黑"/>
                <a:ea typeface="微软雅黑"/>
                <a:cs typeface="微软雅黑"/>
              </a:rPr>
              <a:t>表：条件 </a:t>
            </a:r>
            <a:r>
              <a:rPr sz="863" b="0">
                <a:solidFill>
                  <a:srgbClr val="EEF5FF"/>
                </a:solidFill>
                <a:latin typeface="微软雅黑"/>
                <a:ea typeface="微软雅黑"/>
                <a:cs typeface="微软雅黑"/>
              </a:rPr>
              <a:t>JSON</a:t>
            </a:r>
            <a:r>
              <a:rPr sz="863" b="0">
                <a:solidFill>
                  <a:srgbClr val="EEF5FF"/>
                </a:solidFill>
                <a:latin typeface="微软雅黑"/>
                <a:ea typeface="微软雅黑"/>
                <a:cs typeface="微软雅黑"/>
              </a:rPr>
              <a:t>、动作 </a:t>
            </a:r>
            <a:r>
              <a:rPr sz="863" b="0">
                <a:solidFill>
                  <a:srgbClr val="EEF5FF"/>
                </a:solidFill>
                <a:latin typeface="微软雅黑"/>
                <a:ea typeface="微软雅黑"/>
                <a:cs typeface="微软雅黑"/>
              </a:rPr>
              <a:t>JSON</a:t>
            </a:r>
            <a:r>
              <a:rPr sz="863" b="0">
                <a:solidFill>
                  <a:srgbClr val="EEF5FF"/>
                </a:solidFill>
                <a:latin typeface="微软雅黑"/>
                <a:ea typeface="微软雅黑"/>
                <a:cs typeface="微软雅黑"/>
              </a:rPr>
              <a:t>、优先级、分组、启停与试算；前端不直连规则引擎，只有管理员可调用 </a:t>
            </a:r>
            <a:r>
              <a:rPr sz="863" b="0">
                <a:solidFill>
                  <a:srgbClr val="EEF5FF"/>
                </a:solidFill>
                <a:latin typeface="微软雅黑"/>
                <a:ea typeface="微软雅黑"/>
                <a:cs typeface="微软雅黑"/>
              </a:rPr>
              <a:t>/api/v1/rules/** </a:t>
            </a:r>
            <a:r>
              <a:rPr sz="863" b="0">
                <a:solidFill>
                  <a:srgbClr val="EEF5FF"/>
                </a:solidFill>
                <a:latin typeface="微软雅黑"/>
                <a:ea typeface="微软雅黑"/>
                <a:cs typeface="微软雅黑"/>
              </a:rPr>
              <a:t>做测试。</a:t>
            </a:r>
          </a:p>
        </p:txBody>
      </p:sp>
      <p:sp>
        <p:nvSpPr>
          <p:cNvPr id="28" name="">
            <a:extLst xmlns:a="http://schemas.openxmlformats.org/drawingml/2006/main">
              <a:ext uri="{FF2B5EF4-FFF2-40B4-BE49-F238E27FC236}">
                <a16:creationId xmlns:a16="http://schemas.microsoft.com/office/drawing/2014/main" id="{F2D91132-4A40-441F-A744-E66A4114E145}"/>
              </a:ext>
            </a:extLst>
          </p:cNvPr>
          <p:cNvSpPr>
            <a:spLocks xmlns:a="http://schemas.openxmlformats.org/drawingml/2006/main" noGrp="1"/>
          </p:cNvSpPr>
          <p:nvPr/>
        </p:nvSpPr>
        <p:spPr>
          <a:xfrm xmlns:a="http://schemas.openxmlformats.org/drawingml/2006/main">
            <a:off x="6381750" y="2324100"/>
            <a:ext cx="5524500" cy="895350"/>
          </a:xfrm>
          <a:prstGeom xmlns:a="http://schemas.openxmlformats.org/drawingml/2006/main" prst="roundRect">
            <a:avLst>
              <a:gd name="adj" fmla="val 9574"/>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9" name="">
            <a:extLst xmlns:a="http://schemas.openxmlformats.org/drawingml/2006/main">
              <a:ext uri="{FF2B5EF4-FFF2-40B4-BE49-F238E27FC236}">
                <a16:creationId xmlns:a16="http://schemas.microsoft.com/office/drawing/2014/main" id="{2DB9F006-F5D6-40BD-B454-734C15FC761E}"/>
              </a:ext>
            </a:extLst>
          </p:cNvPr>
          <p:cNvSpPr>
            <a:spLocks xmlns:a="http://schemas.openxmlformats.org/drawingml/2006/main" noGrp="1"/>
          </p:cNvSpPr>
          <p:nvPr/>
        </p:nvSpPr>
        <p:spPr>
          <a:xfrm xmlns:a="http://schemas.openxmlformats.org/drawingml/2006/main">
            <a:off x="6381750" y="2324100"/>
            <a:ext cx="38100" cy="895350"/>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30" name="">
            <a:extLst xmlns:a="http://schemas.openxmlformats.org/drawingml/2006/main">
              <a:ext uri="{FF2B5EF4-FFF2-40B4-BE49-F238E27FC236}">
                <a16:creationId xmlns:a16="http://schemas.microsoft.com/office/drawing/2014/main" id="{B90F677B-904D-48DB-B989-6D4A463C60B3}"/>
              </a:ext>
            </a:extLst>
          </p:cNvPr>
          <p:cNvSpPr>
            <a:spLocks xmlns:a="http://schemas.openxmlformats.org/drawingml/2006/main" noGrp="1"/>
          </p:cNvSpPr>
          <p:nvPr/>
        </p:nvSpPr>
        <p:spPr>
          <a:xfrm xmlns:a="http://schemas.openxmlformats.org/drawingml/2006/main">
            <a:off x="6572250" y="2428875"/>
            <a:ext cx="5143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88" b="1">
                <a:solidFill>
                  <a:srgbClr val="4FD8FF"/>
                </a:solidFill>
                <a:latin typeface="微软雅黑"/>
                <a:ea typeface="微软雅黑"/>
                <a:cs typeface="微软雅黑"/>
              </a:defRPr>
            </a:pPr>
            <a:r>
              <a:rPr sz="1088" b="1">
                <a:solidFill>
                  <a:srgbClr val="4FD8FF"/>
                </a:solidFill>
                <a:latin typeface="微软雅黑"/>
                <a:ea typeface="微软雅黑"/>
                <a:cs typeface="微软雅黑"/>
              </a:rPr>
              <a:t>模板与阈值</a:t>
            </a:r>
          </a:p>
        </p:txBody>
      </p:sp>
      <p:sp>
        <p:nvSpPr>
          <p:cNvPr id="31" name="">
            <a:extLst xmlns:a="http://schemas.openxmlformats.org/drawingml/2006/main">
              <a:ext uri="{FF2B5EF4-FFF2-40B4-BE49-F238E27FC236}">
                <a16:creationId xmlns:a16="http://schemas.microsoft.com/office/drawing/2014/main" id="{BCD6BDD3-B378-4034-980A-07F553AFA96D}"/>
              </a:ext>
            </a:extLst>
          </p:cNvPr>
          <p:cNvSpPr>
            <a:spLocks xmlns:a="http://schemas.openxmlformats.org/drawingml/2006/main" noGrp="1"/>
          </p:cNvSpPr>
          <p:nvPr/>
        </p:nvSpPr>
        <p:spPr>
          <a:xfrm xmlns:a="http://schemas.openxmlformats.org/drawingml/2006/main">
            <a:off x="6572250" y="2695575"/>
            <a:ext cx="518160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气体检测的标准气体与阈值（</a:t>
            </a:r>
            <a:r>
              <a:rPr sz="863" b="0">
                <a:solidFill>
                  <a:srgbClr val="EEF5FF"/>
                </a:solidFill>
                <a:latin typeface="微软雅黑"/>
                <a:ea typeface="微软雅黑"/>
                <a:cs typeface="微软雅黑"/>
              </a:rPr>
              <a:t>SF6 1000 ppm</a:t>
            </a:r>
            <a:r>
              <a:rPr sz="863" b="0">
                <a:solidFill>
                  <a:srgbClr val="EEF5FF"/>
                </a:solidFill>
                <a:latin typeface="微软雅黑"/>
                <a:ea typeface="微软雅黑"/>
                <a:cs typeface="微软雅黑"/>
              </a:rPr>
              <a:t>、微水 </a:t>
            </a:r>
            <a:r>
              <a:rPr sz="863" b="0">
                <a:solidFill>
                  <a:srgbClr val="EEF5FF"/>
                </a:solidFill>
                <a:latin typeface="微软雅黑"/>
                <a:ea typeface="微软雅黑"/>
                <a:cs typeface="微软雅黑"/>
              </a:rPr>
              <a:t>150 μL/L</a:t>
            </a:r>
            <a:r>
              <a:rPr sz="863" b="0">
                <a:solidFill>
                  <a:srgbClr val="EEF5FF"/>
                </a:solidFill>
                <a:latin typeface="微软雅黑"/>
                <a:ea typeface="微软雅黑"/>
                <a:cs typeface="微软雅黑"/>
              </a:rPr>
              <a:t>、</a:t>
            </a:r>
            <a:r>
              <a:rPr sz="863" b="0">
                <a:solidFill>
                  <a:srgbClr val="EEF5FF"/>
                </a:solidFill>
                <a:latin typeface="微软雅黑"/>
                <a:ea typeface="微软雅黑"/>
                <a:cs typeface="微软雅黑"/>
              </a:rPr>
              <a:t>H2S 10 ppm</a:t>
            </a:r>
            <a:r>
              <a:rPr sz="863" b="0">
                <a:solidFill>
                  <a:srgbClr val="EEF5FF"/>
                </a:solidFill>
                <a:latin typeface="微软雅黑"/>
                <a:ea typeface="微软雅黑"/>
                <a:cs typeface="微软雅黑"/>
              </a:rPr>
              <a:t>、</a:t>
            </a:r>
            <a:r>
              <a:rPr sz="863" b="0">
                <a:solidFill>
                  <a:srgbClr val="EEF5FF"/>
                </a:solidFill>
                <a:latin typeface="微软雅黑"/>
                <a:ea typeface="微软雅黑"/>
                <a:cs typeface="微软雅黑"/>
              </a:rPr>
              <a:t>CO 30 ppm</a:t>
            </a:r>
            <a:r>
              <a:rPr sz="863" b="0">
                <a:solidFill>
                  <a:srgbClr val="EEF5FF"/>
                </a:solidFill>
                <a:latin typeface="微软雅黑"/>
                <a:ea typeface="微软雅黑"/>
                <a:cs typeface="微软雅黑"/>
              </a:rPr>
              <a:t>、可燃气 </a:t>
            </a:r>
            <a:r>
              <a:rPr sz="863" b="0">
                <a:solidFill>
                  <a:srgbClr val="EEF5FF"/>
                </a:solidFill>
                <a:latin typeface="微软雅黑"/>
                <a:ea typeface="微软雅黑"/>
                <a:cs typeface="微软雅黑"/>
              </a:rPr>
              <a:t>10 %LEL</a:t>
            </a:r>
            <a:r>
              <a:rPr sz="863" b="0">
                <a:solidFill>
                  <a:srgbClr val="EEF5FF"/>
                </a:solidFill>
                <a:latin typeface="微软雅黑"/>
                <a:ea typeface="微软雅黑"/>
                <a:cs typeface="微软雅黑"/>
              </a:rPr>
              <a:t>）由模板装载器在启动时读库装载。</a:t>
            </a:r>
          </a:p>
        </p:txBody>
      </p:sp>
      <p:sp>
        <p:nvSpPr>
          <p:cNvPr id="32" name="">
            <a:extLst xmlns:a="http://schemas.openxmlformats.org/drawingml/2006/main">
              <a:ext uri="{FF2B5EF4-FFF2-40B4-BE49-F238E27FC236}">
                <a16:creationId xmlns:a16="http://schemas.microsoft.com/office/drawing/2014/main" id="{8BFF172F-F3D6-4DBF-BB5A-4BDC12754567}"/>
              </a:ext>
            </a:extLst>
          </p:cNvPr>
          <p:cNvSpPr>
            <a:spLocks xmlns:a="http://schemas.openxmlformats.org/drawingml/2006/main" noGrp="1"/>
          </p:cNvSpPr>
          <p:nvPr/>
        </p:nvSpPr>
        <p:spPr>
          <a:xfrm xmlns:a="http://schemas.openxmlformats.org/drawingml/2006/main">
            <a:off x="6381750" y="3314700"/>
            <a:ext cx="5524500" cy="895350"/>
          </a:xfrm>
          <a:prstGeom xmlns:a="http://schemas.openxmlformats.org/drawingml/2006/main" prst="roundRect">
            <a:avLst>
              <a:gd name="adj" fmla="val 9574"/>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3" name="">
            <a:extLst xmlns:a="http://schemas.openxmlformats.org/drawingml/2006/main">
              <a:ext uri="{FF2B5EF4-FFF2-40B4-BE49-F238E27FC236}">
                <a16:creationId xmlns:a16="http://schemas.microsoft.com/office/drawing/2014/main" id="{48966F2E-7316-458C-9E82-68AD98F21C4C}"/>
              </a:ext>
            </a:extLst>
          </p:cNvPr>
          <p:cNvSpPr>
            <a:spLocks xmlns:a="http://schemas.openxmlformats.org/drawingml/2006/main" noGrp="1"/>
          </p:cNvSpPr>
          <p:nvPr/>
        </p:nvSpPr>
        <p:spPr>
          <a:xfrm xmlns:a="http://schemas.openxmlformats.org/drawingml/2006/main">
            <a:off x="6381750" y="3314700"/>
            <a:ext cx="38100" cy="895350"/>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34" name="">
            <a:extLst xmlns:a="http://schemas.openxmlformats.org/drawingml/2006/main">
              <a:ext uri="{FF2B5EF4-FFF2-40B4-BE49-F238E27FC236}">
                <a16:creationId xmlns:a16="http://schemas.microsoft.com/office/drawing/2014/main" id="{58C96A37-E894-4B65-804F-EA9B4FE2C601}"/>
              </a:ext>
            </a:extLst>
          </p:cNvPr>
          <p:cNvSpPr>
            <a:spLocks xmlns:a="http://schemas.openxmlformats.org/drawingml/2006/main" noGrp="1"/>
          </p:cNvSpPr>
          <p:nvPr/>
        </p:nvSpPr>
        <p:spPr>
          <a:xfrm xmlns:a="http://schemas.openxmlformats.org/drawingml/2006/main">
            <a:off x="6572250" y="3419475"/>
            <a:ext cx="5143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88" b="1">
                <a:solidFill>
                  <a:srgbClr val="4FD8FF"/>
                </a:solidFill>
                <a:latin typeface="微软雅黑"/>
                <a:ea typeface="微软雅黑"/>
                <a:cs typeface="微软雅黑"/>
              </a:defRPr>
            </a:pPr>
            <a:r>
              <a:rPr sz="1088" b="1">
                <a:solidFill>
                  <a:srgbClr val="4FD8FF"/>
                </a:solidFill>
                <a:latin typeface="微软雅黑"/>
                <a:ea typeface="微软雅黑"/>
                <a:cs typeface="微软雅黑"/>
              </a:rPr>
              <a:t>审计日志</a:t>
            </a:r>
          </a:p>
        </p:txBody>
      </p:sp>
      <p:sp>
        <p:nvSpPr>
          <p:cNvPr id="35" name="">
            <a:extLst xmlns:a="http://schemas.openxmlformats.org/drawingml/2006/main">
              <a:ext uri="{FF2B5EF4-FFF2-40B4-BE49-F238E27FC236}">
                <a16:creationId xmlns:a16="http://schemas.microsoft.com/office/drawing/2014/main" id="{5FB7CA1F-C59D-4E10-BC35-626FCD5B6A27}"/>
              </a:ext>
            </a:extLst>
          </p:cNvPr>
          <p:cNvSpPr>
            <a:spLocks xmlns:a="http://schemas.openxmlformats.org/drawingml/2006/main" noGrp="1"/>
          </p:cNvSpPr>
          <p:nvPr/>
        </p:nvSpPr>
        <p:spPr>
          <a:xfrm xmlns:a="http://schemas.openxmlformats.org/drawingml/2006/main">
            <a:off x="6572250" y="3686175"/>
            <a:ext cx="518160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记录登录、修改、审批、决策、执行与回滚；决策留痕可下钻到具体的人、报告与记录。</a:t>
            </a:r>
          </a:p>
        </p:txBody>
      </p:sp>
      <p:sp>
        <p:nvSpPr>
          <p:cNvPr id="36" name="">
            <a:extLst xmlns:a="http://schemas.openxmlformats.org/drawingml/2006/main">
              <a:ext uri="{FF2B5EF4-FFF2-40B4-BE49-F238E27FC236}">
                <a16:creationId xmlns:a16="http://schemas.microsoft.com/office/drawing/2014/main" id="{BF19BA04-50C5-4124-8F9A-32DD55B9B7C1}"/>
              </a:ext>
            </a:extLst>
          </p:cNvPr>
          <p:cNvSpPr>
            <a:spLocks xmlns:a="http://schemas.openxmlformats.org/drawingml/2006/main" noGrp="1"/>
          </p:cNvSpPr>
          <p:nvPr/>
        </p:nvSpPr>
        <p:spPr>
          <a:xfrm xmlns:a="http://schemas.openxmlformats.org/drawingml/2006/main">
            <a:off x="6381750" y="4305300"/>
            <a:ext cx="5524500" cy="895350"/>
          </a:xfrm>
          <a:prstGeom xmlns:a="http://schemas.openxmlformats.org/drawingml/2006/main" prst="roundRect">
            <a:avLst>
              <a:gd name="adj" fmla="val 9574"/>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7" name="">
            <a:extLst xmlns:a="http://schemas.openxmlformats.org/drawingml/2006/main">
              <a:ext uri="{FF2B5EF4-FFF2-40B4-BE49-F238E27FC236}">
                <a16:creationId xmlns:a16="http://schemas.microsoft.com/office/drawing/2014/main" id="{9610858A-4BAD-4393-91BE-AE13F21BF60F}"/>
              </a:ext>
            </a:extLst>
          </p:cNvPr>
          <p:cNvSpPr>
            <a:spLocks xmlns:a="http://schemas.openxmlformats.org/drawingml/2006/main" noGrp="1"/>
          </p:cNvSpPr>
          <p:nvPr/>
        </p:nvSpPr>
        <p:spPr>
          <a:xfrm xmlns:a="http://schemas.openxmlformats.org/drawingml/2006/main">
            <a:off x="6381750" y="4305300"/>
            <a:ext cx="38100" cy="895350"/>
          </a:xfrm>
          <a:prstGeom xmlns:a="http://schemas.openxmlformats.org/drawingml/2006/main" prst="rect">
            <a:avLst/>
          </a:prstGeom>
          <a:solidFill xmlns:a="http://schemas.openxmlformats.org/drawingml/2006/main">
            <a:srgbClr val="FF7A6B"/>
          </a:solidFill>
          <a:ln xmlns:a="http://schemas.openxmlformats.org/drawingml/2006/main">
            <a:noFill/>
          </a:ln>
        </p:spPr>
      </p:sp>
      <p:sp>
        <p:nvSpPr>
          <p:cNvPr id="38" name="">
            <a:extLst xmlns:a="http://schemas.openxmlformats.org/drawingml/2006/main">
              <a:ext uri="{FF2B5EF4-FFF2-40B4-BE49-F238E27FC236}">
                <a16:creationId xmlns:a16="http://schemas.microsoft.com/office/drawing/2014/main" id="{F1C4B46D-6C7B-464E-B7CB-DC0367FC6CED}"/>
              </a:ext>
            </a:extLst>
          </p:cNvPr>
          <p:cNvSpPr>
            <a:spLocks xmlns:a="http://schemas.openxmlformats.org/drawingml/2006/main" noGrp="1"/>
          </p:cNvSpPr>
          <p:nvPr/>
        </p:nvSpPr>
        <p:spPr>
          <a:xfrm xmlns:a="http://schemas.openxmlformats.org/drawingml/2006/main">
            <a:off x="6572250" y="4410075"/>
            <a:ext cx="5143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88" b="1">
                <a:solidFill>
                  <a:srgbClr val="FF7A6B"/>
                </a:solidFill>
                <a:latin typeface="微软雅黑"/>
                <a:ea typeface="微软雅黑"/>
                <a:cs typeface="微软雅黑"/>
              </a:defRPr>
            </a:pPr>
            <a:r>
              <a:rPr sz="1088" b="1">
                <a:solidFill>
                  <a:srgbClr val="FF7A6B"/>
                </a:solidFill>
                <a:latin typeface="微软雅黑"/>
                <a:ea typeface="微软雅黑"/>
                <a:cs typeface="微软雅黑"/>
              </a:rPr>
              <a:t>待补能力（如实标注）</a:t>
            </a:r>
          </a:p>
        </p:txBody>
      </p:sp>
      <p:sp>
        <p:nvSpPr>
          <p:cNvPr id="39" name="">
            <a:extLst xmlns:a="http://schemas.openxmlformats.org/drawingml/2006/main">
              <a:ext uri="{FF2B5EF4-FFF2-40B4-BE49-F238E27FC236}">
                <a16:creationId xmlns:a16="http://schemas.microsoft.com/office/drawing/2014/main" id="{CD5B133A-C426-42C3-8770-2F407ED01098}"/>
              </a:ext>
            </a:extLst>
          </p:cNvPr>
          <p:cNvSpPr>
            <a:spLocks xmlns:a="http://schemas.openxmlformats.org/drawingml/2006/main" noGrp="1"/>
          </p:cNvSpPr>
          <p:nvPr/>
        </p:nvSpPr>
        <p:spPr>
          <a:xfrm xmlns:a="http://schemas.openxmlformats.org/drawingml/2006/main">
            <a:off x="6572250" y="4676775"/>
            <a:ext cx="518160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规则的增删改与启停开关目前仍需进库操作；对外部署前需接入内网统一身份。</a:t>
            </a:r>
          </a:p>
        </p:txBody>
      </p:sp>
      <p:sp>
        <p:nvSpPr>
          <p:cNvPr id="40" name="">
            <a:extLst xmlns:a="http://schemas.openxmlformats.org/drawingml/2006/main">
              <a:ext uri="{FF2B5EF4-FFF2-40B4-BE49-F238E27FC236}">
                <a16:creationId xmlns:a16="http://schemas.microsoft.com/office/drawing/2014/main" id="{8371F6F3-F27A-4FFF-B046-F7A92F2669F7}"/>
              </a:ext>
            </a:extLst>
          </p:cNvPr>
          <p:cNvSpPr>
            <a:spLocks xmlns:a="http://schemas.openxmlformats.org/drawingml/2006/main" noGrp="1"/>
          </p:cNvSpPr>
          <p:nvPr/>
        </p:nvSpPr>
        <p:spPr>
          <a:xfrm xmlns:a="http://schemas.openxmlformats.org/drawingml/2006/main">
            <a:off x="285750" y="5467350"/>
            <a:ext cx="11620500" cy="1047750"/>
          </a:xfrm>
          <a:prstGeom xmlns:a="http://schemas.openxmlformats.org/drawingml/2006/main" prst="roundRect">
            <a:avLst>
              <a:gd name="adj" fmla="val 8182"/>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41" name="">
            <a:extLst xmlns:a="http://schemas.openxmlformats.org/drawingml/2006/main">
              <a:ext uri="{FF2B5EF4-FFF2-40B4-BE49-F238E27FC236}">
                <a16:creationId xmlns:a16="http://schemas.microsoft.com/office/drawing/2014/main" id="{A3BE738E-127D-4291-A2C0-2C3C8FA4944E}"/>
              </a:ext>
            </a:extLst>
          </p:cNvPr>
          <p:cNvSpPr>
            <a:spLocks xmlns:a="http://schemas.openxmlformats.org/drawingml/2006/main" noGrp="1"/>
          </p:cNvSpPr>
          <p:nvPr/>
        </p:nvSpPr>
        <p:spPr>
          <a:xfrm xmlns:a="http://schemas.openxmlformats.org/drawingml/2006/main">
            <a:off x="457200" y="5562600"/>
            <a:ext cx="11239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FFD24A"/>
                </a:solidFill>
                <a:latin typeface="微软雅黑"/>
                <a:ea typeface="微软雅黑"/>
                <a:cs typeface="微软雅黑"/>
              </a:defRPr>
            </a:pPr>
            <a:r>
              <a:rPr sz="1050" b="1">
                <a:solidFill>
                  <a:srgbClr val="FFD24A"/>
                </a:solidFill>
                <a:latin typeface="微软雅黑"/>
                <a:ea typeface="微软雅黑"/>
                <a:cs typeface="微软雅黑"/>
              </a:rPr>
              <a:t>配置入库是既有范式，不是本页口号</a:t>
            </a:r>
          </a:p>
        </p:txBody>
      </p:sp>
      <p:sp>
        <p:nvSpPr>
          <p:cNvPr id="42" name="">
            <a:extLst xmlns:a="http://schemas.openxmlformats.org/drawingml/2006/main">
              <a:ext uri="{FF2B5EF4-FFF2-40B4-BE49-F238E27FC236}">
                <a16:creationId xmlns:a16="http://schemas.microsoft.com/office/drawing/2014/main" id="{FECB0664-C0F4-452D-AC10-120E34C174A9}"/>
              </a:ext>
            </a:extLst>
          </p:cNvPr>
          <p:cNvSpPr>
            <a:spLocks xmlns:a="http://schemas.openxmlformats.org/drawingml/2006/main" noGrp="1"/>
          </p:cNvSpPr>
          <p:nvPr/>
        </p:nvSpPr>
        <p:spPr>
          <a:xfrm xmlns:a="http://schemas.openxmlformats.org/drawingml/2006/main">
            <a:off x="457200" y="5829300"/>
            <a:ext cx="11239500" cy="628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50000"/>
              </a:lnSpc>
              <a:buNone/>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模板与阈值类内容（</a:t>
            </a:r>
            <a:r>
              <a:rPr sz="900" b="0">
                <a:solidFill>
                  <a:srgbClr val="EEF5FF"/>
                </a:solidFill>
                <a:latin typeface="微软雅黑"/>
                <a:ea typeface="微软雅黑"/>
                <a:cs typeface="微软雅黑"/>
              </a:rPr>
              <a:t>gas_rule / report_template_*</a:t>
            </a:r>
            <a:r>
              <a:rPr sz="900" b="0">
                <a:solidFill>
                  <a:srgbClr val="EEF5FF"/>
                </a:solidFill>
                <a:latin typeface="微软雅黑"/>
                <a:ea typeface="微软雅黑"/>
                <a:cs typeface="微软雅黑"/>
              </a:rPr>
              <a:t>）由 </a:t>
            </a:r>
            <a:r>
              <a:rPr sz="900" b="0">
                <a:solidFill>
                  <a:srgbClr val="EEF5FF"/>
                </a:solidFill>
                <a:latin typeface="微软雅黑"/>
                <a:ea typeface="微软雅黑"/>
                <a:cs typeface="微软雅黑"/>
              </a:rPr>
              <a:t>ReportTemplateLoader </a:t>
            </a:r>
            <a:r>
              <a:rPr sz="900" b="0">
                <a:solidFill>
                  <a:srgbClr val="EEF5FF"/>
                </a:solidFill>
                <a:latin typeface="微软雅黑"/>
                <a:ea typeface="微软雅黑"/>
                <a:cs typeface="微软雅黑"/>
              </a:rPr>
              <a:t>在启动时装载进 </a:t>
            </a:r>
            <a:r>
              <a:rPr sz="900" b="0">
                <a:solidFill>
                  <a:srgbClr val="EEF5FF"/>
                </a:solidFill>
                <a:latin typeface="微软雅黑"/>
                <a:ea typeface="微软雅黑"/>
                <a:cs typeface="微软雅黑"/>
              </a:rPr>
              <a:t>ReportTemplate</a:t>
            </a:r>
            <a:r>
              <a:rPr sz="900" b="0">
                <a:solidFill>
                  <a:srgbClr val="EEF5FF"/>
                </a:solidFill>
                <a:latin typeface="微软雅黑"/>
                <a:ea typeface="微软雅黑"/>
                <a:cs typeface="微软雅黑"/>
              </a:rPr>
              <a:t>，管理员改库即改模板与阈值；规则引擎沿用同一条路子</a:t>
            </a:r>
            <a:r>
              <a:rPr sz="900" b="0">
                <a:solidFill>
                  <a:srgbClr val="EEF5FF"/>
                </a:solidFill>
                <a:latin typeface="微软雅黑"/>
                <a:ea typeface="微软雅黑"/>
                <a:cs typeface="微软雅黑"/>
              </a:rPr>
              <a:t>——</a:t>
            </a:r>
            <a:r>
              <a:rPr sz="900" b="0">
                <a:solidFill>
                  <a:srgbClr val="EEF5FF"/>
                </a:solidFill>
                <a:latin typeface="微软雅黑"/>
                <a:ea typeface="微软雅黑"/>
                <a:cs typeface="微软雅黑"/>
              </a:rPr>
              <a:t>判断逻辑进库、代码不硬编码，这也是「改库即改规则」能够成立的原因。</a:t>
            </a:r>
          </a:p>
        </p:txBody>
      </p:sp>
      <p:sp>
        <p:nvSpPr>
          <p:cNvPr id="43" name="">
            <a:extLst xmlns:a="http://schemas.openxmlformats.org/drawingml/2006/main">
              <a:ext uri="{FF2B5EF4-FFF2-40B4-BE49-F238E27FC236}">
                <a16:creationId xmlns:a16="http://schemas.microsoft.com/office/drawing/2014/main" id="{D36876B1-84C1-44DD-AD52-89C45C4E394F}"/>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44" name="">
            <a:extLst xmlns:a="http://schemas.openxmlformats.org/drawingml/2006/main">
              <a:ext uri="{FF2B5EF4-FFF2-40B4-BE49-F238E27FC236}">
                <a16:creationId xmlns:a16="http://schemas.microsoft.com/office/drawing/2014/main" id="{C41B711F-53BA-446D-AF50-45AF50ECDFD7}"/>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45" name="">
            <a:extLst xmlns:a="http://schemas.openxmlformats.org/drawingml/2006/main">
              <a:ext uri="{FF2B5EF4-FFF2-40B4-BE49-F238E27FC236}">
                <a16:creationId xmlns:a16="http://schemas.microsoft.com/office/drawing/2014/main" id="{4BD14BEF-9A3A-4103-B2E6-54C6152859AE}"/>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46" name="">
            <a:extLst xmlns:a="http://schemas.openxmlformats.org/drawingml/2006/main">
              <a:ext uri="{FF2B5EF4-FFF2-40B4-BE49-F238E27FC236}">
                <a16:creationId xmlns:a16="http://schemas.microsoft.com/office/drawing/2014/main" id="{635B7B48-5315-4B58-81E2-207463F1CA1E}"/>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47" name="">
            <a:extLst xmlns:a="http://schemas.openxmlformats.org/drawingml/2006/main">
              <a:ext uri="{FF2B5EF4-FFF2-40B4-BE49-F238E27FC236}">
                <a16:creationId xmlns:a16="http://schemas.microsoft.com/office/drawing/2014/main" id="{F81B5DC3-0277-4784-B855-7BDBA434FCA5}"/>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28</a:t>
            </a:r>
          </a:p>
        </p:txBody>
      </p:sp>
    </p:spTree>
    <p:extLst>
      <p:ext uri="{BB962C8B-B14F-4D97-AF65-F5344CB8AC3E}">
        <p14:creationId xmlns:p14="http://schemas.microsoft.com/office/powerpoint/2010/main" val="1007641448"/>
      </p:ext>
    </p:extLst>
  </p:cSld>
</p:sld>
</file>

<file path=ppt/slides/slide29.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70" name=""/>
          <p:cNvPicPr>
            <a:picLocks xmlns:a="http://schemas.openxmlformats.org/drawingml/2006/main" noChangeAspect="1"/>
          </p:cNvPicPr>
          <p:nvPr/>
        </p:nvPicPr>
        <p:blipFill>
          <a:blip xmlns:r="http://schemas.openxmlformats.org/officeDocument/2006/relationships" xmlns:a="http://schemas.openxmlformats.org/drawingml/2006/main" r:embed="R796ab9ddf75d4738"/>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4411E9B-357B-4056-8B09-E1BC39740F2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723BC9E3-A268-469D-BB64-EF29193762F6}"/>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43877932-04AA-4C4A-8355-665A8C64C13F}"/>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494C199C-8EFE-4870-B3C6-37D5C616CCA2}"/>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A7E9BF54-CAA5-43F6-AD8F-AF31A0A6BAB7}"/>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0CE593CF-FB24-4ACD-9822-3ECFE0B4F7E6}"/>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F3D1471C-44EB-4E8A-B265-7396A69F00B9}"/>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427DAAAF-E2DB-43E5-94C8-AD53CCF26C23}"/>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2C0E4EE4-4983-4371-8602-B391CA43693B}"/>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4FE0C8">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38040BFE-8135-4A95-BFFD-359EC5F15113}"/>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4FE0C8">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EB6FD0F2-B3D7-40CE-ABBE-DC2610DB23E5}"/>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D15D7DA1-BD12-42C9-96A0-123CEF303BA9}"/>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4FE0C8"/>
                </a:solidFill>
                <a:latin typeface="微软雅黑"/>
                <a:ea typeface="微软雅黑"/>
                <a:cs typeface="微软雅黑"/>
              </a:defRPr>
            </a:pPr>
            <a:r>
              <a:rPr sz="863" b="1" spc="1">
                <a:solidFill>
                  <a:srgbClr val="4FE0C8"/>
                </a:solidFill>
                <a:latin typeface="微软雅黑"/>
                <a:ea typeface="微软雅黑"/>
                <a:cs typeface="微软雅黑"/>
              </a:rPr>
              <a:t>04　</a:t>
            </a:r>
            <a:r>
              <a:rPr sz="863" b="1" spc="1">
                <a:solidFill>
                  <a:srgbClr val="4FE0C8"/>
                </a:solidFill>
                <a:latin typeface="微软雅黑"/>
                <a:ea typeface="微软雅黑"/>
                <a:cs typeface="微软雅黑"/>
              </a:rPr>
              <a:t>系统实现</a:t>
            </a:r>
          </a:p>
        </p:txBody>
      </p:sp>
      <p:sp>
        <p:nvSpPr>
          <p:cNvPr id="14" name="">
            <a:extLst xmlns:a="http://schemas.openxmlformats.org/drawingml/2006/main">
              <a:ext uri="{FF2B5EF4-FFF2-40B4-BE49-F238E27FC236}">
                <a16:creationId xmlns:a16="http://schemas.microsoft.com/office/drawing/2014/main" id="{738BB528-07FD-4F27-8752-4638F6DD7950}"/>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四类角色与数据流闭环</a:t>
            </a:r>
          </a:p>
        </p:txBody>
      </p:sp>
      <p:sp>
        <p:nvSpPr>
          <p:cNvPr id="15" name="">
            <a:extLst xmlns:a="http://schemas.openxmlformats.org/drawingml/2006/main">
              <a:ext uri="{FF2B5EF4-FFF2-40B4-BE49-F238E27FC236}">
                <a16:creationId xmlns:a16="http://schemas.microsoft.com/office/drawing/2014/main" id="{D81F7E2B-BA50-444D-9542-45A4292D8DCC}"/>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C50BAD94-93D8-49BE-BD7B-F5C350300357}"/>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0C3C298F-F788-4B2E-84E9-534CB9BA7BE9}"/>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DD58F33E-5CAC-4ECF-AAA7-8AB52712EFB2}"/>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60638A54-3333-40A6-A59D-9C4D77FFCCCF}"/>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四端共用一套数据底座，从个人能力提升、班组执行到管理决策，全程可确认、可追溯。</a:t>
            </a:r>
          </a:p>
        </p:txBody>
      </p:sp>
      <p:sp>
        <p:nvSpPr>
          <p:cNvPr id="20" name="">
            <a:extLst xmlns:a="http://schemas.openxmlformats.org/drawingml/2006/main">
              <a:ext uri="{FF2B5EF4-FFF2-40B4-BE49-F238E27FC236}">
                <a16:creationId xmlns:a16="http://schemas.microsoft.com/office/drawing/2014/main" id="{D9C35021-8FF4-4E2A-A69F-C704936CF0AC}"/>
              </a:ext>
            </a:extLst>
          </p:cNvPr>
          <p:cNvSpPr>
            <a:spLocks xmlns:a="http://schemas.openxmlformats.org/drawingml/2006/main" noGrp="1"/>
          </p:cNvSpPr>
          <p:nvPr/>
        </p:nvSpPr>
        <p:spPr>
          <a:xfrm xmlns:a="http://schemas.openxmlformats.org/drawingml/2006/main">
            <a:off x="285750" y="1333500"/>
            <a:ext cx="2781300" cy="2857500"/>
          </a:xfrm>
          <a:prstGeom xmlns:a="http://schemas.openxmlformats.org/drawingml/2006/main" prst="roundRect">
            <a:avLst>
              <a:gd name="adj" fmla="val 3082"/>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1" name="">
            <a:extLst xmlns:a="http://schemas.openxmlformats.org/drawingml/2006/main">
              <a:ext uri="{FF2B5EF4-FFF2-40B4-BE49-F238E27FC236}">
                <a16:creationId xmlns:a16="http://schemas.microsoft.com/office/drawing/2014/main" id="{AC806637-580F-407C-B6D0-4EF2106C4F91}"/>
              </a:ext>
            </a:extLst>
          </p:cNvPr>
          <p:cNvSpPr>
            <a:spLocks xmlns:a="http://schemas.openxmlformats.org/drawingml/2006/main" noGrp="1"/>
          </p:cNvSpPr>
          <p:nvPr/>
        </p:nvSpPr>
        <p:spPr>
          <a:xfrm xmlns:a="http://schemas.openxmlformats.org/drawingml/2006/main">
            <a:off x="285750" y="1333500"/>
            <a:ext cx="2781300" cy="47625"/>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EF03F9F7-DA66-47EF-8490-530E9FDBF922}"/>
              </a:ext>
            </a:extLst>
          </p:cNvPr>
          <p:cNvSpPr>
            <a:spLocks xmlns:a="http://schemas.openxmlformats.org/drawingml/2006/main" noGrp="1"/>
          </p:cNvSpPr>
          <p:nvPr/>
        </p:nvSpPr>
        <p:spPr>
          <a:xfrm xmlns:a="http://schemas.openxmlformats.org/drawingml/2006/main">
            <a:off x="476250" y="1504950"/>
            <a:ext cx="23812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4FD8FF"/>
                </a:solidFill>
                <a:latin typeface="微软雅黑"/>
                <a:ea typeface="微软雅黑"/>
                <a:cs typeface="微软雅黑"/>
              </a:defRPr>
            </a:pPr>
            <a:r>
              <a:rPr sz="1500" b="1">
                <a:solidFill>
                  <a:srgbClr val="4FD8FF"/>
                </a:solidFill>
                <a:latin typeface="微软雅黑"/>
                <a:ea typeface="微软雅黑"/>
                <a:cs typeface="微软雅黑"/>
              </a:rPr>
              <a:t>员工端</a:t>
            </a:r>
          </a:p>
        </p:txBody>
      </p:sp>
      <p:sp>
        <p:nvSpPr>
          <p:cNvPr id="23" name="">
            <a:extLst xmlns:a="http://schemas.openxmlformats.org/drawingml/2006/main">
              <a:ext uri="{FF2B5EF4-FFF2-40B4-BE49-F238E27FC236}">
                <a16:creationId xmlns:a16="http://schemas.microsoft.com/office/drawing/2014/main" id="{3210D7DC-8B14-4784-98CE-9BF0BBD39B5A}"/>
              </a:ext>
            </a:extLst>
          </p:cNvPr>
          <p:cNvSpPr>
            <a:spLocks xmlns:a="http://schemas.openxmlformats.org/drawingml/2006/main" noGrp="1"/>
          </p:cNvSpPr>
          <p:nvPr/>
        </p:nvSpPr>
        <p:spPr>
          <a:xfrm xmlns:a="http://schemas.openxmlformats.org/drawingml/2006/main">
            <a:off x="476250" y="1828800"/>
            <a:ext cx="2381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0">
                <a:solidFill>
                  <a:srgbClr val="9DBEE8"/>
                </a:solidFill>
                <a:latin typeface="微软雅黑"/>
                <a:ea typeface="微软雅黑"/>
                <a:cs typeface="微软雅黑"/>
              </a:defRPr>
            </a:pPr>
            <a:r>
              <a:rPr sz="938" b="0">
                <a:solidFill>
                  <a:srgbClr val="9DBEE8"/>
                </a:solidFill>
                <a:latin typeface="微软雅黑"/>
                <a:ea typeface="微软雅黑"/>
                <a:cs typeface="微软雅黑"/>
              </a:rPr>
              <a:t>张伟</a:t>
            </a:r>
          </a:p>
        </p:txBody>
      </p:sp>
      <p:sp>
        <p:nvSpPr>
          <p:cNvPr id="24" name="">
            <a:extLst xmlns:a="http://schemas.openxmlformats.org/drawingml/2006/main">
              <a:ext uri="{FF2B5EF4-FFF2-40B4-BE49-F238E27FC236}">
                <a16:creationId xmlns:a16="http://schemas.microsoft.com/office/drawing/2014/main" id="{1CB19FFB-AF8B-49D5-972A-7E27F35DB4F4}"/>
              </a:ext>
            </a:extLst>
          </p:cNvPr>
          <p:cNvSpPr>
            <a:spLocks xmlns:a="http://schemas.openxmlformats.org/drawingml/2006/main" noGrp="1"/>
          </p:cNvSpPr>
          <p:nvPr/>
        </p:nvSpPr>
        <p:spPr>
          <a:xfrm xmlns:a="http://schemas.openxmlformats.org/drawingml/2006/main">
            <a:off x="476250" y="2114550"/>
            <a:ext cx="419100" cy="19050"/>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25" name="">
            <a:extLst xmlns:a="http://schemas.openxmlformats.org/drawingml/2006/main">
              <a:ext uri="{FF2B5EF4-FFF2-40B4-BE49-F238E27FC236}">
                <a16:creationId xmlns:a16="http://schemas.microsoft.com/office/drawing/2014/main" id="{7F9DEFE5-7C3E-4494-B58E-F22AB1199CC7}"/>
              </a:ext>
            </a:extLst>
          </p:cNvPr>
          <p:cNvSpPr>
            <a:spLocks xmlns:a="http://schemas.openxmlformats.org/drawingml/2006/main" noGrp="1"/>
          </p:cNvSpPr>
          <p:nvPr/>
        </p:nvSpPr>
        <p:spPr>
          <a:xfrm xmlns:a="http://schemas.openxmlformats.org/drawingml/2006/main">
            <a:off x="476250" y="2266950"/>
            <a:ext cx="2419350" cy="1809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7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查看个人能力画像与学习建议</a:t>
            </a:r>
          </a:p>
          <a:p xmlns:a="http://schemas.openxmlformats.org/drawingml/2006/main">
            <a:pPr algn="l">
              <a:lnSpc>
                <a:spcPct val="17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完成练习与考试</a:t>
            </a:r>
          </a:p>
          <a:p xmlns:a="http://schemas.openxmlformats.org/drawingml/2006/main">
            <a:pPr algn="l">
              <a:lnSpc>
                <a:spcPct val="17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查看错题原因与能力短板</a:t>
            </a:r>
          </a:p>
          <a:p xmlns:a="http://schemas.openxmlformats.org/drawingml/2006/main">
            <a:pPr algn="l">
              <a:lnSpc>
                <a:spcPct val="17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查看本人实操报告与归因结论（只读）</a:t>
            </a:r>
          </a:p>
        </p:txBody>
      </p:sp>
      <p:sp>
        <p:nvSpPr>
          <p:cNvPr id="26" name="">
            <a:extLst xmlns:a="http://schemas.openxmlformats.org/drawingml/2006/main">
              <a:ext uri="{FF2B5EF4-FFF2-40B4-BE49-F238E27FC236}">
                <a16:creationId xmlns:a16="http://schemas.microsoft.com/office/drawing/2014/main" id="{36C2D9CB-3379-4575-9FA7-9E1484FC0680}"/>
              </a:ext>
            </a:extLst>
          </p:cNvPr>
          <p:cNvSpPr>
            <a:spLocks xmlns:a="http://schemas.openxmlformats.org/drawingml/2006/main" noGrp="1"/>
          </p:cNvSpPr>
          <p:nvPr/>
        </p:nvSpPr>
        <p:spPr>
          <a:xfrm xmlns:a="http://schemas.openxmlformats.org/drawingml/2006/main">
            <a:off x="3238500" y="1333500"/>
            <a:ext cx="2781300" cy="2857500"/>
          </a:xfrm>
          <a:prstGeom xmlns:a="http://schemas.openxmlformats.org/drawingml/2006/main" prst="roundRect">
            <a:avLst>
              <a:gd name="adj" fmla="val 3082"/>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7" name="">
            <a:extLst xmlns:a="http://schemas.openxmlformats.org/drawingml/2006/main">
              <a:ext uri="{FF2B5EF4-FFF2-40B4-BE49-F238E27FC236}">
                <a16:creationId xmlns:a16="http://schemas.microsoft.com/office/drawing/2014/main" id="{E96C5D2B-78C2-4379-92D6-F261DC7E4494}"/>
              </a:ext>
            </a:extLst>
          </p:cNvPr>
          <p:cNvSpPr>
            <a:spLocks xmlns:a="http://schemas.openxmlformats.org/drawingml/2006/main" noGrp="1"/>
          </p:cNvSpPr>
          <p:nvPr/>
        </p:nvSpPr>
        <p:spPr>
          <a:xfrm xmlns:a="http://schemas.openxmlformats.org/drawingml/2006/main">
            <a:off x="3238500" y="1333500"/>
            <a:ext cx="2781300" cy="47625"/>
          </a:xfrm>
          <a:prstGeom xmlns:a="http://schemas.openxmlformats.org/drawingml/2006/main" prst="rect">
            <a:avLst/>
          </a:prstGeom>
          <a:solidFill xmlns:a="http://schemas.openxmlformats.org/drawingml/2006/main">
            <a:srgbClr val="2E86E0"/>
          </a:solidFill>
          <a:ln xmlns:a="http://schemas.openxmlformats.org/drawingml/2006/main">
            <a:noFill/>
          </a:ln>
        </p:spPr>
      </p:sp>
      <p:sp>
        <p:nvSpPr>
          <p:cNvPr id="28" name="">
            <a:extLst xmlns:a="http://schemas.openxmlformats.org/drawingml/2006/main">
              <a:ext uri="{FF2B5EF4-FFF2-40B4-BE49-F238E27FC236}">
                <a16:creationId xmlns:a16="http://schemas.microsoft.com/office/drawing/2014/main" id="{F11F3D7A-B914-46C4-BFAA-F6D01F35DA2A}"/>
              </a:ext>
            </a:extLst>
          </p:cNvPr>
          <p:cNvSpPr>
            <a:spLocks xmlns:a="http://schemas.openxmlformats.org/drawingml/2006/main" noGrp="1"/>
          </p:cNvSpPr>
          <p:nvPr/>
        </p:nvSpPr>
        <p:spPr>
          <a:xfrm xmlns:a="http://schemas.openxmlformats.org/drawingml/2006/main">
            <a:off x="3429000" y="1504950"/>
            <a:ext cx="23812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2E86E0"/>
                </a:solidFill>
                <a:latin typeface="微软雅黑"/>
                <a:ea typeface="微软雅黑"/>
                <a:cs typeface="微软雅黑"/>
              </a:defRPr>
            </a:pPr>
            <a:r>
              <a:rPr sz="1500" b="1">
                <a:solidFill>
                  <a:srgbClr val="2E86E0"/>
                </a:solidFill>
                <a:latin typeface="微软雅黑"/>
                <a:ea typeface="微软雅黑"/>
                <a:cs typeface="微软雅黑"/>
              </a:rPr>
              <a:t>班组长端</a:t>
            </a:r>
          </a:p>
        </p:txBody>
      </p:sp>
      <p:sp>
        <p:nvSpPr>
          <p:cNvPr id="29" name="">
            <a:extLst xmlns:a="http://schemas.openxmlformats.org/drawingml/2006/main">
              <a:ext uri="{FF2B5EF4-FFF2-40B4-BE49-F238E27FC236}">
                <a16:creationId xmlns:a16="http://schemas.microsoft.com/office/drawing/2014/main" id="{7D615E57-E62A-429A-89C5-1868E5F9043E}"/>
              </a:ext>
            </a:extLst>
          </p:cNvPr>
          <p:cNvSpPr>
            <a:spLocks xmlns:a="http://schemas.openxmlformats.org/drawingml/2006/main" noGrp="1"/>
          </p:cNvSpPr>
          <p:nvPr/>
        </p:nvSpPr>
        <p:spPr>
          <a:xfrm xmlns:a="http://schemas.openxmlformats.org/drawingml/2006/main">
            <a:off x="3429000" y="1828800"/>
            <a:ext cx="2381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0">
                <a:solidFill>
                  <a:srgbClr val="9DBEE8"/>
                </a:solidFill>
                <a:latin typeface="微软雅黑"/>
                <a:ea typeface="微软雅黑"/>
                <a:cs typeface="微软雅黑"/>
              </a:defRPr>
            </a:pPr>
            <a:r>
              <a:rPr sz="938" b="0">
                <a:solidFill>
                  <a:srgbClr val="9DBEE8"/>
                </a:solidFill>
                <a:latin typeface="微软雅黑"/>
                <a:ea typeface="微软雅黑"/>
                <a:cs typeface="微软雅黑"/>
              </a:rPr>
              <a:t>李民（部长）</a:t>
            </a:r>
          </a:p>
        </p:txBody>
      </p:sp>
      <p:sp>
        <p:nvSpPr>
          <p:cNvPr id="30" name="">
            <a:extLst xmlns:a="http://schemas.openxmlformats.org/drawingml/2006/main">
              <a:ext uri="{FF2B5EF4-FFF2-40B4-BE49-F238E27FC236}">
                <a16:creationId xmlns:a16="http://schemas.microsoft.com/office/drawing/2014/main" id="{698E05DC-CB51-46A6-90A2-28FF9131297C}"/>
              </a:ext>
            </a:extLst>
          </p:cNvPr>
          <p:cNvSpPr>
            <a:spLocks xmlns:a="http://schemas.openxmlformats.org/drawingml/2006/main" noGrp="1"/>
          </p:cNvSpPr>
          <p:nvPr/>
        </p:nvSpPr>
        <p:spPr>
          <a:xfrm xmlns:a="http://schemas.openxmlformats.org/drawingml/2006/main">
            <a:off x="3429000" y="2114550"/>
            <a:ext cx="419100" cy="19050"/>
          </a:xfrm>
          <a:prstGeom xmlns:a="http://schemas.openxmlformats.org/drawingml/2006/main" prst="rect">
            <a:avLst/>
          </a:prstGeom>
          <a:solidFill xmlns:a="http://schemas.openxmlformats.org/drawingml/2006/main">
            <a:srgbClr val="2E86E0"/>
          </a:solidFill>
          <a:ln xmlns:a="http://schemas.openxmlformats.org/drawingml/2006/main">
            <a:noFill/>
          </a:ln>
        </p:spPr>
      </p:sp>
      <p:sp>
        <p:nvSpPr>
          <p:cNvPr id="31" name="">
            <a:extLst xmlns:a="http://schemas.openxmlformats.org/drawingml/2006/main">
              <a:ext uri="{FF2B5EF4-FFF2-40B4-BE49-F238E27FC236}">
                <a16:creationId xmlns:a16="http://schemas.microsoft.com/office/drawing/2014/main" id="{46BC3FAD-0DF8-4890-90A4-A5145C633CF9}"/>
              </a:ext>
            </a:extLst>
          </p:cNvPr>
          <p:cNvSpPr>
            <a:spLocks xmlns:a="http://schemas.openxmlformats.org/drawingml/2006/main" noGrp="1"/>
          </p:cNvSpPr>
          <p:nvPr/>
        </p:nvSpPr>
        <p:spPr>
          <a:xfrm xmlns:a="http://schemas.openxmlformats.org/drawingml/2006/main">
            <a:off x="3429000" y="2266950"/>
            <a:ext cx="2419350" cy="1809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7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填报实操检测报告（唯一填报入口）</a:t>
            </a:r>
          </a:p>
          <a:p xmlns:a="http://schemas.openxmlformats.org/drawingml/2006/main">
            <a:pPr algn="l">
              <a:lnSpc>
                <a:spcPct val="17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查看异常归因建议并确认</a:t>
            </a:r>
          </a:p>
          <a:p xmlns:a="http://schemas.openxmlformats.org/drawingml/2006/main">
            <a:pPr algn="l">
              <a:lnSpc>
                <a:spcPct val="17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查看本班组能力结构与报告台账</a:t>
            </a:r>
          </a:p>
          <a:p xmlns:a="http://schemas.openxmlformats.org/drawingml/2006/main">
            <a:pPr algn="l">
              <a:lnSpc>
                <a:spcPct val="17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发布任务与评分</a:t>
            </a:r>
          </a:p>
        </p:txBody>
      </p:sp>
      <p:sp>
        <p:nvSpPr>
          <p:cNvPr id="32" name="">
            <a:extLst xmlns:a="http://schemas.openxmlformats.org/drawingml/2006/main">
              <a:ext uri="{FF2B5EF4-FFF2-40B4-BE49-F238E27FC236}">
                <a16:creationId xmlns:a16="http://schemas.microsoft.com/office/drawing/2014/main" id="{79338B13-4AED-4117-9521-8E36409CCC6D}"/>
              </a:ext>
            </a:extLst>
          </p:cNvPr>
          <p:cNvSpPr>
            <a:spLocks xmlns:a="http://schemas.openxmlformats.org/drawingml/2006/main" noGrp="1"/>
          </p:cNvSpPr>
          <p:nvPr/>
        </p:nvSpPr>
        <p:spPr>
          <a:xfrm xmlns:a="http://schemas.openxmlformats.org/drawingml/2006/main">
            <a:off x="6191250" y="1333500"/>
            <a:ext cx="2781300" cy="2857500"/>
          </a:xfrm>
          <a:prstGeom xmlns:a="http://schemas.openxmlformats.org/drawingml/2006/main" prst="roundRect">
            <a:avLst>
              <a:gd name="adj" fmla="val 3082"/>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3" name="">
            <a:extLst xmlns:a="http://schemas.openxmlformats.org/drawingml/2006/main">
              <a:ext uri="{FF2B5EF4-FFF2-40B4-BE49-F238E27FC236}">
                <a16:creationId xmlns:a16="http://schemas.microsoft.com/office/drawing/2014/main" id="{273A482F-4A71-4B05-B83E-2FFF4693335C}"/>
              </a:ext>
            </a:extLst>
          </p:cNvPr>
          <p:cNvSpPr>
            <a:spLocks xmlns:a="http://schemas.openxmlformats.org/drawingml/2006/main" noGrp="1"/>
          </p:cNvSpPr>
          <p:nvPr/>
        </p:nvSpPr>
        <p:spPr>
          <a:xfrm xmlns:a="http://schemas.openxmlformats.org/drawingml/2006/main">
            <a:off x="6191250" y="1333500"/>
            <a:ext cx="2781300" cy="47625"/>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34" name="">
            <a:extLst xmlns:a="http://schemas.openxmlformats.org/drawingml/2006/main">
              <a:ext uri="{FF2B5EF4-FFF2-40B4-BE49-F238E27FC236}">
                <a16:creationId xmlns:a16="http://schemas.microsoft.com/office/drawing/2014/main" id="{9723DB99-C5F5-4788-9ABD-4568817A9FAC}"/>
              </a:ext>
            </a:extLst>
          </p:cNvPr>
          <p:cNvSpPr>
            <a:spLocks xmlns:a="http://schemas.openxmlformats.org/drawingml/2006/main" noGrp="1"/>
          </p:cNvSpPr>
          <p:nvPr/>
        </p:nvSpPr>
        <p:spPr>
          <a:xfrm xmlns:a="http://schemas.openxmlformats.org/drawingml/2006/main">
            <a:off x="6381750" y="1504950"/>
            <a:ext cx="23812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FD24A"/>
                </a:solidFill>
                <a:latin typeface="微软雅黑"/>
                <a:ea typeface="微软雅黑"/>
                <a:cs typeface="微软雅黑"/>
              </a:defRPr>
            </a:pPr>
            <a:r>
              <a:rPr sz="1500" b="1">
                <a:solidFill>
                  <a:srgbClr val="FFD24A"/>
                </a:solidFill>
                <a:latin typeface="微软雅黑"/>
                <a:ea typeface="微软雅黑"/>
                <a:cs typeface="微软雅黑"/>
              </a:rPr>
              <a:t>管理端</a:t>
            </a:r>
          </a:p>
        </p:txBody>
      </p:sp>
      <p:sp>
        <p:nvSpPr>
          <p:cNvPr id="35" name="">
            <a:extLst xmlns:a="http://schemas.openxmlformats.org/drawingml/2006/main">
              <a:ext uri="{FF2B5EF4-FFF2-40B4-BE49-F238E27FC236}">
                <a16:creationId xmlns:a16="http://schemas.microsoft.com/office/drawing/2014/main" id="{1E984CD2-F25B-44EE-908F-DF9548AAF3B5}"/>
              </a:ext>
            </a:extLst>
          </p:cNvPr>
          <p:cNvSpPr>
            <a:spLocks xmlns:a="http://schemas.openxmlformats.org/drawingml/2006/main" noGrp="1"/>
          </p:cNvSpPr>
          <p:nvPr/>
        </p:nvSpPr>
        <p:spPr>
          <a:xfrm xmlns:a="http://schemas.openxmlformats.org/drawingml/2006/main">
            <a:off x="6381750" y="1828800"/>
            <a:ext cx="2381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0">
                <a:solidFill>
                  <a:srgbClr val="9DBEE8"/>
                </a:solidFill>
                <a:latin typeface="微软雅黑"/>
                <a:ea typeface="微软雅黑"/>
                <a:cs typeface="微软雅黑"/>
              </a:defRPr>
            </a:pPr>
            <a:r>
              <a:rPr sz="938" b="0">
                <a:solidFill>
                  <a:srgbClr val="9DBEE8"/>
                </a:solidFill>
                <a:latin typeface="微软雅黑"/>
                <a:ea typeface="微软雅黑"/>
                <a:cs typeface="微软雅黑"/>
              </a:rPr>
              <a:t>王总</a:t>
            </a:r>
          </a:p>
        </p:txBody>
      </p:sp>
      <p:sp>
        <p:nvSpPr>
          <p:cNvPr id="36" name="">
            <a:extLst xmlns:a="http://schemas.openxmlformats.org/drawingml/2006/main">
              <a:ext uri="{FF2B5EF4-FFF2-40B4-BE49-F238E27FC236}">
                <a16:creationId xmlns:a16="http://schemas.microsoft.com/office/drawing/2014/main" id="{DBB06463-7359-4B17-8525-989576051B23}"/>
              </a:ext>
            </a:extLst>
          </p:cNvPr>
          <p:cNvSpPr>
            <a:spLocks xmlns:a="http://schemas.openxmlformats.org/drawingml/2006/main" noGrp="1"/>
          </p:cNvSpPr>
          <p:nvPr/>
        </p:nvSpPr>
        <p:spPr>
          <a:xfrm xmlns:a="http://schemas.openxmlformats.org/drawingml/2006/main">
            <a:off x="6381750" y="2114550"/>
            <a:ext cx="419100" cy="1905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37" name="">
            <a:extLst xmlns:a="http://schemas.openxmlformats.org/drawingml/2006/main">
              <a:ext uri="{FF2B5EF4-FFF2-40B4-BE49-F238E27FC236}">
                <a16:creationId xmlns:a16="http://schemas.microsoft.com/office/drawing/2014/main" id="{26324F31-D9F3-415D-AE66-D1026C7BA294}"/>
              </a:ext>
            </a:extLst>
          </p:cNvPr>
          <p:cNvSpPr>
            <a:spLocks xmlns:a="http://schemas.openxmlformats.org/drawingml/2006/main" noGrp="1"/>
          </p:cNvSpPr>
          <p:nvPr/>
        </p:nvSpPr>
        <p:spPr>
          <a:xfrm xmlns:a="http://schemas.openxmlformats.org/drawingml/2006/main">
            <a:off x="6381750" y="2266950"/>
            <a:ext cx="2419350" cy="1809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7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查看公司能力、成本、风险</a:t>
            </a:r>
          </a:p>
          <a:p xmlns:a="http://schemas.openxmlformats.org/drawingml/2006/main">
            <a:pPr algn="l">
              <a:lnSpc>
                <a:spcPct val="17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查看关键岗位备份情况</a:t>
            </a:r>
          </a:p>
          <a:p xmlns:a="http://schemas.openxmlformats.org/drawingml/2006/main">
            <a:pPr algn="l">
              <a:lnSpc>
                <a:spcPct val="17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查看建议来源与确认状态</a:t>
            </a:r>
          </a:p>
          <a:p xmlns:a="http://schemas.openxmlformats.org/drawingml/2006/main">
            <a:pPr algn="l">
              <a:lnSpc>
                <a:spcPct val="17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招聘 </a:t>
            </a: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转岗 </a:t>
            </a: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外委建议</a:t>
            </a:r>
          </a:p>
        </p:txBody>
      </p:sp>
      <p:sp>
        <p:nvSpPr>
          <p:cNvPr id="38" name="">
            <a:extLst xmlns:a="http://schemas.openxmlformats.org/drawingml/2006/main">
              <a:ext uri="{FF2B5EF4-FFF2-40B4-BE49-F238E27FC236}">
                <a16:creationId xmlns:a16="http://schemas.microsoft.com/office/drawing/2014/main" id="{918A30DC-0E5E-4303-8358-E7F5C8B541CA}"/>
              </a:ext>
            </a:extLst>
          </p:cNvPr>
          <p:cNvSpPr>
            <a:spLocks xmlns:a="http://schemas.openxmlformats.org/drawingml/2006/main" noGrp="1"/>
          </p:cNvSpPr>
          <p:nvPr/>
        </p:nvSpPr>
        <p:spPr>
          <a:xfrm xmlns:a="http://schemas.openxmlformats.org/drawingml/2006/main">
            <a:off x="9144000" y="1333500"/>
            <a:ext cx="2781300" cy="2857500"/>
          </a:xfrm>
          <a:prstGeom xmlns:a="http://schemas.openxmlformats.org/drawingml/2006/main" prst="roundRect">
            <a:avLst>
              <a:gd name="adj" fmla="val 3082"/>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9" name="">
            <a:extLst xmlns:a="http://schemas.openxmlformats.org/drawingml/2006/main">
              <a:ext uri="{FF2B5EF4-FFF2-40B4-BE49-F238E27FC236}">
                <a16:creationId xmlns:a16="http://schemas.microsoft.com/office/drawing/2014/main" id="{2077A07B-2CF1-4E3D-A207-62D0462DEE81}"/>
              </a:ext>
            </a:extLst>
          </p:cNvPr>
          <p:cNvSpPr>
            <a:spLocks xmlns:a="http://schemas.openxmlformats.org/drawingml/2006/main" noGrp="1"/>
          </p:cNvSpPr>
          <p:nvPr/>
        </p:nvSpPr>
        <p:spPr>
          <a:xfrm xmlns:a="http://schemas.openxmlformats.org/drawingml/2006/main">
            <a:off x="9144000" y="1333500"/>
            <a:ext cx="2781300" cy="47625"/>
          </a:xfrm>
          <a:prstGeom xmlns:a="http://schemas.openxmlformats.org/drawingml/2006/main" prst="rect">
            <a:avLst/>
          </a:prstGeom>
          <a:solidFill xmlns:a="http://schemas.openxmlformats.org/drawingml/2006/main">
            <a:srgbClr val="B7A6FF"/>
          </a:solidFill>
          <a:ln xmlns:a="http://schemas.openxmlformats.org/drawingml/2006/main">
            <a:noFill/>
          </a:ln>
        </p:spPr>
      </p:sp>
      <p:sp>
        <p:nvSpPr>
          <p:cNvPr id="40" name="">
            <a:extLst xmlns:a="http://schemas.openxmlformats.org/drawingml/2006/main">
              <a:ext uri="{FF2B5EF4-FFF2-40B4-BE49-F238E27FC236}">
                <a16:creationId xmlns:a16="http://schemas.microsoft.com/office/drawing/2014/main" id="{5F8E1480-4D90-45C9-BCCD-9DF22AE5DEF9}"/>
              </a:ext>
            </a:extLst>
          </p:cNvPr>
          <p:cNvSpPr>
            <a:spLocks xmlns:a="http://schemas.openxmlformats.org/drawingml/2006/main" noGrp="1"/>
          </p:cNvSpPr>
          <p:nvPr/>
        </p:nvSpPr>
        <p:spPr>
          <a:xfrm xmlns:a="http://schemas.openxmlformats.org/drawingml/2006/main">
            <a:off x="9334500" y="1504950"/>
            <a:ext cx="23812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B7A6FF"/>
                </a:solidFill>
                <a:latin typeface="微软雅黑"/>
                <a:ea typeface="微软雅黑"/>
                <a:cs typeface="微软雅黑"/>
              </a:defRPr>
            </a:pPr>
            <a:r>
              <a:rPr sz="1500" b="1">
                <a:solidFill>
                  <a:srgbClr val="B7A6FF"/>
                </a:solidFill>
                <a:latin typeface="微软雅黑"/>
                <a:ea typeface="微软雅黑"/>
                <a:cs typeface="微软雅黑"/>
              </a:rPr>
              <a:t>管理员端</a:t>
            </a:r>
          </a:p>
        </p:txBody>
      </p:sp>
      <p:sp>
        <p:nvSpPr>
          <p:cNvPr id="41" name="">
            <a:extLst xmlns:a="http://schemas.openxmlformats.org/drawingml/2006/main">
              <a:ext uri="{FF2B5EF4-FFF2-40B4-BE49-F238E27FC236}">
                <a16:creationId xmlns:a16="http://schemas.microsoft.com/office/drawing/2014/main" id="{309A0E2D-5D86-485C-AE41-3702710C0D94}"/>
              </a:ext>
            </a:extLst>
          </p:cNvPr>
          <p:cNvSpPr>
            <a:spLocks xmlns:a="http://schemas.openxmlformats.org/drawingml/2006/main" noGrp="1"/>
          </p:cNvSpPr>
          <p:nvPr/>
        </p:nvSpPr>
        <p:spPr>
          <a:xfrm xmlns:a="http://schemas.openxmlformats.org/drawingml/2006/main">
            <a:off x="9334500" y="1828800"/>
            <a:ext cx="2381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0">
                <a:solidFill>
                  <a:srgbClr val="9DBEE8"/>
                </a:solidFill>
                <a:latin typeface="微软雅黑"/>
                <a:ea typeface="微软雅黑"/>
                <a:cs typeface="微软雅黑"/>
              </a:defRPr>
            </a:pPr>
            <a:r>
              <a:rPr sz="938" b="0">
                <a:solidFill>
                  <a:srgbClr val="9DBEE8"/>
                </a:solidFill>
                <a:latin typeface="微软雅黑"/>
                <a:ea typeface="微软雅黑"/>
                <a:cs typeface="微软雅黑"/>
              </a:rPr>
              <a:t>admin</a:t>
            </a:r>
          </a:p>
        </p:txBody>
      </p:sp>
      <p:sp>
        <p:nvSpPr>
          <p:cNvPr id="42" name="">
            <a:extLst xmlns:a="http://schemas.openxmlformats.org/drawingml/2006/main">
              <a:ext uri="{FF2B5EF4-FFF2-40B4-BE49-F238E27FC236}">
                <a16:creationId xmlns:a16="http://schemas.microsoft.com/office/drawing/2014/main" id="{8C1014B0-3E9F-4438-877C-43B74F37092D}"/>
              </a:ext>
            </a:extLst>
          </p:cNvPr>
          <p:cNvSpPr>
            <a:spLocks xmlns:a="http://schemas.openxmlformats.org/drawingml/2006/main" noGrp="1"/>
          </p:cNvSpPr>
          <p:nvPr/>
        </p:nvSpPr>
        <p:spPr>
          <a:xfrm xmlns:a="http://schemas.openxmlformats.org/drawingml/2006/main">
            <a:off x="9334500" y="2114550"/>
            <a:ext cx="419100" cy="19050"/>
          </a:xfrm>
          <a:prstGeom xmlns:a="http://schemas.openxmlformats.org/drawingml/2006/main" prst="rect">
            <a:avLst/>
          </a:prstGeom>
          <a:solidFill xmlns:a="http://schemas.openxmlformats.org/drawingml/2006/main">
            <a:srgbClr val="B7A6FF"/>
          </a:solidFill>
          <a:ln xmlns:a="http://schemas.openxmlformats.org/drawingml/2006/main">
            <a:noFill/>
          </a:ln>
        </p:spPr>
      </p:sp>
      <p:sp>
        <p:nvSpPr>
          <p:cNvPr id="43" name="">
            <a:extLst xmlns:a="http://schemas.openxmlformats.org/drawingml/2006/main">
              <a:ext uri="{FF2B5EF4-FFF2-40B4-BE49-F238E27FC236}">
                <a16:creationId xmlns:a16="http://schemas.microsoft.com/office/drawing/2014/main" id="{0E70A9AC-AE93-4003-86A1-A332288F8D9D}"/>
              </a:ext>
            </a:extLst>
          </p:cNvPr>
          <p:cNvSpPr>
            <a:spLocks xmlns:a="http://schemas.openxmlformats.org/drawingml/2006/main" noGrp="1"/>
          </p:cNvSpPr>
          <p:nvPr/>
        </p:nvSpPr>
        <p:spPr>
          <a:xfrm xmlns:a="http://schemas.openxmlformats.org/drawingml/2006/main">
            <a:off x="9334500" y="2266950"/>
            <a:ext cx="2419350" cy="1809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7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配置岗位、技能、课程与考试</a:t>
            </a:r>
          </a:p>
          <a:p xmlns:a="http://schemas.openxmlformats.org/drawingml/2006/main">
            <a:pPr algn="l">
              <a:lnSpc>
                <a:spcPct val="17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审核课程与题库</a:t>
            </a:r>
          </a:p>
          <a:p xmlns:a="http://schemas.openxmlformats.org/drawingml/2006/main">
            <a:pPr algn="l">
              <a:lnSpc>
                <a:spcPct val="17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维护规则并查看执行留痕</a:t>
            </a:r>
          </a:p>
          <a:p xmlns:a="http://schemas.openxmlformats.org/drawingml/2006/main">
            <a:pPr algn="l">
              <a:lnSpc>
                <a:spcPct val="175000"/>
              </a:lnSpc>
              <a:buNone/>
              <a:defRPr sz="900">
                <a:solidFill>
                  <a:srgbClr val="EEF5FF"/>
                </a:solidFill>
                <a:latin typeface="微软雅黑"/>
                <a:ea typeface="微软雅黑"/>
                <a:cs typeface="微软雅黑"/>
              </a:defRPr>
            </a:pPr>
            <a:r>
              <a:rPr sz="900">
                <a:solidFill>
                  <a:srgbClr val="EEF5FF"/>
                </a:solidFill>
                <a:latin typeface="微软雅黑"/>
                <a:ea typeface="微软雅黑"/>
                <a:cs typeface="微软雅黑"/>
              </a:rPr>
              <a:t>· </a:t>
            </a:r>
            <a:r>
              <a:rPr sz="900">
                <a:solidFill>
                  <a:srgbClr val="EEF5FF"/>
                </a:solidFill>
                <a:latin typeface="微软雅黑"/>
                <a:ea typeface="微软雅黑"/>
                <a:cs typeface="微软雅黑"/>
              </a:rPr>
              <a:t>平台数据与审计</a:t>
            </a:r>
          </a:p>
        </p:txBody>
      </p:sp>
      <p:sp>
        <p:nvSpPr>
          <p:cNvPr id="44" name="">
            <a:extLst xmlns:a="http://schemas.openxmlformats.org/drawingml/2006/main">
              <a:ext uri="{FF2B5EF4-FFF2-40B4-BE49-F238E27FC236}">
                <a16:creationId xmlns:a16="http://schemas.microsoft.com/office/drawing/2014/main" id="{8B535A38-C4C3-4690-B70B-5BDD0A259C06}"/>
              </a:ext>
            </a:extLst>
          </p:cNvPr>
          <p:cNvSpPr>
            <a:spLocks xmlns:a="http://schemas.openxmlformats.org/drawingml/2006/main" noGrp="1"/>
          </p:cNvSpPr>
          <p:nvPr/>
        </p:nvSpPr>
        <p:spPr>
          <a:xfrm xmlns:a="http://schemas.openxmlformats.org/drawingml/2006/main">
            <a:off x="285750" y="4343400"/>
            <a:ext cx="11620500" cy="2057400"/>
          </a:xfrm>
          <a:prstGeom xmlns:a="http://schemas.openxmlformats.org/drawingml/2006/main" prst="roundRect">
            <a:avLst>
              <a:gd name="adj" fmla="val 4167"/>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45" name="">
            <a:extLst xmlns:a="http://schemas.openxmlformats.org/drawingml/2006/main">
              <a:ext uri="{FF2B5EF4-FFF2-40B4-BE49-F238E27FC236}">
                <a16:creationId xmlns:a16="http://schemas.microsoft.com/office/drawing/2014/main" id="{47724F8F-EE42-4EC6-981F-C2D71D127436}"/>
              </a:ext>
            </a:extLst>
          </p:cNvPr>
          <p:cNvSpPr>
            <a:spLocks xmlns:a="http://schemas.openxmlformats.org/drawingml/2006/main" noGrp="1"/>
          </p:cNvSpPr>
          <p:nvPr/>
        </p:nvSpPr>
        <p:spPr>
          <a:xfrm xmlns:a="http://schemas.openxmlformats.org/drawingml/2006/main">
            <a:off x="457200" y="4457700"/>
            <a:ext cx="11239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88" b="1">
                <a:solidFill>
                  <a:srgbClr val="FFD24A"/>
                </a:solidFill>
                <a:latin typeface="微软雅黑"/>
                <a:ea typeface="微软雅黑"/>
                <a:cs typeface="微软雅黑"/>
              </a:defRPr>
            </a:pPr>
            <a:r>
              <a:rPr sz="1088" b="1">
                <a:solidFill>
                  <a:srgbClr val="FFD24A"/>
                </a:solidFill>
                <a:latin typeface="微软雅黑"/>
                <a:ea typeface="微软雅黑"/>
                <a:cs typeface="微软雅黑"/>
              </a:rPr>
              <a:t>数据流：一次实操归因如何穿过四类角色</a:t>
            </a:r>
          </a:p>
        </p:txBody>
      </p:sp>
      <p:sp>
        <p:nvSpPr>
          <p:cNvPr id="46" name="">
            <a:extLst xmlns:a="http://schemas.openxmlformats.org/drawingml/2006/main">
              <a:ext uri="{FF2B5EF4-FFF2-40B4-BE49-F238E27FC236}">
                <a16:creationId xmlns:a16="http://schemas.microsoft.com/office/drawing/2014/main" id="{4C05BB15-617E-4839-B630-FBCC3DFE046F}"/>
              </a:ext>
            </a:extLst>
          </p:cNvPr>
          <p:cNvSpPr>
            <a:spLocks xmlns:a="http://schemas.openxmlformats.org/drawingml/2006/main" noGrp="1"/>
          </p:cNvSpPr>
          <p:nvPr/>
        </p:nvSpPr>
        <p:spPr>
          <a:xfrm xmlns:a="http://schemas.openxmlformats.org/drawingml/2006/main">
            <a:off x="457200" y="4819650"/>
            <a:ext cx="2133600" cy="1428750"/>
          </a:xfrm>
          <a:prstGeom xmlns:a="http://schemas.openxmlformats.org/drawingml/2006/main" prst="roundRect">
            <a:avLst>
              <a:gd name="adj" fmla="val 6000"/>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47" name="">
            <a:extLst xmlns:a="http://schemas.openxmlformats.org/drawingml/2006/main">
              <a:ext uri="{FF2B5EF4-FFF2-40B4-BE49-F238E27FC236}">
                <a16:creationId xmlns:a16="http://schemas.microsoft.com/office/drawing/2014/main" id="{1AC48CBC-0946-423B-9C51-F1BEFCE5D1A3}"/>
              </a:ext>
            </a:extLst>
          </p:cNvPr>
          <p:cNvSpPr>
            <a:spLocks xmlns:a="http://schemas.openxmlformats.org/drawingml/2006/main" noGrp="1"/>
          </p:cNvSpPr>
          <p:nvPr/>
        </p:nvSpPr>
        <p:spPr>
          <a:xfrm xmlns:a="http://schemas.openxmlformats.org/drawingml/2006/main">
            <a:off x="590550" y="4933950"/>
            <a:ext cx="18669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① </a:t>
            </a:r>
            <a:r>
              <a:rPr sz="938" b="1">
                <a:solidFill>
                  <a:srgbClr val="4FD8FF"/>
                </a:solidFill>
                <a:latin typeface="微软雅黑"/>
                <a:ea typeface="微软雅黑"/>
                <a:cs typeface="微软雅黑"/>
              </a:rPr>
              <a:t>班组长填报报告</a:t>
            </a:r>
          </a:p>
        </p:txBody>
      </p:sp>
      <p:sp>
        <p:nvSpPr>
          <p:cNvPr id="48" name="">
            <a:extLst xmlns:a="http://schemas.openxmlformats.org/drawingml/2006/main">
              <a:ext uri="{FF2B5EF4-FFF2-40B4-BE49-F238E27FC236}">
                <a16:creationId xmlns:a16="http://schemas.microsoft.com/office/drawing/2014/main" id="{B95C1B1C-BB4D-4CC3-9E5B-C1C86BFDCED9}"/>
              </a:ext>
            </a:extLst>
          </p:cNvPr>
          <p:cNvSpPr>
            <a:spLocks xmlns:a="http://schemas.openxmlformats.org/drawingml/2006/main" noGrp="1"/>
          </p:cNvSpPr>
          <p:nvPr/>
        </p:nvSpPr>
        <p:spPr>
          <a:xfrm xmlns:a="http://schemas.openxmlformats.org/drawingml/2006/main">
            <a:off x="590550" y="5219700"/>
            <a:ext cx="1885950" cy="95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班组长按框格填报实操检测报告（基础信息 </a:t>
            </a:r>
            <a:r>
              <a:rPr sz="825" b="0">
                <a:solidFill>
                  <a:srgbClr val="EEF5FF"/>
                </a:solidFill>
                <a:latin typeface="微软雅黑"/>
                <a:ea typeface="微软雅黑"/>
                <a:cs typeface="微软雅黑"/>
              </a:rPr>
              <a:t>/ </a:t>
            </a:r>
            <a:r>
              <a:rPr sz="825" b="0">
                <a:solidFill>
                  <a:srgbClr val="EEF5FF"/>
                </a:solidFill>
                <a:latin typeface="微软雅黑"/>
                <a:ea typeface="微软雅黑"/>
                <a:cs typeface="微软雅黑"/>
              </a:rPr>
              <a:t>检测数据 </a:t>
            </a:r>
            <a:r>
              <a:rPr sz="825" b="0">
                <a:solidFill>
                  <a:srgbClr val="EEF5FF"/>
                </a:solidFill>
                <a:latin typeface="微软雅黑"/>
                <a:ea typeface="微软雅黑"/>
                <a:cs typeface="微软雅黑"/>
              </a:rPr>
              <a:t>/ </a:t>
            </a:r>
            <a:r>
              <a:rPr sz="825" b="0">
                <a:solidFill>
                  <a:srgbClr val="EEF5FF"/>
                </a:solidFill>
                <a:latin typeface="微软雅黑"/>
                <a:ea typeface="微软雅黑"/>
                <a:cs typeface="微软雅黑"/>
              </a:rPr>
              <a:t>异常现象 </a:t>
            </a:r>
            <a:r>
              <a:rPr sz="825" b="0">
                <a:solidFill>
                  <a:srgbClr val="EEF5FF"/>
                </a:solidFill>
                <a:latin typeface="微软雅黑"/>
                <a:ea typeface="微软雅黑"/>
                <a:cs typeface="微软雅黑"/>
              </a:rPr>
              <a:t>/ SOP </a:t>
            </a:r>
            <a:r>
              <a:rPr sz="825" b="0">
                <a:solidFill>
                  <a:srgbClr val="EEF5FF"/>
                </a:solidFill>
                <a:latin typeface="微软雅黑"/>
                <a:ea typeface="微软雅黑"/>
                <a:cs typeface="微软雅黑"/>
              </a:rPr>
              <a:t>执行情况），提交后生成报告文档并触发归因</a:t>
            </a:r>
          </a:p>
        </p:txBody>
      </p:sp>
      <p:sp>
        <p:nvSpPr>
          <p:cNvPr id="49" name="">
            <a:extLst xmlns:a="http://schemas.openxmlformats.org/drawingml/2006/main">
              <a:ext uri="{FF2B5EF4-FFF2-40B4-BE49-F238E27FC236}">
                <a16:creationId xmlns:a16="http://schemas.microsoft.com/office/drawing/2014/main" id="{07DA5254-5CAD-487E-BC28-684D7A9C5320}"/>
              </a:ext>
            </a:extLst>
          </p:cNvPr>
          <p:cNvSpPr>
            <a:spLocks xmlns:a="http://schemas.openxmlformats.org/drawingml/2006/main" noGrp="1"/>
          </p:cNvSpPr>
          <p:nvPr/>
        </p:nvSpPr>
        <p:spPr>
          <a:xfrm xmlns:a="http://schemas.openxmlformats.org/drawingml/2006/main">
            <a:off x="2609850" y="5467350"/>
            <a:ext cx="1333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00" b="0">
                <a:solidFill>
                  <a:srgbClr val="FFD24A"/>
                </a:solidFill>
                <a:latin typeface="微软雅黑"/>
                <a:ea typeface="微软雅黑"/>
                <a:cs typeface="微软雅黑"/>
              </a:defRPr>
            </a:pPr>
            <a:r>
              <a:rPr sz="900" b="0">
                <a:solidFill>
                  <a:srgbClr val="FFD24A"/>
                </a:solidFill>
                <a:latin typeface="微软雅黑"/>
                <a:ea typeface="微软雅黑"/>
                <a:cs typeface="微软雅黑"/>
              </a:rPr>
              <a:t>▶</a:t>
            </a:r>
          </a:p>
        </p:txBody>
      </p:sp>
      <p:sp>
        <p:nvSpPr>
          <p:cNvPr id="50" name="">
            <a:extLst xmlns:a="http://schemas.openxmlformats.org/drawingml/2006/main">
              <a:ext uri="{FF2B5EF4-FFF2-40B4-BE49-F238E27FC236}">
                <a16:creationId xmlns:a16="http://schemas.microsoft.com/office/drawing/2014/main" id="{87E1BA27-1CD4-4B44-93E9-E6412A6294D6}"/>
              </a:ext>
            </a:extLst>
          </p:cNvPr>
          <p:cNvSpPr>
            <a:spLocks xmlns:a="http://schemas.openxmlformats.org/drawingml/2006/main" noGrp="1"/>
          </p:cNvSpPr>
          <p:nvPr/>
        </p:nvSpPr>
        <p:spPr>
          <a:xfrm xmlns:a="http://schemas.openxmlformats.org/drawingml/2006/main">
            <a:off x="2743200" y="4819650"/>
            <a:ext cx="2133600" cy="1428750"/>
          </a:xfrm>
          <a:prstGeom xmlns:a="http://schemas.openxmlformats.org/drawingml/2006/main" prst="roundRect">
            <a:avLst>
              <a:gd name="adj" fmla="val 6000"/>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51" name="">
            <a:extLst xmlns:a="http://schemas.openxmlformats.org/drawingml/2006/main">
              <a:ext uri="{FF2B5EF4-FFF2-40B4-BE49-F238E27FC236}">
                <a16:creationId xmlns:a16="http://schemas.microsoft.com/office/drawing/2014/main" id="{F2A3D9CB-1FED-40C9-8F47-BD3C79EE072E}"/>
              </a:ext>
            </a:extLst>
          </p:cNvPr>
          <p:cNvSpPr>
            <a:spLocks xmlns:a="http://schemas.openxmlformats.org/drawingml/2006/main" noGrp="1"/>
          </p:cNvSpPr>
          <p:nvPr/>
        </p:nvSpPr>
        <p:spPr>
          <a:xfrm xmlns:a="http://schemas.openxmlformats.org/drawingml/2006/main">
            <a:off x="2876550" y="4933950"/>
            <a:ext cx="18669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② </a:t>
            </a:r>
            <a:r>
              <a:rPr sz="938" b="1">
                <a:solidFill>
                  <a:srgbClr val="4FD8FF"/>
                </a:solidFill>
                <a:latin typeface="微软雅黑"/>
                <a:ea typeface="微软雅黑"/>
                <a:cs typeface="微软雅黑"/>
              </a:rPr>
              <a:t>规则执行</a:t>
            </a:r>
          </a:p>
        </p:txBody>
      </p:sp>
      <p:sp>
        <p:nvSpPr>
          <p:cNvPr id="52" name="">
            <a:extLst xmlns:a="http://schemas.openxmlformats.org/drawingml/2006/main">
              <a:ext uri="{FF2B5EF4-FFF2-40B4-BE49-F238E27FC236}">
                <a16:creationId xmlns:a16="http://schemas.microsoft.com/office/drawing/2014/main" id="{E3A9D2BD-62D1-402F-AC78-A7B057850409}"/>
              </a:ext>
            </a:extLst>
          </p:cNvPr>
          <p:cNvSpPr>
            <a:spLocks xmlns:a="http://schemas.openxmlformats.org/drawingml/2006/main" noGrp="1"/>
          </p:cNvSpPr>
          <p:nvPr/>
        </p:nvSpPr>
        <p:spPr>
          <a:xfrm xmlns:a="http://schemas.openxmlformats.org/drawingml/2006/main">
            <a:off x="2876550" y="5219700"/>
            <a:ext cx="1885950" cy="95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规则引擎按 </a:t>
            </a:r>
            <a:r>
              <a:rPr sz="825" b="0">
                <a:solidFill>
                  <a:srgbClr val="EEF5FF"/>
                </a:solidFill>
                <a:latin typeface="微软雅黑"/>
                <a:ea typeface="微软雅黑"/>
                <a:cs typeface="微软雅黑"/>
              </a:rPr>
              <a:t>REPORT_GAS / REPORT_ANALYSIS </a:t>
            </a:r>
            <a:r>
              <a:rPr sz="825" b="0">
                <a:solidFill>
                  <a:srgbClr val="EEF5FF"/>
                </a:solidFill>
                <a:latin typeface="微软雅黑"/>
                <a:ea typeface="微软雅黑"/>
                <a:cs typeface="微软雅黑"/>
              </a:rPr>
              <a:t>场景匹配，写 </a:t>
            </a:r>
            <a:r>
              <a:rPr sz="825" b="0">
                <a:solidFill>
                  <a:srgbClr val="EEF5FF"/>
                </a:solidFill>
                <a:latin typeface="微软雅黑"/>
                <a:ea typeface="微软雅黑"/>
                <a:cs typeface="微软雅黑"/>
              </a:rPr>
              <a:t>rule_result</a:t>
            </a:r>
          </a:p>
        </p:txBody>
      </p:sp>
      <p:sp>
        <p:nvSpPr>
          <p:cNvPr id="53" name="">
            <a:extLst xmlns:a="http://schemas.openxmlformats.org/drawingml/2006/main">
              <a:ext uri="{FF2B5EF4-FFF2-40B4-BE49-F238E27FC236}">
                <a16:creationId xmlns:a16="http://schemas.microsoft.com/office/drawing/2014/main" id="{E91C60EE-F540-4A48-A503-9EDF9848C9CF}"/>
              </a:ext>
            </a:extLst>
          </p:cNvPr>
          <p:cNvSpPr>
            <a:spLocks xmlns:a="http://schemas.openxmlformats.org/drawingml/2006/main" noGrp="1"/>
          </p:cNvSpPr>
          <p:nvPr/>
        </p:nvSpPr>
        <p:spPr>
          <a:xfrm xmlns:a="http://schemas.openxmlformats.org/drawingml/2006/main">
            <a:off x="4895850" y="5467350"/>
            <a:ext cx="1333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00" b="0">
                <a:solidFill>
                  <a:srgbClr val="FFD24A"/>
                </a:solidFill>
                <a:latin typeface="微软雅黑"/>
                <a:ea typeface="微软雅黑"/>
                <a:cs typeface="微软雅黑"/>
              </a:defRPr>
            </a:pPr>
            <a:r>
              <a:rPr sz="900" b="0">
                <a:solidFill>
                  <a:srgbClr val="FFD24A"/>
                </a:solidFill>
                <a:latin typeface="微软雅黑"/>
                <a:ea typeface="微软雅黑"/>
                <a:cs typeface="微软雅黑"/>
              </a:rPr>
              <a:t>▶</a:t>
            </a:r>
          </a:p>
        </p:txBody>
      </p:sp>
      <p:sp>
        <p:nvSpPr>
          <p:cNvPr id="54" name="">
            <a:extLst xmlns:a="http://schemas.openxmlformats.org/drawingml/2006/main">
              <a:ext uri="{FF2B5EF4-FFF2-40B4-BE49-F238E27FC236}">
                <a16:creationId xmlns:a16="http://schemas.microsoft.com/office/drawing/2014/main" id="{163B07A8-AFDD-4351-B7CA-25FB7CC14C5A}"/>
              </a:ext>
            </a:extLst>
          </p:cNvPr>
          <p:cNvSpPr>
            <a:spLocks xmlns:a="http://schemas.openxmlformats.org/drawingml/2006/main" noGrp="1"/>
          </p:cNvSpPr>
          <p:nvPr/>
        </p:nvSpPr>
        <p:spPr>
          <a:xfrm xmlns:a="http://schemas.openxmlformats.org/drawingml/2006/main">
            <a:off x="5029200" y="4819650"/>
            <a:ext cx="2133600" cy="1428750"/>
          </a:xfrm>
          <a:prstGeom xmlns:a="http://schemas.openxmlformats.org/drawingml/2006/main" prst="roundRect">
            <a:avLst>
              <a:gd name="adj" fmla="val 6000"/>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55" name="">
            <a:extLst xmlns:a="http://schemas.openxmlformats.org/drawingml/2006/main">
              <a:ext uri="{FF2B5EF4-FFF2-40B4-BE49-F238E27FC236}">
                <a16:creationId xmlns:a16="http://schemas.microsoft.com/office/drawing/2014/main" id="{0F69CD14-DDB2-491D-8016-6514F0F3508A}"/>
              </a:ext>
            </a:extLst>
          </p:cNvPr>
          <p:cNvSpPr>
            <a:spLocks xmlns:a="http://schemas.openxmlformats.org/drawingml/2006/main" noGrp="1"/>
          </p:cNvSpPr>
          <p:nvPr/>
        </p:nvSpPr>
        <p:spPr>
          <a:xfrm xmlns:a="http://schemas.openxmlformats.org/drawingml/2006/main">
            <a:off x="5162550" y="4933950"/>
            <a:ext cx="18669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③ </a:t>
            </a:r>
            <a:r>
              <a:rPr sz="938" b="1">
                <a:solidFill>
                  <a:srgbClr val="4FD8FF"/>
                </a:solidFill>
                <a:latin typeface="微软雅黑"/>
                <a:ea typeface="微软雅黑"/>
                <a:cs typeface="微软雅黑"/>
              </a:rPr>
              <a:t>建议生成</a:t>
            </a:r>
          </a:p>
        </p:txBody>
      </p:sp>
      <p:sp>
        <p:nvSpPr>
          <p:cNvPr id="56" name="">
            <a:extLst xmlns:a="http://schemas.openxmlformats.org/drawingml/2006/main">
              <a:ext uri="{FF2B5EF4-FFF2-40B4-BE49-F238E27FC236}">
                <a16:creationId xmlns:a16="http://schemas.microsoft.com/office/drawing/2014/main" id="{88A8ACB1-F7DC-4050-8AE3-504D38A79F32}"/>
              </a:ext>
            </a:extLst>
          </p:cNvPr>
          <p:cNvSpPr>
            <a:spLocks xmlns:a="http://schemas.openxmlformats.org/drawingml/2006/main" noGrp="1"/>
          </p:cNvSpPr>
          <p:nvPr/>
        </p:nvSpPr>
        <p:spPr>
          <a:xfrm xmlns:a="http://schemas.openxmlformats.org/drawingml/2006/main">
            <a:off x="5162550" y="5219700"/>
            <a:ext cx="1885950" cy="95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结论写入 </a:t>
            </a:r>
            <a:r>
              <a:rPr sz="825" b="0">
                <a:solidFill>
                  <a:srgbClr val="EEF5FF"/>
                </a:solidFill>
                <a:latin typeface="微软雅黑"/>
                <a:ea typeface="微软雅黑"/>
                <a:cs typeface="微软雅黑"/>
              </a:rPr>
              <a:t>agent_suggestion</a:t>
            </a:r>
            <a:r>
              <a:rPr sz="825" b="0">
                <a:solidFill>
                  <a:srgbClr val="EEF5FF"/>
                </a:solidFill>
                <a:latin typeface="微软雅黑"/>
                <a:ea typeface="微软雅黑"/>
                <a:cs typeface="微软雅黑"/>
              </a:rPr>
              <a:t>，带 </a:t>
            </a:r>
            <a:r>
              <a:rPr sz="825" b="0">
                <a:solidFill>
                  <a:srgbClr val="EEF5FF"/>
                </a:solidFill>
                <a:latin typeface="微软雅黑"/>
                <a:ea typeface="微软雅黑"/>
                <a:cs typeface="微软雅黑"/>
              </a:rPr>
              <a:t>confidence</a:t>
            </a:r>
            <a:r>
              <a:rPr sz="825" b="0">
                <a:solidFill>
                  <a:srgbClr val="EEF5FF"/>
                </a:solidFill>
                <a:latin typeface="微软雅黑"/>
                <a:ea typeface="微软雅黑"/>
                <a:cs typeface="微软雅黑"/>
              </a:rPr>
              <a:t>、</a:t>
            </a:r>
            <a:r>
              <a:rPr sz="825" b="0">
                <a:solidFill>
                  <a:srgbClr val="EEF5FF"/>
                </a:solidFill>
                <a:latin typeface="微软雅黑"/>
                <a:ea typeface="微软雅黑"/>
                <a:cs typeface="微软雅黑"/>
              </a:rPr>
              <a:t>source=rule</a:t>
            </a:r>
            <a:r>
              <a:rPr sz="825" b="0">
                <a:solidFill>
                  <a:srgbClr val="EEF5FF"/>
                </a:solidFill>
                <a:latin typeface="微软雅黑"/>
                <a:ea typeface="微软雅黑"/>
                <a:cs typeface="微软雅黑"/>
              </a:rPr>
              <a:t>、</a:t>
            </a:r>
            <a:r>
              <a:rPr sz="825" b="0">
                <a:solidFill>
                  <a:srgbClr val="EEF5FF"/>
                </a:solidFill>
                <a:latin typeface="微软雅黑"/>
                <a:ea typeface="微软雅黑"/>
                <a:cs typeface="微软雅黑"/>
              </a:rPr>
              <a:t>need_human_confirm</a:t>
            </a:r>
          </a:p>
        </p:txBody>
      </p:sp>
      <p:sp>
        <p:nvSpPr>
          <p:cNvPr id="57" name="">
            <a:extLst xmlns:a="http://schemas.openxmlformats.org/drawingml/2006/main">
              <a:ext uri="{FF2B5EF4-FFF2-40B4-BE49-F238E27FC236}">
                <a16:creationId xmlns:a16="http://schemas.microsoft.com/office/drawing/2014/main" id="{2A2123EB-F488-47DE-B98A-B53E9EC6B85A}"/>
              </a:ext>
            </a:extLst>
          </p:cNvPr>
          <p:cNvSpPr>
            <a:spLocks xmlns:a="http://schemas.openxmlformats.org/drawingml/2006/main" noGrp="1"/>
          </p:cNvSpPr>
          <p:nvPr/>
        </p:nvSpPr>
        <p:spPr>
          <a:xfrm xmlns:a="http://schemas.openxmlformats.org/drawingml/2006/main">
            <a:off x="7181850" y="5467350"/>
            <a:ext cx="1333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00" b="0">
                <a:solidFill>
                  <a:srgbClr val="FFD24A"/>
                </a:solidFill>
                <a:latin typeface="微软雅黑"/>
                <a:ea typeface="微软雅黑"/>
                <a:cs typeface="微软雅黑"/>
              </a:defRPr>
            </a:pPr>
            <a:r>
              <a:rPr sz="900" b="0">
                <a:solidFill>
                  <a:srgbClr val="FFD24A"/>
                </a:solidFill>
                <a:latin typeface="微软雅黑"/>
                <a:ea typeface="微软雅黑"/>
                <a:cs typeface="微软雅黑"/>
              </a:rPr>
              <a:t>▶</a:t>
            </a:r>
          </a:p>
        </p:txBody>
      </p:sp>
      <p:sp>
        <p:nvSpPr>
          <p:cNvPr id="58" name="">
            <a:extLst xmlns:a="http://schemas.openxmlformats.org/drawingml/2006/main">
              <a:ext uri="{FF2B5EF4-FFF2-40B4-BE49-F238E27FC236}">
                <a16:creationId xmlns:a16="http://schemas.microsoft.com/office/drawing/2014/main" id="{67E53A01-7596-4475-BAFC-5292314E34F6}"/>
              </a:ext>
            </a:extLst>
          </p:cNvPr>
          <p:cNvSpPr>
            <a:spLocks xmlns:a="http://schemas.openxmlformats.org/drawingml/2006/main" noGrp="1"/>
          </p:cNvSpPr>
          <p:nvPr/>
        </p:nvSpPr>
        <p:spPr>
          <a:xfrm xmlns:a="http://schemas.openxmlformats.org/drawingml/2006/main">
            <a:off x="7315200" y="4819650"/>
            <a:ext cx="2133600" cy="1428750"/>
          </a:xfrm>
          <a:prstGeom xmlns:a="http://schemas.openxmlformats.org/drawingml/2006/main" prst="roundRect">
            <a:avLst>
              <a:gd name="adj" fmla="val 6000"/>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59" name="">
            <a:extLst xmlns:a="http://schemas.openxmlformats.org/drawingml/2006/main">
              <a:ext uri="{FF2B5EF4-FFF2-40B4-BE49-F238E27FC236}">
                <a16:creationId xmlns:a16="http://schemas.microsoft.com/office/drawing/2014/main" id="{3C733DE1-A3C1-4CFC-9475-18D1DB64AF72}"/>
              </a:ext>
            </a:extLst>
          </p:cNvPr>
          <p:cNvSpPr>
            <a:spLocks xmlns:a="http://schemas.openxmlformats.org/drawingml/2006/main" noGrp="1"/>
          </p:cNvSpPr>
          <p:nvPr/>
        </p:nvSpPr>
        <p:spPr>
          <a:xfrm xmlns:a="http://schemas.openxmlformats.org/drawingml/2006/main">
            <a:off x="7448550" y="4933950"/>
            <a:ext cx="18669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④ </a:t>
            </a:r>
            <a:r>
              <a:rPr sz="938" b="1">
                <a:solidFill>
                  <a:srgbClr val="4FD8FF"/>
                </a:solidFill>
                <a:latin typeface="微软雅黑"/>
                <a:ea typeface="微软雅黑"/>
                <a:cs typeface="微软雅黑"/>
              </a:rPr>
              <a:t>班组长确认</a:t>
            </a:r>
          </a:p>
        </p:txBody>
      </p:sp>
      <p:sp>
        <p:nvSpPr>
          <p:cNvPr id="60" name="">
            <a:extLst xmlns:a="http://schemas.openxmlformats.org/drawingml/2006/main">
              <a:ext uri="{FF2B5EF4-FFF2-40B4-BE49-F238E27FC236}">
                <a16:creationId xmlns:a16="http://schemas.microsoft.com/office/drawing/2014/main" id="{E44D7B3D-1455-43E8-80EF-5E7B38B1ADD8}"/>
              </a:ext>
            </a:extLst>
          </p:cNvPr>
          <p:cNvSpPr>
            <a:spLocks xmlns:a="http://schemas.openxmlformats.org/drawingml/2006/main" noGrp="1"/>
          </p:cNvSpPr>
          <p:nvPr/>
        </p:nvSpPr>
        <p:spPr>
          <a:xfrm xmlns:a="http://schemas.openxmlformats.org/drawingml/2006/main">
            <a:off x="7448550" y="5219700"/>
            <a:ext cx="1885950" cy="95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班组长在确认接口采纳 </a:t>
            </a:r>
            <a:r>
              <a:rPr sz="825" b="0">
                <a:solidFill>
                  <a:srgbClr val="EEF5FF"/>
                </a:solidFill>
                <a:latin typeface="微软雅黑"/>
                <a:ea typeface="微软雅黑"/>
                <a:cs typeface="微软雅黑"/>
              </a:rPr>
              <a:t>/ </a:t>
            </a:r>
            <a:r>
              <a:rPr sz="825" b="0">
                <a:solidFill>
                  <a:srgbClr val="EEF5FF"/>
                </a:solidFill>
                <a:latin typeface="微软雅黑"/>
                <a:ea typeface="微软雅黑"/>
                <a:cs typeface="微软雅黑"/>
              </a:rPr>
              <a:t>驳回 </a:t>
            </a:r>
            <a:r>
              <a:rPr sz="825" b="0">
                <a:solidFill>
                  <a:srgbClr val="EEF5FF"/>
                </a:solidFill>
                <a:latin typeface="微软雅黑"/>
                <a:ea typeface="微软雅黑"/>
                <a:cs typeface="微软雅黑"/>
              </a:rPr>
              <a:t>/ </a:t>
            </a:r>
            <a:r>
              <a:rPr sz="825" b="0">
                <a:solidFill>
                  <a:srgbClr val="EEF5FF"/>
                </a:solidFill>
                <a:latin typeface="微软雅黑"/>
                <a:ea typeface="微软雅黑"/>
                <a:cs typeface="微软雅黑"/>
              </a:rPr>
              <a:t>修改，写 </a:t>
            </a:r>
            <a:r>
              <a:rPr sz="825" b="0">
                <a:solidFill>
                  <a:srgbClr val="EEF5FF"/>
                </a:solidFill>
                <a:latin typeface="微软雅黑"/>
                <a:ea typeface="微软雅黑"/>
                <a:cs typeface="微软雅黑"/>
              </a:rPr>
              <a:t>decision_log</a:t>
            </a:r>
            <a:r>
              <a:rPr sz="825" b="0">
                <a:solidFill>
                  <a:srgbClr val="EEF5FF"/>
                </a:solidFill>
                <a:latin typeface="微软雅黑"/>
                <a:ea typeface="微软雅黑"/>
                <a:cs typeface="微软雅黑"/>
              </a:rPr>
              <a:t>，只改建议状态</a:t>
            </a:r>
          </a:p>
        </p:txBody>
      </p:sp>
      <p:sp>
        <p:nvSpPr>
          <p:cNvPr id="61" name="">
            <a:extLst xmlns:a="http://schemas.openxmlformats.org/drawingml/2006/main">
              <a:ext uri="{FF2B5EF4-FFF2-40B4-BE49-F238E27FC236}">
                <a16:creationId xmlns:a16="http://schemas.microsoft.com/office/drawing/2014/main" id="{D0C84F75-63B1-4BC6-AE05-A9A0EC487ABF}"/>
              </a:ext>
            </a:extLst>
          </p:cNvPr>
          <p:cNvSpPr>
            <a:spLocks xmlns:a="http://schemas.openxmlformats.org/drawingml/2006/main" noGrp="1"/>
          </p:cNvSpPr>
          <p:nvPr/>
        </p:nvSpPr>
        <p:spPr>
          <a:xfrm xmlns:a="http://schemas.openxmlformats.org/drawingml/2006/main">
            <a:off x="9467850" y="5467350"/>
            <a:ext cx="1333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00" b="0">
                <a:solidFill>
                  <a:srgbClr val="FFD24A"/>
                </a:solidFill>
                <a:latin typeface="微软雅黑"/>
                <a:ea typeface="微软雅黑"/>
                <a:cs typeface="微软雅黑"/>
              </a:defRPr>
            </a:pPr>
            <a:r>
              <a:rPr sz="900" b="0">
                <a:solidFill>
                  <a:srgbClr val="FFD24A"/>
                </a:solidFill>
                <a:latin typeface="微软雅黑"/>
                <a:ea typeface="微软雅黑"/>
                <a:cs typeface="微软雅黑"/>
              </a:rPr>
              <a:t>▶</a:t>
            </a:r>
          </a:p>
        </p:txBody>
      </p:sp>
      <p:sp>
        <p:nvSpPr>
          <p:cNvPr id="62" name="">
            <a:extLst xmlns:a="http://schemas.openxmlformats.org/drawingml/2006/main">
              <a:ext uri="{FF2B5EF4-FFF2-40B4-BE49-F238E27FC236}">
                <a16:creationId xmlns:a16="http://schemas.microsoft.com/office/drawing/2014/main" id="{F3AE2A2B-C13A-44AC-9759-42456C6EAFCF}"/>
              </a:ext>
            </a:extLst>
          </p:cNvPr>
          <p:cNvSpPr>
            <a:spLocks xmlns:a="http://schemas.openxmlformats.org/drawingml/2006/main" noGrp="1"/>
          </p:cNvSpPr>
          <p:nvPr/>
        </p:nvSpPr>
        <p:spPr>
          <a:xfrm xmlns:a="http://schemas.openxmlformats.org/drawingml/2006/main">
            <a:off x="9601200" y="4819650"/>
            <a:ext cx="2133600" cy="1428750"/>
          </a:xfrm>
          <a:prstGeom xmlns:a="http://schemas.openxmlformats.org/drawingml/2006/main" prst="roundRect">
            <a:avLst>
              <a:gd name="adj" fmla="val 6000"/>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FFD24A"/>
            </a:solidFill>
            <a:prstDash val="solid"/>
          </a:ln>
        </p:spPr>
      </p:sp>
      <p:sp>
        <p:nvSpPr>
          <p:cNvPr id="63" name="">
            <a:extLst xmlns:a="http://schemas.openxmlformats.org/drawingml/2006/main">
              <a:ext uri="{FF2B5EF4-FFF2-40B4-BE49-F238E27FC236}">
                <a16:creationId xmlns:a16="http://schemas.microsoft.com/office/drawing/2014/main" id="{90DE1895-94EE-43A8-90BC-C5EECF6BA84B}"/>
              </a:ext>
            </a:extLst>
          </p:cNvPr>
          <p:cNvSpPr>
            <a:spLocks xmlns:a="http://schemas.openxmlformats.org/drawingml/2006/main" noGrp="1"/>
          </p:cNvSpPr>
          <p:nvPr/>
        </p:nvSpPr>
        <p:spPr>
          <a:xfrm xmlns:a="http://schemas.openxmlformats.org/drawingml/2006/main">
            <a:off x="9734550" y="4933950"/>
            <a:ext cx="18669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FFD24A"/>
                </a:solidFill>
                <a:latin typeface="微软雅黑"/>
                <a:ea typeface="微软雅黑"/>
                <a:cs typeface="微软雅黑"/>
              </a:defRPr>
            </a:pPr>
            <a:r>
              <a:rPr sz="938" b="1">
                <a:solidFill>
                  <a:srgbClr val="FFD24A"/>
                </a:solidFill>
                <a:latin typeface="微软雅黑"/>
                <a:ea typeface="微软雅黑"/>
                <a:cs typeface="微软雅黑"/>
              </a:rPr>
              <a:t>⑤ </a:t>
            </a:r>
            <a:r>
              <a:rPr sz="938" b="1">
                <a:solidFill>
                  <a:srgbClr val="FFD24A"/>
                </a:solidFill>
                <a:latin typeface="微软雅黑"/>
                <a:ea typeface="微软雅黑"/>
                <a:cs typeface="微软雅黑"/>
              </a:rPr>
              <a:t>回流各端</a:t>
            </a:r>
          </a:p>
        </p:txBody>
      </p:sp>
      <p:sp>
        <p:nvSpPr>
          <p:cNvPr id="64" name="">
            <a:extLst xmlns:a="http://schemas.openxmlformats.org/drawingml/2006/main">
              <a:ext uri="{FF2B5EF4-FFF2-40B4-BE49-F238E27FC236}">
                <a16:creationId xmlns:a16="http://schemas.microsoft.com/office/drawing/2014/main" id="{C37C4A2B-57EF-4177-9FD8-76CC2E3FCAB4}"/>
              </a:ext>
            </a:extLst>
          </p:cNvPr>
          <p:cNvSpPr>
            <a:spLocks xmlns:a="http://schemas.openxmlformats.org/drawingml/2006/main" noGrp="1"/>
          </p:cNvSpPr>
          <p:nvPr/>
        </p:nvSpPr>
        <p:spPr>
          <a:xfrm xmlns:a="http://schemas.openxmlformats.org/drawingml/2006/main">
            <a:off x="9734550" y="5219700"/>
            <a:ext cx="1885950" cy="95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员工查看本人报告与学习计划（只读，不参与填报）；管理端看到缺口与风险；管理员可审计全链路</a:t>
            </a:r>
          </a:p>
        </p:txBody>
      </p:sp>
      <p:sp>
        <p:nvSpPr>
          <p:cNvPr id="65" name="">
            <a:extLst xmlns:a="http://schemas.openxmlformats.org/drawingml/2006/main">
              <a:ext uri="{FF2B5EF4-FFF2-40B4-BE49-F238E27FC236}">
                <a16:creationId xmlns:a16="http://schemas.microsoft.com/office/drawing/2014/main" id="{D2CFE1DD-9DF6-4629-8686-4C6636E9C808}"/>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66" name="">
            <a:extLst xmlns:a="http://schemas.openxmlformats.org/drawingml/2006/main">
              <a:ext uri="{FF2B5EF4-FFF2-40B4-BE49-F238E27FC236}">
                <a16:creationId xmlns:a16="http://schemas.microsoft.com/office/drawing/2014/main" id="{48D7BD85-C0A9-4D2E-8458-F4B0FED7FB9F}"/>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67" name="">
            <a:extLst xmlns:a="http://schemas.openxmlformats.org/drawingml/2006/main">
              <a:ext uri="{FF2B5EF4-FFF2-40B4-BE49-F238E27FC236}">
                <a16:creationId xmlns:a16="http://schemas.microsoft.com/office/drawing/2014/main" id="{3438CD48-AD4A-4031-B649-76CFA05120AE}"/>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68" name="">
            <a:extLst xmlns:a="http://schemas.openxmlformats.org/drawingml/2006/main">
              <a:ext uri="{FF2B5EF4-FFF2-40B4-BE49-F238E27FC236}">
                <a16:creationId xmlns:a16="http://schemas.microsoft.com/office/drawing/2014/main" id="{A2ED639B-A48E-4EC6-B340-6F1623CAA05D}"/>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69" name="">
            <a:extLst xmlns:a="http://schemas.openxmlformats.org/drawingml/2006/main">
              <a:ext uri="{FF2B5EF4-FFF2-40B4-BE49-F238E27FC236}">
                <a16:creationId xmlns:a16="http://schemas.microsoft.com/office/drawing/2014/main" id="{CD716F71-2D24-49AD-A46D-1F8A65554819}"/>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29</a:t>
            </a:r>
          </a:p>
        </p:txBody>
      </p:sp>
    </p:spTree>
    <p:extLst>
      <p:ext uri="{BB962C8B-B14F-4D97-AF65-F5344CB8AC3E}">
        <p14:creationId xmlns:p14="http://schemas.microsoft.com/office/powerpoint/2010/main" val="249703553"/>
      </p:ext>
    </p:extLst>
  </p:cSld>
</p:sld>
</file>

<file path=ppt/slides/slide30.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111" name=""/>
          <p:cNvPicPr>
            <a:picLocks xmlns:a="http://schemas.openxmlformats.org/drawingml/2006/main" noChangeAspect="1"/>
          </p:cNvPicPr>
          <p:nvPr/>
        </p:nvPicPr>
        <p:blipFill>
          <a:blip xmlns:r="http://schemas.openxmlformats.org/officeDocument/2006/relationships" xmlns:a="http://schemas.openxmlformats.org/drawingml/2006/main" r:embed="R1bf9700d01494b05"/>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AA87444-F139-4D89-B14C-C1A76DA95CA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662AD8AD-D6AA-4F9F-88BF-C7E808C85082}"/>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DF07BE82-8270-419A-ACE8-947FE37B96D3}"/>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6D7C7B51-2E89-4E48-A350-0D0F4BD45ED1}"/>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AB169E37-73D8-42BB-84C6-5F94E76F7EF6}"/>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28B5029B-9AE4-41A9-B460-2EE1DE6C7429}"/>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1892E7BE-D444-456C-BCFA-7C6D9DE8A1F6}"/>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1FC73E34-6E96-4287-BFD8-B830D367DA13}"/>
              </a:ext>
            </a:extLst>
          </p:cNvPr>
          <p:cNvSpPr>
            <a:spLocks xmlns:a="http://schemas.openxmlformats.org/drawingml/2006/main" noGrp="1"/>
          </p:cNvSpPr>
          <p:nvPr/>
        </p:nvSpPr>
        <p:spPr>
          <a:xfrm xmlns:a="http://schemas.openxmlformats.org/drawingml/2006/main">
            <a:off x="6858000" y="0"/>
            <a:ext cx="5334000" cy="5334000"/>
          </a:xfrm>
          <a:prstGeom xmlns:a="http://schemas.openxmlformats.org/drawingml/2006/main" prst="ellipse">
            <a:avLst/>
          </a:prstGeom>
          <a:gradFill xmlns:a="http://schemas.openxmlformats.org/drawingml/2006/main">
            <a:gsLst>
              <a:gs pos="0">
                <a:srgbClr val="B7A6FF">
                  <a:alpha val="20000"/>
                </a:srgbClr>
              </a:gs>
              <a:gs pos="45000">
                <a:srgbClr val="B7A6FF">
                  <a:alpha val="8000"/>
                </a:srgbClr>
              </a:gs>
              <a:gs pos="100000">
                <a:srgbClr val="B7A6FF">
                  <a:alpha val="0"/>
                </a:srgbClr>
              </a:gs>
            </a:gsLst>
            <a:path path="shape"/>
          </a:gradFill>
          <a:ln xmlns:a="http://schemas.openxmlformats.org/drawingml/2006/main">
            <a:noFill/>
          </a:ln>
        </p:spPr>
      </p:sp>
      <p:sp>
        <p:nvSpPr>
          <p:cNvPr id="10" name="">
            <a:extLst xmlns:a="http://schemas.openxmlformats.org/drawingml/2006/main">
              <a:ext uri="{FF2B5EF4-FFF2-40B4-BE49-F238E27FC236}">
                <a16:creationId xmlns:a16="http://schemas.microsoft.com/office/drawing/2014/main" id="{C97809F6-494C-4452-8950-458F01E9CD1D}"/>
              </a:ext>
            </a:extLst>
          </p:cNvPr>
          <p:cNvSpPr>
            <a:spLocks xmlns:a="http://schemas.openxmlformats.org/drawingml/2006/main" noGrp="1"/>
          </p:cNvSpPr>
          <p:nvPr/>
        </p:nvSpPr>
        <p:spPr>
          <a:xfrm xmlns:a="http://schemas.openxmlformats.org/drawingml/2006/main">
            <a:off x="0" y="3429000"/>
            <a:ext cx="3429000" cy="3429000"/>
          </a:xfrm>
          <a:prstGeom xmlns:a="http://schemas.openxmlformats.org/drawingml/2006/main" prst="ellipse">
            <a:avLst/>
          </a:prstGeom>
          <a:gradFill xmlns:a="http://schemas.openxmlformats.org/drawingml/2006/main">
            <a:gsLst>
              <a:gs pos="0">
                <a:srgbClr val="7FD4FF">
                  <a:alpha val="14000"/>
                </a:srgbClr>
              </a:gs>
              <a:gs pos="45000">
                <a:srgbClr val="7FD4FF">
                  <a:alpha val="6000"/>
                </a:srgbClr>
              </a:gs>
              <a:gs pos="100000">
                <a:srgbClr val="7FD4FF">
                  <a:alpha val="0"/>
                </a:srgbClr>
              </a:gs>
            </a:gsLst>
            <a:path path="shape"/>
          </a:gra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095FAFF0-9B3C-45CB-B55F-3AE45B77D0C6}"/>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gradFill xmlns:a="http://schemas.openxmlformats.org/drawingml/2006/main">
            <a:gsLst>
              <a:gs pos="0">
                <a:srgbClr val="FFD24A"/>
              </a:gs>
              <a:gs pos="52000">
                <a:srgbClr val="B7A6FF"/>
              </a:gs>
              <a:gs pos="100000">
                <a:srgbClr val="B7A6FF">
                  <a:alpha val="0"/>
                </a:srgbClr>
              </a:gs>
            </a:gsLst>
            <a:lin ang="5400000"/>
          </a:gra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D7707106-6122-4AE5-B56B-87C8AB2FC36F}"/>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B7A6FF">
              <a:alpha val="70000"/>
            </a:srgbClr>
          </a:soli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3A1231AA-A4BA-4B06-BF94-90CD6C5F7B31}"/>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4" name="">
            <a:extLst xmlns:a="http://schemas.openxmlformats.org/drawingml/2006/main">
              <a:ext uri="{FF2B5EF4-FFF2-40B4-BE49-F238E27FC236}">
                <a16:creationId xmlns:a16="http://schemas.microsoft.com/office/drawing/2014/main" id="{FF63BB6E-FA48-4FD9-9C0B-A112ACA1F45A}"/>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B7A6FF">
              <a:alpha val="75000"/>
            </a:srgbClr>
          </a:solidFill>
          <a:ln xmlns:a="http://schemas.openxmlformats.org/drawingml/2006/main">
            <a:noFill/>
          </a:ln>
        </p:spPr>
      </p:sp>
      <p:sp>
        <p:nvSpPr>
          <p:cNvPr id="15" name="">
            <a:extLst xmlns:a="http://schemas.openxmlformats.org/drawingml/2006/main">
              <a:ext uri="{FF2B5EF4-FFF2-40B4-BE49-F238E27FC236}">
                <a16:creationId xmlns:a16="http://schemas.microsoft.com/office/drawing/2014/main" id="{5254F87F-AEE8-426D-B0BB-4E745636F701}"/>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B7A6FF">
              <a:alpha val="60000"/>
            </a:srgbClr>
          </a:solidFill>
          <a:ln xmlns:a="http://schemas.openxmlformats.org/drawingml/2006/main">
            <a:noFill/>
          </a:ln>
        </p:spPr>
      </p:sp>
      <p:sp>
        <p:nvSpPr>
          <p:cNvPr id="16" name="">
            <a:extLst xmlns:a="http://schemas.openxmlformats.org/drawingml/2006/main">
              <a:ext uri="{FF2B5EF4-FFF2-40B4-BE49-F238E27FC236}">
                <a16:creationId xmlns:a16="http://schemas.microsoft.com/office/drawing/2014/main" id="{43325BC5-B281-4E58-94BC-3374DACF25E9}"/>
              </a:ext>
            </a:extLst>
          </p:cNvPr>
          <p:cNvSpPr>
            <a:spLocks xmlns:a="http://schemas.openxmlformats.org/drawingml/2006/main" noGrp="1"/>
          </p:cNvSpPr>
          <p:nvPr/>
        </p:nvSpPr>
        <p:spPr>
          <a:xfrm xmlns:a="http://schemas.openxmlformats.org/drawingml/2006/main">
            <a:off x="6972300" y="1162050"/>
            <a:ext cx="4495800" cy="4495800"/>
          </a:xfrm>
          <a:prstGeom xmlns:a="http://schemas.openxmlformats.org/drawingml/2006/main" prst="roundRect">
            <a:avLst>
              <a:gd name="adj" fmla="val 3390"/>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1430">
            <a:solidFill>
              <a:srgbClr val="B7A6FF">
                <a:alpha val="45000"/>
              </a:srgbClr>
            </a:solidFill>
            <a:prstDash val="solid"/>
          </a:ln>
        </p:spPr>
      </p:sp>
      <p:sp>
        <p:nvSpPr>
          <p:cNvPr id="17" name="">
            <a:extLst xmlns:a="http://schemas.openxmlformats.org/drawingml/2006/main">
              <a:ext uri="{FF2B5EF4-FFF2-40B4-BE49-F238E27FC236}">
                <a16:creationId xmlns:a16="http://schemas.microsoft.com/office/drawing/2014/main" id="{9F5F85C6-8215-4564-AA09-03911182BB1D}"/>
              </a:ext>
            </a:extLst>
          </p:cNvPr>
          <p:cNvSpPr>
            <a:spLocks xmlns:a="http://schemas.openxmlformats.org/drawingml/2006/main" noGrp="1"/>
          </p:cNvSpPr>
          <p:nvPr/>
        </p:nvSpPr>
        <p:spPr>
          <a:xfrm xmlns:a="http://schemas.openxmlformats.org/drawingml/2006/main">
            <a:off x="7067550" y="1257300"/>
            <a:ext cx="4305300" cy="4305300"/>
          </a:xfrm>
          <a:prstGeom xmlns:a="http://schemas.openxmlformats.org/drawingml/2006/main" prst="roundRect">
            <a:avLst>
              <a:gd name="adj" fmla="val 2655"/>
            </a:avLst>
          </a:prstGeom>
          <a:gradFill xmlns:a="http://schemas.openxmlformats.org/drawingml/2006/main">
            <a:gsLst>
              <a:gs pos="0">
                <a:srgbClr val="2760A8"/>
              </a:gs>
              <a:gs pos="100000">
                <a:srgbClr val="0A2F6B"/>
              </a:gs>
            </a:gsLst>
            <a:lin ang="8100000"/>
          </a:gradFill>
          <a:ln xmlns:a="http://schemas.openxmlformats.org/drawingml/2006/main" w="9525">
            <a:solidFill>
              <a:srgbClr val="B7A6FF">
                <a:alpha val="28000"/>
              </a:srgbClr>
            </a:solidFill>
            <a:prstDash val="solid"/>
          </a:ln>
        </p:spPr>
      </p:sp>
      <p:sp>
        <p:nvSpPr>
          <p:cNvPr id="18" name="">
            <a:extLst xmlns:a="http://schemas.openxmlformats.org/drawingml/2006/main">
              <a:ext uri="{FF2B5EF4-FFF2-40B4-BE49-F238E27FC236}">
                <a16:creationId xmlns:a16="http://schemas.microsoft.com/office/drawing/2014/main" id="{27C25C00-5787-47AD-BEC5-6B97C230C823}"/>
              </a:ext>
            </a:extLst>
          </p:cNvPr>
          <p:cNvSpPr>
            <a:spLocks xmlns:a="http://schemas.openxmlformats.org/drawingml/2006/main" noGrp="1"/>
          </p:cNvSpPr>
          <p:nvPr/>
        </p:nvSpPr>
        <p:spPr>
          <a:xfrm xmlns:a="http://schemas.openxmlformats.org/drawingml/2006/main">
            <a:off x="7239000" y="1428750"/>
            <a:ext cx="3962400" cy="1676400"/>
          </a:xfrm>
          <a:prstGeom xmlns:a="http://schemas.openxmlformats.org/drawingml/2006/main" prst="rect">
            <a:avLst/>
          </a:prstGeom>
          <a:pattFill xmlns:a="http://schemas.openxmlformats.org/drawingml/2006/main" prst="dotGrid">
            <a:fgClr>
              <a:srgbClr val="7FC4FF">
                <a:alpha val="55000"/>
              </a:srgbClr>
            </a:fgClr>
            <a:bgClr>
              <a:srgbClr val="0B3E82"/>
            </a:bgClr>
          </a:patt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D8CDA80F-EC9F-430E-808F-F507F0670C34}"/>
              </a:ext>
            </a:extLst>
          </p:cNvPr>
          <p:cNvSpPr>
            <a:spLocks xmlns:a="http://schemas.openxmlformats.org/drawingml/2006/main" noGrp="1"/>
          </p:cNvSpPr>
          <p:nvPr/>
        </p:nvSpPr>
        <p:spPr>
          <a:xfrm xmlns:a="http://schemas.openxmlformats.org/drawingml/2006/main">
            <a:off x="7391400" y="1847850"/>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a:noFill/>
          </a:ln>
        </p:spPr>
      </p:sp>
      <p:sp>
        <p:nvSpPr>
          <p:cNvPr id="20" name="">
            <a:extLst xmlns:a="http://schemas.openxmlformats.org/drawingml/2006/main">
              <a:ext uri="{FF2B5EF4-FFF2-40B4-BE49-F238E27FC236}">
                <a16:creationId xmlns:a16="http://schemas.microsoft.com/office/drawing/2014/main" id="{27794017-FF49-4AF1-9543-2FEBE9DC99D5}"/>
              </a:ext>
            </a:extLst>
          </p:cNvPr>
          <p:cNvSpPr>
            <a:spLocks xmlns:a="http://schemas.openxmlformats.org/drawingml/2006/main" noGrp="1"/>
          </p:cNvSpPr>
          <p:nvPr/>
        </p:nvSpPr>
        <p:spPr>
          <a:xfrm xmlns:a="http://schemas.openxmlformats.org/drawingml/2006/main">
            <a:off x="7391400" y="1990725"/>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a:noFill/>
          </a:ln>
        </p:spPr>
      </p:sp>
      <p:sp>
        <p:nvSpPr>
          <p:cNvPr id="21" name="">
            <a:extLst xmlns:a="http://schemas.openxmlformats.org/drawingml/2006/main">
              <a:ext uri="{FF2B5EF4-FFF2-40B4-BE49-F238E27FC236}">
                <a16:creationId xmlns:a16="http://schemas.microsoft.com/office/drawing/2014/main" id="{8F8A27AF-3BC9-492A-855F-63CB039FD4AF}"/>
              </a:ext>
            </a:extLst>
          </p:cNvPr>
          <p:cNvSpPr>
            <a:spLocks xmlns:a="http://schemas.openxmlformats.org/drawingml/2006/main" noGrp="1"/>
          </p:cNvSpPr>
          <p:nvPr/>
        </p:nvSpPr>
        <p:spPr>
          <a:xfrm xmlns:a="http://schemas.openxmlformats.org/drawingml/2006/main">
            <a:off x="7391400" y="2133600"/>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29C5F22F-D11E-400D-880D-1C6039CDDA91}"/>
              </a:ext>
            </a:extLst>
          </p:cNvPr>
          <p:cNvSpPr>
            <a:spLocks xmlns:a="http://schemas.openxmlformats.org/drawingml/2006/main" noGrp="1"/>
          </p:cNvSpPr>
          <p:nvPr/>
        </p:nvSpPr>
        <p:spPr>
          <a:xfrm xmlns:a="http://schemas.openxmlformats.org/drawingml/2006/main">
            <a:off x="7534275" y="1847850"/>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a:noFill/>
          </a:ln>
        </p:spPr>
      </p:sp>
      <p:sp>
        <p:nvSpPr>
          <p:cNvPr id="23" name="">
            <a:extLst xmlns:a="http://schemas.openxmlformats.org/drawingml/2006/main">
              <a:ext uri="{FF2B5EF4-FFF2-40B4-BE49-F238E27FC236}">
                <a16:creationId xmlns:a16="http://schemas.microsoft.com/office/drawing/2014/main" id="{3A344F34-7DA5-4878-ADB9-733A6C17D479}"/>
              </a:ext>
            </a:extLst>
          </p:cNvPr>
          <p:cNvSpPr>
            <a:spLocks xmlns:a="http://schemas.openxmlformats.org/drawingml/2006/main" noGrp="1"/>
          </p:cNvSpPr>
          <p:nvPr/>
        </p:nvSpPr>
        <p:spPr>
          <a:xfrm xmlns:a="http://schemas.openxmlformats.org/drawingml/2006/main">
            <a:off x="7534275" y="1990725"/>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a:noFill/>
          </a:ln>
        </p:spPr>
      </p:sp>
      <p:sp>
        <p:nvSpPr>
          <p:cNvPr id="24" name="">
            <a:extLst xmlns:a="http://schemas.openxmlformats.org/drawingml/2006/main">
              <a:ext uri="{FF2B5EF4-FFF2-40B4-BE49-F238E27FC236}">
                <a16:creationId xmlns:a16="http://schemas.microsoft.com/office/drawing/2014/main" id="{EEA22BF6-A1EF-4D34-B102-09454183EB1C}"/>
              </a:ext>
            </a:extLst>
          </p:cNvPr>
          <p:cNvSpPr>
            <a:spLocks xmlns:a="http://schemas.openxmlformats.org/drawingml/2006/main" noGrp="1"/>
          </p:cNvSpPr>
          <p:nvPr/>
        </p:nvSpPr>
        <p:spPr>
          <a:xfrm xmlns:a="http://schemas.openxmlformats.org/drawingml/2006/main">
            <a:off x="7534275" y="2133600"/>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a:noFill/>
          </a:ln>
        </p:spPr>
      </p:sp>
      <p:sp>
        <p:nvSpPr>
          <p:cNvPr id="25" name="">
            <a:extLst xmlns:a="http://schemas.openxmlformats.org/drawingml/2006/main">
              <a:ext uri="{FF2B5EF4-FFF2-40B4-BE49-F238E27FC236}">
                <a16:creationId xmlns:a16="http://schemas.microsoft.com/office/drawing/2014/main" id="{08F1088B-9E3B-479B-B43A-E9954EBC8A49}"/>
              </a:ext>
            </a:extLst>
          </p:cNvPr>
          <p:cNvSpPr>
            <a:spLocks xmlns:a="http://schemas.openxmlformats.org/drawingml/2006/main" noGrp="1"/>
          </p:cNvSpPr>
          <p:nvPr/>
        </p:nvSpPr>
        <p:spPr>
          <a:xfrm xmlns:a="http://schemas.openxmlformats.org/drawingml/2006/main">
            <a:off x="7677150" y="1847850"/>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a:noFill/>
          </a:ln>
        </p:spPr>
      </p:sp>
      <p:sp>
        <p:nvSpPr>
          <p:cNvPr id="26" name="">
            <a:extLst xmlns:a="http://schemas.openxmlformats.org/drawingml/2006/main">
              <a:ext uri="{FF2B5EF4-FFF2-40B4-BE49-F238E27FC236}">
                <a16:creationId xmlns:a16="http://schemas.microsoft.com/office/drawing/2014/main" id="{292A12D5-A76B-489B-B418-83EAC32ABBF9}"/>
              </a:ext>
            </a:extLst>
          </p:cNvPr>
          <p:cNvSpPr>
            <a:spLocks xmlns:a="http://schemas.openxmlformats.org/drawingml/2006/main" noGrp="1"/>
          </p:cNvSpPr>
          <p:nvPr/>
        </p:nvSpPr>
        <p:spPr>
          <a:xfrm xmlns:a="http://schemas.openxmlformats.org/drawingml/2006/main">
            <a:off x="7677150" y="1990725"/>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a:noFill/>
          </a:ln>
        </p:spPr>
      </p:sp>
      <p:sp>
        <p:nvSpPr>
          <p:cNvPr id="27" name="">
            <a:extLst xmlns:a="http://schemas.openxmlformats.org/drawingml/2006/main">
              <a:ext uri="{FF2B5EF4-FFF2-40B4-BE49-F238E27FC236}">
                <a16:creationId xmlns:a16="http://schemas.microsoft.com/office/drawing/2014/main" id="{9A6DC4E3-D84D-45EC-899F-6B53AD028DA0}"/>
              </a:ext>
            </a:extLst>
          </p:cNvPr>
          <p:cNvSpPr>
            <a:spLocks xmlns:a="http://schemas.openxmlformats.org/drawingml/2006/main" noGrp="1"/>
          </p:cNvSpPr>
          <p:nvPr/>
        </p:nvSpPr>
        <p:spPr>
          <a:xfrm xmlns:a="http://schemas.openxmlformats.org/drawingml/2006/main">
            <a:off x="7677150" y="2133600"/>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a:noFill/>
          </a:ln>
        </p:spPr>
      </p:sp>
      <p:sp>
        <p:nvSpPr>
          <p:cNvPr id="28" name="">
            <a:extLst xmlns:a="http://schemas.openxmlformats.org/drawingml/2006/main">
              <a:ext uri="{FF2B5EF4-FFF2-40B4-BE49-F238E27FC236}">
                <a16:creationId xmlns:a16="http://schemas.microsoft.com/office/drawing/2014/main" id="{27AC2A31-84CA-4CC0-924D-AFD59BED86A4}"/>
              </a:ext>
            </a:extLst>
          </p:cNvPr>
          <p:cNvSpPr>
            <a:spLocks xmlns:a="http://schemas.openxmlformats.org/drawingml/2006/main" noGrp="1"/>
          </p:cNvSpPr>
          <p:nvPr/>
        </p:nvSpPr>
        <p:spPr>
          <a:xfrm xmlns:a="http://schemas.openxmlformats.org/drawingml/2006/main">
            <a:off x="7820025" y="1847850"/>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a:noFill/>
          </a:ln>
        </p:spPr>
      </p:sp>
      <p:sp>
        <p:nvSpPr>
          <p:cNvPr id="29" name="">
            <a:extLst xmlns:a="http://schemas.openxmlformats.org/drawingml/2006/main">
              <a:ext uri="{FF2B5EF4-FFF2-40B4-BE49-F238E27FC236}">
                <a16:creationId xmlns:a16="http://schemas.microsoft.com/office/drawing/2014/main" id="{6CB3F08E-9A8A-44CC-AEE3-6F23397036AC}"/>
              </a:ext>
            </a:extLst>
          </p:cNvPr>
          <p:cNvSpPr>
            <a:spLocks xmlns:a="http://schemas.openxmlformats.org/drawingml/2006/main" noGrp="1"/>
          </p:cNvSpPr>
          <p:nvPr/>
        </p:nvSpPr>
        <p:spPr>
          <a:xfrm xmlns:a="http://schemas.openxmlformats.org/drawingml/2006/main">
            <a:off x="7820025" y="1990725"/>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a:noFill/>
          </a:ln>
        </p:spPr>
      </p:sp>
      <p:sp>
        <p:nvSpPr>
          <p:cNvPr id="30" name="">
            <a:extLst xmlns:a="http://schemas.openxmlformats.org/drawingml/2006/main">
              <a:ext uri="{FF2B5EF4-FFF2-40B4-BE49-F238E27FC236}">
                <a16:creationId xmlns:a16="http://schemas.microsoft.com/office/drawing/2014/main" id="{99304C3B-1892-44F4-8A76-747A630D417F}"/>
              </a:ext>
            </a:extLst>
          </p:cNvPr>
          <p:cNvSpPr>
            <a:spLocks xmlns:a="http://schemas.openxmlformats.org/drawingml/2006/main" noGrp="1"/>
          </p:cNvSpPr>
          <p:nvPr/>
        </p:nvSpPr>
        <p:spPr>
          <a:xfrm xmlns:a="http://schemas.openxmlformats.org/drawingml/2006/main">
            <a:off x="7820025" y="2133600"/>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a:noFill/>
          </a:ln>
        </p:spPr>
      </p:sp>
      <p:sp>
        <p:nvSpPr>
          <p:cNvPr id="31" name="">
            <a:extLst xmlns:a="http://schemas.openxmlformats.org/drawingml/2006/main">
              <a:ext uri="{FF2B5EF4-FFF2-40B4-BE49-F238E27FC236}">
                <a16:creationId xmlns:a16="http://schemas.microsoft.com/office/drawing/2014/main" id="{0AD8BB18-CCC3-4989-B684-23D82E6D3330}"/>
              </a:ext>
            </a:extLst>
          </p:cNvPr>
          <p:cNvSpPr>
            <a:spLocks xmlns:a="http://schemas.openxmlformats.org/drawingml/2006/main" noGrp="1"/>
          </p:cNvSpPr>
          <p:nvPr/>
        </p:nvSpPr>
        <p:spPr>
          <a:xfrm xmlns:a="http://schemas.openxmlformats.org/drawingml/2006/main">
            <a:off x="7962900" y="1847850"/>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a:noFill/>
          </a:ln>
        </p:spPr>
      </p:sp>
      <p:sp>
        <p:nvSpPr>
          <p:cNvPr id="32" name="">
            <a:extLst xmlns:a="http://schemas.openxmlformats.org/drawingml/2006/main">
              <a:ext uri="{FF2B5EF4-FFF2-40B4-BE49-F238E27FC236}">
                <a16:creationId xmlns:a16="http://schemas.microsoft.com/office/drawing/2014/main" id="{D36B2A24-B50D-4EF0-9672-E7709DE2FF5C}"/>
              </a:ext>
            </a:extLst>
          </p:cNvPr>
          <p:cNvSpPr>
            <a:spLocks xmlns:a="http://schemas.openxmlformats.org/drawingml/2006/main" noGrp="1"/>
          </p:cNvSpPr>
          <p:nvPr/>
        </p:nvSpPr>
        <p:spPr>
          <a:xfrm xmlns:a="http://schemas.openxmlformats.org/drawingml/2006/main">
            <a:off x="7962900" y="1990725"/>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a:noFill/>
          </a:ln>
        </p:spPr>
      </p:sp>
      <p:sp>
        <p:nvSpPr>
          <p:cNvPr id="33" name="">
            <a:extLst xmlns:a="http://schemas.openxmlformats.org/drawingml/2006/main">
              <a:ext uri="{FF2B5EF4-FFF2-40B4-BE49-F238E27FC236}">
                <a16:creationId xmlns:a16="http://schemas.microsoft.com/office/drawing/2014/main" id="{6FEB58AB-A8CD-4E12-A3AD-0A012A28FB39}"/>
              </a:ext>
            </a:extLst>
          </p:cNvPr>
          <p:cNvSpPr>
            <a:spLocks xmlns:a="http://schemas.openxmlformats.org/drawingml/2006/main" noGrp="1"/>
          </p:cNvSpPr>
          <p:nvPr/>
        </p:nvSpPr>
        <p:spPr>
          <a:xfrm xmlns:a="http://schemas.openxmlformats.org/drawingml/2006/main">
            <a:off x="7962900" y="2133600"/>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a:noFill/>
          </a:ln>
        </p:spPr>
      </p:sp>
      <p:sp>
        <p:nvSpPr>
          <p:cNvPr id="34" name="">
            <a:extLst xmlns:a="http://schemas.openxmlformats.org/drawingml/2006/main">
              <a:ext uri="{FF2B5EF4-FFF2-40B4-BE49-F238E27FC236}">
                <a16:creationId xmlns:a16="http://schemas.microsoft.com/office/drawing/2014/main" id="{6C6A909B-6944-44DA-A829-3926B36677B8}"/>
              </a:ext>
            </a:extLst>
          </p:cNvPr>
          <p:cNvSpPr>
            <a:spLocks xmlns:a="http://schemas.openxmlformats.org/drawingml/2006/main" noGrp="1"/>
          </p:cNvSpPr>
          <p:nvPr/>
        </p:nvSpPr>
        <p:spPr>
          <a:xfrm xmlns:a="http://schemas.openxmlformats.org/drawingml/2006/main">
            <a:off x="8105775" y="1847850"/>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a:noFill/>
          </a:ln>
        </p:spPr>
      </p:sp>
      <p:sp>
        <p:nvSpPr>
          <p:cNvPr id="35" name="">
            <a:extLst xmlns:a="http://schemas.openxmlformats.org/drawingml/2006/main">
              <a:ext uri="{FF2B5EF4-FFF2-40B4-BE49-F238E27FC236}">
                <a16:creationId xmlns:a16="http://schemas.microsoft.com/office/drawing/2014/main" id="{735774CF-B866-4FCB-BF05-04C9BF6EF456}"/>
              </a:ext>
            </a:extLst>
          </p:cNvPr>
          <p:cNvSpPr>
            <a:spLocks xmlns:a="http://schemas.openxmlformats.org/drawingml/2006/main" noGrp="1"/>
          </p:cNvSpPr>
          <p:nvPr/>
        </p:nvSpPr>
        <p:spPr>
          <a:xfrm xmlns:a="http://schemas.openxmlformats.org/drawingml/2006/main">
            <a:off x="8105775" y="1990725"/>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a:noFill/>
          </a:ln>
        </p:spPr>
      </p:sp>
      <p:sp>
        <p:nvSpPr>
          <p:cNvPr id="36" name="">
            <a:extLst xmlns:a="http://schemas.openxmlformats.org/drawingml/2006/main">
              <a:ext uri="{FF2B5EF4-FFF2-40B4-BE49-F238E27FC236}">
                <a16:creationId xmlns:a16="http://schemas.microsoft.com/office/drawing/2014/main" id="{49DADE0E-F4D5-460F-B1C1-19F423A28C63}"/>
              </a:ext>
            </a:extLst>
          </p:cNvPr>
          <p:cNvSpPr>
            <a:spLocks xmlns:a="http://schemas.openxmlformats.org/drawingml/2006/main" noGrp="1"/>
          </p:cNvSpPr>
          <p:nvPr/>
        </p:nvSpPr>
        <p:spPr>
          <a:xfrm xmlns:a="http://schemas.openxmlformats.org/drawingml/2006/main">
            <a:off x="8105775" y="2133600"/>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a:noFill/>
          </a:ln>
        </p:spPr>
      </p:sp>
      <p:sp>
        <p:nvSpPr>
          <p:cNvPr id="37" name="">
            <a:extLst xmlns:a="http://schemas.openxmlformats.org/drawingml/2006/main">
              <a:ext uri="{FF2B5EF4-FFF2-40B4-BE49-F238E27FC236}">
                <a16:creationId xmlns:a16="http://schemas.microsoft.com/office/drawing/2014/main" id="{50E9792D-BC54-4D72-813A-12BCE8E11DCC}"/>
              </a:ext>
            </a:extLst>
          </p:cNvPr>
          <p:cNvSpPr>
            <a:spLocks xmlns:a="http://schemas.openxmlformats.org/drawingml/2006/main" noGrp="1"/>
          </p:cNvSpPr>
          <p:nvPr/>
        </p:nvSpPr>
        <p:spPr>
          <a:xfrm xmlns:a="http://schemas.openxmlformats.org/drawingml/2006/main">
            <a:off x="8248650" y="1847850"/>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a:noFill/>
          </a:ln>
        </p:spPr>
      </p:sp>
      <p:sp>
        <p:nvSpPr>
          <p:cNvPr id="38" name="">
            <a:extLst xmlns:a="http://schemas.openxmlformats.org/drawingml/2006/main">
              <a:ext uri="{FF2B5EF4-FFF2-40B4-BE49-F238E27FC236}">
                <a16:creationId xmlns:a16="http://schemas.microsoft.com/office/drawing/2014/main" id="{2B6FCADC-4DC8-4812-BCF2-4626FFBD3A83}"/>
              </a:ext>
            </a:extLst>
          </p:cNvPr>
          <p:cNvSpPr>
            <a:spLocks xmlns:a="http://schemas.openxmlformats.org/drawingml/2006/main" noGrp="1"/>
          </p:cNvSpPr>
          <p:nvPr/>
        </p:nvSpPr>
        <p:spPr>
          <a:xfrm xmlns:a="http://schemas.openxmlformats.org/drawingml/2006/main">
            <a:off x="8248650" y="1990725"/>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a:noFill/>
          </a:ln>
        </p:spPr>
      </p:sp>
      <p:sp>
        <p:nvSpPr>
          <p:cNvPr id="39" name="">
            <a:extLst xmlns:a="http://schemas.openxmlformats.org/drawingml/2006/main">
              <a:ext uri="{FF2B5EF4-FFF2-40B4-BE49-F238E27FC236}">
                <a16:creationId xmlns:a16="http://schemas.microsoft.com/office/drawing/2014/main" id="{B9443106-6064-4FC5-BF79-43CED3E56FB9}"/>
              </a:ext>
            </a:extLst>
          </p:cNvPr>
          <p:cNvSpPr>
            <a:spLocks xmlns:a="http://schemas.openxmlformats.org/drawingml/2006/main" noGrp="1"/>
          </p:cNvSpPr>
          <p:nvPr/>
        </p:nvSpPr>
        <p:spPr>
          <a:xfrm xmlns:a="http://schemas.openxmlformats.org/drawingml/2006/main">
            <a:off x="8248650" y="2133600"/>
            <a:ext cx="22860" cy="22860"/>
          </a:xfrm>
          <a:prstGeom xmlns:a="http://schemas.openxmlformats.org/drawingml/2006/main" prst="ellipse">
            <a:avLst/>
          </a:prstGeom>
          <a:solidFill xmlns:a="http://schemas.openxmlformats.org/drawingml/2006/main">
            <a:srgbClr val="B7A6FF">
              <a:alpha val="35000"/>
            </a:srgbClr>
          </a:solidFill>
          <a:ln xmlns:a="http://schemas.openxmlformats.org/drawingml/2006/main">
            <a:noFill/>
          </a:ln>
        </p:spPr>
      </p:sp>
      <p:sp>
        <p:nvSpPr>
          <p:cNvPr id="40" name="">
            <a:extLst xmlns:a="http://schemas.openxmlformats.org/drawingml/2006/main">
              <a:ext uri="{FF2B5EF4-FFF2-40B4-BE49-F238E27FC236}">
                <a16:creationId xmlns:a16="http://schemas.microsoft.com/office/drawing/2014/main" id="{EB4360EB-D1E1-4D49-8F83-043CB76E267C}"/>
              </a:ext>
            </a:extLst>
          </p:cNvPr>
          <p:cNvSpPr>
            <a:spLocks xmlns:a="http://schemas.openxmlformats.org/drawingml/2006/main" noGrp="1"/>
          </p:cNvSpPr>
          <p:nvPr/>
        </p:nvSpPr>
        <p:spPr>
          <a:xfrm xmlns:a="http://schemas.openxmlformats.org/drawingml/2006/main">
            <a:off x="8743950" y="1638300"/>
            <a:ext cx="2457450" cy="1771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oAutofit/>
          </a:bodyPr>
          <a:lstStyle xmlns:a="http://schemas.openxmlformats.org/drawingml/2006/main"/>
          <a:p xmlns:a="http://schemas.openxmlformats.org/drawingml/2006/main">
            <a:pPr algn="r">
              <a:defRPr sz="9900" b="1">
                <a:ln w="14288">
                  <a:solidFill>
                    <a:srgbClr val="B7A6FF">
                      <a:alpha val="75000"/>
                    </a:srgbClr>
                  </a:solidFill>
                  <a:prstDash val="solid"/>
                </a:ln>
                <a:solidFill>
                  <a:srgbClr val="0B3E82"/>
                </a:solidFill>
                <a:latin typeface="Bahnschrift SemiBold"/>
                <a:ea typeface="Bahnschrift SemiBold"/>
                <a:cs typeface="Bahnschrift SemiBold"/>
              </a:defRPr>
            </a:pPr>
            <a:r>
              <a:rPr sz="9900" b="1">
                <a:ln w="14288">
                  <a:solidFill>
                    <a:srgbClr val="B7A6FF">
                      <a:alpha val="75000"/>
                    </a:srgbClr>
                  </a:solidFill>
                  <a:prstDash val="solid"/>
                </a:ln>
                <a:solidFill>
                  <a:srgbClr val="0B3E82"/>
                </a:solidFill>
                <a:latin typeface="Bahnschrift SemiBold"/>
                <a:ea typeface="Bahnschrift SemiBold"/>
                <a:cs typeface="Bahnschrift SemiBold"/>
              </a:rPr>
              <a:t>05</a:t>
            </a:r>
          </a:p>
        </p:txBody>
      </p:sp>
      <p:sp>
        <p:nvSpPr>
          <p:cNvPr id="41" name="">
            <a:extLst xmlns:a="http://schemas.openxmlformats.org/drawingml/2006/main">
              <a:ext uri="{FF2B5EF4-FFF2-40B4-BE49-F238E27FC236}">
                <a16:creationId xmlns:a16="http://schemas.microsoft.com/office/drawing/2014/main" id="{A2116DFF-DA51-4E2E-9ACF-5F0F3C89AB47}"/>
              </a:ext>
            </a:extLst>
          </p:cNvPr>
          <p:cNvSpPr>
            <a:spLocks xmlns:a="http://schemas.openxmlformats.org/drawingml/2006/main" noGrp="1"/>
          </p:cNvSpPr>
          <p:nvPr/>
        </p:nvSpPr>
        <p:spPr>
          <a:xfrm xmlns:a="http://schemas.openxmlformats.org/drawingml/2006/main">
            <a:off x="7239000" y="3295650"/>
            <a:ext cx="3962400" cy="19050"/>
          </a:xfrm>
          <a:prstGeom xmlns:a="http://schemas.openxmlformats.org/drawingml/2006/main" prst="rect">
            <a:avLst/>
          </a:prstGeom>
          <a:gradFill xmlns:a="http://schemas.openxmlformats.org/drawingml/2006/main">
            <a:gsLst>
              <a:gs pos="0">
                <a:srgbClr val="B7A6FF"/>
              </a:gs>
              <a:gs pos="100000">
                <a:srgbClr val="B7A6FF">
                  <a:alpha val="0"/>
                </a:srgbClr>
              </a:gs>
            </a:gsLst>
            <a:lin ang="0"/>
          </a:gradFill>
          <a:ln xmlns:a="http://schemas.openxmlformats.org/drawingml/2006/main">
            <a:noFill/>
          </a:ln>
        </p:spPr>
      </p:sp>
      <p:sp>
        <p:nvSpPr>
          <p:cNvPr id="42" name="">
            <a:extLst xmlns:a="http://schemas.openxmlformats.org/drawingml/2006/main">
              <a:ext uri="{FF2B5EF4-FFF2-40B4-BE49-F238E27FC236}">
                <a16:creationId xmlns:a16="http://schemas.microsoft.com/office/drawing/2014/main" id="{80DCC9EA-9784-4D11-BBCC-276779AE6FB6}"/>
              </a:ext>
            </a:extLst>
          </p:cNvPr>
          <p:cNvSpPr>
            <a:spLocks xmlns:a="http://schemas.openxmlformats.org/drawingml/2006/main" noGrp="1"/>
          </p:cNvSpPr>
          <p:nvPr/>
        </p:nvSpPr>
        <p:spPr>
          <a:xfrm xmlns:a="http://schemas.openxmlformats.org/drawingml/2006/main">
            <a:off x="7239000" y="3524250"/>
            <a:ext cx="3962400" cy="685800"/>
          </a:xfrm>
          <a:prstGeom xmlns:a="http://schemas.openxmlformats.org/drawingml/2006/main" prst="rect">
            <a:avLst/>
          </a:prstGeom>
          <a:pattFill xmlns:a="http://schemas.openxmlformats.org/drawingml/2006/main" prst="wdUpDiag">
            <a:fgClr>
              <a:srgbClr val="B7A6FF">
                <a:alpha val="24000"/>
              </a:srgbClr>
            </a:fgClr>
            <a:bgClr>
              <a:srgbClr val="0B3E82"/>
            </a:bgClr>
          </a:pattFill>
          <a:ln xmlns:a="http://schemas.openxmlformats.org/drawingml/2006/main">
            <a:noFill/>
          </a:ln>
        </p:spPr>
      </p:sp>
      <p:sp>
        <p:nvSpPr>
          <p:cNvPr id="43" name="">
            <a:extLst xmlns:a="http://schemas.openxmlformats.org/drawingml/2006/main">
              <a:ext uri="{FF2B5EF4-FFF2-40B4-BE49-F238E27FC236}">
                <a16:creationId xmlns:a16="http://schemas.microsoft.com/office/drawing/2014/main" id="{ABDCA5A6-06C3-435A-BC75-E6F9F2236561}"/>
              </a:ext>
            </a:extLst>
          </p:cNvPr>
          <p:cNvSpPr>
            <a:spLocks xmlns:a="http://schemas.openxmlformats.org/drawingml/2006/main" noGrp="1"/>
          </p:cNvSpPr>
          <p:nvPr/>
        </p:nvSpPr>
        <p:spPr>
          <a:xfrm xmlns:a="http://schemas.openxmlformats.org/drawingml/2006/main">
            <a:off x="7239000" y="440055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44" name="">
            <a:extLst xmlns:a="http://schemas.openxmlformats.org/drawingml/2006/main">
              <a:ext uri="{FF2B5EF4-FFF2-40B4-BE49-F238E27FC236}">
                <a16:creationId xmlns:a16="http://schemas.microsoft.com/office/drawing/2014/main" id="{82EAB77D-4457-42F0-AEBC-EA361D21AF54}"/>
              </a:ext>
            </a:extLst>
          </p:cNvPr>
          <p:cNvSpPr>
            <a:spLocks xmlns:a="http://schemas.openxmlformats.org/drawingml/2006/main" noGrp="1"/>
          </p:cNvSpPr>
          <p:nvPr/>
        </p:nvSpPr>
        <p:spPr>
          <a:xfrm xmlns:a="http://schemas.openxmlformats.org/drawingml/2006/main">
            <a:off x="7239000" y="4524375"/>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45" name="">
            <a:extLst xmlns:a="http://schemas.openxmlformats.org/drawingml/2006/main">
              <a:ext uri="{FF2B5EF4-FFF2-40B4-BE49-F238E27FC236}">
                <a16:creationId xmlns:a16="http://schemas.microsoft.com/office/drawing/2014/main" id="{625D01B1-2BA7-4583-8EDD-281F42E60DDA}"/>
              </a:ext>
            </a:extLst>
          </p:cNvPr>
          <p:cNvSpPr>
            <a:spLocks xmlns:a="http://schemas.openxmlformats.org/drawingml/2006/main" noGrp="1"/>
          </p:cNvSpPr>
          <p:nvPr/>
        </p:nvSpPr>
        <p:spPr>
          <a:xfrm xmlns:a="http://schemas.openxmlformats.org/drawingml/2006/main">
            <a:off x="7239000" y="464820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46" name="">
            <a:extLst xmlns:a="http://schemas.openxmlformats.org/drawingml/2006/main">
              <a:ext uri="{FF2B5EF4-FFF2-40B4-BE49-F238E27FC236}">
                <a16:creationId xmlns:a16="http://schemas.microsoft.com/office/drawing/2014/main" id="{071273C6-32D4-454C-A486-C97FD52D5905}"/>
              </a:ext>
            </a:extLst>
          </p:cNvPr>
          <p:cNvSpPr>
            <a:spLocks xmlns:a="http://schemas.openxmlformats.org/drawingml/2006/main" noGrp="1"/>
          </p:cNvSpPr>
          <p:nvPr/>
        </p:nvSpPr>
        <p:spPr>
          <a:xfrm xmlns:a="http://schemas.openxmlformats.org/drawingml/2006/main">
            <a:off x="7362825" y="440055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47" name="">
            <a:extLst xmlns:a="http://schemas.openxmlformats.org/drawingml/2006/main">
              <a:ext uri="{FF2B5EF4-FFF2-40B4-BE49-F238E27FC236}">
                <a16:creationId xmlns:a16="http://schemas.microsoft.com/office/drawing/2014/main" id="{5F5415D6-F33D-47E0-9753-57474ED289DF}"/>
              </a:ext>
            </a:extLst>
          </p:cNvPr>
          <p:cNvSpPr>
            <a:spLocks xmlns:a="http://schemas.openxmlformats.org/drawingml/2006/main" noGrp="1"/>
          </p:cNvSpPr>
          <p:nvPr/>
        </p:nvSpPr>
        <p:spPr>
          <a:xfrm xmlns:a="http://schemas.openxmlformats.org/drawingml/2006/main">
            <a:off x="7362825" y="4524375"/>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48" name="">
            <a:extLst xmlns:a="http://schemas.openxmlformats.org/drawingml/2006/main">
              <a:ext uri="{FF2B5EF4-FFF2-40B4-BE49-F238E27FC236}">
                <a16:creationId xmlns:a16="http://schemas.microsoft.com/office/drawing/2014/main" id="{1176D311-DC8C-4575-887D-16E7046B88C3}"/>
              </a:ext>
            </a:extLst>
          </p:cNvPr>
          <p:cNvSpPr>
            <a:spLocks xmlns:a="http://schemas.openxmlformats.org/drawingml/2006/main" noGrp="1"/>
          </p:cNvSpPr>
          <p:nvPr/>
        </p:nvSpPr>
        <p:spPr>
          <a:xfrm xmlns:a="http://schemas.openxmlformats.org/drawingml/2006/main">
            <a:off x="7362825" y="464820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49" name="">
            <a:extLst xmlns:a="http://schemas.openxmlformats.org/drawingml/2006/main">
              <a:ext uri="{FF2B5EF4-FFF2-40B4-BE49-F238E27FC236}">
                <a16:creationId xmlns:a16="http://schemas.microsoft.com/office/drawing/2014/main" id="{F2B2A33B-D818-4935-924B-C9B2C1C68591}"/>
              </a:ext>
            </a:extLst>
          </p:cNvPr>
          <p:cNvSpPr>
            <a:spLocks xmlns:a="http://schemas.openxmlformats.org/drawingml/2006/main" noGrp="1"/>
          </p:cNvSpPr>
          <p:nvPr/>
        </p:nvSpPr>
        <p:spPr>
          <a:xfrm xmlns:a="http://schemas.openxmlformats.org/drawingml/2006/main">
            <a:off x="7486650" y="440055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50" name="">
            <a:extLst xmlns:a="http://schemas.openxmlformats.org/drawingml/2006/main">
              <a:ext uri="{FF2B5EF4-FFF2-40B4-BE49-F238E27FC236}">
                <a16:creationId xmlns:a16="http://schemas.microsoft.com/office/drawing/2014/main" id="{475DE130-C654-44BC-B29E-4AB2ADA8CC21}"/>
              </a:ext>
            </a:extLst>
          </p:cNvPr>
          <p:cNvSpPr>
            <a:spLocks xmlns:a="http://schemas.openxmlformats.org/drawingml/2006/main" noGrp="1"/>
          </p:cNvSpPr>
          <p:nvPr/>
        </p:nvSpPr>
        <p:spPr>
          <a:xfrm xmlns:a="http://schemas.openxmlformats.org/drawingml/2006/main">
            <a:off x="7486650" y="4524375"/>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51" name="">
            <a:extLst xmlns:a="http://schemas.openxmlformats.org/drawingml/2006/main">
              <a:ext uri="{FF2B5EF4-FFF2-40B4-BE49-F238E27FC236}">
                <a16:creationId xmlns:a16="http://schemas.microsoft.com/office/drawing/2014/main" id="{5461E727-9469-49D1-BE48-D2194C42B2E7}"/>
              </a:ext>
            </a:extLst>
          </p:cNvPr>
          <p:cNvSpPr>
            <a:spLocks xmlns:a="http://schemas.openxmlformats.org/drawingml/2006/main" noGrp="1"/>
          </p:cNvSpPr>
          <p:nvPr/>
        </p:nvSpPr>
        <p:spPr>
          <a:xfrm xmlns:a="http://schemas.openxmlformats.org/drawingml/2006/main">
            <a:off x="7486650" y="464820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52" name="">
            <a:extLst xmlns:a="http://schemas.openxmlformats.org/drawingml/2006/main">
              <a:ext uri="{FF2B5EF4-FFF2-40B4-BE49-F238E27FC236}">
                <a16:creationId xmlns:a16="http://schemas.microsoft.com/office/drawing/2014/main" id="{AF98C820-E900-4C7B-903C-5B51DFF9A814}"/>
              </a:ext>
            </a:extLst>
          </p:cNvPr>
          <p:cNvSpPr>
            <a:spLocks xmlns:a="http://schemas.openxmlformats.org/drawingml/2006/main" noGrp="1"/>
          </p:cNvSpPr>
          <p:nvPr/>
        </p:nvSpPr>
        <p:spPr>
          <a:xfrm xmlns:a="http://schemas.openxmlformats.org/drawingml/2006/main">
            <a:off x="7610475" y="440055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53" name="">
            <a:extLst xmlns:a="http://schemas.openxmlformats.org/drawingml/2006/main">
              <a:ext uri="{FF2B5EF4-FFF2-40B4-BE49-F238E27FC236}">
                <a16:creationId xmlns:a16="http://schemas.microsoft.com/office/drawing/2014/main" id="{1E4F829C-D23C-4149-8FFA-AB228F74A530}"/>
              </a:ext>
            </a:extLst>
          </p:cNvPr>
          <p:cNvSpPr>
            <a:spLocks xmlns:a="http://schemas.openxmlformats.org/drawingml/2006/main" noGrp="1"/>
          </p:cNvSpPr>
          <p:nvPr/>
        </p:nvSpPr>
        <p:spPr>
          <a:xfrm xmlns:a="http://schemas.openxmlformats.org/drawingml/2006/main">
            <a:off x="7610475" y="4524375"/>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54" name="">
            <a:extLst xmlns:a="http://schemas.openxmlformats.org/drawingml/2006/main">
              <a:ext uri="{FF2B5EF4-FFF2-40B4-BE49-F238E27FC236}">
                <a16:creationId xmlns:a16="http://schemas.microsoft.com/office/drawing/2014/main" id="{4FFC0FE8-62D7-4650-9298-CA61503A4173}"/>
              </a:ext>
            </a:extLst>
          </p:cNvPr>
          <p:cNvSpPr>
            <a:spLocks xmlns:a="http://schemas.openxmlformats.org/drawingml/2006/main" noGrp="1"/>
          </p:cNvSpPr>
          <p:nvPr/>
        </p:nvSpPr>
        <p:spPr>
          <a:xfrm xmlns:a="http://schemas.openxmlformats.org/drawingml/2006/main">
            <a:off x="7610475" y="464820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55" name="">
            <a:extLst xmlns:a="http://schemas.openxmlformats.org/drawingml/2006/main">
              <a:ext uri="{FF2B5EF4-FFF2-40B4-BE49-F238E27FC236}">
                <a16:creationId xmlns:a16="http://schemas.microsoft.com/office/drawing/2014/main" id="{601D1EB0-7E8B-4ACD-94F6-3D374F1D7D2D}"/>
              </a:ext>
            </a:extLst>
          </p:cNvPr>
          <p:cNvSpPr>
            <a:spLocks xmlns:a="http://schemas.openxmlformats.org/drawingml/2006/main" noGrp="1"/>
          </p:cNvSpPr>
          <p:nvPr/>
        </p:nvSpPr>
        <p:spPr>
          <a:xfrm xmlns:a="http://schemas.openxmlformats.org/drawingml/2006/main">
            <a:off x="7734300" y="440055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56" name="">
            <a:extLst xmlns:a="http://schemas.openxmlformats.org/drawingml/2006/main">
              <a:ext uri="{FF2B5EF4-FFF2-40B4-BE49-F238E27FC236}">
                <a16:creationId xmlns:a16="http://schemas.microsoft.com/office/drawing/2014/main" id="{0467FDE2-5AAD-4031-9521-563102B213AA}"/>
              </a:ext>
            </a:extLst>
          </p:cNvPr>
          <p:cNvSpPr>
            <a:spLocks xmlns:a="http://schemas.openxmlformats.org/drawingml/2006/main" noGrp="1"/>
          </p:cNvSpPr>
          <p:nvPr/>
        </p:nvSpPr>
        <p:spPr>
          <a:xfrm xmlns:a="http://schemas.openxmlformats.org/drawingml/2006/main">
            <a:off x="7734300" y="4524375"/>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57" name="">
            <a:extLst xmlns:a="http://schemas.openxmlformats.org/drawingml/2006/main">
              <a:ext uri="{FF2B5EF4-FFF2-40B4-BE49-F238E27FC236}">
                <a16:creationId xmlns:a16="http://schemas.microsoft.com/office/drawing/2014/main" id="{8C090932-4E42-4B37-B2D1-A74328BD62FA}"/>
              </a:ext>
            </a:extLst>
          </p:cNvPr>
          <p:cNvSpPr>
            <a:spLocks xmlns:a="http://schemas.openxmlformats.org/drawingml/2006/main" noGrp="1"/>
          </p:cNvSpPr>
          <p:nvPr/>
        </p:nvSpPr>
        <p:spPr>
          <a:xfrm xmlns:a="http://schemas.openxmlformats.org/drawingml/2006/main">
            <a:off x="7734300" y="464820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58" name="">
            <a:extLst xmlns:a="http://schemas.openxmlformats.org/drawingml/2006/main">
              <a:ext uri="{FF2B5EF4-FFF2-40B4-BE49-F238E27FC236}">
                <a16:creationId xmlns:a16="http://schemas.microsoft.com/office/drawing/2014/main" id="{52F0AE36-C742-4D35-940A-AD98DCF2C8C4}"/>
              </a:ext>
            </a:extLst>
          </p:cNvPr>
          <p:cNvSpPr>
            <a:spLocks xmlns:a="http://schemas.openxmlformats.org/drawingml/2006/main" noGrp="1"/>
          </p:cNvSpPr>
          <p:nvPr/>
        </p:nvSpPr>
        <p:spPr>
          <a:xfrm xmlns:a="http://schemas.openxmlformats.org/drawingml/2006/main">
            <a:off x="7858125" y="440055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59" name="">
            <a:extLst xmlns:a="http://schemas.openxmlformats.org/drawingml/2006/main">
              <a:ext uri="{FF2B5EF4-FFF2-40B4-BE49-F238E27FC236}">
                <a16:creationId xmlns:a16="http://schemas.microsoft.com/office/drawing/2014/main" id="{3D044AFE-4D4A-41EE-B433-5F322CC01DFE}"/>
              </a:ext>
            </a:extLst>
          </p:cNvPr>
          <p:cNvSpPr>
            <a:spLocks xmlns:a="http://schemas.openxmlformats.org/drawingml/2006/main" noGrp="1"/>
          </p:cNvSpPr>
          <p:nvPr/>
        </p:nvSpPr>
        <p:spPr>
          <a:xfrm xmlns:a="http://schemas.openxmlformats.org/drawingml/2006/main">
            <a:off x="7858125" y="4524375"/>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60" name="">
            <a:extLst xmlns:a="http://schemas.openxmlformats.org/drawingml/2006/main">
              <a:ext uri="{FF2B5EF4-FFF2-40B4-BE49-F238E27FC236}">
                <a16:creationId xmlns:a16="http://schemas.microsoft.com/office/drawing/2014/main" id="{4B8B5E9F-4097-4BAF-88A5-4DD765AB730C}"/>
              </a:ext>
            </a:extLst>
          </p:cNvPr>
          <p:cNvSpPr>
            <a:spLocks xmlns:a="http://schemas.openxmlformats.org/drawingml/2006/main" noGrp="1"/>
          </p:cNvSpPr>
          <p:nvPr/>
        </p:nvSpPr>
        <p:spPr>
          <a:xfrm xmlns:a="http://schemas.openxmlformats.org/drawingml/2006/main">
            <a:off x="7858125" y="464820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61" name="">
            <a:extLst xmlns:a="http://schemas.openxmlformats.org/drawingml/2006/main">
              <a:ext uri="{FF2B5EF4-FFF2-40B4-BE49-F238E27FC236}">
                <a16:creationId xmlns:a16="http://schemas.microsoft.com/office/drawing/2014/main" id="{6A0B4A72-247D-474D-B358-CB1B5883C3A6}"/>
              </a:ext>
            </a:extLst>
          </p:cNvPr>
          <p:cNvSpPr>
            <a:spLocks xmlns:a="http://schemas.openxmlformats.org/drawingml/2006/main" noGrp="1"/>
          </p:cNvSpPr>
          <p:nvPr/>
        </p:nvSpPr>
        <p:spPr>
          <a:xfrm xmlns:a="http://schemas.openxmlformats.org/drawingml/2006/main">
            <a:off x="7981950" y="440055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62" name="">
            <a:extLst xmlns:a="http://schemas.openxmlformats.org/drawingml/2006/main">
              <a:ext uri="{FF2B5EF4-FFF2-40B4-BE49-F238E27FC236}">
                <a16:creationId xmlns:a16="http://schemas.microsoft.com/office/drawing/2014/main" id="{D23647A5-7F8A-435F-BB20-5F274C3FD4F6}"/>
              </a:ext>
            </a:extLst>
          </p:cNvPr>
          <p:cNvSpPr>
            <a:spLocks xmlns:a="http://schemas.openxmlformats.org/drawingml/2006/main" noGrp="1"/>
          </p:cNvSpPr>
          <p:nvPr/>
        </p:nvSpPr>
        <p:spPr>
          <a:xfrm xmlns:a="http://schemas.openxmlformats.org/drawingml/2006/main">
            <a:off x="7981950" y="4524375"/>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63" name="">
            <a:extLst xmlns:a="http://schemas.openxmlformats.org/drawingml/2006/main">
              <a:ext uri="{FF2B5EF4-FFF2-40B4-BE49-F238E27FC236}">
                <a16:creationId xmlns:a16="http://schemas.microsoft.com/office/drawing/2014/main" id="{29150969-FFDE-4BF4-80FF-0340016293EE}"/>
              </a:ext>
            </a:extLst>
          </p:cNvPr>
          <p:cNvSpPr>
            <a:spLocks xmlns:a="http://schemas.openxmlformats.org/drawingml/2006/main" noGrp="1"/>
          </p:cNvSpPr>
          <p:nvPr/>
        </p:nvSpPr>
        <p:spPr>
          <a:xfrm xmlns:a="http://schemas.openxmlformats.org/drawingml/2006/main">
            <a:off x="7981950" y="464820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64" name="">
            <a:extLst xmlns:a="http://schemas.openxmlformats.org/drawingml/2006/main">
              <a:ext uri="{FF2B5EF4-FFF2-40B4-BE49-F238E27FC236}">
                <a16:creationId xmlns:a16="http://schemas.microsoft.com/office/drawing/2014/main" id="{8985921A-4816-4FF0-82DD-227908EE334E}"/>
              </a:ext>
            </a:extLst>
          </p:cNvPr>
          <p:cNvSpPr>
            <a:spLocks xmlns:a="http://schemas.openxmlformats.org/drawingml/2006/main" noGrp="1"/>
          </p:cNvSpPr>
          <p:nvPr/>
        </p:nvSpPr>
        <p:spPr>
          <a:xfrm xmlns:a="http://schemas.openxmlformats.org/drawingml/2006/main">
            <a:off x="8105775" y="440055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65" name="">
            <a:extLst xmlns:a="http://schemas.openxmlformats.org/drawingml/2006/main">
              <a:ext uri="{FF2B5EF4-FFF2-40B4-BE49-F238E27FC236}">
                <a16:creationId xmlns:a16="http://schemas.microsoft.com/office/drawing/2014/main" id="{6B5817C4-7BC0-45F8-9EFB-4BD99C9297CA}"/>
              </a:ext>
            </a:extLst>
          </p:cNvPr>
          <p:cNvSpPr>
            <a:spLocks xmlns:a="http://schemas.openxmlformats.org/drawingml/2006/main" noGrp="1"/>
          </p:cNvSpPr>
          <p:nvPr/>
        </p:nvSpPr>
        <p:spPr>
          <a:xfrm xmlns:a="http://schemas.openxmlformats.org/drawingml/2006/main">
            <a:off x="8105775" y="4524375"/>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66" name="">
            <a:extLst xmlns:a="http://schemas.openxmlformats.org/drawingml/2006/main">
              <a:ext uri="{FF2B5EF4-FFF2-40B4-BE49-F238E27FC236}">
                <a16:creationId xmlns:a16="http://schemas.microsoft.com/office/drawing/2014/main" id="{298B333C-EF71-4A30-8572-70A01B4DC46C}"/>
              </a:ext>
            </a:extLst>
          </p:cNvPr>
          <p:cNvSpPr>
            <a:spLocks xmlns:a="http://schemas.openxmlformats.org/drawingml/2006/main" noGrp="1"/>
          </p:cNvSpPr>
          <p:nvPr/>
        </p:nvSpPr>
        <p:spPr>
          <a:xfrm xmlns:a="http://schemas.openxmlformats.org/drawingml/2006/main">
            <a:off x="8105775" y="464820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67" name="">
            <a:extLst xmlns:a="http://schemas.openxmlformats.org/drawingml/2006/main">
              <a:ext uri="{FF2B5EF4-FFF2-40B4-BE49-F238E27FC236}">
                <a16:creationId xmlns:a16="http://schemas.microsoft.com/office/drawing/2014/main" id="{87B5DD44-49AB-49BD-81C3-2D3B414D7F42}"/>
              </a:ext>
            </a:extLst>
          </p:cNvPr>
          <p:cNvSpPr>
            <a:spLocks xmlns:a="http://schemas.openxmlformats.org/drawingml/2006/main" noGrp="1"/>
          </p:cNvSpPr>
          <p:nvPr/>
        </p:nvSpPr>
        <p:spPr>
          <a:xfrm xmlns:a="http://schemas.openxmlformats.org/drawingml/2006/main">
            <a:off x="8229600" y="440055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68" name="">
            <a:extLst xmlns:a="http://schemas.openxmlformats.org/drawingml/2006/main">
              <a:ext uri="{FF2B5EF4-FFF2-40B4-BE49-F238E27FC236}">
                <a16:creationId xmlns:a16="http://schemas.microsoft.com/office/drawing/2014/main" id="{F6182CF6-CD0F-4704-8F38-88AF4E822D67}"/>
              </a:ext>
            </a:extLst>
          </p:cNvPr>
          <p:cNvSpPr>
            <a:spLocks xmlns:a="http://schemas.openxmlformats.org/drawingml/2006/main" noGrp="1"/>
          </p:cNvSpPr>
          <p:nvPr/>
        </p:nvSpPr>
        <p:spPr>
          <a:xfrm xmlns:a="http://schemas.openxmlformats.org/drawingml/2006/main">
            <a:off x="8229600" y="4524375"/>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69" name="">
            <a:extLst xmlns:a="http://schemas.openxmlformats.org/drawingml/2006/main">
              <a:ext uri="{FF2B5EF4-FFF2-40B4-BE49-F238E27FC236}">
                <a16:creationId xmlns:a16="http://schemas.microsoft.com/office/drawing/2014/main" id="{0CDD683E-D3B2-4A8F-B6F8-FA3B307D067C}"/>
              </a:ext>
            </a:extLst>
          </p:cNvPr>
          <p:cNvSpPr>
            <a:spLocks xmlns:a="http://schemas.openxmlformats.org/drawingml/2006/main" noGrp="1"/>
          </p:cNvSpPr>
          <p:nvPr/>
        </p:nvSpPr>
        <p:spPr>
          <a:xfrm xmlns:a="http://schemas.openxmlformats.org/drawingml/2006/main">
            <a:off x="8229600" y="4648200"/>
            <a:ext cx="20955" cy="20955"/>
          </a:xfrm>
          <a:prstGeom xmlns:a="http://schemas.openxmlformats.org/drawingml/2006/main" prst="ellipse">
            <a:avLst/>
          </a:prstGeom>
          <a:solidFill xmlns:a="http://schemas.openxmlformats.org/drawingml/2006/main">
            <a:srgbClr val="B7A6FF">
              <a:alpha val="40000"/>
            </a:srgbClr>
          </a:solidFill>
          <a:ln xmlns:a="http://schemas.openxmlformats.org/drawingml/2006/main">
            <a:noFill/>
          </a:ln>
        </p:spPr>
      </p:sp>
      <p:sp>
        <p:nvSpPr>
          <p:cNvPr id="70" name="">
            <a:extLst xmlns:a="http://schemas.openxmlformats.org/drawingml/2006/main">
              <a:ext uri="{FF2B5EF4-FFF2-40B4-BE49-F238E27FC236}">
                <a16:creationId xmlns:a16="http://schemas.microsoft.com/office/drawing/2014/main" id="{A1FE3D6C-6CE2-4EBB-B8EA-23FE16540392}"/>
              </a:ext>
            </a:extLst>
          </p:cNvPr>
          <p:cNvSpPr>
            <a:spLocks xmlns:a="http://schemas.openxmlformats.org/drawingml/2006/main" noGrp="1"/>
          </p:cNvSpPr>
          <p:nvPr/>
        </p:nvSpPr>
        <p:spPr>
          <a:xfrm xmlns:a="http://schemas.openxmlformats.org/drawingml/2006/main">
            <a:off x="9067800" y="4438650"/>
            <a:ext cx="209550" cy="209550"/>
          </a:xfrm>
          <a:prstGeom xmlns:a="http://schemas.openxmlformats.org/drawingml/2006/main" prst="chevron">
            <a:avLst/>
          </a:prstGeom>
          <a:solidFill xmlns:a="http://schemas.openxmlformats.org/drawingml/2006/main">
            <a:srgbClr val="B7A6FF">
              <a:alpha val="50000"/>
            </a:srgbClr>
          </a:solidFill>
          <a:ln xmlns:a="http://schemas.openxmlformats.org/drawingml/2006/main">
            <a:noFill/>
          </a:ln>
        </p:spPr>
      </p:sp>
      <p:sp>
        <p:nvSpPr>
          <p:cNvPr id="71" name="">
            <a:extLst xmlns:a="http://schemas.openxmlformats.org/drawingml/2006/main">
              <a:ext uri="{FF2B5EF4-FFF2-40B4-BE49-F238E27FC236}">
                <a16:creationId xmlns:a16="http://schemas.microsoft.com/office/drawing/2014/main" id="{8FEDEA96-9140-4DB2-AAB6-D3773DA07890}"/>
              </a:ext>
            </a:extLst>
          </p:cNvPr>
          <p:cNvSpPr>
            <a:spLocks xmlns:a="http://schemas.openxmlformats.org/drawingml/2006/main" noGrp="1"/>
          </p:cNvSpPr>
          <p:nvPr/>
        </p:nvSpPr>
        <p:spPr>
          <a:xfrm xmlns:a="http://schemas.openxmlformats.org/drawingml/2006/main">
            <a:off x="9334500" y="4438650"/>
            <a:ext cx="209550" cy="209550"/>
          </a:xfrm>
          <a:prstGeom xmlns:a="http://schemas.openxmlformats.org/drawingml/2006/main" prst="chevron">
            <a:avLst/>
          </a:prstGeom>
          <a:solidFill xmlns:a="http://schemas.openxmlformats.org/drawingml/2006/main">
            <a:srgbClr val="B7A6FF">
              <a:alpha val="28000"/>
            </a:srgbClr>
          </a:solidFill>
          <a:ln xmlns:a="http://schemas.openxmlformats.org/drawingml/2006/main">
            <a:noFill/>
          </a:ln>
        </p:spPr>
      </p:sp>
      <p:sp>
        <p:nvSpPr>
          <p:cNvPr id="72" name="">
            <a:extLst xmlns:a="http://schemas.openxmlformats.org/drawingml/2006/main">
              <a:ext uri="{FF2B5EF4-FFF2-40B4-BE49-F238E27FC236}">
                <a16:creationId xmlns:a16="http://schemas.microsoft.com/office/drawing/2014/main" id="{60D0FFD0-F427-42CC-BB12-EA02623B3FAD}"/>
              </a:ext>
            </a:extLst>
          </p:cNvPr>
          <p:cNvSpPr>
            <a:spLocks xmlns:a="http://schemas.openxmlformats.org/drawingml/2006/main" noGrp="1"/>
          </p:cNvSpPr>
          <p:nvPr/>
        </p:nvSpPr>
        <p:spPr>
          <a:xfrm xmlns:a="http://schemas.openxmlformats.org/drawingml/2006/main">
            <a:off x="9601200" y="4438650"/>
            <a:ext cx="209550" cy="209550"/>
          </a:xfrm>
          <a:prstGeom xmlns:a="http://schemas.openxmlformats.org/drawingml/2006/main" prst="chevron">
            <a:avLst/>
          </a:prstGeom>
          <a:solidFill xmlns:a="http://schemas.openxmlformats.org/drawingml/2006/main">
            <a:srgbClr val="B7A6FF">
              <a:alpha val="14000"/>
            </a:srgbClr>
          </a:solidFill>
          <a:ln xmlns:a="http://schemas.openxmlformats.org/drawingml/2006/main">
            <a:noFill/>
          </a:ln>
        </p:spPr>
      </p:sp>
      <p:sp>
        <p:nvSpPr>
          <p:cNvPr id="73" name="">
            <a:extLst xmlns:a="http://schemas.openxmlformats.org/drawingml/2006/main">
              <a:ext uri="{FF2B5EF4-FFF2-40B4-BE49-F238E27FC236}">
                <a16:creationId xmlns:a16="http://schemas.microsoft.com/office/drawing/2014/main" id="{B554EFDF-C4D3-44A8-95CC-83695D5E5455}"/>
              </a:ext>
            </a:extLst>
          </p:cNvPr>
          <p:cNvSpPr>
            <a:spLocks xmlns:a="http://schemas.openxmlformats.org/drawingml/2006/main" noGrp="1"/>
          </p:cNvSpPr>
          <p:nvPr/>
        </p:nvSpPr>
        <p:spPr>
          <a:xfrm xmlns:a="http://schemas.openxmlformats.org/drawingml/2006/main">
            <a:off x="7448550" y="5067300"/>
            <a:ext cx="3543300" cy="14478"/>
          </a:xfrm>
          <a:prstGeom xmlns:a="http://schemas.openxmlformats.org/drawingml/2006/main" prst="rect">
            <a:avLst/>
          </a:prstGeom>
          <a:solidFill xmlns:a="http://schemas.openxmlformats.org/drawingml/2006/main">
            <a:srgbClr val="7FC4FF">
              <a:alpha val="40000"/>
            </a:srgbClr>
          </a:solidFill>
          <a:ln xmlns:a="http://schemas.openxmlformats.org/drawingml/2006/main">
            <a:noFill/>
          </a:ln>
        </p:spPr>
      </p:sp>
      <p:sp>
        <p:nvSpPr>
          <p:cNvPr id="74" name="">
            <a:extLst xmlns:a="http://schemas.openxmlformats.org/drawingml/2006/main">
              <a:ext uri="{FF2B5EF4-FFF2-40B4-BE49-F238E27FC236}">
                <a16:creationId xmlns:a16="http://schemas.microsoft.com/office/drawing/2014/main" id="{3F4AB570-2B26-4996-8026-904828508D35}"/>
              </a:ext>
            </a:extLst>
          </p:cNvPr>
          <p:cNvSpPr>
            <a:spLocks xmlns:a="http://schemas.openxmlformats.org/drawingml/2006/main" noGrp="1"/>
          </p:cNvSpPr>
          <p:nvPr/>
        </p:nvSpPr>
        <p:spPr>
          <a:xfrm xmlns:a="http://schemas.openxmlformats.org/drawingml/2006/main">
            <a:off x="7505700"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75" name="">
            <a:extLst xmlns:a="http://schemas.openxmlformats.org/drawingml/2006/main">
              <a:ext uri="{FF2B5EF4-FFF2-40B4-BE49-F238E27FC236}">
                <a16:creationId xmlns:a16="http://schemas.microsoft.com/office/drawing/2014/main" id="{F1F917F9-BD7B-4EB7-9FCC-18C43763521E}"/>
              </a:ext>
            </a:extLst>
          </p:cNvPr>
          <p:cNvSpPr>
            <a:spLocks xmlns:a="http://schemas.openxmlformats.org/drawingml/2006/main" noGrp="1"/>
          </p:cNvSpPr>
          <p:nvPr/>
        </p:nvSpPr>
        <p:spPr>
          <a:xfrm xmlns:a="http://schemas.openxmlformats.org/drawingml/2006/main">
            <a:off x="7353300"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背景</a:t>
            </a:r>
          </a:p>
        </p:txBody>
      </p:sp>
      <p:sp>
        <p:nvSpPr>
          <p:cNvPr id="76" name="">
            <a:extLst xmlns:a="http://schemas.openxmlformats.org/drawingml/2006/main">
              <a:ext uri="{FF2B5EF4-FFF2-40B4-BE49-F238E27FC236}">
                <a16:creationId xmlns:a16="http://schemas.microsoft.com/office/drawing/2014/main" id="{BA3A0343-4DF1-464A-8AE6-119904DF6B48}"/>
              </a:ext>
            </a:extLst>
          </p:cNvPr>
          <p:cNvSpPr>
            <a:spLocks xmlns:a="http://schemas.openxmlformats.org/drawingml/2006/main" noGrp="1"/>
          </p:cNvSpPr>
          <p:nvPr/>
        </p:nvSpPr>
        <p:spPr>
          <a:xfrm xmlns:a="http://schemas.openxmlformats.org/drawingml/2006/main">
            <a:off x="8162925"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77" name="">
            <a:extLst xmlns:a="http://schemas.openxmlformats.org/drawingml/2006/main">
              <a:ext uri="{FF2B5EF4-FFF2-40B4-BE49-F238E27FC236}">
                <a16:creationId xmlns:a16="http://schemas.microsoft.com/office/drawing/2014/main" id="{F71502EE-61AD-405F-B59B-EAB9028371E7}"/>
              </a:ext>
            </a:extLst>
          </p:cNvPr>
          <p:cNvSpPr>
            <a:spLocks xmlns:a="http://schemas.openxmlformats.org/drawingml/2006/main" noGrp="1"/>
          </p:cNvSpPr>
          <p:nvPr/>
        </p:nvSpPr>
        <p:spPr>
          <a:xfrm xmlns:a="http://schemas.openxmlformats.org/drawingml/2006/main">
            <a:off x="8010525"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方案</a:t>
            </a:r>
          </a:p>
        </p:txBody>
      </p:sp>
      <p:sp>
        <p:nvSpPr>
          <p:cNvPr id="78" name="">
            <a:extLst xmlns:a="http://schemas.openxmlformats.org/drawingml/2006/main">
              <a:ext uri="{FF2B5EF4-FFF2-40B4-BE49-F238E27FC236}">
                <a16:creationId xmlns:a16="http://schemas.microsoft.com/office/drawing/2014/main" id="{342FDE2E-3BA9-4996-B01D-F08D720CDE0E}"/>
              </a:ext>
            </a:extLst>
          </p:cNvPr>
          <p:cNvSpPr>
            <a:spLocks xmlns:a="http://schemas.openxmlformats.org/drawingml/2006/main" noGrp="1"/>
          </p:cNvSpPr>
          <p:nvPr/>
        </p:nvSpPr>
        <p:spPr>
          <a:xfrm xmlns:a="http://schemas.openxmlformats.org/drawingml/2006/main">
            <a:off x="8820150"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79" name="">
            <a:extLst xmlns:a="http://schemas.openxmlformats.org/drawingml/2006/main">
              <a:ext uri="{FF2B5EF4-FFF2-40B4-BE49-F238E27FC236}">
                <a16:creationId xmlns:a16="http://schemas.microsoft.com/office/drawing/2014/main" id="{BCEECE36-653D-49BE-94F4-329C80401E11}"/>
              </a:ext>
            </a:extLst>
          </p:cNvPr>
          <p:cNvSpPr>
            <a:spLocks xmlns:a="http://schemas.openxmlformats.org/drawingml/2006/main" noGrp="1"/>
          </p:cNvSpPr>
          <p:nvPr/>
        </p:nvSpPr>
        <p:spPr>
          <a:xfrm xmlns:a="http://schemas.openxmlformats.org/drawingml/2006/main">
            <a:off x="8667750"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算法</a:t>
            </a:r>
          </a:p>
        </p:txBody>
      </p:sp>
      <p:sp>
        <p:nvSpPr>
          <p:cNvPr id="80" name="">
            <a:extLst xmlns:a="http://schemas.openxmlformats.org/drawingml/2006/main">
              <a:ext uri="{FF2B5EF4-FFF2-40B4-BE49-F238E27FC236}">
                <a16:creationId xmlns:a16="http://schemas.microsoft.com/office/drawing/2014/main" id="{DF8DC9DA-817B-4CD8-8B68-872B7FEA6E6C}"/>
              </a:ext>
            </a:extLst>
          </p:cNvPr>
          <p:cNvSpPr>
            <a:spLocks xmlns:a="http://schemas.openxmlformats.org/drawingml/2006/main" noGrp="1"/>
          </p:cNvSpPr>
          <p:nvPr/>
        </p:nvSpPr>
        <p:spPr>
          <a:xfrm xmlns:a="http://schemas.openxmlformats.org/drawingml/2006/main">
            <a:off x="9477375"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81" name="">
            <a:extLst xmlns:a="http://schemas.openxmlformats.org/drawingml/2006/main">
              <a:ext uri="{FF2B5EF4-FFF2-40B4-BE49-F238E27FC236}">
                <a16:creationId xmlns:a16="http://schemas.microsoft.com/office/drawing/2014/main" id="{B523761C-F862-4E1E-BC45-A201055668F0}"/>
              </a:ext>
            </a:extLst>
          </p:cNvPr>
          <p:cNvSpPr>
            <a:spLocks xmlns:a="http://schemas.openxmlformats.org/drawingml/2006/main" noGrp="1"/>
          </p:cNvSpPr>
          <p:nvPr/>
        </p:nvSpPr>
        <p:spPr>
          <a:xfrm xmlns:a="http://schemas.openxmlformats.org/drawingml/2006/main">
            <a:off x="9324975"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系统</a:t>
            </a:r>
          </a:p>
        </p:txBody>
      </p:sp>
      <p:sp>
        <p:nvSpPr>
          <p:cNvPr id="82" name="">
            <a:extLst xmlns:a="http://schemas.openxmlformats.org/drawingml/2006/main">
              <a:ext uri="{FF2B5EF4-FFF2-40B4-BE49-F238E27FC236}">
                <a16:creationId xmlns:a16="http://schemas.microsoft.com/office/drawing/2014/main" id="{1FABA788-7DE0-44E3-B223-F9FDC15DE23F}"/>
              </a:ext>
            </a:extLst>
          </p:cNvPr>
          <p:cNvSpPr>
            <a:spLocks xmlns:a="http://schemas.openxmlformats.org/drawingml/2006/main" noGrp="1"/>
          </p:cNvSpPr>
          <p:nvPr/>
        </p:nvSpPr>
        <p:spPr>
          <a:xfrm xmlns:a="http://schemas.openxmlformats.org/drawingml/2006/main">
            <a:off x="9982200" y="4895850"/>
            <a:ext cx="571500" cy="571500"/>
          </a:xfrm>
          <a:prstGeom xmlns:a="http://schemas.openxmlformats.org/drawingml/2006/main" prst="ellipse">
            <a:avLst/>
          </a:prstGeom>
          <a:gradFill xmlns:a="http://schemas.openxmlformats.org/drawingml/2006/main">
            <a:gsLst>
              <a:gs pos="0">
                <a:srgbClr val="B7A6FF">
                  <a:alpha val="30000"/>
                </a:srgbClr>
              </a:gs>
              <a:gs pos="45000">
                <a:srgbClr val="B7A6FF">
                  <a:alpha val="12000"/>
                </a:srgbClr>
              </a:gs>
              <a:gs pos="100000">
                <a:srgbClr val="B7A6FF">
                  <a:alpha val="0"/>
                </a:srgbClr>
              </a:gs>
            </a:gsLst>
            <a:path path="shape"/>
          </a:gradFill>
          <a:ln xmlns:a="http://schemas.openxmlformats.org/drawingml/2006/main">
            <a:noFill/>
          </a:ln>
        </p:spPr>
      </p:sp>
      <p:sp>
        <p:nvSpPr>
          <p:cNvPr id="83" name="">
            <a:extLst xmlns:a="http://schemas.openxmlformats.org/drawingml/2006/main">
              <a:ext uri="{FF2B5EF4-FFF2-40B4-BE49-F238E27FC236}">
                <a16:creationId xmlns:a16="http://schemas.microsoft.com/office/drawing/2014/main" id="{0C573B8D-9E9D-4917-99F1-C0ECC52E4257}"/>
              </a:ext>
            </a:extLst>
          </p:cNvPr>
          <p:cNvSpPr>
            <a:spLocks xmlns:a="http://schemas.openxmlformats.org/drawingml/2006/main" noGrp="1"/>
          </p:cNvSpPr>
          <p:nvPr/>
        </p:nvSpPr>
        <p:spPr>
          <a:xfrm xmlns:a="http://schemas.openxmlformats.org/drawingml/2006/main">
            <a:off x="10134600" y="5019675"/>
            <a:ext cx="123825" cy="123825"/>
          </a:xfrm>
          <a:prstGeom xmlns:a="http://schemas.openxmlformats.org/drawingml/2006/main" prst="ellipse">
            <a:avLst/>
          </a:prstGeom>
          <a:solidFill xmlns:a="http://schemas.openxmlformats.org/drawingml/2006/main">
            <a:srgbClr val="B7A6FF"/>
          </a:solidFill>
          <a:ln xmlns:a="http://schemas.openxmlformats.org/drawingml/2006/main">
            <a:noFill/>
          </a:ln>
        </p:spPr>
      </p:sp>
      <p:sp>
        <p:nvSpPr>
          <p:cNvPr id="84" name="">
            <a:extLst xmlns:a="http://schemas.openxmlformats.org/drawingml/2006/main">
              <a:ext uri="{FF2B5EF4-FFF2-40B4-BE49-F238E27FC236}">
                <a16:creationId xmlns:a16="http://schemas.microsoft.com/office/drawing/2014/main" id="{81B7D242-80D7-4B5D-86B7-BA9019866790}"/>
              </a:ext>
            </a:extLst>
          </p:cNvPr>
          <p:cNvSpPr>
            <a:spLocks xmlns:a="http://schemas.openxmlformats.org/drawingml/2006/main" noGrp="1"/>
          </p:cNvSpPr>
          <p:nvPr/>
        </p:nvSpPr>
        <p:spPr>
          <a:xfrm xmlns:a="http://schemas.openxmlformats.org/drawingml/2006/main">
            <a:off x="9982200"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FFFFFF"/>
                </a:solidFill>
                <a:latin typeface="微软雅黑"/>
                <a:ea typeface="微软雅黑"/>
                <a:cs typeface="微软雅黑"/>
              </a:defRPr>
            </a:pPr>
            <a:r>
              <a:rPr sz="750" b="0">
                <a:solidFill>
                  <a:srgbClr val="FFFFFF"/>
                </a:solidFill>
                <a:latin typeface="微软雅黑"/>
                <a:ea typeface="微软雅黑"/>
                <a:cs typeface="微软雅黑"/>
              </a:rPr>
              <a:t>验证</a:t>
            </a:r>
          </a:p>
        </p:txBody>
      </p:sp>
      <p:sp>
        <p:nvSpPr>
          <p:cNvPr id="85" name="">
            <a:extLst xmlns:a="http://schemas.openxmlformats.org/drawingml/2006/main">
              <a:ext uri="{FF2B5EF4-FFF2-40B4-BE49-F238E27FC236}">
                <a16:creationId xmlns:a16="http://schemas.microsoft.com/office/drawing/2014/main" id="{0CC592E4-ECF1-41C2-98DE-8D7E4B22C428}"/>
              </a:ext>
            </a:extLst>
          </p:cNvPr>
          <p:cNvSpPr>
            <a:spLocks xmlns:a="http://schemas.openxmlformats.org/drawingml/2006/main" noGrp="1"/>
          </p:cNvSpPr>
          <p:nvPr/>
        </p:nvSpPr>
        <p:spPr>
          <a:xfrm xmlns:a="http://schemas.openxmlformats.org/drawingml/2006/main">
            <a:off x="10791825"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86" name="">
            <a:extLst xmlns:a="http://schemas.openxmlformats.org/drawingml/2006/main">
              <a:ext uri="{FF2B5EF4-FFF2-40B4-BE49-F238E27FC236}">
                <a16:creationId xmlns:a16="http://schemas.microsoft.com/office/drawing/2014/main" id="{A0060E44-0841-410E-864F-513FBAD82CB2}"/>
              </a:ext>
            </a:extLst>
          </p:cNvPr>
          <p:cNvSpPr>
            <a:spLocks xmlns:a="http://schemas.openxmlformats.org/drawingml/2006/main" noGrp="1"/>
          </p:cNvSpPr>
          <p:nvPr/>
        </p:nvSpPr>
        <p:spPr>
          <a:xfrm xmlns:a="http://schemas.openxmlformats.org/drawingml/2006/main">
            <a:off x="10639425"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价值</a:t>
            </a:r>
          </a:p>
        </p:txBody>
      </p:sp>
      <p:sp>
        <p:nvSpPr>
          <p:cNvPr id="87" name="">
            <a:extLst xmlns:a="http://schemas.openxmlformats.org/drawingml/2006/main">
              <a:ext uri="{FF2B5EF4-FFF2-40B4-BE49-F238E27FC236}">
                <a16:creationId xmlns:a16="http://schemas.microsoft.com/office/drawing/2014/main" id="{2775B902-E70B-4FCE-98FD-A08427AB6058}"/>
              </a:ext>
            </a:extLst>
          </p:cNvPr>
          <p:cNvSpPr>
            <a:spLocks xmlns:a="http://schemas.openxmlformats.org/drawingml/2006/main" noGrp="1"/>
          </p:cNvSpPr>
          <p:nvPr/>
        </p:nvSpPr>
        <p:spPr>
          <a:xfrm xmlns:a="http://schemas.openxmlformats.org/drawingml/2006/main">
            <a:off x="7239000" y="4648200"/>
            <a:ext cx="3962400" cy="14478"/>
          </a:xfrm>
          <a:prstGeom xmlns:a="http://schemas.openxmlformats.org/drawingml/2006/main" prst="rect">
            <a:avLst/>
          </a:prstGeom>
          <a:gradFill xmlns:a="http://schemas.openxmlformats.org/drawingml/2006/main">
            <a:gsLst>
              <a:gs pos="0">
                <a:srgbClr val="FFD24A"/>
              </a:gs>
              <a:gs pos="100000">
                <a:srgbClr val="FFD24A">
                  <a:alpha val="0"/>
                </a:srgbClr>
              </a:gs>
            </a:gsLst>
            <a:lin ang="0"/>
          </a:gradFill>
          <a:ln xmlns:a="http://schemas.openxmlformats.org/drawingml/2006/main">
            <a:noFill/>
          </a:ln>
        </p:spPr>
      </p:sp>
      <p:sp>
        <p:nvSpPr>
          <p:cNvPr id="88" name="">
            <a:extLst xmlns:a="http://schemas.openxmlformats.org/drawingml/2006/main">
              <a:ext uri="{FF2B5EF4-FFF2-40B4-BE49-F238E27FC236}">
                <a16:creationId xmlns:a16="http://schemas.microsoft.com/office/drawing/2014/main" id="{2165DEE7-5313-47BB-A47E-B0B73634F896}"/>
              </a:ext>
            </a:extLst>
          </p:cNvPr>
          <p:cNvSpPr>
            <a:spLocks xmlns:a="http://schemas.openxmlformats.org/drawingml/2006/main" noGrp="1"/>
          </p:cNvSpPr>
          <p:nvPr/>
        </p:nvSpPr>
        <p:spPr>
          <a:xfrm xmlns:a="http://schemas.openxmlformats.org/drawingml/2006/main">
            <a:off x="7239000" y="4743450"/>
            <a:ext cx="39624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spc="1">
                <a:solidFill>
                  <a:srgbClr val="C6DDFF"/>
                </a:solidFill>
                <a:latin typeface="微软雅黑"/>
                <a:ea typeface="微软雅黑"/>
                <a:cs typeface="微软雅黑"/>
              </a:defRPr>
            </a:pPr>
            <a:r>
              <a:rPr sz="938" b="0" spc="1">
                <a:solidFill>
                  <a:srgbClr val="C6DDFF"/>
                </a:solidFill>
                <a:latin typeface="微软雅黑"/>
                <a:ea typeface="微软雅黑"/>
                <a:cs typeface="微软雅黑"/>
              </a:rPr>
              <a:t>答辩结构 </a:t>
            </a:r>
            <a:r>
              <a:rPr sz="938" b="0" spc="1">
                <a:solidFill>
                  <a:srgbClr val="C6DDFF"/>
                </a:solidFill>
                <a:latin typeface="微软雅黑"/>
                <a:ea typeface="微软雅黑"/>
                <a:cs typeface="微软雅黑"/>
              </a:rPr>
              <a:t>· </a:t>
            </a:r>
            <a:r>
              <a:rPr sz="938" b="0" spc="1">
                <a:solidFill>
                  <a:srgbClr val="C6DDFF"/>
                </a:solidFill>
                <a:latin typeface="微软雅黑"/>
                <a:ea typeface="微软雅黑"/>
                <a:cs typeface="微软雅黑"/>
              </a:rPr>
              <a:t>六章推进</a:t>
            </a:r>
          </a:p>
        </p:txBody>
      </p:sp>
      <p:sp>
        <p:nvSpPr>
          <p:cNvPr id="89" name="">
            <a:extLst xmlns:a="http://schemas.openxmlformats.org/drawingml/2006/main">
              <a:ext uri="{FF2B5EF4-FFF2-40B4-BE49-F238E27FC236}">
                <a16:creationId xmlns:a16="http://schemas.microsoft.com/office/drawing/2014/main" id="{7597D934-B69F-4CCB-B424-365CE04F7FDB}"/>
              </a:ext>
            </a:extLst>
          </p:cNvPr>
          <p:cNvSpPr>
            <a:spLocks xmlns:a="http://schemas.openxmlformats.org/drawingml/2006/main" noGrp="1"/>
          </p:cNvSpPr>
          <p:nvPr/>
        </p:nvSpPr>
        <p:spPr>
          <a:xfrm xmlns:a="http://schemas.openxmlformats.org/drawingml/2006/main">
            <a:off x="819150" y="1390650"/>
            <a:ext cx="30480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75" spc="3">
                <a:latin typeface="Bahnschrift SemiBold"/>
                <a:ea typeface="Bahnschrift SemiBold"/>
                <a:cs typeface="Bahnschrift SemiBold"/>
              </a:defRPr>
            </a:pPr>
            <a:r>
              <a:rPr sz="975" spc="3">
                <a:solidFill>
                  <a:srgbClr val="9DBEE8"/>
                </a:solidFill>
                <a:latin typeface="Bahnschrift SemiBold"/>
                <a:ea typeface="Bahnschrift SemiBold"/>
                <a:cs typeface="Bahnschrift SemiBold"/>
              </a:rPr>
              <a:t>SECTION </a:t>
            </a:r>
            <a:r>
              <a:rPr sz="975" b="1" spc="3">
                <a:solidFill>
                  <a:srgbClr val="FFD24A"/>
                </a:solidFill>
                <a:latin typeface="Bahnschrift SemiBold"/>
                <a:ea typeface="Bahnschrift SemiBold"/>
                <a:cs typeface="Bahnschrift SemiBold"/>
              </a:rPr>
              <a:t>05</a:t>
            </a:r>
            <a:r>
              <a:rPr sz="975" spc="3">
                <a:solidFill>
                  <a:srgbClr val="9DBEE8"/>
                </a:solidFill>
                <a:latin typeface="Bahnschrift SemiBold"/>
                <a:ea typeface="Bahnschrift SemiBold"/>
                <a:cs typeface="Bahnschrift SemiBold"/>
              </a:rPr>
              <a:t> / 06</a:t>
            </a:r>
          </a:p>
        </p:txBody>
      </p:sp>
      <p:sp>
        <p:nvSpPr>
          <p:cNvPr id="90" name="">
            <a:extLst xmlns:a="http://schemas.openxmlformats.org/drawingml/2006/main">
              <a:ext uri="{FF2B5EF4-FFF2-40B4-BE49-F238E27FC236}">
                <a16:creationId xmlns:a16="http://schemas.microsoft.com/office/drawing/2014/main" id="{B55823C8-6641-4FF7-B0B6-3C48459FA54D}"/>
              </a:ext>
            </a:extLst>
          </p:cNvPr>
          <p:cNvSpPr>
            <a:spLocks xmlns:a="http://schemas.openxmlformats.org/drawingml/2006/main" noGrp="1"/>
          </p:cNvSpPr>
          <p:nvPr/>
        </p:nvSpPr>
        <p:spPr>
          <a:xfrm xmlns:a="http://schemas.openxmlformats.org/drawingml/2006/main">
            <a:off x="819150" y="1695450"/>
            <a:ext cx="800100" cy="19050"/>
          </a:xfrm>
          <a:prstGeom xmlns:a="http://schemas.openxmlformats.org/drawingml/2006/main" prst="rect">
            <a:avLst/>
          </a:prstGeom>
          <a:gradFill xmlns:a="http://schemas.openxmlformats.org/drawingml/2006/main">
            <a:gsLst>
              <a:gs pos="0">
                <a:srgbClr val="B7A6FF"/>
              </a:gs>
              <a:gs pos="100000">
                <a:srgbClr val="B7A6FF">
                  <a:alpha val="0"/>
                </a:srgbClr>
              </a:gs>
            </a:gsLst>
            <a:lin ang="0"/>
          </a:gradFill>
          <a:ln xmlns:a="http://schemas.openxmlformats.org/drawingml/2006/main">
            <a:noFill/>
          </a:ln>
        </p:spPr>
      </p:sp>
      <p:sp>
        <p:nvSpPr>
          <p:cNvPr id="91" name="">
            <a:extLst xmlns:a="http://schemas.openxmlformats.org/drawingml/2006/main">
              <a:ext uri="{FF2B5EF4-FFF2-40B4-BE49-F238E27FC236}">
                <a16:creationId xmlns:a16="http://schemas.microsoft.com/office/drawing/2014/main" id="{7716140F-B864-4053-981A-6E66DF8B21F4}"/>
              </a:ext>
            </a:extLst>
          </p:cNvPr>
          <p:cNvSpPr>
            <a:spLocks xmlns:a="http://schemas.openxmlformats.org/drawingml/2006/main" noGrp="1"/>
          </p:cNvSpPr>
          <p:nvPr/>
        </p:nvSpPr>
        <p:spPr>
          <a:xfrm xmlns:a="http://schemas.openxmlformats.org/drawingml/2006/main">
            <a:off x="800100" y="1905000"/>
            <a:ext cx="59055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3900" b="1" spc="3">
                <a:solidFill>
                  <a:srgbClr val="FFFFFF"/>
                </a:solidFill>
                <a:latin typeface="微软雅黑"/>
                <a:ea typeface="微软雅黑"/>
                <a:cs typeface="微软雅黑"/>
              </a:defRPr>
            </a:pPr>
            <a:r>
              <a:rPr sz="3900" b="1" spc="3">
                <a:solidFill>
                  <a:srgbClr val="FFFFFF"/>
                </a:solidFill>
                <a:latin typeface="微软雅黑"/>
                <a:ea typeface="微软雅黑"/>
                <a:cs typeface="微软雅黑"/>
              </a:rPr>
              <a:t>测试验证</a:t>
            </a:r>
          </a:p>
        </p:txBody>
      </p:sp>
      <p:sp>
        <p:nvSpPr>
          <p:cNvPr id="92" name="">
            <a:extLst xmlns:a="http://schemas.openxmlformats.org/drawingml/2006/main">
              <a:ext uri="{FF2B5EF4-FFF2-40B4-BE49-F238E27FC236}">
                <a16:creationId xmlns:a16="http://schemas.microsoft.com/office/drawing/2014/main" id="{C55A81D7-C25E-4F65-A772-273EE92F98A6}"/>
              </a:ext>
            </a:extLst>
          </p:cNvPr>
          <p:cNvSpPr>
            <a:spLocks xmlns:a="http://schemas.openxmlformats.org/drawingml/2006/main" noGrp="1"/>
          </p:cNvSpPr>
          <p:nvPr/>
        </p:nvSpPr>
        <p:spPr>
          <a:xfrm xmlns:a="http://schemas.openxmlformats.org/drawingml/2006/main">
            <a:off x="838200" y="2705100"/>
            <a:ext cx="5905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013" b="0" spc="3">
                <a:solidFill>
                  <a:srgbClr val="B7A6FF"/>
                </a:solidFill>
                <a:latin typeface="Bahnschrift"/>
                <a:ea typeface="Bahnschrift"/>
                <a:cs typeface="Bahnschrift"/>
              </a:defRPr>
            </a:pPr>
            <a:r>
              <a:rPr sz="1013" b="0" spc="3">
                <a:solidFill>
                  <a:srgbClr val="B7A6FF"/>
                </a:solidFill>
                <a:latin typeface="Bahnschrift"/>
                <a:ea typeface="Bahnschrift"/>
                <a:cs typeface="Bahnschrift"/>
              </a:rPr>
              <a:t>VALIDATION · TESTING &amp; COMPARISON</a:t>
            </a:r>
          </a:p>
        </p:txBody>
      </p:sp>
      <p:sp>
        <p:nvSpPr>
          <p:cNvPr id="93" name="">
            <a:extLst xmlns:a="http://schemas.openxmlformats.org/drawingml/2006/main">
              <a:ext uri="{FF2B5EF4-FFF2-40B4-BE49-F238E27FC236}">
                <a16:creationId xmlns:a16="http://schemas.microsoft.com/office/drawing/2014/main" id="{B6272CCB-05D3-434E-B379-FF4AC80CFB2E}"/>
              </a:ext>
            </a:extLst>
          </p:cNvPr>
          <p:cNvSpPr>
            <a:spLocks xmlns:a="http://schemas.openxmlformats.org/drawingml/2006/main" noGrp="1"/>
          </p:cNvSpPr>
          <p:nvPr/>
        </p:nvSpPr>
        <p:spPr>
          <a:xfrm xmlns:a="http://schemas.openxmlformats.org/drawingml/2006/main">
            <a:off x="838200" y="3105150"/>
            <a:ext cx="1257300" cy="28575"/>
          </a:xfrm>
          <a:prstGeom xmlns:a="http://schemas.openxmlformats.org/drawingml/2006/main" prst="rect">
            <a:avLst/>
          </a:prstGeom>
          <a:gradFill xmlns:a="http://schemas.openxmlformats.org/drawingml/2006/main">
            <a:gsLst>
              <a:gs pos="0">
                <a:srgbClr val="FFD24A"/>
              </a:gs>
              <a:gs pos="100000">
                <a:srgbClr val="FFD24A">
                  <a:alpha val="0"/>
                </a:srgbClr>
              </a:gs>
            </a:gsLst>
            <a:lin ang="0"/>
          </a:gradFill>
          <a:ln xmlns:a="http://schemas.openxmlformats.org/drawingml/2006/main">
            <a:noFill/>
          </a:ln>
        </p:spPr>
      </p:sp>
      <p:sp>
        <p:nvSpPr>
          <p:cNvPr id="94" name="">
            <a:extLst xmlns:a="http://schemas.openxmlformats.org/drawingml/2006/main">
              <a:ext uri="{FF2B5EF4-FFF2-40B4-BE49-F238E27FC236}">
                <a16:creationId xmlns:a16="http://schemas.microsoft.com/office/drawing/2014/main" id="{3212CF5A-EE73-4635-AD96-000318CE783B}"/>
              </a:ext>
            </a:extLst>
          </p:cNvPr>
          <p:cNvSpPr>
            <a:spLocks xmlns:a="http://schemas.openxmlformats.org/drawingml/2006/main" noGrp="1"/>
          </p:cNvSpPr>
          <p:nvPr/>
        </p:nvSpPr>
        <p:spPr>
          <a:xfrm xmlns:a="http://schemas.openxmlformats.org/drawingml/2006/main">
            <a:off x="819150" y="3352800"/>
            <a:ext cx="5905500" cy="1428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五层测试：建库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构建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引擎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鉴权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业务，全部有可复现的验收动作</a:t>
            </a:r>
          </a:p>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纵向对比：引入系统前后的结论一致性、组卷题量与举证成本</a:t>
            </a:r>
          </a:p>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横向对比：传统 </a:t>
            </a:r>
            <a:r>
              <a:rPr sz="1163">
                <a:solidFill>
                  <a:srgbClr val="C6DDFF"/>
                </a:solidFill>
                <a:latin typeface="微软雅黑"/>
                <a:ea typeface="微软雅黑"/>
                <a:cs typeface="微软雅黑"/>
              </a:rPr>
              <a:t>LMS / </a:t>
            </a:r>
            <a:r>
              <a:rPr sz="1163">
                <a:solidFill>
                  <a:srgbClr val="C6DDFF"/>
                </a:solidFill>
                <a:latin typeface="微软雅黑"/>
                <a:ea typeface="微软雅黑"/>
                <a:cs typeface="微软雅黑"/>
              </a:rPr>
              <a:t>通用大模型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工业智训的能力矩阵</a:t>
            </a:r>
          </a:p>
        </p:txBody>
      </p:sp>
      <p:sp>
        <p:nvSpPr>
          <p:cNvPr id="95" name="">
            <a:extLst xmlns:a="http://schemas.openxmlformats.org/drawingml/2006/main">
              <a:ext uri="{FF2B5EF4-FFF2-40B4-BE49-F238E27FC236}">
                <a16:creationId xmlns:a16="http://schemas.microsoft.com/office/drawing/2014/main" id="{161A6910-BE47-49A3-9D5C-C4D6DB159764}"/>
              </a:ext>
            </a:extLst>
          </p:cNvPr>
          <p:cNvSpPr>
            <a:spLocks xmlns:a="http://schemas.openxmlformats.org/drawingml/2006/main" noGrp="1"/>
          </p:cNvSpPr>
          <p:nvPr/>
        </p:nvSpPr>
        <p:spPr>
          <a:xfrm xmlns:a="http://schemas.openxmlformats.org/drawingml/2006/main">
            <a:off x="8191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B7A6FF">
                <a:alpha val="50000"/>
              </a:srgbClr>
            </a:solidFill>
            <a:prstDash val="solid"/>
          </a:ln>
        </p:spPr>
      </p:sp>
      <p:sp>
        <p:nvSpPr>
          <p:cNvPr id="96" name="">
            <a:extLst xmlns:a="http://schemas.openxmlformats.org/drawingml/2006/main">
              <a:ext uri="{FF2B5EF4-FFF2-40B4-BE49-F238E27FC236}">
                <a16:creationId xmlns:a16="http://schemas.microsoft.com/office/drawing/2014/main" id="{861CC97F-7677-4EEA-87E8-1B7AC7FACF2B}"/>
              </a:ext>
            </a:extLst>
          </p:cNvPr>
          <p:cNvSpPr>
            <a:spLocks xmlns:a="http://schemas.openxmlformats.org/drawingml/2006/main" noGrp="1"/>
          </p:cNvSpPr>
          <p:nvPr/>
        </p:nvSpPr>
        <p:spPr>
          <a:xfrm xmlns:a="http://schemas.openxmlformats.org/drawingml/2006/main">
            <a:off x="819150" y="4953000"/>
            <a:ext cx="1809750" cy="28575"/>
          </a:xfrm>
          <a:prstGeom xmlns:a="http://schemas.openxmlformats.org/drawingml/2006/main" prst="rect">
            <a:avLst/>
          </a:prstGeom>
          <a:solidFill xmlns:a="http://schemas.openxmlformats.org/drawingml/2006/main">
            <a:srgbClr val="B7A6FF"/>
          </a:solidFill>
          <a:ln xmlns:a="http://schemas.openxmlformats.org/drawingml/2006/main">
            <a:noFill/>
          </a:ln>
        </p:spPr>
      </p:sp>
      <p:sp>
        <p:nvSpPr>
          <p:cNvPr id="97" name="">
            <a:extLst xmlns:a="http://schemas.openxmlformats.org/drawingml/2006/main">
              <a:ext uri="{FF2B5EF4-FFF2-40B4-BE49-F238E27FC236}">
                <a16:creationId xmlns:a16="http://schemas.microsoft.com/office/drawing/2014/main" id="{FA467EF9-9186-4462-9C50-F657B9ADF1D1}"/>
              </a:ext>
            </a:extLst>
          </p:cNvPr>
          <p:cNvSpPr>
            <a:spLocks xmlns:a="http://schemas.openxmlformats.org/drawingml/2006/main" noGrp="1"/>
          </p:cNvSpPr>
          <p:nvPr/>
        </p:nvSpPr>
        <p:spPr>
          <a:xfrm xmlns:a="http://schemas.openxmlformats.org/drawingml/2006/main">
            <a:off x="971550" y="5048250"/>
            <a:ext cx="15621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5</a:t>
            </a:r>
          </a:p>
        </p:txBody>
      </p:sp>
      <p:sp>
        <p:nvSpPr>
          <p:cNvPr id="98" name="">
            <a:extLst xmlns:a="http://schemas.openxmlformats.org/drawingml/2006/main">
              <a:ext uri="{FF2B5EF4-FFF2-40B4-BE49-F238E27FC236}">
                <a16:creationId xmlns:a16="http://schemas.microsoft.com/office/drawing/2014/main" id="{F580507C-2102-4AE1-B784-2EC395F246E5}"/>
              </a:ext>
            </a:extLst>
          </p:cNvPr>
          <p:cNvSpPr>
            <a:spLocks xmlns:a="http://schemas.openxmlformats.org/drawingml/2006/main" noGrp="1"/>
          </p:cNvSpPr>
          <p:nvPr/>
        </p:nvSpPr>
        <p:spPr>
          <a:xfrm xmlns:a="http://schemas.openxmlformats.org/drawingml/2006/main">
            <a:off x="971550" y="5372100"/>
            <a:ext cx="1581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层测试全部通过</a:t>
            </a:r>
          </a:p>
        </p:txBody>
      </p:sp>
      <p:sp>
        <p:nvSpPr>
          <p:cNvPr id="99" name="">
            <a:extLst xmlns:a="http://schemas.openxmlformats.org/drawingml/2006/main">
              <a:ext uri="{FF2B5EF4-FFF2-40B4-BE49-F238E27FC236}">
                <a16:creationId xmlns:a16="http://schemas.microsoft.com/office/drawing/2014/main" id="{0C219BC8-E326-40C6-BABA-BDFE97FE3522}"/>
              </a:ext>
            </a:extLst>
          </p:cNvPr>
          <p:cNvSpPr>
            <a:spLocks xmlns:a="http://schemas.openxmlformats.org/drawingml/2006/main" noGrp="1"/>
          </p:cNvSpPr>
          <p:nvPr/>
        </p:nvSpPr>
        <p:spPr>
          <a:xfrm xmlns:a="http://schemas.openxmlformats.org/drawingml/2006/main">
            <a:off x="28003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B7A6FF">
                <a:alpha val="50000"/>
              </a:srgbClr>
            </a:solidFill>
            <a:prstDash val="solid"/>
          </a:ln>
        </p:spPr>
      </p:sp>
      <p:sp>
        <p:nvSpPr>
          <p:cNvPr id="100" name="">
            <a:extLst xmlns:a="http://schemas.openxmlformats.org/drawingml/2006/main">
              <a:ext uri="{FF2B5EF4-FFF2-40B4-BE49-F238E27FC236}">
                <a16:creationId xmlns:a16="http://schemas.microsoft.com/office/drawing/2014/main" id="{D2820C3E-3C87-4B49-9EB2-E4655A1D5047}"/>
              </a:ext>
            </a:extLst>
          </p:cNvPr>
          <p:cNvSpPr>
            <a:spLocks xmlns:a="http://schemas.openxmlformats.org/drawingml/2006/main" noGrp="1"/>
          </p:cNvSpPr>
          <p:nvPr/>
        </p:nvSpPr>
        <p:spPr>
          <a:xfrm xmlns:a="http://schemas.openxmlformats.org/drawingml/2006/main">
            <a:off x="2800350" y="4953000"/>
            <a:ext cx="1809750" cy="28575"/>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01" name="">
            <a:extLst xmlns:a="http://schemas.openxmlformats.org/drawingml/2006/main">
              <a:ext uri="{FF2B5EF4-FFF2-40B4-BE49-F238E27FC236}">
                <a16:creationId xmlns:a16="http://schemas.microsoft.com/office/drawing/2014/main" id="{AE0367EF-AA12-4731-8F08-009185AB9136}"/>
              </a:ext>
            </a:extLst>
          </p:cNvPr>
          <p:cNvSpPr>
            <a:spLocks xmlns:a="http://schemas.openxmlformats.org/drawingml/2006/main" noGrp="1"/>
          </p:cNvSpPr>
          <p:nvPr/>
        </p:nvSpPr>
        <p:spPr>
          <a:xfrm xmlns:a="http://schemas.openxmlformats.org/drawingml/2006/main">
            <a:off x="2952750" y="5048250"/>
            <a:ext cx="15621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200</a:t>
            </a:r>
          </a:p>
        </p:txBody>
      </p:sp>
      <p:sp>
        <p:nvSpPr>
          <p:cNvPr id="102" name="">
            <a:extLst xmlns:a="http://schemas.openxmlformats.org/drawingml/2006/main">
              <a:ext uri="{FF2B5EF4-FFF2-40B4-BE49-F238E27FC236}">
                <a16:creationId xmlns:a16="http://schemas.microsoft.com/office/drawing/2014/main" id="{9E619F25-47D6-4239-9163-FEC25FD8D78C}"/>
              </a:ext>
            </a:extLst>
          </p:cNvPr>
          <p:cNvSpPr>
            <a:spLocks xmlns:a="http://schemas.openxmlformats.org/drawingml/2006/main" noGrp="1"/>
          </p:cNvSpPr>
          <p:nvPr/>
        </p:nvSpPr>
        <p:spPr>
          <a:xfrm xmlns:a="http://schemas.openxmlformats.org/drawingml/2006/main">
            <a:off x="2952750" y="5372100"/>
            <a:ext cx="1581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次重复执行完全一致</a:t>
            </a:r>
          </a:p>
        </p:txBody>
      </p:sp>
      <p:sp>
        <p:nvSpPr>
          <p:cNvPr id="103" name="">
            <a:extLst xmlns:a="http://schemas.openxmlformats.org/drawingml/2006/main">
              <a:ext uri="{FF2B5EF4-FFF2-40B4-BE49-F238E27FC236}">
                <a16:creationId xmlns:a16="http://schemas.microsoft.com/office/drawing/2014/main" id="{61919B8D-D61A-4853-AB51-62F85FA69FBA}"/>
              </a:ext>
            </a:extLst>
          </p:cNvPr>
          <p:cNvSpPr>
            <a:spLocks xmlns:a="http://schemas.openxmlformats.org/drawingml/2006/main" noGrp="1"/>
          </p:cNvSpPr>
          <p:nvPr/>
        </p:nvSpPr>
        <p:spPr>
          <a:xfrm xmlns:a="http://schemas.openxmlformats.org/drawingml/2006/main">
            <a:off x="47815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B7A6FF">
                <a:alpha val="50000"/>
              </a:srgbClr>
            </a:solidFill>
            <a:prstDash val="solid"/>
          </a:ln>
        </p:spPr>
      </p:sp>
      <p:sp>
        <p:nvSpPr>
          <p:cNvPr id="104" name="">
            <a:extLst xmlns:a="http://schemas.openxmlformats.org/drawingml/2006/main">
              <a:ext uri="{FF2B5EF4-FFF2-40B4-BE49-F238E27FC236}">
                <a16:creationId xmlns:a16="http://schemas.microsoft.com/office/drawing/2014/main" id="{3E894915-668C-4CF0-B4F7-97092D639A4A}"/>
              </a:ext>
            </a:extLst>
          </p:cNvPr>
          <p:cNvSpPr>
            <a:spLocks xmlns:a="http://schemas.openxmlformats.org/drawingml/2006/main" noGrp="1"/>
          </p:cNvSpPr>
          <p:nvPr/>
        </p:nvSpPr>
        <p:spPr>
          <a:xfrm xmlns:a="http://schemas.openxmlformats.org/drawingml/2006/main">
            <a:off x="4781550" y="4953000"/>
            <a:ext cx="1809750" cy="28575"/>
          </a:xfrm>
          <a:prstGeom xmlns:a="http://schemas.openxmlformats.org/drawingml/2006/main" prst="rect">
            <a:avLst/>
          </a:prstGeom>
          <a:solidFill xmlns:a="http://schemas.openxmlformats.org/drawingml/2006/main">
            <a:srgbClr val="B7A6FF"/>
          </a:solidFill>
          <a:ln xmlns:a="http://schemas.openxmlformats.org/drawingml/2006/main">
            <a:noFill/>
          </a:ln>
        </p:spPr>
      </p:sp>
      <p:sp>
        <p:nvSpPr>
          <p:cNvPr id="105" name="">
            <a:extLst xmlns:a="http://schemas.openxmlformats.org/drawingml/2006/main">
              <a:ext uri="{FF2B5EF4-FFF2-40B4-BE49-F238E27FC236}">
                <a16:creationId xmlns:a16="http://schemas.microsoft.com/office/drawing/2014/main" id="{3AE73F7E-4090-4118-AE40-93C72F2676B6}"/>
              </a:ext>
            </a:extLst>
          </p:cNvPr>
          <p:cNvSpPr>
            <a:spLocks xmlns:a="http://schemas.openxmlformats.org/drawingml/2006/main" noGrp="1"/>
          </p:cNvSpPr>
          <p:nvPr/>
        </p:nvSpPr>
        <p:spPr>
          <a:xfrm xmlns:a="http://schemas.openxmlformats.org/drawingml/2006/main">
            <a:off x="4933950" y="5048250"/>
            <a:ext cx="15621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403</a:t>
            </a:r>
          </a:p>
        </p:txBody>
      </p:sp>
      <p:sp>
        <p:nvSpPr>
          <p:cNvPr id="106" name="">
            <a:extLst xmlns:a="http://schemas.openxmlformats.org/drawingml/2006/main">
              <a:ext uri="{FF2B5EF4-FFF2-40B4-BE49-F238E27FC236}">
                <a16:creationId xmlns:a16="http://schemas.microsoft.com/office/drawing/2014/main" id="{6739F434-EE8E-4EF3-A1FE-A1523C121B6A}"/>
              </a:ext>
            </a:extLst>
          </p:cNvPr>
          <p:cNvSpPr>
            <a:spLocks xmlns:a="http://schemas.openxmlformats.org/drawingml/2006/main" noGrp="1"/>
          </p:cNvSpPr>
          <p:nvPr/>
        </p:nvSpPr>
        <p:spPr>
          <a:xfrm xmlns:a="http://schemas.openxmlformats.org/drawingml/2006/main">
            <a:off x="4933950" y="5372100"/>
            <a:ext cx="1581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非管理员调用被拒</a:t>
            </a:r>
          </a:p>
        </p:txBody>
      </p:sp>
      <p:sp>
        <p:nvSpPr>
          <p:cNvPr id="107" name="">
            <a:extLst xmlns:a="http://schemas.openxmlformats.org/drawingml/2006/main">
              <a:ext uri="{FF2B5EF4-FFF2-40B4-BE49-F238E27FC236}">
                <a16:creationId xmlns:a16="http://schemas.microsoft.com/office/drawing/2014/main" id="{949B14A3-DA78-4C84-8EB6-2E94B2E3621D}"/>
              </a:ext>
            </a:extLst>
          </p:cNvPr>
          <p:cNvSpPr>
            <a:spLocks xmlns:a="http://schemas.openxmlformats.org/drawingml/2006/main" noGrp="1"/>
          </p:cNvSpPr>
          <p:nvPr/>
        </p:nvSpPr>
        <p:spPr>
          <a:xfrm xmlns:a="http://schemas.openxmlformats.org/drawingml/2006/main">
            <a:off x="819150" y="5962650"/>
            <a:ext cx="5143500" cy="14478"/>
          </a:xfrm>
          <a:prstGeom xmlns:a="http://schemas.openxmlformats.org/drawingml/2006/main" prst="rect">
            <a:avLst/>
          </a:prstGeom>
          <a:gradFill xmlns:a="http://schemas.openxmlformats.org/drawingml/2006/main">
            <a:gsLst>
              <a:gs pos="0">
                <a:srgbClr val="B7A6FF"/>
              </a:gs>
              <a:gs pos="100000">
                <a:srgbClr val="B7A6FF">
                  <a:alpha val="0"/>
                </a:srgbClr>
              </a:gs>
            </a:gsLst>
            <a:lin ang="0"/>
          </a:gradFill>
          <a:ln xmlns:a="http://schemas.openxmlformats.org/drawingml/2006/main">
            <a:noFill/>
          </a:ln>
        </p:spPr>
      </p:sp>
      <p:sp>
        <p:nvSpPr>
          <p:cNvPr id="108" name="">
            <a:extLst xmlns:a="http://schemas.openxmlformats.org/drawingml/2006/main">
              <a:ext uri="{FF2B5EF4-FFF2-40B4-BE49-F238E27FC236}">
                <a16:creationId xmlns:a16="http://schemas.microsoft.com/office/drawing/2014/main" id="{60A5E26B-2FE6-4CEB-B54D-70185C773351}"/>
              </a:ext>
            </a:extLst>
          </p:cNvPr>
          <p:cNvSpPr>
            <a:spLocks xmlns:a="http://schemas.openxmlformats.org/drawingml/2006/main" noGrp="1"/>
          </p:cNvSpPr>
          <p:nvPr/>
        </p:nvSpPr>
        <p:spPr>
          <a:xfrm xmlns:a="http://schemas.openxmlformats.org/drawingml/2006/main">
            <a:off x="819150" y="6096000"/>
            <a:ext cx="24765" cy="24765"/>
          </a:xfrm>
          <a:prstGeom xmlns:a="http://schemas.openxmlformats.org/drawingml/2006/main" prst="ellipse">
            <a:avLst/>
          </a:prstGeom>
          <a:solidFill xmlns:a="http://schemas.openxmlformats.org/drawingml/2006/main">
            <a:srgbClr val="B7A6FF">
              <a:alpha val="60000"/>
            </a:srgbClr>
          </a:solidFill>
          <a:ln xmlns:a="http://schemas.openxmlformats.org/drawingml/2006/main">
            <a:noFill/>
          </a:ln>
        </p:spPr>
      </p:sp>
      <p:sp>
        <p:nvSpPr>
          <p:cNvPr id="109" name="">
            <a:extLst xmlns:a="http://schemas.openxmlformats.org/drawingml/2006/main">
              <a:ext uri="{FF2B5EF4-FFF2-40B4-BE49-F238E27FC236}">
                <a16:creationId xmlns:a16="http://schemas.microsoft.com/office/drawing/2014/main" id="{FA655EDE-4AEB-4B2A-AF8E-8D37CB147AA8}"/>
              </a:ext>
            </a:extLst>
          </p:cNvPr>
          <p:cNvSpPr>
            <a:spLocks xmlns:a="http://schemas.openxmlformats.org/drawingml/2006/main" noGrp="1"/>
          </p:cNvSpPr>
          <p:nvPr/>
        </p:nvSpPr>
        <p:spPr>
          <a:xfrm xmlns:a="http://schemas.openxmlformats.org/drawingml/2006/main">
            <a:off x="885825" y="6096000"/>
            <a:ext cx="24765" cy="24765"/>
          </a:xfrm>
          <a:prstGeom xmlns:a="http://schemas.openxmlformats.org/drawingml/2006/main" prst="ellipse">
            <a:avLst/>
          </a:prstGeom>
          <a:solidFill xmlns:a="http://schemas.openxmlformats.org/drawingml/2006/main">
            <a:srgbClr val="B7A6FF">
              <a:alpha val="60000"/>
            </a:srgbClr>
          </a:solidFill>
          <a:ln xmlns:a="http://schemas.openxmlformats.org/drawingml/2006/main">
            <a:noFill/>
          </a:ln>
        </p:spPr>
      </p:sp>
      <p:sp>
        <p:nvSpPr>
          <p:cNvPr id="110" name="">
            <a:extLst xmlns:a="http://schemas.openxmlformats.org/drawingml/2006/main">
              <a:ext uri="{FF2B5EF4-FFF2-40B4-BE49-F238E27FC236}">
                <a16:creationId xmlns:a16="http://schemas.microsoft.com/office/drawing/2014/main" id="{54C51EC0-2DD7-4807-8DD6-DC40CBCF727F}"/>
              </a:ext>
            </a:extLst>
          </p:cNvPr>
          <p:cNvSpPr>
            <a:spLocks xmlns:a="http://schemas.openxmlformats.org/drawingml/2006/main" noGrp="1"/>
          </p:cNvSpPr>
          <p:nvPr/>
        </p:nvSpPr>
        <p:spPr>
          <a:xfrm xmlns:a="http://schemas.openxmlformats.org/drawingml/2006/main">
            <a:off x="952500" y="6096000"/>
            <a:ext cx="24765" cy="24765"/>
          </a:xfrm>
          <a:prstGeom xmlns:a="http://schemas.openxmlformats.org/drawingml/2006/main" prst="ellipse">
            <a:avLst/>
          </a:prstGeom>
          <a:solidFill xmlns:a="http://schemas.openxmlformats.org/drawingml/2006/main">
            <a:srgbClr val="B7A6FF">
              <a:alpha val="60000"/>
            </a:srgbClr>
          </a:solidFill>
          <a:ln xmlns:a="http://schemas.openxmlformats.org/drawingml/2006/main">
            <a:noFill/>
          </a:ln>
        </p:spPr>
      </p:sp>
    </p:spTree>
    <p:extLst>
      <p:ext uri="{BB962C8B-B14F-4D97-AF65-F5344CB8AC3E}">
        <p14:creationId xmlns:p14="http://schemas.microsoft.com/office/powerpoint/2010/main" val="842922753"/>
      </p:ext>
    </p:extLst>
  </p:cSld>
</p:sld>
</file>

<file path=ppt/slides/slide31.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76" name=""/>
          <p:cNvPicPr>
            <a:picLocks xmlns:a="http://schemas.openxmlformats.org/drawingml/2006/main" noChangeAspect="1"/>
          </p:cNvPicPr>
          <p:nvPr/>
        </p:nvPicPr>
        <p:blipFill>
          <a:blip xmlns:r="http://schemas.openxmlformats.org/officeDocument/2006/relationships" xmlns:a="http://schemas.openxmlformats.org/drawingml/2006/main" r:embed="R8dab38a10a0f4fb2"/>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78F85ED-8C92-4C5A-89F9-750DA5ACDC0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9D351DC7-7228-4582-A002-EC37BCCAB7FE}"/>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A2A075FC-16B2-4BA4-94ED-D63B275811B7}"/>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E0F20DEB-0CC6-4EB7-9E8D-4F204CC1850A}"/>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C774C253-DAFF-437D-98AB-B7447FF2DB1D}"/>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B4552F81-5152-47D0-B741-C0FBAB9B0448}"/>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7DCE7257-78D3-40C6-9AD7-A47E3B817903}"/>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DD685428-ED66-45CB-A25B-8387DE8C5773}"/>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C198272A-9654-473D-828B-4B5C333D501C}"/>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B7A6FF">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67DA217F-8E22-44CB-A236-AB8F3D0BE4C0}"/>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B7A6FF">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5EAE83ED-F174-4B31-AE94-2B7D1040E1A6}"/>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AC46CD5A-D8DD-4382-81CB-5A3612ADC88A}"/>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B7A6FF"/>
                </a:solidFill>
                <a:latin typeface="微软雅黑"/>
                <a:ea typeface="微软雅黑"/>
                <a:cs typeface="微软雅黑"/>
              </a:defRPr>
            </a:pPr>
            <a:r>
              <a:rPr sz="863" b="1" spc="1">
                <a:solidFill>
                  <a:srgbClr val="B7A6FF"/>
                </a:solidFill>
                <a:latin typeface="微软雅黑"/>
                <a:ea typeface="微软雅黑"/>
                <a:cs typeface="微软雅黑"/>
              </a:rPr>
              <a:t>05　</a:t>
            </a:r>
            <a:r>
              <a:rPr sz="863" b="1" spc="1">
                <a:solidFill>
                  <a:srgbClr val="B7A6FF"/>
                </a:solidFill>
                <a:latin typeface="微软雅黑"/>
                <a:ea typeface="微软雅黑"/>
                <a:cs typeface="微软雅黑"/>
              </a:rPr>
              <a:t>测试验证</a:t>
            </a:r>
          </a:p>
        </p:txBody>
      </p:sp>
      <p:sp>
        <p:nvSpPr>
          <p:cNvPr id="14" name="">
            <a:extLst xmlns:a="http://schemas.openxmlformats.org/drawingml/2006/main">
              <a:ext uri="{FF2B5EF4-FFF2-40B4-BE49-F238E27FC236}">
                <a16:creationId xmlns:a16="http://schemas.microsoft.com/office/drawing/2014/main" id="{261D8302-1A81-4D67-A59A-F447FB2EE74A}"/>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五层测试与验收结果</a:t>
            </a:r>
          </a:p>
        </p:txBody>
      </p:sp>
      <p:sp>
        <p:nvSpPr>
          <p:cNvPr id="15" name="">
            <a:extLst xmlns:a="http://schemas.openxmlformats.org/drawingml/2006/main">
              <a:ext uri="{FF2B5EF4-FFF2-40B4-BE49-F238E27FC236}">
                <a16:creationId xmlns:a16="http://schemas.microsoft.com/office/drawing/2014/main" id="{6DB2E95D-6315-4A7D-8207-AC990D7CFB48}"/>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47905BC2-A926-4234-86BC-03142021068F}"/>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1AE0F665-8AC2-4A57-9AEB-E412B333465D}"/>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DD8C8F35-7197-4E0C-AE3C-F619BA730016}"/>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A58F51EB-B131-4CDF-812D-1C071A6D0E4A}"/>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测试不是「跑通截图」，而是每一层都有明确的通过判据与可复现的验收动作。</a:t>
            </a:r>
          </a:p>
        </p:txBody>
      </p:sp>
      <p:sp>
        <p:nvSpPr>
          <p:cNvPr id="20" name="">
            <a:extLst xmlns:a="http://schemas.openxmlformats.org/drawingml/2006/main">
              <a:ext uri="{FF2B5EF4-FFF2-40B4-BE49-F238E27FC236}">
                <a16:creationId xmlns:a16="http://schemas.microsoft.com/office/drawing/2014/main" id="{812D5080-638E-4E7F-9800-856554D55204}"/>
              </a:ext>
            </a:extLst>
          </p:cNvPr>
          <p:cNvSpPr>
            <a:spLocks xmlns:a="http://schemas.openxmlformats.org/drawingml/2006/main" noGrp="1"/>
          </p:cNvSpPr>
          <p:nvPr/>
        </p:nvSpPr>
        <p:spPr>
          <a:xfrm xmlns:a="http://schemas.openxmlformats.org/drawingml/2006/main">
            <a:off x="285750" y="1333500"/>
            <a:ext cx="11620500" cy="895350"/>
          </a:xfrm>
          <a:prstGeom xmlns:a="http://schemas.openxmlformats.org/drawingml/2006/main" prst="roundRect">
            <a:avLst>
              <a:gd name="adj" fmla="val 9574"/>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21" name="">
            <a:extLst xmlns:a="http://schemas.openxmlformats.org/drawingml/2006/main">
              <a:ext uri="{FF2B5EF4-FFF2-40B4-BE49-F238E27FC236}">
                <a16:creationId xmlns:a16="http://schemas.microsoft.com/office/drawing/2014/main" id="{35216D2E-3D23-4B1A-BB15-483C53BE1082}"/>
              </a:ext>
            </a:extLst>
          </p:cNvPr>
          <p:cNvSpPr>
            <a:spLocks xmlns:a="http://schemas.openxmlformats.org/drawingml/2006/main" noGrp="1"/>
          </p:cNvSpPr>
          <p:nvPr/>
        </p:nvSpPr>
        <p:spPr>
          <a:xfrm xmlns:a="http://schemas.openxmlformats.org/drawingml/2006/main">
            <a:off x="285750" y="1333500"/>
            <a:ext cx="47625" cy="895350"/>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99B013F2-6155-4640-82D3-F980736B61D0}"/>
              </a:ext>
            </a:extLst>
          </p:cNvPr>
          <p:cNvSpPr>
            <a:spLocks xmlns:a="http://schemas.openxmlformats.org/drawingml/2006/main" noGrp="1"/>
          </p:cNvSpPr>
          <p:nvPr/>
        </p:nvSpPr>
        <p:spPr>
          <a:xfrm xmlns:a="http://schemas.openxmlformats.org/drawingml/2006/main">
            <a:off x="476250" y="1619250"/>
            <a:ext cx="14287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4FD8FF"/>
                </a:solidFill>
                <a:latin typeface="微软雅黑"/>
                <a:ea typeface="微软雅黑"/>
                <a:cs typeface="微软雅黑"/>
              </a:defRPr>
            </a:pPr>
            <a:r>
              <a:rPr sz="1125" b="1">
                <a:solidFill>
                  <a:srgbClr val="4FD8FF"/>
                </a:solidFill>
                <a:latin typeface="微软雅黑"/>
                <a:ea typeface="微软雅黑"/>
                <a:cs typeface="微软雅黑"/>
              </a:rPr>
              <a:t>第一层 </a:t>
            </a:r>
            <a:r>
              <a:rPr sz="1125" b="1">
                <a:solidFill>
                  <a:srgbClr val="4FD8FF"/>
                </a:solidFill>
                <a:latin typeface="微软雅黑"/>
                <a:ea typeface="微软雅黑"/>
                <a:cs typeface="微软雅黑"/>
              </a:rPr>
              <a:t>· </a:t>
            </a:r>
            <a:r>
              <a:rPr sz="1125" b="1">
                <a:solidFill>
                  <a:srgbClr val="4FD8FF"/>
                </a:solidFill>
                <a:latin typeface="微软雅黑"/>
                <a:ea typeface="微软雅黑"/>
                <a:cs typeface="微软雅黑"/>
              </a:rPr>
              <a:t>建库</a:t>
            </a:r>
          </a:p>
        </p:txBody>
      </p:sp>
      <p:sp>
        <p:nvSpPr>
          <p:cNvPr id="23" name="">
            <a:extLst xmlns:a="http://schemas.openxmlformats.org/drawingml/2006/main">
              <a:ext uri="{FF2B5EF4-FFF2-40B4-BE49-F238E27FC236}">
                <a16:creationId xmlns:a16="http://schemas.microsoft.com/office/drawing/2014/main" id="{F4C535A9-CBF6-483C-9806-1CB6F09EFC35}"/>
              </a:ext>
            </a:extLst>
          </p:cNvPr>
          <p:cNvSpPr>
            <a:spLocks xmlns:a="http://schemas.openxmlformats.org/drawingml/2006/main" noGrp="1"/>
          </p:cNvSpPr>
          <p:nvPr/>
        </p:nvSpPr>
        <p:spPr>
          <a:xfrm xmlns:a="http://schemas.openxmlformats.org/drawingml/2006/main">
            <a:off x="2038350" y="1485900"/>
            <a:ext cx="4762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11 </a:t>
            </a:r>
            <a:r>
              <a:rPr sz="938" b="0">
                <a:solidFill>
                  <a:srgbClr val="EEF5FF"/>
                </a:solidFill>
                <a:latin typeface="微软雅黑"/>
                <a:ea typeface="微软雅黑"/>
                <a:cs typeface="微软雅黑"/>
              </a:rPr>
              <a:t>个脚本按序对空库一次到位，</a:t>
            </a:r>
            <a:r>
              <a:rPr sz="938" b="0">
                <a:solidFill>
                  <a:srgbClr val="EEF5FF"/>
                </a:solidFill>
                <a:latin typeface="微软雅黑"/>
                <a:ea typeface="微软雅黑"/>
                <a:cs typeface="微软雅黑"/>
              </a:rPr>
              <a:t>docker logs </a:t>
            </a:r>
            <a:r>
              <a:rPr sz="938" b="0">
                <a:solidFill>
                  <a:srgbClr val="EEF5FF"/>
                </a:solidFill>
                <a:latin typeface="微软雅黑"/>
                <a:ea typeface="微软雅黑"/>
                <a:cs typeface="微软雅黑"/>
              </a:rPr>
              <a:t>无 </a:t>
            </a:r>
            <a:r>
              <a:rPr sz="938" b="0">
                <a:solidFill>
                  <a:srgbClr val="EEF5FF"/>
                </a:solidFill>
                <a:latin typeface="微软雅黑"/>
                <a:ea typeface="微软雅黑"/>
                <a:cs typeface="微软雅黑"/>
              </a:rPr>
              <a:t>ERROR</a:t>
            </a:r>
          </a:p>
        </p:txBody>
      </p:sp>
      <p:sp>
        <p:nvSpPr>
          <p:cNvPr id="24" name="">
            <a:extLst xmlns:a="http://schemas.openxmlformats.org/drawingml/2006/main">
              <a:ext uri="{FF2B5EF4-FFF2-40B4-BE49-F238E27FC236}">
                <a16:creationId xmlns:a16="http://schemas.microsoft.com/office/drawing/2014/main" id="{23BFF5CD-2293-440B-AC05-AF5CDC727C83}"/>
              </a:ext>
            </a:extLst>
          </p:cNvPr>
          <p:cNvSpPr>
            <a:spLocks xmlns:a="http://schemas.openxmlformats.org/drawingml/2006/main" noGrp="1"/>
          </p:cNvSpPr>
          <p:nvPr/>
        </p:nvSpPr>
        <p:spPr>
          <a:xfrm xmlns:a="http://schemas.openxmlformats.org/drawingml/2006/main">
            <a:off x="2038350" y="1771650"/>
            <a:ext cx="4762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表数与脚本定义一致</a:t>
            </a:r>
          </a:p>
        </p:txBody>
      </p:sp>
      <p:sp>
        <p:nvSpPr>
          <p:cNvPr id="25" name="">
            <a:extLst xmlns:a="http://schemas.openxmlformats.org/drawingml/2006/main">
              <a:ext uri="{FF2B5EF4-FFF2-40B4-BE49-F238E27FC236}">
                <a16:creationId xmlns:a16="http://schemas.microsoft.com/office/drawing/2014/main" id="{1AA7031A-C5A7-4B43-87C8-216A07049CC9}"/>
              </a:ext>
            </a:extLst>
          </p:cNvPr>
          <p:cNvSpPr>
            <a:spLocks xmlns:a="http://schemas.openxmlformats.org/drawingml/2006/main" noGrp="1"/>
          </p:cNvSpPr>
          <p:nvPr/>
        </p:nvSpPr>
        <p:spPr>
          <a:xfrm xmlns:a="http://schemas.openxmlformats.org/drawingml/2006/main">
            <a:off x="7048500" y="1543050"/>
            <a:ext cx="1428750" cy="476250"/>
          </a:xfrm>
          <a:prstGeom xmlns:a="http://schemas.openxmlformats.org/drawingml/2006/main" prst="roundRect">
            <a:avLst>
              <a:gd name="adj" fmla="val 12000"/>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26" name="">
            <a:extLst xmlns:a="http://schemas.openxmlformats.org/drawingml/2006/main">
              <a:ext uri="{FF2B5EF4-FFF2-40B4-BE49-F238E27FC236}">
                <a16:creationId xmlns:a16="http://schemas.microsoft.com/office/drawing/2014/main" id="{5D5FF722-D5B6-487C-89D1-D324E2CC4042}"/>
              </a:ext>
            </a:extLst>
          </p:cNvPr>
          <p:cNvSpPr>
            <a:spLocks xmlns:a="http://schemas.openxmlformats.org/drawingml/2006/main" noGrp="1"/>
          </p:cNvSpPr>
          <p:nvPr/>
        </p:nvSpPr>
        <p:spPr>
          <a:xfrm xmlns:a="http://schemas.openxmlformats.org/drawingml/2006/main">
            <a:off x="7048500" y="1543050"/>
            <a:ext cx="142875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5FE3A1"/>
                </a:solidFill>
                <a:latin typeface="微软雅黑"/>
                <a:ea typeface="微软雅黑"/>
                <a:cs typeface="微软雅黑"/>
              </a:defRPr>
            </a:pPr>
            <a:r>
              <a:rPr sz="1200" b="1">
                <a:solidFill>
                  <a:srgbClr val="5FE3A1"/>
                </a:solidFill>
                <a:latin typeface="微软雅黑"/>
                <a:ea typeface="微软雅黑"/>
                <a:cs typeface="微软雅黑"/>
              </a:rPr>
              <a:t>通过</a:t>
            </a:r>
          </a:p>
        </p:txBody>
      </p:sp>
      <p:sp>
        <p:nvSpPr>
          <p:cNvPr id="27" name="">
            <a:extLst xmlns:a="http://schemas.openxmlformats.org/drawingml/2006/main">
              <a:ext uri="{FF2B5EF4-FFF2-40B4-BE49-F238E27FC236}">
                <a16:creationId xmlns:a16="http://schemas.microsoft.com/office/drawing/2014/main" id="{BE17F00E-FEA3-4BFA-AD1F-C27D7689490B}"/>
              </a:ext>
            </a:extLst>
          </p:cNvPr>
          <p:cNvSpPr>
            <a:spLocks xmlns:a="http://schemas.openxmlformats.org/drawingml/2006/main" noGrp="1"/>
          </p:cNvSpPr>
          <p:nvPr/>
        </p:nvSpPr>
        <p:spPr>
          <a:xfrm xmlns:a="http://schemas.openxmlformats.org/drawingml/2006/main">
            <a:off x="285750" y="2343150"/>
            <a:ext cx="11620500" cy="895350"/>
          </a:xfrm>
          <a:prstGeom xmlns:a="http://schemas.openxmlformats.org/drawingml/2006/main" prst="roundRect">
            <a:avLst>
              <a:gd name="adj" fmla="val 9574"/>
            </a:avLst>
          </a:prstGeom>
          <a:gradFill xmlns:a="http://schemas.openxmlformats.org/drawingml/2006/main">
            <a:gsLst>
              <a:gs pos="0">
                <a:srgbClr val="295EA2"/>
              </a:gs>
              <a:gs pos="62000">
                <a:srgbClr val="0E4A96"/>
              </a:gs>
              <a:gs pos="100000">
                <a:srgbClr val="0B3A75"/>
              </a:gs>
            </a:gsLst>
            <a:lin ang="8100000"/>
          </a:gradFill>
          <a:ln xmlns:a="http://schemas.openxmlformats.org/drawingml/2006/main" w="9525">
            <a:solidFill>
              <a:srgbClr val="5FA8E8"/>
            </a:solidFill>
            <a:prstDash val="solid"/>
          </a:ln>
        </p:spPr>
      </p:sp>
      <p:sp>
        <p:nvSpPr>
          <p:cNvPr id="28" name="">
            <a:extLst xmlns:a="http://schemas.openxmlformats.org/drawingml/2006/main">
              <a:ext uri="{FF2B5EF4-FFF2-40B4-BE49-F238E27FC236}">
                <a16:creationId xmlns:a16="http://schemas.microsoft.com/office/drawing/2014/main" id="{61185C1F-8250-4AAE-B07F-B6CC087F0560}"/>
              </a:ext>
            </a:extLst>
          </p:cNvPr>
          <p:cNvSpPr>
            <a:spLocks xmlns:a="http://schemas.openxmlformats.org/drawingml/2006/main" noGrp="1"/>
          </p:cNvSpPr>
          <p:nvPr/>
        </p:nvSpPr>
        <p:spPr>
          <a:xfrm xmlns:a="http://schemas.openxmlformats.org/drawingml/2006/main">
            <a:off x="285750" y="2343150"/>
            <a:ext cx="47625" cy="895350"/>
          </a:xfrm>
          <a:prstGeom xmlns:a="http://schemas.openxmlformats.org/drawingml/2006/main" prst="rect">
            <a:avLst/>
          </a:prstGeom>
          <a:solidFill xmlns:a="http://schemas.openxmlformats.org/drawingml/2006/main">
            <a:srgbClr val="2E86E0"/>
          </a:solidFill>
          <a:ln xmlns:a="http://schemas.openxmlformats.org/drawingml/2006/main">
            <a:noFill/>
          </a:ln>
        </p:spPr>
      </p:sp>
      <p:sp>
        <p:nvSpPr>
          <p:cNvPr id="29" name="">
            <a:extLst xmlns:a="http://schemas.openxmlformats.org/drawingml/2006/main">
              <a:ext uri="{FF2B5EF4-FFF2-40B4-BE49-F238E27FC236}">
                <a16:creationId xmlns:a16="http://schemas.microsoft.com/office/drawing/2014/main" id="{8F4122C9-2CAD-42C2-8E29-CF43E2F63E8C}"/>
              </a:ext>
            </a:extLst>
          </p:cNvPr>
          <p:cNvSpPr>
            <a:spLocks xmlns:a="http://schemas.openxmlformats.org/drawingml/2006/main" noGrp="1"/>
          </p:cNvSpPr>
          <p:nvPr/>
        </p:nvSpPr>
        <p:spPr>
          <a:xfrm xmlns:a="http://schemas.openxmlformats.org/drawingml/2006/main">
            <a:off x="476250" y="2628900"/>
            <a:ext cx="14287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2E86E0"/>
                </a:solidFill>
                <a:latin typeface="微软雅黑"/>
                <a:ea typeface="微软雅黑"/>
                <a:cs typeface="微软雅黑"/>
              </a:defRPr>
            </a:pPr>
            <a:r>
              <a:rPr sz="1125" b="1">
                <a:solidFill>
                  <a:srgbClr val="2E86E0"/>
                </a:solidFill>
                <a:latin typeface="微软雅黑"/>
                <a:ea typeface="微软雅黑"/>
                <a:cs typeface="微软雅黑"/>
              </a:rPr>
              <a:t>第二层 </a:t>
            </a:r>
            <a:r>
              <a:rPr sz="1125" b="1">
                <a:solidFill>
                  <a:srgbClr val="2E86E0"/>
                </a:solidFill>
                <a:latin typeface="微软雅黑"/>
                <a:ea typeface="微软雅黑"/>
                <a:cs typeface="微软雅黑"/>
              </a:rPr>
              <a:t>· </a:t>
            </a:r>
            <a:r>
              <a:rPr sz="1125" b="1">
                <a:solidFill>
                  <a:srgbClr val="2E86E0"/>
                </a:solidFill>
                <a:latin typeface="微软雅黑"/>
                <a:ea typeface="微软雅黑"/>
                <a:cs typeface="微软雅黑"/>
              </a:rPr>
              <a:t>构建</a:t>
            </a:r>
          </a:p>
        </p:txBody>
      </p:sp>
      <p:sp>
        <p:nvSpPr>
          <p:cNvPr id="30" name="">
            <a:extLst xmlns:a="http://schemas.openxmlformats.org/drawingml/2006/main">
              <a:ext uri="{FF2B5EF4-FFF2-40B4-BE49-F238E27FC236}">
                <a16:creationId xmlns:a16="http://schemas.microsoft.com/office/drawing/2014/main" id="{0CC03CA1-06AE-4490-BF9B-60B51EDEDBCA}"/>
              </a:ext>
            </a:extLst>
          </p:cNvPr>
          <p:cNvSpPr>
            <a:spLocks xmlns:a="http://schemas.openxmlformats.org/drawingml/2006/main" noGrp="1"/>
          </p:cNvSpPr>
          <p:nvPr/>
        </p:nvSpPr>
        <p:spPr>
          <a:xfrm xmlns:a="http://schemas.openxmlformats.org/drawingml/2006/main">
            <a:off x="2038350" y="2495550"/>
            <a:ext cx="4762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后端 </a:t>
            </a:r>
            <a:r>
              <a:rPr sz="938" b="0">
                <a:solidFill>
                  <a:srgbClr val="EEF5FF"/>
                </a:solidFill>
                <a:latin typeface="微软雅黑"/>
                <a:ea typeface="微软雅黑"/>
                <a:cs typeface="微软雅黑"/>
              </a:rPr>
              <a:t>mvn -DskipTests package </a:t>
            </a:r>
            <a:r>
              <a:rPr sz="938" b="0">
                <a:solidFill>
                  <a:srgbClr val="EEF5FF"/>
                </a:solidFill>
                <a:latin typeface="微软雅黑"/>
                <a:ea typeface="微软雅黑"/>
                <a:cs typeface="微软雅黑"/>
              </a:rPr>
              <a:t>通过；</a:t>
            </a:r>
            <a:r>
              <a:rPr sz="938" b="0">
                <a:solidFill>
                  <a:srgbClr val="EEF5FF"/>
                </a:solidFill>
                <a:latin typeface="微软雅黑"/>
                <a:ea typeface="微软雅黑"/>
                <a:cs typeface="微软雅黑"/>
              </a:rPr>
              <a:t>Swagger </a:t>
            </a:r>
            <a:r>
              <a:rPr sz="938" b="0">
                <a:solidFill>
                  <a:srgbClr val="EEF5FF"/>
                </a:solidFill>
                <a:latin typeface="微软雅黑"/>
                <a:ea typeface="微软雅黑"/>
                <a:cs typeface="微软雅黑"/>
              </a:rPr>
              <a:t>可打开</a:t>
            </a:r>
          </a:p>
        </p:txBody>
      </p:sp>
      <p:sp>
        <p:nvSpPr>
          <p:cNvPr id="31" name="">
            <a:extLst xmlns:a="http://schemas.openxmlformats.org/drawingml/2006/main">
              <a:ext uri="{FF2B5EF4-FFF2-40B4-BE49-F238E27FC236}">
                <a16:creationId xmlns:a16="http://schemas.microsoft.com/office/drawing/2014/main" id="{059E1DDC-C376-4301-BCBB-D87ADC66C9F3}"/>
              </a:ext>
            </a:extLst>
          </p:cNvPr>
          <p:cNvSpPr>
            <a:spLocks xmlns:a="http://schemas.openxmlformats.org/drawingml/2006/main" noGrp="1"/>
          </p:cNvSpPr>
          <p:nvPr/>
        </p:nvSpPr>
        <p:spPr>
          <a:xfrm xmlns:a="http://schemas.openxmlformats.org/drawingml/2006/main">
            <a:off x="2038350" y="2781300"/>
            <a:ext cx="4762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在线接口 </a:t>
            </a:r>
            <a:r>
              <a:rPr sz="863" b="0">
                <a:solidFill>
                  <a:srgbClr val="C6DDFF"/>
                </a:solidFill>
                <a:latin typeface="微软雅黑"/>
                <a:ea typeface="微软雅黑"/>
                <a:cs typeface="微软雅黑"/>
              </a:rPr>
              <a:t>75 </a:t>
            </a:r>
            <a:r>
              <a:rPr sz="863" b="0">
                <a:solidFill>
                  <a:srgbClr val="C6DDFF"/>
                </a:solidFill>
                <a:latin typeface="微软雅黑"/>
                <a:ea typeface="微软雅黑"/>
                <a:cs typeface="微软雅黑"/>
              </a:rPr>
              <a:t>个可见</a:t>
            </a:r>
          </a:p>
        </p:txBody>
      </p:sp>
      <p:sp>
        <p:nvSpPr>
          <p:cNvPr id="32" name="">
            <a:extLst xmlns:a="http://schemas.openxmlformats.org/drawingml/2006/main">
              <a:ext uri="{FF2B5EF4-FFF2-40B4-BE49-F238E27FC236}">
                <a16:creationId xmlns:a16="http://schemas.microsoft.com/office/drawing/2014/main" id="{07178453-E3DB-4881-9D48-EA18D6E59131}"/>
              </a:ext>
            </a:extLst>
          </p:cNvPr>
          <p:cNvSpPr>
            <a:spLocks xmlns:a="http://schemas.openxmlformats.org/drawingml/2006/main" noGrp="1"/>
          </p:cNvSpPr>
          <p:nvPr/>
        </p:nvSpPr>
        <p:spPr>
          <a:xfrm xmlns:a="http://schemas.openxmlformats.org/drawingml/2006/main">
            <a:off x="7048500" y="2552700"/>
            <a:ext cx="1428750" cy="476250"/>
          </a:xfrm>
          <a:prstGeom xmlns:a="http://schemas.openxmlformats.org/drawingml/2006/main" prst="roundRect">
            <a:avLst>
              <a:gd name="adj" fmla="val 12000"/>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33" name="">
            <a:extLst xmlns:a="http://schemas.openxmlformats.org/drawingml/2006/main">
              <a:ext uri="{FF2B5EF4-FFF2-40B4-BE49-F238E27FC236}">
                <a16:creationId xmlns:a16="http://schemas.microsoft.com/office/drawing/2014/main" id="{C174B338-2375-41FB-96FC-1D4D1013FEC2}"/>
              </a:ext>
            </a:extLst>
          </p:cNvPr>
          <p:cNvSpPr>
            <a:spLocks xmlns:a="http://schemas.openxmlformats.org/drawingml/2006/main" noGrp="1"/>
          </p:cNvSpPr>
          <p:nvPr/>
        </p:nvSpPr>
        <p:spPr>
          <a:xfrm xmlns:a="http://schemas.openxmlformats.org/drawingml/2006/main">
            <a:off x="7048500" y="2552700"/>
            <a:ext cx="142875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5FE3A1"/>
                </a:solidFill>
                <a:latin typeface="微软雅黑"/>
                <a:ea typeface="微软雅黑"/>
                <a:cs typeface="微软雅黑"/>
              </a:defRPr>
            </a:pPr>
            <a:r>
              <a:rPr sz="1200" b="1">
                <a:solidFill>
                  <a:srgbClr val="5FE3A1"/>
                </a:solidFill>
                <a:latin typeface="微软雅黑"/>
                <a:ea typeface="微软雅黑"/>
                <a:cs typeface="微软雅黑"/>
              </a:rPr>
              <a:t>通过</a:t>
            </a:r>
          </a:p>
        </p:txBody>
      </p:sp>
      <p:sp>
        <p:nvSpPr>
          <p:cNvPr id="34" name="">
            <a:extLst xmlns:a="http://schemas.openxmlformats.org/drawingml/2006/main">
              <a:ext uri="{FF2B5EF4-FFF2-40B4-BE49-F238E27FC236}">
                <a16:creationId xmlns:a16="http://schemas.microsoft.com/office/drawing/2014/main" id="{A7AA7EB6-67E0-4243-8E8B-625483D62730}"/>
              </a:ext>
            </a:extLst>
          </p:cNvPr>
          <p:cNvSpPr>
            <a:spLocks xmlns:a="http://schemas.openxmlformats.org/drawingml/2006/main" noGrp="1"/>
          </p:cNvSpPr>
          <p:nvPr/>
        </p:nvSpPr>
        <p:spPr>
          <a:xfrm xmlns:a="http://schemas.openxmlformats.org/drawingml/2006/main">
            <a:off x="285750" y="3352800"/>
            <a:ext cx="11620500" cy="895350"/>
          </a:xfrm>
          <a:prstGeom xmlns:a="http://schemas.openxmlformats.org/drawingml/2006/main" prst="roundRect">
            <a:avLst>
              <a:gd name="adj" fmla="val 9574"/>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35" name="">
            <a:extLst xmlns:a="http://schemas.openxmlformats.org/drawingml/2006/main">
              <a:ext uri="{FF2B5EF4-FFF2-40B4-BE49-F238E27FC236}">
                <a16:creationId xmlns:a16="http://schemas.microsoft.com/office/drawing/2014/main" id="{F44EF771-B49D-452E-91B9-D0A3ED6789BC}"/>
              </a:ext>
            </a:extLst>
          </p:cNvPr>
          <p:cNvSpPr>
            <a:spLocks xmlns:a="http://schemas.openxmlformats.org/drawingml/2006/main" noGrp="1"/>
          </p:cNvSpPr>
          <p:nvPr/>
        </p:nvSpPr>
        <p:spPr>
          <a:xfrm xmlns:a="http://schemas.openxmlformats.org/drawingml/2006/main">
            <a:off x="285750" y="3352800"/>
            <a:ext cx="47625" cy="89535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36" name="">
            <a:extLst xmlns:a="http://schemas.openxmlformats.org/drawingml/2006/main">
              <a:ext uri="{FF2B5EF4-FFF2-40B4-BE49-F238E27FC236}">
                <a16:creationId xmlns:a16="http://schemas.microsoft.com/office/drawing/2014/main" id="{E5058FB6-98CE-455C-9FFD-CE0373A16006}"/>
              </a:ext>
            </a:extLst>
          </p:cNvPr>
          <p:cNvSpPr>
            <a:spLocks xmlns:a="http://schemas.openxmlformats.org/drawingml/2006/main" noGrp="1"/>
          </p:cNvSpPr>
          <p:nvPr/>
        </p:nvSpPr>
        <p:spPr>
          <a:xfrm xmlns:a="http://schemas.openxmlformats.org/drawingml/2006/main">
            <a:off x="476250" y="3638550"/>
            <a:ext cx="14287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FFD24A"/>
                </a:solidFill>
                <a:latin typeface="微软雅黑"/>
                <a:ea typeface="微软雅黑"/>
                <a:cs typeface="微软雅黑"/>
              </a:defRPr>
            </a:pPr>
            <a:r>
              <a:rPr sz="1125" b="1">
                <a:solidFill>
                  <a:srgbClr val="FFD24A"/>
                </a:solidFill>
                <a:latin typeface="微软雅黑"/>
                <a:ea typeface="微软雅黑"/>
                <a:cs typeface="微软雅黑"/>
              </a:rPr>
              <a:t>第三层 </a:t>
            </a:r>
            <a:r>
              <a:rPr sz="1125" b="1">
                <a:solidFill>
                  <a:srgbClr val="FFD24A"/>
                </a:solidFill>
                <a:latin typeface="微软雅黑"/>
                <a:ea typeface="微软雅黑"/>
                <a:cs typeface="微软雅黑"/>
              </a:rPr>
              <a:t>· </a:t>
            </a:r>
            <a:r>
              <a:rPr sz="1125" b="1">
                <a:solidFill>
                  <a:srgbClr val="FFD24A"/>
                </a:solidFill>
                <a:latin typeface="微软雅黑"/>
                <a:ea typeface="微软雅黑"/>
                <a:cs typeface="微软雅黑"/>
              </a:rPr>
              <a:t>引擎</a:t>
            </a:r>
          </a:p>
        </p:txBody>
      </p:sp>
      <p:sp>
        <p:nvSpPr>
          <p:cNvPr id="37" name="">
            <a:extLst xmlns:a="http://schemas.openxmlformats.org/drawingml/2006/main">
              <a:ext uri="{FF2B5EF4-FFF2-40B4-BE49-F238E27FC236}">
                <a16:creationId xmlns:a16="http://schemas.microsoft.com/office/drawing/2014/main" id="{BD46F7F4-3E27-4ECC-8355-5452AE9EC6C4}"/>
              </a:ext>
            </a:extLst>
          </p:cNvPr>
          <p:cNvSpPr>
            <a:spLocks xmlns:a="http://schemas.openxmlformats.org/drawingml/2006/main" noGrp="1"/>
          </p:cNvSpPr>
          <p:nvPr/>
        </p:nvSpPr>
        <p:spPr>
          <a:xfrm xmlns:a="http://schemas.openxmlformats.org/drawingml/2006/main">
            <a:off x="2038350" y="3505200"/>
            <a:ext cx="4762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11 </a:t>
            </a:r>
            <a:r>
              <a:rPr sz="938" b="0">
                <a:solidFill>
                  <a:srgbClr val="EEF5FF"/>
                </a:solidFill>
                <a:latin typeface="微软雅黑"/>
                <a:ea typeface="微软雅黑"/>
                <a:cs typeface="微软雅黑"/>
              </a:rPr>
              <a:t>项规则场景测试全部通过</a:t>
            </a:r>
          </a:p>
        </p:txBody>
      </p:sp>
      <p:sp>
        <p:nvSpPr>
          <p:cNvPr id="38" name="">
            <a:extLst xmlns:a="http://schemas.openxmlformats.org/drawingml/2006/main">
              <a:ext uri="{FF2B5EF4-FFF2-40B4-BE49-F238E27FC236}">
                <a16:creationId xmlns:a16="http://schemas.microsoft.com/office/drawing/2014/main" id="{26F9C371-1C5D-468C-A6EA-64B5C860D0D5}"/>
              </a:ext>
            </a:extLst>
          </p:cNvPr>
          <p:cNvSpPr>
            <a:spLocks xmlns:a="http://schemas.openxmlformats.org/drawingml/2006/main" noGrp="1"/>
          </p:cNvSpPr>
          <p:nvPr/>
        </p:nvSpPr>
        <p:spPr>
          <a:xfrm xmlns:a="http://schemas.openxmlformats.org/drawingml/2006/main">
            <a:off x="2038350" y="3790950"/>
            <a:ext cx="4762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覆盖启停 </a:t>
            </a:r>
            <a:r>
              <a:rPr sz="863" b="0">
                <a:solidFill>
                  <a:srgbClr val="C6DDFF"/>
                </a:solidFill>
                <a:latin typeface="微软雅黑"/>
                <a:ea typeface="微软雅黑"/>
                <a:cs typeface="微软雅黑"/>
              </a:rPr>
              <a:t>/ </a:t>
            </a:r>
            <a:r>
              <a:rPr sz="863" b="0">
                <a:solidFill>
                  <a:srgbClr val="C6DDFF"/>
                </a:solidFill>
                <a:latin typeface="微软雅黑"/>
                <a:ea typeface="微软雅黑"/>
                <a:cs typeface="微软雅黑"/>
              </a:rPr>
              <a:t>优先级 </a:t>
            </a:r>
            <a:r>
              <a:rPr sz="863" b="0">
                <a:solidFill>
                  <a:srgbClr val="C6DDFF"/>
                </a:solidFill>
                <a:latin typeface="微软雅黑"/>
                <a:ea typeface="微软雅黑"/>
                <a:cs typeface="微软雅黑"/>
              </a:rPr>
              <a:t>/ </a:t>
            </a:r>
            <a:r>
              <a:rPr sz="863" b="0">
                <a:solidFill>
                  <a:srgbClr val="C6DDFF"/>
                </a:solidFill>
                <a:latin typeface="微软雅黑"/>
                <a:ea typeface="微软雅黑"/>
                <a:cs typeface="微软雅黑"/>
              </a:rPr>
              <a:t>分组 </a:t>
            </a:r>
            <a:r>
              <a:rPr sz="863" b="0">
                <a:solidFill>
                  <a:srgbClr val="C6DDFF"/>
                </a:solidFill>
                <a:latin typeface="微软雅黑"/>
                <a:ea typeface="微软雅黑"/>
                <a:cs typeface="微软雅黑"/>
              </a:rPr>
              <a:t>/ </a:t>
            </a:r>
            <a:r>
              <a:rPr sz="863" b="0">
                <a:solidFill>
                  <a:srgbClr val="C6DDFF"/>
                </a:solidFill>
                <a:latin typeface="微软雅黑"/>
                <a:ea typeface="微软雅黑"/>
                <a:cs typeface="微软雅黑"/>
              </a:rPr>
              <a:t>引用事实 </a:t>
            </a:r>
            <a:r>
              <a:rPr sz="863" b="0">
                <a:solidFill>
                  <a:srgbClr val="C6DDFF"/>
                </a:solidFill>
                <a:latin typeface="微软雅黑"/>
                <a:ea typeface="微软雅黑"/>
                <a:cs typeface="微软雅黑"/>
              </a:rPr>
              <a:t>/ </a:t>
            </a:r>
            <a:r>
              <a:rPr sz="863" b="0">
                <a:solidFill>
                  <a:srgbClr val="C6DDFF"/>
                </a:solidFill>
                <a:latin typeface="微软雅黑"/>
                <a:ea typeface="微软雅黑"/>
                <a:cs typeface="微软雅黑"/>
              </a:rPr>
              <a:t>兜底 </a:t>
            </a:r>
            <a:r>
              <a:rPr sz="863" b="0">
                <a:solidFill>
                  <a:srgbClr val="C6DDFF"/>
                </a:solidFill>
                <a:latin typeface="微软雅黑"/>
                <a:ea typeface="微软雅黑"/>
                <a:cs typeface="微软雅黑"/>
              </a:rPr>
              <a:t>/ </a:t>
            </a:r>
            <a:r>
              <a:rPr sz="863" b="0">
                <a:solidFill>
                  <a:srgbClr val="C6DDFF"/>
                </a:solidFill>
                <a:latin typeface="微软雅黑"/>
                <a:ea typeface="微软雅黑"/>
                <a:cs typeface="微软雅黑"/>
              </a:rPr>
              <a:t>脏数据</a:t>
            </a:r>
          </a:p>
        </p:txBody>
      </p:sp>
      <p:sp>
        <p:nvSpPr>
          <p:cNvPr id="39" name="">
            <a:extLst xmlns:a="http://schemas.openxmlformats.org/drawingml/2006/main">
              <a:ext uri="{FF2B5EF4-FFF2-40B4-BE49-F238E27FC236}">
                <a16:creationId xmlns:a16="http://schemas.microsoft.com/office/drawing/2014/main" id="{A4465AAE-D484-4734-B526-0DA636706580}"/>
              </a:ext>
            </a:extLst>
          </p:cNvPr>
          <p:cNvSpPr>
            <a:spLocks xmlns:a="http://schemas.openxmlformats.org/drawingml/2006/main" noGrp="1"/>
          </p:cNvSpPr>
          <p:nvPr/>
        </p:nvSpPr>
        <p:spPr>
          <a:xfrm xmlns:a="http://schemas.openxmlformats.org/drawingml/2006/main">
            <a:off x="7048500" y="3562350"/>
            <a:ext cx="1428750" cy="476250"/>
          </a:xfrm>
          <a:prstGeom xmlns:a="http://schemas.openxmlformats.org/drawingml/2006/main" prst="roundRect">
            <a:avLst>
              <a:gd name="adj" fmla="val 12000"/>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40" name="">
            <a:extLst xmlns:a="http://schemas.openxmlformats.org/drawingml/2006/main">
              <a:ext uri="{FF2B5EF4-FFF2-40B4-BE49-F238E27FC236}">
                <a16:creationId xmlns:a16="http://schemas.microsoft.com/office/drawing/2014/main" id="{4E65B6B3-B0AB-4165-8AA4-B7E0952AECD0}"/>
              </a:ext>
            </a:extLst>
          </p:cNvPr>
          <p:cNvSpPr>
            <a:spLocks xmlns:a="http://schemas.openxmlformats.org/drawingml/2006/main" noGrp="1"/>
          </p:cNvSpPr>
          <p:nvPr/>
        </p:nvSpPr>
        <p:spPr>
          <a:xfrm xmlns:a="http://schemas.openxmlformats.org/drawingml/2006/main">
            <a:off x="7048500" y="3562350"/>
            <a:ext cx="142875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5FE3A1"/>
                </a:solidFill>
                <a:latin typeface="微软雅黑"/>
                <a:ea typeface="微软雅黑"/>
                <a:cs typeface="微软雅黑"/>
              </a:defRPr>
            </a:pPr>
            <a:r>
              <a:rPr sz="1200" b="1">
                <a:solidFill>
                  <a:srgbClr val="5FE3A1"/>
                </a:solidFill>
                <a:latin typeface="微软雅黑"/>
                <a:ea typeface="微软雅黑"/>
                <a:cs typeface="微软雅黑"/>
              </a:rPr>
              <a:t>通过</a:t>
            </a:r>
          </a:p>
        </p:txBody>
      </p:sp>
      <p:sp>
        <p:nvSpPr>
          <p:cNvPr id="41" name="">
            <a:extLst xmlns:a="http://schemas.openxmlformats.org/drawingml/2006/main">
              <a:ext uri="{FF2B5EF4-FFF2-40B4-BE49-F238E27FC236}">
                <a16:creationId xmlns:a16="http://schemas.microsoft.com/office/drawing/2014/main" id="{C44A2B98-DC0C-41A4-A319-4B8372EA5D55}"/>
              </a:ext>
            </a:extLst>
          </p:cNvPr>
          <p:cNvSpPr>
            <a:spLocks xmlns:a="http://schemas.openxmlformats.org/drawingml/2006/main" noGrp="1"/>
          </p:cNvSpPr>
          <p:nvPr/>
        </p:nvSpPr>
        <p:spPr>
          <a:xfrm xmlns:a="http://schemas.openxmlformats.org/drawingml/2006/main">
            <a:off x="285750" y="4362450"/>
            <a:ext cx="11620500" cy="895350"/>
          </a:xfrm>
          <a:prstGeom xmlns:a="http://schemas.openxmlformats.org/drawingml/2006/main" prst="roundRect">
            <a:avLst>
              <a:gd name="adj" fmla="val 9574"/>
            </a:avLst>
          </a:prstGeom>
          <a:gradFill xmlns:a="http://schemas.openxmlformats.org/drawingml/2006/main">
            <a:gsLst>
              <a:gs pos="0">
                <a:srgbClr val="295EA2"/>
              </a:gs>
              <a:gs pos="62000">
                <a:srgbClr val="0E4A96"/>
              </a:gs>
              <a:gs pos="100000">
                <a:srgbClr val="0B3A75"/>
              </a:gs>
            </a:gsLst>
            <a:lin ang="8100000"/>
          </a:gradFill>
          <a:ln xmlns:a="http://schemas.openxmlformats.org/drawingml/2006/main" w="9525">
            <a:solidFill>
              <a:srgbClr val="5FA8E8"/>
            </a:solidFill>
            <a:prstDash val="solid"/>
          </a:ln>
        </p:spPr>
      </p:sp>
      <p:sp>
        <p:nvSpPr>
          <p:cNvPr id="42" name="">
            <a:extLst xmlns:a="http://schemas.openxmlformats.org/drawingml/2006/main">
              <a:ext uri="{FF2B5EF4-FFF2-40B4-BE49-F238E27FC236}">
                <a16:creationId xmlns:a16="http://schemas.microsoft.com/office/drawing/2014/main" id="{5EBE9A23-9B60-4FF6-A560-88EF12B7E776}"/>
              </a:ext>
            </a:extLst>
          </p:cNvPr>
          <p:cNvSpPr>
            <a:spLocks xmlns:a="http://schemas.openxmlformats.org/drawingml/2006/main" noGrp="1"/>
          </p:cNvSpPr>
          <p:nvPr/>
        </p:nvSpPr>
        <p:spPr>
          <a:xfrm xmlns:a="http://schemas.openxmlformats.org/drawingml/2006/main">
            <a:off x="285750" y="4362450"/>
            <a:ext cx="47625" cy="895350"/>
          </a:xfrm>
          <a:prstGeom xmlns:a="http://schemas.openxmlformats.org/drawingml/2006/main" prst="rect">
            <a:avLst/>
          </a:prstGeom>
          <a:solidFill xmlns:a="http://schemas.openxmlformats.org/drawingml/2006/main">
            <a:srgbClr val="B7A6FF"/>
          </a:solidFill>
          <a:ln xmlns:a="http://schemas.openxmlformats.org/drawingml/2006/main">
            <a:noFill/>
          </a:ln>
        </p:spPr>
      </p:sp>
      <p:sp>
        <p:nvSpPr>
          <p:cNvPr id="43" name="">
            <a:extLst xmlns:a="http://schemas.openxmlformats.org/drawingml/2006/main">
              <a:ext uri="{FF2B5EF4-FFF2-40B4-BE49-F238E27FC236}">
                <a16:creationId xmlns:a16="http://schemas.microsoft.com/office/drawing/2014/main" id="{6AE467C9-CF7D-4661-9AC1-EDF0F9D40CF5}"/>
              </a:ext>
            </a:extLst>
          </p:cNvPr>
          <p:cNvSpPr>
            <a:spLocks xmlns:a="http://schemas.openxmlformats.org/drawingml/2006/main" noGrp="1"/>
          </p:cNvSpPr>
          <p:nvPr/>
        </p:nvSpPr>
        <p:spPr>
          <a:xfrm xmlns:a="http://schemas.openxmlformats.org/drawingml/2006/main">
            <a:off x="476250" y="4648200"/>
            <a:ext cx="14287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B7A6FF"/>
                </a:solidFill>
                <a:latin typeface="微软雅黑"/>
                <a:ea typeface="微软雅黑"/>
                <a:cs typeface="微软雅黑"/>
              </a:defRPr>
            </a:pPr>
            <a:r>
              <a:rPr sz="1125" b="1">
                <a:solidFill>
                  <a:srgbClr val="B7A6FF"/>
                </a:solidFill>
                <a:latin typeface="微软雅黑"/>
                <a:ea typeface="微软雅黑"/>
                <a:cs typeface="微软雅黑"/>
              </a:rPr>
              <a:t>第四层 </a:t>
            </a:r>
            <a:r>
              <a:rPr sz="1125" b="1">
                <a:solidFill>
                  <a:srgbClr val="B7A6FF"/>
                </a:solidFill>
                <a:latin typeface="微软雅黑"/>
                <a:ea typeface="微软雅黑"/>
                <a:cs typeface="微软雅黑"/>
              </a:rPr>
              <a:t>· </a:t>
            </a:r>
            <a:r>
              <a:rPr sz="1125" b="1">
                <a:solidFill>
                  <a:srgbClr val="B7A6FF"/>
                </a:solidFill>
                <a:latin typeface="微软雅黑"/>
                <a:ea typeface="微软雅黑"/>
                <a:cs typeface="微软雅黑"/>
              </a:rPr>
              <a:t>鉴权</a:t>
            </a:r>
          </a:p>
        </p:txBody>
      </p:sp>
      <p:sp>
        <p:nvSpPr>
          <p:cNvPr id="44" name="">
            <a:extLst xmlns:a="http://schemas.openxmlformats.org/drawingml/2006/main">
              <a:ext uri="{FF2B5EF4-FFF2-40B4-BE49-F238E27FC236}">
                <a16:creationId xmlns:a16="http://schemas.microsoft.com/office/drawing/2014/main" id="{048571D3-A8BA-4751-B016-06C48FE76665}"/>
              </a:ext>
            </a:extLst>
          </p:cNvPr>
          <p:cNvSpPr>
            <a:spLocks xmlns:a="http://schemas.openxmlformats.org/drawingml/2006/main" noGrp="1"/>
          </p:cNvSpPr>
          <p:nvPr/>
        </p:nvSpPr>
        <p:spPr>
          <a:xfrm xmlns:a="http://schemas.openxmlformats.org/drawingml/2006/main">
            <a:off x="2038350" y="4514850"/>
            <a:ext cx="4762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非管理员调用 </a:t>
            </a:r>
            <a:r>
              <a:rPr sz="938" b="0">
                <a:solidFill>
                  <a:srgbClr val="EEF5FF"/>
                </a:solidFill>
                <a:latin typeface="微软雅黑"/>
                <a:ea typeface="微软雅黑"/>
                <a:cs typeface="微软雅黑"/>
              </a:rPr>
              <a:t>/api/v1/rules/** </a:t>
            </a:r>
            <a:r>
              <a:rPr sz="938" b="0">
                <a:solidFill>
                  <a:srgbClr val="EEF5FF"/>
                </a:solidFill>
                <a:latin typeface="微软雅黑"/>
                <a:ea typeface="微软雅黑"/>
                <a:cs typeface="微软雅黑"/>
              </a:rPr>
              <a:t>必须被拒</a:t>
            </a:r>
          </a:p>
        </p:txBody>
      </p:sp>
      <p:sp>
        <p:nvSpPr>
          <p:cNvPr id="45" name="">
            <a:extLst xmlns:a="http://schemas.openxmlformats.org/drawingml/2006/main">
              <a:ext uri="{FF2B5EF4-FFF2-40B4-BE49-F238E27FC236}">
                <a16:creationId xmlns:a16="http://schemas.microsoft.com/office/drawing/2014/main" id="{57EED2DE-C161-4D74-828C-89260F40B25C}"/>
              </a:ext>
            </a:extLst>
          </p:cNvPr>
          <p:cNvSpPr>
            <a:spLocks xmlns:a="http://schemas.openxmlformats.org/drawingml/2006/main" noGrp="1"/>
          </p:cNvSpPr>
          <p:nvPr/>
        </p:nvSpPr>
        <p:spPr>
          <a:xfrm xmlns:a="http://schemas.openxmlformats.org/drawingml/2006/main">
            <a:off x="2038350" y="4800600"/>
            <a:ext cx="4762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返回 </a:t>
            </a:r>
            <a:r>
              <a:rPr sz="863" b="0">
                <a:solidFill>
                  <a:srgbClr val="C6DDFF"/>
                </a:solidFill>
                <a:latin typeface="微软雅黑"/>
                <a:ea typeface="微软雅黑"/>
                <a:cs typeface="微软雅黑"/>
              </a:rPr>
              <a:t>403 / code=40301</a:t>
            </a:r>
            <a:r>
              <a:rPr sz="863" b="0">
                <a:solidFill>
                  <a:srgbClr val="C6DDFF"/>
                </a:solidFill>
                <a:latin typeface="微软雅黑"/>
                <a:ea typeface="微软雅黑"/>
                <a:cs typeface="微软雅黑"/>
              </a:rPr>
              <a:t>；伪造 </a:t>
            </a:r>
            <a:r>
              <a:rPr sz="863" b="0">
                <a:solidFill>
                  <a:srgbClr val="C6DDFF"/>
                </a:solidFill>
                <a:latin typeface="微软雅黑"/>
                <a:ea typeface="微软雅黑"/>
                <a:cs typeface="微软雅黑"/>
              </a:rPr>
              <a:t>X-User </a:t>
            </a:r>
            <a:r>
              <a:rPr sz="863" b="0">
                <a:solidFill>
                  <a:srgbClr val="C6DDFF"/>
                </a:solidFill>
                <a:latin typeface="微软雅黑"/>
                <a:ea typeface="微软雅黑"/>
                <a:cs typeface="微软雅黑"/>
              </a:rPr>
              <a:t>请求头失效</a:t>
            </a:r>
          </a:p>
        </p:txBody>
      </p:sp>
      <p:sp>
        <p:nvSpPr>
          <p:cNvPr id="46" name="">
            <a:extLst xmlns:a="http://schemas.openxmlformats.org/drawingml/2006/main">
              <a:ext uri="{FF2B5EF4-FFF2-40B4-BE49-F238E27FC236}">
                <a16:creationId xmlns:a16="http://schemas.microsoft.com/office/drawing/2014/main" id="{C961B28B-F955-46E8-8B9F-936F4DC29F60}"/>
              </a:ext>
            </a:extLst>
          </p:cNvPr>
          <p:cNvSpPr>
            <a:spLocks xmlns:a="http://schemas.openxmlformats.org/drawingml/2006/main" noGrp="1"/>
          </p:cNvSpPr>
          <p:nvPr/>
        </p:nvSpPr>
        <p:spPr>
          <a:xfrm xmlns:a="http://schemas.openxmlformats.org/drawingml/2006/main">
            <a:off x="7048500" y="4572000"/>
            <a:ext cx="1428750" cy="476250"/>
          </a:xfrm>
          <a:prstGeom xmlns:a="http://schemas.openxmlformats.org/drawingml/2006/main" prst="roundRect">
            <a:avLst>
              <a:gd name="adj" fmla="val 12000"/>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47" name="">
            <a:extLst xmlns:a="http://schemas.openxmlformats.org/drawingml/2006/main">
              <a:ext uri="{FF2B5EF4-FFF2-40B4-BE49-F238E27FC236}">
                <a16:creationId xmlns:a16="http://schemas.microsoft.com/office/drawing/2014/main" id="{BAA6CCD5-8DCB-4DF0-A4C9-937AD363111A}"/>
              </a:ext>
            </a:extLst>
          </p:cNvPr>
          <p:cNvSpPr>
            <a:spLocks xmlns:a="http://schemas.openxmlformats.org/drawingml/2006/main" noGrp="1"/>
          </p:cNvSpPr>
          <p:nvPr/>
        </p:nvSpPr>
        <p:spPr>
          <a:xfrm xmlns:a="http://schemas.openxmlformats.org/drawingml/2006/main">
            <a:off x="7048500" y="4572000"/>
            <a:ext cx="142875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5FE3A1"/>
                </a:solidFill>
                <a:latin typeface="微软雅黑"/>
                <a:ea typeface="微软雅黑"/>
                <a:cs typeface="微软雅黑"/>
              </a:defRPr>
            </a:pPr>
            <a:r>
              <a:rPr sz="1200" b="1">
                <a:solidFill>
                  <a:srgbClr val="5FE3A1"/>
                </a:solidFill>
                <a:latin typeface="微软雅黑"/>
                <a:ea typeface="微软雅黑"/>
                <a:cs typeface="微软雅黑"/>
              </a:rPr>
              <a:t>通过</a:t>
            </a:r>
          </a:p>
        </p:txBody>
      </p:sp>
      <p:sp>
        <p:nvSpPr>
          <p:cNvPr id="48" name="">
            <a:extLst xmlns:a="http://schemas.openxmlformats.org/drawingml/2006/main">
              <a:ext uri="{FF2B5EF4-FFF2-40B4-BE49-F238E27FC236}">
                <a16:creationId xmlns:a16="http://schemas.microsoft.com/office/drawing/2014/main" id="{004EE7F6-A660-4301-9A3F-D8CC624B71EA}"/>
              </a:ext>
            </a:extLst>
          </p:cNvPr>
          <p:cNvSpPr>
            <a:spLocks xmlns:a="http://schemas.openxmlformats.org/drawingml/2006/main" noGrp="1"/>
          </p:cNvSpPr>
          <p:nvPr/>
        </p:nvSpPr>
        <p:spPr>
          <a:xfrm xmlns:a="http://schemas.openxmlformats.org/drawingml/2006/main">
            <a:off x="285750" y="5372100"/>
            <a:ext cx="11620500" cy="895350"/>
          </a:xfrm>
          <a:prstGeom xmlns:a="http://schemas.openxmlformats.org/drawingml/2006/main" prst="roundRect">
            <a:avLst>
              <a:gd name="adj" fmla="val 9574"/>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49" name="">
            <a:extLst xmlns:a="http://schemas.openxmlformats.org/drawingml/2006/main">
              <a:ext uri="{FF2B5EF4-FFF2-40B4-BE49-F238E27FC236}">
                <a16:creationId xmlns:a16="http://schemas.microsoft.com/office/drawing/2014/main" id="{3161755F-2A88-42F5-88FA-B6ED3B0D5ABB}"/>
              </a:ext>
            </a:extLst>
          </p:cNvPr>
          <p:cNvSpPr>
            <a:spLocks xmlns:a="http://schemas.openxmlformats.org/drawingml/2006/main" noGrp="1"/>
          </p:cNvSpPr>
          <p:nvPr/>
        </p:nvSpPr>
        <p:spPr>
          <a:xfrm xmlns:a="http://schemas.openxmlformats.org/drawingml/2006/main">
            <a:off x="285750" y="5372100"/>
            <a:ext cx="47625" cy="895350"/>
          </a:xfrm>
          <a:prstGeom xmlns:a="http://schemas.openxmlformats.org/drawingml/2006/main" prst="rect">
            <a:avLst/>
          </a:prstGeom>
          <a:solidFill xmlns:a="http://schemas.openxmlformats.org/drawingml/2006/main">
            <a:srgbClr val="5FE3A1"/>
          </a:solidFill>
          <a:ln xmlns:a="http://schemas.openxmlformats.org/drawingml/2006/main">
            <a:noFill/>
          </a:ln>
        </p:spPr>
      </p:sp>
      <p:sp>
        <p:nvSpPr>
          <p:cNvPr id="50" name="">
            <a:extLst xmlns:a="http://schemas.openxmlformats.org/drawingml/2006/main">
              <a:ext uri="{FF2B5EF4-FFF2-40B4-BE49-F238E27FC236}">
                <a16:creationId xmlns:a16="http://schemas.microsoft.com/office/drawing/2014/main" id="{431BC286-B10D-4611-BF95-2533FFACC9A8}"/>
              </a:ext>
            </a:extLst>
          </p:cNvPr>
          <p:cNvSpPr>
            <a:spLocks xmlns:a="http://schemas.openxmlformats.org/drawingml/2006/main" noGrp="1"/>
          </p:cNvSpPr>
          <p:nvPr/>
        </p:nvSpPr>
        <p:spPr>
          <a:xfrm xmlns:a="http://schemas.openxmlformats.org/drawingml/2006/main">
            <a:off x="476250" y="5657850"/>
            <a:ext cx="14287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5FE3A1"/>
                </a:solidFill>
                <a:latin typeface="微软雅黑"/>
                <a:ea typeface="微软雅黑"/>
                <a:cs typeface="微软雅黑"/>
              </a:defRPr>
            </a:pPr>
            <a:r>
              <a:rPr sz="1125" b="1">
                <a:solidFill>
                  <a:srgbClr val="5FE3A1"/>
                </a:solidFill>
                <a:latin typeface="微软雅黑"/>
                <a:ea typeface="微软雅黑"/>
                <a:cs typeface="微软雅黑"/>
              </a:rPr>
              <a:t>第五层 </a:t>
            </a:r>
            <a:r>
              <a:rPr sz="1125" b="1">
                <a:solidFill>
                  <a:srgbClr val="5FE3A1"/>
                </a:solidFill>
                <a:latin typeface="微软雅黑"/>
                <a:ea typeface="微软雅黑"/>
                <a:cs typeface="微软雅黑"/>
              </a:rPr>
              <a:t>· </a:t>
            </a:r>
            <a:r>
              <a:rPr sz="1125" b="1">
                <a:solidFill>
                  <a:srgbClr val="5FE3A1"/>
                </a:solidFill>
                <a:latin typeface="微软雅黑"/>
                <a:ea typeface="微软雅黑"/>
                <a:cs typeface="微软雅黑"/>
              </a:rPr>
              <a:t>业务</a:t>
            </a:r>
          </a:p>
        </p:txBody>
      </p:sp>
      <p:sp>
        <p:nvSpPr>
          <p:cNvPr id="51" name="">
            <a:extLst xmlns:a="http://schemas.openxmlformats.org/drawingml/2006/main">
              <a:ext uri="{FF2B5EF4-FFF2-40B4-BE49-F238E27FC236}">
                <a16:creationId xmlns:a16="http://schemas.microsoft.com/office/drawing/2014/main" id="{16B2AD97-6292-486E-85F8-82C54D1FB0D1}"/>
              </a:ext>
            </a:extLst>
          </p:cNvPr>
          <p:cNvSpPr>
            <a:spLocks xmlns:a="http://schemas.openxmlformats.org/drawingml/2006/main" noGrp="1"/>
          </p:cNvSpPr>
          <p:nvPr/>
        </p:nvSpPr>
        <p:spPr>
          <a:xfrm xmlns:a="http://schemas.openxmlformats.org/drawingml/2006/main">
            <a:off x="2038350" y="5524500"/>
            <a:ext cx="4762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端到端 </a:t>
            </a:r>
            <a:r>
              <a:rPr sz="938" b="0">
                <a:solidFill>
                  <a:srgbClr val="EEF5FF"/>
                </a:solidFill>
                <a:latin typeface="微软雅黑"/>
                <a:ea typeface="微软雅黑"/>
                <a:cs typeface="微软雅黑"/>
              </a:rPr>
              <a:t>analyze → confirm → </a:t>
            </a:r>
            <a:r>
              <a:rPr sz="938" b="0">
                <a:solidFill>
                  <a:srgbClr val="EEF5FF"/>
                </a:solidFill>
                <a:latin typeface="微软雅黑"/>
                <a:ea typeface="微软雅黑"/>
                <a:cs typeface="微软雅黑"/>
              </a:rPr>
              <a:t>留痕</a:t>
            </a:r>
          </a:p>
        </p:txBody>
      </p:sp>
      <p:sp>
        <p:nvSpPr>
          <p:cNvPr id="52" name="">
            <a:extLst xmlns:a="http://schemas.openxmlformats.org/drawingml/2006/main">
              <a:ext uri="{FF2B5EF4-FFF2-40B4-BE49-F238E27FC236}">
                <a16:creationId xmlns:a16="http://schemas.microsoft.com/office/drawing/2014/main" id="{1B85E9F0-04CD-4F16-A573-BFB3C30FB2BD}"/>
              </a:ext>
            </a:extLst>
          </p:cNvPr>
          <p:cNvSpPr>
            <a:spLocks xmlns:a="http://schemas.openxmlformats.org/drawingml/2006/main" noGrp="1"/>
          </p:cNvSpPr>
          <p:nvPr/>
        </p:nvSpPr>
        <p:spPr>
          <a:xfrm xmlns:a="http://schemas.openxmlformats.org/drawingml/2006/main">
            <a:off x="2038350" y="5810250"/>
            <a:ext cx="4762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三表同号（</a:t>
            </a:r>
            <a:r>
              <a:rPr sz="863" b="0">
                <a:solidFill>
                  <a:srgbClr val="C6DDFF"/>
                </a:solidFill>
                <a:latin typeface="微软雅黑"/>
                <a:ea typeface="微软雅黑"/>
                <a:cs typeface="微软雅黑"/>
              </a:rPr>
              <a:t>run_id</a:t>
            </a:r>
            <a:r>
              <a:rPr sz="863" b="0">
                <a:solidFill>
                  <a:srgbClr val="C6DDFF"/>
                </a:solidFill>
                <a:latin typeface="微软雅黑"/>
                <a:ea typeface="微软雅黑"/>
                <a:cs typeface="微软雅黑"/>
              </a:rPr>
              <a:t>），业务数据变更为零</a:t>
            </a:r>
          </a:p>
        </p:txBody>
      </p:sp>
      <p:sp>
        <p:nvSpPr>
          <p:cNvPr id="53" name="">
            <a:extLst xmlns:a="http://schemas.openxmlformats.org/drawingml/2006/main">
              <a:ext uri="{FF2B5EF4-FFF2-40B4-BE49-F238E27FC236}">
                <a16:creationId xmlns:a16="http://schemas.microsoft.com/office/drawing/2014/main" id="{CB127F6C-07C3-4B64-AE79-8CACAB62B777}"/>
              </a:ext>
            </a:extLst>
          </p:cNvPr>
          <p:cNvSpPr>
            <a:spLocks xmlns:a="http://schemas.openxmlformats.org/drawingml/2006/main" noGrp="1"/>
          </p:cNvSpPr>
          <p:nvPr/>
        </p:nvSpPr>
        <p:spPr>
          <a:xfrm xmlns:a="http://schemas.openxmlformats.org/drawingml/2006/main">
            <a:off x="7048500" y="5581650"/>
            <a:ext cx="1428750" cy="476250"/>
          </a:xfrm>
          <a:prstGeom xmlns:a="http://schemas.openxmlformats.org/drawingml/2006/main" prst="roundRect">
            <a:avLst>
              <a:gd name="adj" fmla="val 12000"/>
            </a:avLst>
          </a:prstGeom>
          <a:gradFill xmlns:a="http://schemas.openxmlformats.org/drawingml/2006/main">
            <a:gsLst>
              <a:gs pos="0">
                <a:srgbClr val="255089"/>
              </a:gs>
              <a:gs pos="62000">
                <a:srgbClr val="0A3A7A"/>
              </a:gs>
              <a:gs pos="100000">
                <a:srgbClr val="082D5F"/>
              </a:gs>
            </a:gsLst>
            <a:lin ang="8100000"/>
          </a:gradFill>
          <a:ln xmlns:a="http://schemas.openxmlformats.org/drawingml/2006/main" w="9525">
            <a:solidFill>
              <a:srgbClr val="1763B8"/>
            </a:solidFill>
            <a:prstDash val="solid"/>
          </a:ln>
        </p:spPr>
      </p:sp>
      <p:sp>
        <p:nvSpPr>
          <p:cNvPr id="54" name="">
            <a:extLst xmlns:a="http://schemas.openxmlformats.org/drawingml/2006/main">
              <a:ext uri="{FF2B5EF4-FFF2-40B4-BE49-F238E27FC236}">
                <a16:creationId xmlns:a16="http://schemas.microsoft.com/office/drawing/2014/main" id="{EF3D0ACC-B2F2-45DC-812E-A8381D5FCB93}"/>
              </a:ext>
            </a:extLst>
          </p:cNvPr>
          <p:cNvSpPr>
            <a:spLocks xmlns:a="http://schemas.openxmlformats.org/drawingml/2006/main" noGrp="1"/>
          </p:cNvSpPr>
          <p:nvPr/>
        </p:nvSpPr>
        <p:spPr>
          <a:xfrm xmlns:a="http://schemas.openxmlformats.org/drawingml/2006/main">
            <a:off x="7048500" y="5581650"/>
            <a:ext cx="142875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5FE3A1"/>
                </a:solidFill>
                <a:latin typeface="微软雅黑"/>
                <a:ea typeface="微软雅黑"/>
                <a:cs typeface="微软雅黑"/>
              </a:defRPr>
            </a:pPr>
            <a:r>
              <a:rPr sz="1200" b="1">
                <a:solidFill>
                  <a:srgbClr val="5FE3A1"/>
                </a:solidFill>
                <a:latin typeface="微软雅黑"/>
                <a:ea typeface="微软雅黑"/>
                <a:cs typeface="微软雅黑"/>
              </a:rPr>
              <a:t>通过</a:t>
            </a:r>
          </a:p>
        </p:txBody>
      </p:sp>
      <p:sp>
        <p:nvSpPr>
          <p:cNvPr id="55" name="">
            <a:extLst xmlns:a="http://schemas.openxmlformats.org/drawingml/2006/main">
              <a:ext uri="{FF2B5EF4-FFF2-40B4-BE49-F238E27FC236}">
                <a16:creationId xmlns:a16="http://schemas.microsoft.com/office/drawing/2014/main" id="{DDA5AB15-B634-4225-B395-8E5C56F288A6}"/>
              </a:ext>
            </a:extLst>
          </p:cNvPr>
          <p:cNvSpPr>
            <a:spLocks xmlns:a="http://schemas.openxmlformats.org/drawingml/2006/main" noGrp="1"/>
          </p:cNvSpPr>
          <p:nvPr/>
        </p:nvSpPr>
        <p:spPr>
          <a:xfrm xmlns:a="http://schemas.openxmlformats.org/drawingml/2006/main">
            <a:off x="8667750" y="1333500"/>
            <a:ext cx="3238500" cy="4267200"/>
          </a:xfrm>
          <a:prstGeom xmlns:a="http://schemas.openxmlformats.org/drawingml/2006/main" prst="roundRect">
            <a:avLst>
              <a:gd name="adj" fmla="val 2647"/>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13335">
            <a:solidFill>
              <a:srgbClr val="FFD24A"/>
            </a:solidFill>
            <a:prstDash val="solid"/>
          </a:ln>
        </p:spPr>
      </p:sp>
      <p:sp>
        <p:nvSpPr>
          <p:cNvPr id="56" name="">
            <a:extLst xmlns:a="http://schemas.openxmlformats.org/drawingml/2006/main">
              <a:ext uri="{FF2B5EF4-FFF2-40B4-BE49-F238E27FC236}">
                <a16:creationId xmlns:a16="http://schemas.microsoft.com/office/drawing/2014/main" id="{C0DCBD2E-2A64-4B5B-A045-8AB242E606A4}"/>
              </a:ext>
            </a:extLst>
          </p:cNvPr>
          <p:cNvSpPr>
            <a:spLocks xmlns:a="http://schemas.openxmlformats.org/drawingml/2006/main" noGrp="1"/>
          </p:cNvSpPr>
          <p:nvPr/>
        </p:nvSpPr>
        <p:spPr>
          <a:xfrm xmlns:a="http://schemas.openxmlformats.org/drawingml/2006/main">
            <a:off x="8858250" y="1485900"/>
            <a:ext cx="2857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88" b="1">
                <a:solidFill>
                  <a:srgbClr val="FFD24A"/>
                </a:solidFill>
                <a:latin typeface="微软雅黑"/>
                <a:ea typeface="微软雅黑"/>
                <a:cs typeface="微软雅黑"/>
              </a:defRPr>
            </a:pPr>
            <a:r>
              <a:rPr sz="1088" b="1">
                <a:solidFill>
                  <a:srgbClr val="FFD24A"/>
                </a:solidFill>
                <a:latin typeface="微软雅黑"/>
                <a:ea typeface="微软雅黑"/>
                <a:cs typeface="微软雅黑"/>
              </a:rPr>
              <a:t>规则引擎专项自验（</a:t>
            </a:r>
            <a:r>
              <a:rPr sz="1088" b="1">
                <a:solidFill>
                  <a:srgbClr val="FFD24A"/>
                </a:solidFill>
                <a:latin typeface="微软雅黑"/>
                <a:ea typeface="微软雅黑"/>
                <a:cs typeface="微软雅黑"/>
              </a:rPr>
              <a:t>7 </a:t>
            </a:r>
            <a:r>
              <a:rPr sz="1088" b="1">
                <a:solidFill>
                  <a:srgbClr val="FFD24A"/>
                </a:solidFill>
                <a:latin typeface="微软雅黑"/>
                <a:ea typeface="微软雅黑"/>
                <a:cs typeface="微软雅黑"/>
              </a:rPr>
              <a:t>项）</a:t>
            </a:r>
          </a:p>
        </p:txBody>
      </p:sp>
      <p:sp>
        <p:nvSpPr>
          <p:cNvPr id="57" name="">
            <a:extLst xmlns:a="http://schemas.openxmlformats.org/drawingml/2006/main">
              <a:ext uri="{FF2B5EF4-FFF2-40B4-BE49-F238E27FC236}">
                <a16:creationId xmlns:a16="http://schemas.microsoft.com/office/drawing/2014/main" id="{8D4E7AD1-3A3C-481A-BB8A-D3CFCF9ECC9D}"/>
              </a:ext>
            </a:extLst>
          </p:cNvPr>
          <p:cNvSpPr>
            <a:spLocks xmlns:a="http://schemas.openxmlformats.org/drawingml/2006/main" noGrp="1"/>
          </p:cNvSpPr>
          <p:nvPr/>
        </p:nvSpPr>
        <p:spPr>
          <a:xfrm xmlns:a="http://schemas.openxmlformats.org/drawingml/2006/main">
            <a:off x="8858250" y="1943100"/>
            <a:ext cx="152400" cy="152400"/>
          </a:xfrm>
          <a:prstGeom xmlns:a="http://schemas.openxmlformats.org/drawingml/2006/main" prst="ellipse">
            <a:avLst/>
          </a:prstGeom>
          <a:solidFill xmlns:a="http://schemas.openxmlformats.org/drawingml/2006/main">
            <a:srgbClr val="5FE3A1"/>
          </a:solidFill>
          <a:ln xmlns:a="http://schemas.openxmlformats.org/drawingml/2006/main">
            <a:noFill/>
          </a:ln>
        </p:spPr>
      </p:sp>
      <p:sp>
        <p:nvSpPr>
          <p:cNvPr id="58" name="">
            <a:extLst xmlns:a="http://schemas.openxmlformats.org/drawingml/2006/main">
              <a:ext uri="{FF2B5EF4-FFF2-40B4-BE49-F238E27FC236}">
                <a16:creationId xmlns:a16="http://schemas.microsoft.com/office/drawing/2014/main" id="{94B7E892-18CF-47B2-A21F-8300F68E3A80}"/>
              </a:ext>
            </a:extLst>
          </p:cNvPr>
          <p:cNvSpPr>
            <a:spLocks xmlns:a="http://schemas.openxmlformats.org/drawingml/2006/main" noGrp="1"/>
          </p:cNvSpPr>
          <p:nvPr/>
        </p:nvSpPr>
        <p:spPr>
          <a:xfrm xmlns:a="http://schemas.openxmlformats.org/drawingml/2006/main">
            <a:off x="9086850" y="1828800"/>
            <a:ext cx="26670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启用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停用（</a:t>
            </a:r>
            <a:r>
              <a:rPr sz="863" b="0">
                <a:solidFill>
                  <a:srgbClr val="EEF5FF"/>
                </a:solidFill>
                <a:latin typeface="微软雅黑"/>
                <a:ea typeface="微软雅黑"/>
                <a:cs typeface="微软雅黑"/>
              </a:rPr>
              <a:t>enabled</a:t>
            </a:r>
            <a:r>
              <a:rPr sz="863" b="0">
                <a:solidFill>
                  <a:srgbClr val="EEF5FF"/>
                </a:solidFill>
                <a:latin typeface="微软雅黑"/>
                <a:ea typeface="微软雅黑"/>
                <a:cs typeface="微软雅黑"/>
              </a:rPr>
              <a:t>）</a:t>
            </a:r>
          </a:p>
        </p:txBody>
      </p:sp>
      <p:sp>
        <p:nvSpPr>
          <p:cNvPr id="59" name="">
            <a:extLst xmlns:a="http://schemas.openxmlformats.org/drawingml/2006/main">
              <a:ext uri="{FF2B5EF4-FFF2-40B4-BE49-F238E27FC236}">
                <a16:creationId xmlns:a16="http://schemas.microsoft.com/office/drawing/2014/main" id="{324E8927-D975-46D2-905C-96B6A45722C4}"/>
              </a:ext>
            </a:extLst>
          </p:cNvPr>
          <p:cNvSpPr>
            <a:spLocks xmlns:a="http://schemas.openxmlformats.org/drawingml/2006/main" noGrp="1"/>
          </p:cNvSpPr>
          <p:nvPr/>
        </p:nvSpPr>
        <p:spPr>
          <a:xfrm xmlns:a="http://schemas.openxmlformats.org/drawingml/2006/main">
            <a:off x="8858250" y="2438400"/>
            <a:ext cx="152400" cy="152400"/>
          </a:xfrm>
          <a:prstGeom xmlns:a="http://schemas.openxmlformats.org/drawingml/2006/main" prst="ellipse">
            <a:avLst/>
          </a:prstGeom>
          <a:solidFill xmlns:a="http://schemas.openxmlformats.org/drawingml/2006/main">
            <a:srgbClr val="5FE3A1"/>
          </a:solidFill>
          <a:ln xmlns:a="http://schemas.openxmlformats.org/drawingml/2006/main">
            <a:noFill/>
          </a:ln>
        </p:spPr>
      </p:sp>
      <p:sp>
        <p:nvSpPr>
          <p:cNvPr id="60" name="">
            <a:extLst xmlns:a="http://schemas.openxmlformats.org/drawingml/2006/main">
              <a:ext uri="{FF2B5EF4-FFF2-40B4-BE49-F238E27FC236}">
                <a16:creationId xmlns:a16="http://schemas.microsoft.com/office/drawing/2014/main" id="{89CF6E82-45D8-457F-9BA8-9DA6C230C287}"/>
              </a:ext>
            </a:extLst>
          </p:cNvPr>
          <p:cNvSpPr>
            <a:spLocks xmlns:a="http://schemas.openxmlformats.org/drawingml/2006/main" noGrp="1"/>
          </p:cNvSpPr>
          <p:nvPr/>
        </p:nvSpPr>
        <p:spPr>
          <a:xfrm xmlns:a="http://schemas.openxmlformats.org/drawingml/2006/main">
            <a:off x="9086850" y="2324100"/>
            <a:ext cx="26670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优先级覆盖（同场景 </a:t>
            </a:r>
            <a:r>
              <a:rPr sz="863" b="0">
                <a:solidFill>
                  <a:srgbClr val="EEF5FF"/>
                </a:solidFill>
                <a:latin typeface="微软雅黑"/>
                <a:ea typeface="微软雅黑"/>
                <a:cs typeface="微软雅黑"/>
              </a:rPr>
              <a:t>priority </a:t>
            </a:r>
            <a:r>
              <a:rPr sz="863" b="0">
                <a:solidFill>
                  <a:srgbClr val="EEF5FF"/>
                </a:solidFill>
                <a:latin typeface="微软雅黑"/>
                <a:ea typeface="微软雅黑"/>
                <a:cs typeface="微软雅黑"/>
              </a:rPr>
              <a:t>冲突）</a:t>
            </a:r>
          </a:p>
        </p:txBody>
      </p:sp>
      <p:sp>
        <p:nvSpPr>
          <p:cNvPr id="61" name="">
            <a:extLst xmlns:a="http://schemas.openxmlformats.org/drawingml/2006/main">
              <a:ext uri="{FF2B5EF4-FFF2-40B4-BE49-F238E27FC236}">
                <a16:creationId xmlns:a16="http://schemas.microsoft.com/office/drawing/2014/main" id="{DA28E176-1215-4B67-88A0-286FA01042ED}"/>
              </a:ext>
            </a:extLst>
          </p:cNvPr>
          <p:cNvSpPr>
            <a:spLocks xmlns:a="http://schemas.openxmlformats.org/drawingml/2006/main" noGrp="1"/>
          </p:cNvSpPr>
          <p:nvPr/>
        </p:nvSpPr>
        <p:spPr>
          <a:xfrm xmlns:a="http://schemas.openxmlformats.org/drawingml/2006/main">
            <a:off x="8858250" y="2933700"/>
            <a:ext cx="152400" cy="152400"/>
          </a:xfrm>
          <a:prstGeom xmlns:a="http://schemas.openxmlformats.org/drawingml/2006/main" prst="ellipse">
            <a:avLst/>
          </a:prstGeom>
          <a:solidFill xmlns:a="http://schemas.openxmlformats.org/drawingml/2006/main">
            <a:srgbClr val="5FE3A1"/>
          </a:solidFill>
          <a:ln xmlns:a="http://schemas.openxmlformats.org/drawingml/2006/main">
            <a:noFill/>
          </a:ln>
        </p:spPr>
      </p:sp>
      <p:sp>
        <p:nvSpPr>
          <p:cNvPr id="62" name="">
            <a:extLst xmlns:a="http://schemas.openxmlformats.org/drawingml/2006/main">
              <a:ext uri="{FF2B5EF4-FFF2-40B4-BE49-F238E27FC236}">
                <a16:creationId xmlns:a16="http://schemas.microsoft.com/office/drawing/2014/main" id="{E17CF63B-B7CC-4647-8CC5-A97F35812496}"/>
              </a:ext>
            </a:extLst>
          </p:cNvPr>
          <p:cNvSpPr>
            <a:spLocks xmlns:a="http://schemas.openxmlformats.org/drawingml/2006/main" noGrp="1"/>
          </p:cNvSpPr>
          <p:nvPr/>
        </p:nvSpPr>
        <p:spPr>
          <a:xfrm xmlns:a="http://schemas.openxmlformats.org/drawingml/2006/main">
            <a:off x="9086850" y="2819400"/>
            <a:ext cx="26670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分组（</a:t>
            </a:r>
            <a:r>
              <a:rPr sz="863" b="0">
                <a:solidFill>
                  <a:srgbClr val="EEF5FF"/>
                </a:solidFill>
                <a:latin typeface="微软雅黑"/>
                <a:ea typeface="微软雅黑"/>
                <a:cs typeface="微软雅黑"/>
              </a:rPr>
              <a:t>rule_group + stop_on_match / max_hits</a:t>
            </a:r>
            <a:r>
              <a:rPr sz="863" b="0">
                <a:solidFill>
                  <a:srgbClr val="EEF5FF"/>
                </a:solidFill>
                <a:latin typeface="微软雅黑"/>
                <a:ea typeface="微软雅黑"/>
                <a:cs typeface="微软雅黑"/>
              </a:rPr>
              <a:t>）</a:t>
            </a:r>
          </a:p>
        </p:txBody>
      </p:sp>
      <p:sp>
        <p:nvSpPr>
          <p:cNvPr id="63" name="">
            <a:extLst xmlns:a="http://schemas.openxmlformats.org/drawingml/2006/main">
              <a:ext uri="{FF2B5EF4-FFF2-40B4-BE49-F238E27FC236}">
                <a16:creationId xmlns:a16="http://schemas.microsoft.com/office/drawing/2014/main" id="{5621476E-30EA-4B0F-B4CA-115C6013A105}"/>
              </a:ext>
            </a:extLst>
          </p:cNvPr>
          <p:cNvSpPr>
            <a:spLocks xmlns:a="http://schemas.openxmlformats.org/drawingml/2006/main" noGrp="1"/>
          </p:cNvSpPr>
          <p:nvPr/>
        </p:nvSpPr>
        <p:spPr>
          <a:xfrm xmlns:a="http://schemas.openxmlformats.org/drawingml/2006/main">
            <a:off x="8858250" y="3429000"/>
            <a:ext cx="152400" cy="152400"/>
          </a:xfrm>
          <a:prstGeom xmlns:a="http://schemas.openxmlformats.org/drawingml/2006/main" prst="ellipse">
            <a:avLst/>
          </a:prstGeom>
          <a:solidFill xmlns:a="http://schemas.openxmlformats.org/drawingml/2006/main">
            <a:srgbClr val="5FE3A1"/>
          </a:solidFill>
          <a:ln xmlns:a="http://schemas.openxmlformats.org/drawingml/2006/main">
            <a:noFill/>
          </a:ln>
        </p:spPr>
      </p:sp>
      <p:sp>
        <p:nvSpPr>
          <p:cNvPr id="64" name="">
            <a:extLst xmlns:a="http://schemas.openxmlformats.org/drawingml/2006/main">
              <a:ext uri="{FF2B5EF4-FFF2-40B4-BE49-F238E27FC236}">
                <a16:creationId xmlns:a16="http://schemas.microsoft.com/office/drawing/2014/main" id="{BDB1D15B-DDEF-42E9-B533-93DA795EBF07}"/>
              </a:ext>
            </a:extLst>
          </p:cNvPr>
          <p:cNvSpPr>
            <a:spLocks xmlns:a="http://schemas.openxmlformats.org/drawingml/2006/main" noGrp="1"/>
          </p:cNvSpPr>
          <p:nvPr/>
        </p:nvSpPr>
        <p:spPr>
          <a:xfrm xmlns:a="http://schemas.openxmlformats.org/drawingml/2006/main">
            <a:off x="9086850" y="3314700"/>
            <a:ext cx="26670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*_from </a:t>
            </a:r>
            <a:r>
              <a:rPr sz="863" b="0">
                <a:solidFill>
                  <a:srgbClr val="EEF5FF"/>
                </a:solidFill>
                <a:latin typeface="微软雅黑"/>
                <a:ea typeface="微软雅黑"/>
                <a:cs typeface="微软雅黑"/>
              </a:rPr>
              <a:t>引用事实</a:t>
            </a:r>
          </a:p>
        </p:txBody>
      </p:sp>
      <p:sp>
        <p:nvSpPr>
          <p:cNvPr id="65" name="">
            <a:extLst xmlns:a="http://schemas.openxmlformats.org/drawingml/2006/main">
              <a:ext uri="{FF2B5EF4-FFF2-40B4-BE49-F238E27FC236}">
                <a16:creationId xmlns:a16="http://schemas.microsoft.com/office/drawing/2014/main" id="{3183C7F3-7224-4AB6-AB7B-896091257EC7}"/>
              </a:ext>
            </a:extLst>
          </p:cNvPr>
          <p:cNvSpPr>
            <a:spLocks xmlns:a="http://schemas.openxmlformats.org/drawingml/2006/main" noGrp="1"/>
          </p:cNvSpPr>
          <p:nvPr/>
        </p:nvSpPr>
        <p:spPr>
          <a:xfrm xmlns:a="http://schemas.openxmlformats.org/drawingml/2006/main">
            <a:off x="8858250" y="3924300"/>
            <a:ext cx="152400" cy="152400"/>
          </a:xfrm>
          <a:prstGeom xmlns:a="http://schemas.openxmlformats.org/drawingml/2006/main" prst="ellipse">
            <a:avLst/>
          </a:prstGeom>
          <a:solidFill xmlns:a="http://schemas.openxmlformats.org/drawingml/2006/main">
            <a:srgbClr val="5FE3A1"/>
          </a:solidFill>
          <a:ln xmlns:a="http://schemas.openxmlformats.org/drawingml/2006/main">
            <a:noFill/>
          </a:ln>
        </p:spPr>
      </p:sp>
      <p:sp>
        <p:nvSpPr>
          <p:cNvPr id="66" name="">
            <a:extLst xmlns:a="http://schemas.openxmlformats.org/drawingml/2006/main">
              <a:ext uri="{FF2B5EF4-FFF2-40B4-BE49-F238E27FC236}">
                <a16:creationId xmlns:a16="http://schemas.microsoft.com/office/drawing/2014/main" id="{47A9E142-E72B-4785-A697-B294CA597366}"/>
              </a:ext>
            </a:extLst>
          </p:cNvPr>
          <p:cNvSpPr>
            <a:spLocks xmlns:a="http://schemas.openxmlformats.org/drawingml/2006/main" noGrp="1"/>
          </p:cNvSpPr>
          <p:nvPr/>
        </p:nvSpPr>
        <p:spPr>
          <a:xfrm xmlns:a="http://schemas.openxmlformats.org/drawingml/2006/main">
            <a:off x="9086850" y="3810000"/>
            <a:ext cx="26670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无匹配规则时的兜底输出</a:t>
            </a:r>
          </a:p>
        </p:txBody>
      </p:sp>
      <p:sp>
        <p:nvSpPr>
          <p:cNvPr id="67" name="">
            <a:extLst xmlns:a="http://schemas.openxmlformats.org/drawingml/2006/main">
              <a:ext uri="{FF2B5EF4-FFF2-40B4-BE49-F238E27FC236}">
                <a16:creationId xmlns:a16="http://schemas.microsoft.com/office/drawing/2014/main" id="{D5D2993B-7F27-4EE5-9025-C8E714820EB6}"/>
              </a:ext>
            </a:extLst>
          </p:cNvPr>
          <p:cNvSpPr>
            <a:spLocks xmlns:a="http://schemas.openxmlformats.org/drawingml/2006/main" noGrp="1"/>
          </p:cNvSpPr>
          <p:nvPr/>
        </p:nvSpPr>
        <p:spPr>
          <a:xfrm xmlns:a="http://schemas.openxmlformats.org/drawingml/2006/main">
            <a:off x="8858250" y="4419600"/>
            <a:ext cx="152400" cy="152400"/>
          </a:xfrm>
          <a:prstGeom xmlns:a="http://schemas.openxmlformats.org/drawingml/2006/main" prst="ellipse">
            <a:avLst/>
          </a:prstGeom>
          <a:solidFill xmlns:a="http://schemas.openxmlformats.org/drawingml/2006/main">
            <a:srgbClr val="5FE3A1"/>
          </a:solidFill>
          <a:ln xmlns:a="http://schemas.openxmlformats.org/drawingml/2006/main">
            <a:noFill/>
          </a:ln>
        </p:spPr>
      </p:sp>
      <p:sp>
        <p:nvSpPr>
          <p:cNvPr id="68" name="">
            <a:extLst xmlns:a="http://schemas.openxmlformats.org/drawingml/2006/main">
              <a:ext uri="{FF2B5EF4-FFF2-40B4-BE49-F238E27FC236}">
                <a16:creationId xmlns:a16="http://schemas.microsoft.com/office/drawing/2014/main" id="{8D7BDE02-F041-42E8-BE65-9226CA4366D8}"/>
              </a:ext>
            </a:extLst>
          </p:cNvPr>
          <p:cNvSpPr>
            <a:spLocks xmlns:a="http://schemas.openxmlformats.org/drawingml/2006/main" noGrp="1"/>
          </p:cNvSpPr>
          <p:nvPr/>
        </p:nvSpPr>
        <p:spPr>
          <a:xfrm xmlns:a="http://schemas.openxmlformats.org/drawingml/2006/main">
            <a:off x="9086850" y="4305300"/>
            <a:ext cx="26670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condition_json </a:t>
            </a:r>
            <a:r>
              <a:rPr sz="863" b="0">
                <a:solidFill>
                  <a:srgbClr val="EEF5FF"/>
                </a:solidFill>
                <a:latin typeface="微软雅黑"/>
                <a:ea typeface="微软雅黑"/>
                <a:cs typeface="微软雅黑"/>
              </a:rPr>
              <a:t>字段缺失或类型不对</a:t>
            </a:r>
          </a:p>
        </p:txBody>
      </p:sp>
      <p:sp>
        <p:nvSpPr>
          <p:cNvPr id="69" name="">
            <a:extLst xmlns:a="http://schemas.openxmlformats.org/drawingml/2006/main">
              <a:ext uri="{FF2B5EF4-FFF2-40B4-BE49-F238E27FC236}">
                <a16:creationId xmlns:a16="http://schemas.microsoft.com/office/drawing/2014/main" id="{FF4A0E10-0742-4B08-B70D-C37BA2BFBEE7}"/>
              </a:ext>
            </a:extLst>
          </p:cNvPr>
          <p:cNvSpPr>
            <a:spLocks xmlns:a="http://schemas.openxmlformats.org/drawingml/2006/main" noGrp="1"/>
          </p:cNvSpPr>
          <p:nvPr/>
        </p:nvSpPr>
        <p:spPr>
          <a:xfrm xmlns:a="http://schemas.openxmlformats.org/drawingml/2006/main">
            <a:off x="8858250" y="4914900"/>
            <a:ext cx="152400" cy="152400"/>
          </a:xfrm>
          <a:prstGeom xmlns:a="http://schemas.openxmlformats.org/drawingml/2006/main" prst="ellipse">
            <a:avLst/>
          </a:prstGeom>
          <a:solidFill xmlns:a="http://schemas.openxmlformats.org/drawingml/2006/main">
            <a:srgbClr val="5FE3A1"/>
          </a:solidFill>
          <a:ln xmlns:a="http://schemas.openxmlformats.org/drawingml/2006/main">
            <a:noFill/>
          </a:ln>
        </p:spPr>
      </p:sp>
      <p:sp>
        <p:nvSpPr>
          <p:cNvPr id="70" name="">
            <a:extLst xmlns:a="http://schemas.openxmlformats.org/drawingml/2006/main">
              <a:ext uri="{FF2B5EF4-FFF2-40B4-BE49-F238E27FC236}">
                <a16:creationId xmlns:a16="http://schemas.microsoft.com/office/drawing/2014/main" id="{56044582-783D-4202-AEBE-3300FA5DF0AD}"/>
              </a:ext>
            </a:extLst>
          </p:cNvPr>
          <p:cNvSpPr>
            <a:spLocks xmlns:a="http://schemas.openxmlformats.org/drawingml/2006/main" noGrp="1"/>
          </p:cNvSpPr>
          <p:nvPr/>
        </p:nvSpPr>
        <p:spPr>
          <a:xfrm xmlns:a="http://schemas.openxmlformats.org/drawingml/2006/main">
            <a:off x="9086850" y="4800600"/>
            <a:ext cx="26670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结果是否带命中 </a:t>
            </a:r>
            <a:r>
              <a:rPr sz="863" b="0">
                <a:solidFill>
                  <a:srgbClr val="EEF5FF"/>
                </a:solidFill>
                <a:latin typeface="微软雅黑"/>
                <a:ea typeface="微软雅黑"/>
                <a:cs typeface="微软雅黑"/>
              </a:rPr>
              <a:t>rule_code </a:t>
            </a:r>
            <a:r>
              <a:rPr sz="863" b="0">
                <a:solidFill>
                  <a:srgbClr val="EEF5FF"/>
                </a:solidFill>
                <a:latin typeface="微软雅黑"/>
                <a:ea typeface="微软雅黑"/>
                <a:cs typeface="微软雅黑"/>
              </a:rPr>
              <a:t>与依据</a:t>
            </a:r>
          </a:p>
        </p:txBody>
      </p:sp>
      <p:sp>
        <p:nvSpPr>
          <p:cNvPr id="71" name="">
            <a:extLst xmlns:a="http://schemas.openxmlformats.org/drawingml/2006/main">
              <a:ext uri="{FF2B5EF4-FFF2-40B4-BE49-F238E27FC236}">
                <a16:creationId xmlns:a16="http://schemas.microsoft.com/office/drawing/2014/main" id="{94946AB3-1A7A-481B-8B0D-51CB51566C53}"/>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72" name="">
            <a:extLst xmlns:a="http://schemas.openxmlformats.org/drawingml/2006/main">
              <a:ext uri="{FF2B5EF4-FFF2-40B4-BE49-F238E27FC236}">
                <a16:creationId xmlns:a16="http://schemas.microsoft.com/office/drawing/2014/main" id="{35CB1D6E-5E9E-49EF-B4A6-B1789E83E643}"/>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73" name="">
            <a:extLst xmlns:a="http://schemas.openxmlformats.org/drawingml/2006/main">
              <a:ext uri="{FF2B5EF4-FFF2-40B4-BE49-F238E27FC236}">
                <a16:creationId xmlns:a16="http://schemas.microsoft.com/office/drawing/2014/main" id="{BC42BEE3-746E-4838-B1CC-FDD540AF31B9}"/>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74" name="">
            <a:extLst xmlns:a="http://schemas.openxmlformats.org/drawingml/2006/main">
              <a:ext uri="{FF2B5EF4-FFF2-40B4-BE49-F238E27FC236}">
                <a16:creationId xmlns:a16="http://schemas.microsoft.com/office/drawing/2014/main" id="{F99DCB0B-C5CD-48DB-BE07-4BE6BAE8284B}"/>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75" name="">
            <a:extLst xmlns:a="http://schemas.openxmlformats.org/drawingml/2006/main">
              <a:ext uri="{FF2B5EF4-FFF2-40B4-BE49-F238E27FC236}">
                <a16:creationId xmlns:a16="http://schemas.microsoft.com/office/drawing/2014/main" id="{CF5DE092-AEF1-4BF1-8163-6F6275E42528}"/>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31</a:t>
            </a:r>
          </a:p>
        </p:txBody>
      </p:sp>
    </p:spTree>
    <p:extLst>
      <p:ext uri="{BB962C8B-B14F-4D97-AF65-F5344CB8AC3E}">
        <p14:creationId xmlns:p14="http://schemas.microsoft.com/office/powerpoint/2010/main" val="502005826"/>
      </p:ext>
    </p:extLst>
  </p:cSld>
</p:sld>
</file>

<file path=ppt/slides/slide32.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30958803d00a44ad"/>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2A789F2-9834-43C4-B2C1-36D0E933E95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D4CBE68B-8891-4B39-9215-18E549417B31}"/>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1816BE37-DE1E-430D-9A80-9F1EA5D01AD5}"/>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A6CB7D3D-0688-426C-83A3-5969F6866FE7}"/>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64991C09-35D5-49D2-9D7D-F312F178FE9F}"/>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E41CF3F6-C1AE-43CD-AD0E-6C600F2EE2D2}"/>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5B96563D-1CC9-486D-844B-7DF13B480196}"/>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48783D22-8E9B-451B-9595-8D66716D6DE3}"/>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21A0C36C-C7B1-40D1-A765-C53888AC30A4}"/>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B7A6FF">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9B02D769-EE85-41B1-A61C-3ACBB0E9691A}"/>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B7A6FF">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FF506733-DC7B-4197-8E52-20F23BE9C41A}"/>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6ED097EE-F2F6-4CCB-9026-F0DF11BEBB02}"/>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B7A6FF"/>
                </a:solidFill>
                <a:latin typeface="微软雅黑"/>
                <a:ea typeface="微软雅黑"/>
                <a:cs typeface="微软雅黑"/>
              </a:defRPr>
            </a:pPr>
            <a:r>
              <a:rPr sz="863" b="1" spc="1">
                <a:solidFill>
                  <a:srgbClr val="B7A6FF"/>
                </a:solidFill>
                <a:latin typeface="微软雅黑"/>
                <a:ea typeface="微软雅黑"/>
                <a:cs typeface="微软雅黑"/>
              </a:rPr>
              <a:t>05　</a:t>
            </a:r>
            <a:r>
              <a:rPr sz="863" b="1" spc="1">
                <a:solidFill>
                  <a:srgbClr val="B7A6FF"/>
                </a:solidFill>
                <a:latin typeface="微软雅黑"/>
                <a:ea typeface="微软雅黑"/>
                <a:cs typeface="微软雅黑"/>
              </a:rPr>
              <a:t>测试验证</a:t>
            </a:r>
          </a:p>
        </p:txBody>
      </p:sp>
      <p:sp>
        <p:nvSpPr>
          <p:cNvPr id="14" name="">
            <a:extLst xmlns:a="http://schemas.openxmlformats.org/drawingml/2006/main">
              <a:ext uri="{FF2B5EF4-FFF2-40B4-BE49-F238E27FC236}">
                <a16:creationId xmlns:a16="http://schemas.microsoft.com/office/drawing/2014/main" id="{7F286963-9424-43C2-A170-54F5E2FE374C}"/>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纵向对比：引入系统前 </a:t>
            </a:r>
            <a:r>
              <a:rPr sz="1800" b="1" spc="1">
                <a:solidFill>
                  <a:srgbClr val="FFFFFF"/>
                </a:solidFill>
                <a:latin typeface="微软雅黑"/>
                <a:ea typeface="微软雅黑"/>
                <a:cs typeface="微软雅黑"/>
              </a:rPr>
              <a:t>/ </a:t>
            </a:r>
            <a:r>
              <a:rPr sz="1800" b="1" spc="1">
                <a:solidFill>
                  <a:srgbClr val="FFFFFF"/>
                </a:solidFill>
                <a:latin typeface="微软雅黑"/>
                <a:ea typeface="微软雅黑"/>
                <a:cs typeface="微软雅黑"/>
              </a:rPr>
              <a:t>后</a:t>
            </a:r>
          </a:p>
        </p:txBody>
      </p:sp>
      <p:sp>
        <p:nvSpPr>
          <p:cNvPr id="15" name="">
            <a:extLst xmlns:a="http://schemas.openxmlformats.org/drawingml/2006/main">
              <a:ext uri="{FF2B5EF4-FFF2-40B4-BE49-F238E27FC236}">
                <a16:creationId xmlns:a16="http://schemas.microsoft.com/office/drawing/2014/main" id="{BDB38537-2147-4409-A37C-8B0B8F789872}"/>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6198FD0B-A791-4B03-AE5E-51C78E3CF9E3}"/>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08637616-3ADF-4904-8176-C9AB29C28B60}"/>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2F911005-81BC-49B9-9990-7FFF7563C358}"/>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959AEACC-0222-4315-B776-E38A295E1652}"/>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凡是能实测的都给了实测值；凡是测算的都标注了口径</a:t>
            </a:r>
            <a:r>
              <a:rPr sz="1238">
                <a:solidFill>
                  <a:srgbClr val="FFFFFF"/>
                </a:solidFill>
                <a:latin typeface="微软雅黑"/>
                <a:ea typeface="微软雅黑"/>
                <a:cs typeface="微软雅黑"/>
              </a:rPr>
              <a:t>——</a:t>
            </a:r>
            <a:r>
              <a:rPr sz="1238">
                <a:solidFill>
                  <a:srgbClr val="FFFFFF"/>
                </a:solidFill>
                <a:latin typeface="微软雅黑"/>
                <a:ea typeface="微软雅黑"/>
                <a:cs typeface="微软雅黑"/>
              </a:rPr>
              <a:t>不把测算值写成试点值。</a:t>
            </a:r>
          </a:p>
        </p:txBody>
      </p:sp>
      <p:graphicFrame>
        <p:nvGraphicFramePr>
          <p:cNvPr id="47" name=""/>
          <p:cNvGraphicFramePr/>
          <p:nvPr/>
        </p:nvGraphicFramePr>
        <p:xfrm>
          <a:off xmlns:a="http://schemas.openxmlformats.org/drawingml/2006/main" x="285750" y="1333500"/>
          <a:ext xmlns:a="http://schemas.openxmlformats.org/drawingml/2006/main" cx="11620500" cy="4076700"/>
        </p:xfrm>
        <a:graphic xmlns:a="http://schemas.openxmlformats.org/drawingml/2006/main">
          <a:graphicData uri="http://schemas.openxmlformats.org/drawingml/2006/table">
            <a:tbl>
              <a:tblPr/>
              <a:tblGrid>
                <a:gridCol w="2556510"/>
                <a:gridCol w="2905125"/>
                <a:gridCol w="3950970"/>
                <a:gridCol w="2207895"/>
              </a:tblGrid>
              <a:tr h="361950">
                <a:tc>
                  <a:txBody>
                    <a:bodyPr/>
                    <a:lstStyle/>
                    <a:p>
                      <a:r>
                        <a:rPr sz="1013" b="1">
                          <a:solidFill>
                            <a:srgbClr val="FFFFFF"/>
                          </a:solidFill>
                          <a:latin typeface="微软雅黑"/>
                          <a:ea typeface="微软雅黑"/>
                          <a:cs typeface="微软雅黑"/>
                        </a:rPr>
                        <a:t>对比指标</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1A6AC0"/>
                    </a:solidFill>
                  </a:tcPr>
                </a:tc>
                <a:tc>
                  <a:txBody>
                    <a:bodyPr/>
                    <a:lstStyle/>
                    <a:p>
                      <a:r>
                        <a:rPr sz="1013" b="1">
                          <a:solidFill>
                            <a:srgbClr val="FFFFFF"/>
                          </a:solidFill>
                          <a:latin typeface="微软雅黑"/>
                          <a:ea typeface="微软雅黑"/>
                          <a:cs typeface="微软雅黑"/>
                        </a:rPr>
                        <a:t>引入前（现状）</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1A6AC0"/>
                    </a:solidFill>
                  </a:tcPr>
                </a:tc>
                <a:tc>
                  <a:txBody>
                    <a:bodyPr/>
                    <a:lstStyle/>
                    <a:p>
                      <a:r>
                        <a:rPr sz="1013" b="1">
                          <a:solidFill>
                            <a:srgbClr val="FFFFFF"/>
                          </a:solidFill>
                          <a:latin typeface="微软雅黑"/>
                          <a:ea typeface="微软雅黑"/>
                          <a:cs typeface="微软雅黑"/>
                        </a:rPr>
                        <a:t>引入后（实测 / 测算）</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1A6AC0"/>
                    </a:solidFill>
                  </a:tcPr>
                </a:tc>
                <a:tc>
                  <a:txBody>
                    <a:bodyPr/>
                    <a:lstStyle/>
                    <a:p>
                      <a:r>
                        <a:rPr sz="1013" b="1">
                          <a:solidFill>
                            <a:srgbClr val="FFFFFF"/>
                          </a:solidFill>
                          <a:latin typeface="微软雅黑"/>
                          <a:ea typeface="微软雅黑"/>
                          <a:cs typeface="微软雅黑"/>
                        </a:rPr>
                        <a:t>数据口径</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1A6AC0"/>
                    </a:solidFill>
                  </a:tcPr>
                </a:tc>
              </a:tr>
              <a:tr h="514350">
                <a:tc>
                  <a:txBody>
                    <a:bodyPr/>
                    <a:lstStyle/>
                    <a:p>
                      <a:r>
                        <a:rPr>
                          <a:solidFill>
                            <a:srgbClr val="4FD8FF"/>
                          </a:solidFill>
                          <a:latin typeface="微软雅黑"/>
                          <a:ea typeface="微软雅黑"/>
                          <a:cs typeface="微软雅黑"/>
                        </a:rPr>
                        <a:t>同一报告结论一致性</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a:solidFill>
                            <a:srgbClr val="C6DDFF"/>
                          </a:solidFill>
                          <a:latin typeface="微软雅黑"/>
                          <a:ea typeface="微软雅黑"/>
                          <a:cs typeface="微软雅黑"/>
                        </a:rPr>
                        <a:t>不同人判读得出不同结论</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b="1">
                          <a:solidFill>
                            <a:srgbClr val="FFFFFF"/>
                          </a:solidFill>
                          <a:latin typeface="微软雅黑"/>
                          <a:ea typeface="微软雅黑"/>
                          <a:cs typeface="微软雅黑"/>
                        </a:rPr>
                        <a:t>同输入连续执行 200 次，rule_refs 100% 一致</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C4489"/>
                    </a:solidFill>
                  </a:tcPr>
                </a:tc>
                <a:tc>
                  <a:txBody>
                    <a:bodyPr/>
                    <a:lstStyle/>
                    <a:p>
                      <a:r>
                        <a:rPr>
                          <a:solidFill>
                            <a:srgbClr val="FFD24A"/>
                          </a:solidFill>
                          <a:latin typeface="微软雅黑"/>
                          <a:ea typeface="微软雅黑"/>
                          <a:cs typeface="微软雅黑"/>
                        </a:rPr>
                        <a:t>实测 · 引擎自验</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r>
              <a:tr h="514350">
                <a:tc>
                  <a:txBody>
                    <a:bodyPr/>
                    <a:lstStyle/>
                    <a:p>
                      <a:r>
                        <a:rPr>
                          <a:solidFill>
                            <a:srgbClr val="4FD8FF"/>
                          </a:solidFill>
                          <a:latin typeface="微软雅黑"/>
                          <a:ea typeface="微软雅黑"/>
                          <a:cs typeface="微软雅黑"/>
                        </a:rPr>
                        <a:t>归因依据可追溯</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a:solidFill>
                            <a:srgbClr val="C6DDFF"/>
                          </a:solidFill>
                          <a:latin typeface="微软雅黑"/>
                          <a:ea typeface="微软雅黑"/>
                          <a:cs typeface="微软雅黑"/>
                        </a:rPr>
                        <a:t>纸质报告，无法回表核对</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b="1">
                          <a:solidFill>
                            <a:srgbClr val="FFFFFF"/>
                          </a:solidFill>
                          <a:latin typeface="微软雅黑"/>
                          <a:ea typeface="微软雅黑"/>
                          <a:cs typeface="微软雅黑"/>
                        </a:rPr>
                        <a:t>每条结论带 rule_code、命中条件与依据事实</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C4489"/>
                    </a:solidFill>
                  </a:tcPr>
                </a:tc>
                <a:tc>
                  <a:txBody>
                    <a:bodyPr/>
                    <a:lstStyle/>
                    <a:p>
                      <a:r>
                        <a:rPr>
                          <a:solidFill>
                            <a:srgbClr val="FFD24A"/>
                          </a:solidFill>
                          <a:latin typeface="微软雅黑"/>
                          <a:ea typeface="微软雅黑"/>
                          <a:cs typeface="微软雅黑"/>
                        </a:rPr>
                        <a:t>实测 · 归因输出</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r>
              <a:tr h="514350">
                <a:tc>
                  <a:txBody>
                    <a:bodyPr/>
                    <a:lstStyle/>
                    <a:p>
                      <a:r>
                        <a:rPr>
                          <a:solidFill>
                            <a:srgbClr val="4FD8FF"/>
                          </a:solidFill>
                          <a:latin typeface="微软雅黑"/>
                          <a:ea typeface="微软雅黑"/>
                          <a:cs typeface="微软雅黑"/>
                        </a:rPr>
                        <a:t>规则回归覆盖</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a:solidFill>
                            <a:srgbClr val="C6DDFF"/>
                          </a:solidFill>
                          <a:latin typeface="微软雅黑"/>
                          <a:ea typeface="微软雅黑"/>
                          <a:cs typeface="微软雅黑"/>
                        </a:rPr>
                        <a:t>无回归用例</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b="1">
                          <a:solidFill>
                            <a:srgbClr val="FFFFFF"/>
                          </a:solidFill>
                          <a:latin typeface="微软雅黑"/>
                          <a:ea typeface="微软雅黑"/>
                          <a:cs typeface="微软雅黑"/>
                        </a:rPr>
                        <a:t>11 项规则测试场景全部通过</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C4489"/>
                    </a:solidFill>
                  </a:tcPr>
                </a:tc>
                <a:tc>
                  <a:txBody>
                    <a:bodyPr/>
                    <a:lstStyle/>
                    <a:p>
                      <a:r>
                        <a:rPr>
                          <a:solidFill>
                            <a:srgbClr val="FFD24A"/>
                          </a:solidFill>
                          <a:latin typeface="微软雅黑"/>
                          <a:ea typeface="微软雅黑"/>
                          <a:cs typeface="微软雅黑"/>
                        </a:rPr>
                        <a:t>实测 · 引擎测试</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r>
              <a:tr h="514350">
                <a:tc>
                  <a:txBody>
                    <a:bodyPr/>
                    <a:lstStyle/>
                    <a:p>
                      <a:r>
                        <a:rPr>
                          <a:solidFill>
                            <a:srgbClr val="4FD8FF"/>
                          </a:solidFill>
                          <a:latin typeface="微软雅黑"/>
                          <a:ea typeface="微软雅黑"/>
                          <a:cs typeface="微软雅黑"/>
                        </a:rPr>
                        <a:t>组卷针对性</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a:solidFill>
                            <a:srgbClr val="C6DDFF"/>
                          </a:solidFill>
                          <a:latin typeface="微软雅黑"/>
                          <a:ea typeface="微软雅黑"/>
                          <a:cs typeface="微软雅黑"/>
                        </a:rPr>
                        <a:t>全员同一套固定试卷</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b="1">
                          <a:solidFill>
                            <a:srgbClr val="FFFFFF"/>
                          </a:solidFill>
                          <a:latin typeface="微软雅黑"/>
                          <a:ea typeface="微软雅黑"/>
                          <a:cs typeface="微软雅黑"/>
                        </a:rPr>
                        <a:t>按 effort = 缺口权重 × max(0.2, 1.6 − 正确率) 分配题量</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C4489"/>
                    </a:solidFill>
                  </a:tcPr>
                </a:tc>
                <a:tc>
                  <a:txBody>
                    <a:bodyPr/>
                    <a:lstStyle/>
                    <a:p>
                      <a:r>
                        <a:rPr>
                          <a:solidFill>
                            <a:srgbClr val="FFD24A"/>
                          </a:solidFill>
                          <a:latin typeface="微软雅黑"/>
                          <a:ea typeface="微软雅黑"/>
                          <a:cs typeface="微软雅黑"/>
                        </a:rPr>
                        <a:t>算法口径 · 演示数据</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r>
              <a:tr h="514350">
                <a:tc>
                  <a:txBody>
                    <a:bodyPr/>
                    <a:lstStyle/>
                    <a:p>
                      <a:r>
                        <a:rPr>
                          <a:solidFill>
                            <a:srgbClr val="4FD8FF"/>
                          </a:solidFill>
                          <a:latin typeface="微软雅黑"/>
                          <a:ea typeface="微软雅黑"/>
                          <a:cs typeface="微软雅黑"/>
                        </a:rPr>
                        <a:t>越权与伪造身份</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a:solidFill>
                            <a:srgbClr val="C6DDFF"/>
                          </a:solidFill>
                          <a:latin typeface="微软雅黑"/>
                          <a:ea typeface="微软雅黑"/>
                          <a:cs typeface="微软雅黑"/>
                        </a:rPr>
                        <a:t>请求头可伪造身份</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b="1">
                          <a:solidFill>
                            <a:srgbClr val="FFFFFF"/>
                          </a:solidFill>
                          <a:latin typeface="微软雅黑"/>
                          <a:ea typeface="微软雅黑"/>
                          <a:cs typeface="微软雅黑"/>
                        </a:rPr>
                        <a:t>令牌制校验；越权返回 403 / code=40301</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C4489"/>
                    </a:solidFill>
                  </a:tcPr>
                </a:tc>
                <a:tc>
                  <a:txBody>
                    <a:bodyPr/>
                    <a:lstStyle/>
                    <a:p>
                      <a:r>
                        <a:rPr>
                          <a:solidFill>
                            <a:srgbClr val="FFD24A"/>
                          </a:solidFill>
                          <a:latin typeface="微软雅黑"/>
                          <a:ea typeface="微软雅黑"/>
                          <a:cs typeface="微软雅黑"/>
                        </a:rPr>
                        <a:t>实测 · 鉴权自验</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r>
              <a:tr h="514350">
                <a:tc>
                  <a:txBody>
                    <a:bodyPr/>
                    <a:lstStyle/>
                    <a:p>
                      <a:r>
                        <a:rPr>
                          <a:solidFill>
                            <a:srgbClr val="4FD8FF"/>
                          </a:solidFill>
                          <a:latin typeface="微软雅黑"/>
                          <a:ea typeface="微软雅黑"/>
                          <a:cs typeface="微软雅黑"/>
                        </a:rPr>
                        <a:t>合规举证</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a:solidFill>
                            <a:srgbClr val="C6DDFF"/>
                          </a:solidFill>
                          <a:latin typeface="微软雅黑"/>
                          <a:ea typeface="微软雅黑"/>
                          <a:cs typeface="微软雅黑"/>
                        </a:rPr>
                        <a:t>迎检临时补材料</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b="1">
                          <a:solidFill>
                            <a:srgbClr val="FFFFFF"/>
                          </a:solidFill>
                          <a:latin typeface="微软雅黑"/>
                          <a:ea typeface="微软雅黑"/>
                          <a:cs typeface="微软雅黑"/>
                        </a:rPr>
                        <a:t>台账与留痕可一键导出，三表同号可下钻</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C4489"/>
                    </a:solidFill>
                  </a:tcPr>
                </a:tc>
                <a:tc>
                  <a:txBody>
                    <a:bodyPr/>
                    <a:lstStyle/>
                    <a:p>
                      <a:r>
                        <a:rPr>
                          <a:solidFill>
                            <a:srgbClr val="FFD24A"/>
                          </a:solidFill>
                          <a:latin typeface="微软雅黑"/>
                          <a:ea typeface="微软雅黑"/>
                          <a:cs typeface="微软雅黑"/>
                        </a:rPr>
                        <a:t>实测 · 功能验收</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r>
              <a:tr h="514350">
                <a:tc>
                  <a:txBody>
                    <a:bodyPr/>
                    <a:lstStyle/>
                    <a:p>
                      <a:r>
                        <a:rPr>
                          <a:solidFill>
                            <a:srgbClr val="4FD8FF"/>
                          </a:solidFill>
                          <a:latin typeface="微软雅黑"/>
                          <a:ea typeface="微软雅黑"/>
                          <a:cs typeface="微软雅黑"/>
                        </a:rPr>
                        <a:t>业务数据安全</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a:solidFill>
                            <a:srgbClr val="C6DDFF"/>
                          </a:solidFill>
                          <a:latin typeface="微软雅黑"/>
                          <a:ea typeface="微软雅黑"/>
                          <a:cs typeface="微软雅黑"/>
                        </a:rPr>
                        <a:t>建议与执行混在一起</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b="1">
                          <a:solidFill>
                            <a:srgbClr val="FFFFFF"/>
                          </a:solidFill>
                          <a:latin typeface="微软雅黑"/>
                          <a:ea typeface="微软雅黑"/>
                          <a:cs typeface="微软雅黑"/>
                        </a:rPr>
                        <a:t>确认接口只改建议状态，业务数据变更为零</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C4489"/>
                    </a:solidFill>
                  </a:tcPr>
                </a:tc>
                <a:tc>
                  <a:txBody>
                    <a:bodyPr/>
                    <a:lstStyle/>
                    <a:p>
                      <a:r>
                        <a:rPr>
                          <a:solidFill>
                            <a:srgbClr val="FFD24A"/>
                          </a:solidFill>
                          <a:latin typeface="微软雅黑"/>
                          <a:ea typeface="微软雅黑"/>
                          <a:cs typeface="微软雅黑"/>
                        </a:rPr>
                        <a:t>实测 · 端到端验收</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r>
            </a:tbl>
          </a:graphicData>
        </a:graphic>
      </p:graphicFrame>
      <p:sp>
        <p:nvSpPr>
          <p:cNvPr id="21" name="">
            <a:extLst xmlns:a="http://schemas.openxmlformats.org/drawingml/2006/main">
              <a:ext uri="{FF2B5EF4-FFF2-40B4-BE49-F238E27FC236}">
                <a16:creationId xmlns:a16="http://schemas.microsoft.com/office/drawing/2014/main" id="{FBFBCC46-8994-40F5-B291-6CF1A280D605}"/>
              </a:ext>
            </a:extLst>
          </p:cNvPr>
          <p:cNvSpPr>
            <a:spLocks xmlns:a="http://schemas.openxmlformats.org/drawingml/2006/main" noGrp="1"/>
          </p:cNvSpPr>
          <p:nvPr/>
        </p:nvSpPr>
        <p:spPr>
          <a:xfrm xmlns:a="http://schemas.openxmlformats.org/drawingml/2006/main">
            <a:off x="285750" y="6172200"/>
            <a:ext cx="28575" cy="190500"/>
          </a:xfrm>
          <a:prstGeom xmlns:a="http://schemas.openxmlformats.org/drawingml/2006/main" prst="rect">
            <a:avLst/>
          </a:prstGeom>
          <a:solidFill xmlns:a="http://schemas.openxmlformats.org/drawingml/2006/main">
            <a:srgbClr val="FF7A6B"/>
          </a:soli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C8EE7B2F-8924-4428-B61D-8E9ECC9835A4}"/>
              </a:ext>
            </a:extLst>
          </p:cNvPr>
          <p:cNvSpPr>
            <a:spLocks xmlns:a="http://schemas.openxmlformats.org/drawingml/2006/main" noGrp="1"/>
          </p:cNvSpPr>
          <p:nvPr/>
        </p:nvSpPr>
        <p:spPr>
          <a:xfrm xmlns:a="http://schemas.openxmlformats.org/drawingml/2006/main">
            <a:off x="400050" y="6134100"/>
            <a:ext cx="114300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lnSpc>
                <a:spcPct val="130000"/>
              </a:lnSpc>
              <a:buNone/>
              <a:defRPr sz="825">
                <a:solidFill>
                  <a:srgbClr val="EEF5FF"/>
                </a:solidFill>
                <a:latin typeface="微软雅黑"/>
                <a:ea typeface="微软雅黑"/>
                <a:cs typeface="微软雅黑"/>
              </a:defRPr>
            </a:pPr>
            <a:r>
              <a:rPr sz="825" b="1">
                <a:solidFill>
                  <a:srgbClr val="EEF5FF"/>
                </a:solidFill>
                <a:latin typeface="微软雅黑"/>
                <a:ea typeface="微软雅黑"/>
                <a:cs typeface="微软雅黑"/>
              </a:rPr>
              <a:t>口径声明　</a:t>
            </a:r>
            <a:r>
              <a:rPr sz="825">
                <a:solidFill>
                  <a:srgbClr val="EEF5FF"/>
                </a:solidFill>
                <a:latin typeface="微软雅黑"/>
                <a:ea typeface="微软雅黑"/>
                <a:cs typeface="微软雅黑"/>
              </a:rPr>
              <a:t>本项目暂无可用试用单位、试用周期与用户反馈，故不虚构「已试点」；表中「实测」项均可当场复现，「算法口径」项为演示数据集下的算法输出，企业实测值暂不列入正式成果。</a:t>
            </a:r>
          </a:p>
        </p:txBody>
      </p:sp>
      <p:sp>
        <p:nvSpPr>
          <p:cNvPr id="23" name="">
            <a:extLst xmlns:a="http://schemas.openxmlformats.org/drawingml/2006/main">
              <a:ext uri="{FF2B5EF4-FFF2-40B4-BE49-F238E27FC236}">
                <a16:creationId xmlns:a16="http://schemas.microsoft.com/office/drawing/2014/main" id="{AE4FA1A2-165D-42CA-8385-29E26FF99C2C}"/>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24" name="">
            <a:extLst xmlns:a="http://schemas.openxmlformats.org/drawingml/2006/main">
              <a:ext uri="{FF2B5EF4-FFF2-40B4-BE49-F238E27FC236}">
                <a16:creationId xmlns:a16="http://schemas.microsoft.com/office/drawing/2014/main" id="{F665B153-F844-4991-B707-9789B3F07AEF}"/>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25" name="">
            <a:extLst xmlns:a="http://schemas.openxmlformats.org/drawingml/2006/main">
              <a:ext uri="{FF2B5EF4-FFF2-40B4-BE49-F238E27FC236}">
                <a16:creationId xmlns:a16="http://schemas.microsoft.com/office/drawing/2014/main" id="{827A8572-198C-41ED-A513-265E4A0DA934}"/>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26" name="">
            <a:extLst xmlns:a="http://schemas.openxmlformats.org/drawingml/2006/main">
              <a:ext uri="{FF2B5EF4-FFF2-40B4-BE49-F238E27FC236}">
                <a16:creationId xmlns:a16="http://schemas.microsoft.com/office/drawing/2014/main" id="{14DA4D31-46BA-4CF1-A6EC-401F598E0310}"/>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27" name="">
            <a:extLst xmlns:a="http://schemas.openxmlformats.org/drawingml/2006/main">
              <a:ext uri="{FF2B5EF4-FFF2-40B4-BE49-F238E27FC236}">
                <a16:creationId xmlns:a16="http://schemas.microsoft.com/office/drawing/2014/main" id="{15F77525-B78A-4E10-9AAB-B45780ECF728}"/>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32</a:t>
            </a:r>
          </a:p>
        </p:txBody>
      </p:sp>
    </p:spTree>
    <p:extLst>
      <p:ext uri="{BB962C8B-B14F-4D97-AF65-F5344CB8AC3E}">
        <p14:creationId xmlns:p14="http://schemas.microsoft.com/office/powerpoint/2010/main" val="1780974475"/>
      </p:ext>
    </p:extLst>
  </p:cSld>
</p:sld>
</file>

<file path=ppt/slides/slide33.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9f2d5bc9cd5947bd"/>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C30C0AD-2DE3-4FD7-B43C-0CCB1336B81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AEE69A58-13CF-4772-AF8C-5B8FAEA5C3B0}"/>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C08AE0D4-882E-4082-8CE0-C84F7DAE93D6}"/>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C755E509-D01F-4C5C-BB0E-3BB017D090C7}"/>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0959A555-2286-4214-9E3E-80C08E31B6CE}"/>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866EF67B-0E49-4E62-8BD6-A4CA5D4CC962}"/>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438868DC-1D9B-4917-898E-91C0807EEA1F}"/>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EB757AB3-5D2A-4B34-B34A-44033A5F1165}"/>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19E3CD4B-38E1-4031-8356-FFCB1DBAFB96}"/>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B7A6FF">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0A56BA8B-36EA-49BC-95A8-613EB6B4CAB3}"/>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B7A6FF">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9387EED9-4AA1-4D34-B2BA-0BD7704107A4}"/>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64F56866-3766-4B28-9C7F-D361FF65D914}"/>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B7A6FF"/>
                </a:solidFill>
                <a:latin typeface="微软雅黑"/>
                <a:ea typeface="微软雅黑"/>
                <a:cs typeface="微软雅黑"/>
              </a:defRPr>
            </a:pPr>
            <a:r>
              <a:rPr sz="863" b="1" spc="1">
                <a:solidFill>
                  <a:srgbClr val="B7A6FF"/>
                </a:solidFill>
                <a:latin typeface="微软雅黑"/>
                <a:ea typeface="微软雅黑"/>
                <a:cs typeface="微软雅黑"/>
              </a:rPr>
              <a:t>05　</a:t>
            </a:r>
            <a:r>
              <a:rPr sz="863" b="1" spc="1">
                <a:solidFill>
                  <a:srgbClr val="B7A6FF"/>
                </a:solidFill>
                <a:latin typeface="微软雅黑"/>
                <a:ea typeface="微软雅黑"/>
                <a:cs typeface="微软雅黑"/>
              </a:rPr>
              <a:t>测试验证</a:t>
            </a:r>
          </a:p>
        </p:txBody>
      </p:sp>
      <p:sp>
        <p:nvSpPr>
          <p:cNvPr id="14" name="">
            <a:extLst xmlns:a="http://schemas.openxmlformats.org/drawingml/2006/main">
              <a:ext uri="{FF2B5EF4-FFF2-40B4-BE49-F238E27FC236}">
                <a16:creationId xmlns:a16="http://schemas.microsoft.com/office/drawing/2014/main" id="{6A5DE12A-438A-49EB-A87B-80C32618F27D}"/>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横向对比：三种方案的能力矩阵</a:t>
            </a:r>
          </a:p>
        </p:txBody>
      </p:sp>
      <p:sp>
        <p:nvSpPr>
          <p:cNvPr id="15" name="">
            <a:extLst xmlns:a="http://schemas.openxmlformats.org/drawingml/2006/main">
              <a:ext uri="{FF2B5EF4-FFF2-40B4-BE49-F238E27FC236}">
                <a16:creationId xmlns:a16="http://schemas.microsoft.com/office/drawing/2014/main" id="{9BEBAFD3-A659-4B4B-A655-CA5759AF4C33}"/>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DD9D9C83-73D5-4462-8A06-D2E0CE5F4234}"/>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559C182A-890A-426A-B952-6D796DF5773F}"/>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A8C052AC-033F-4FD2-9A97-652F30E83D49}"/>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FCEB221A-A203-45FF-8D3A-F94CE75F033F}"/>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差异化不在「用不用 </a:t>
            </a:r>
            <a:r>
              <a:rPr sz="1238">
                <a:solidFill>
                  <a:srgbClr val="FFFFFF"/>
                </a:solidFill>
                <a:latin typeface="微软雅黑"/>
                <a:ea typeface="微软雅黑"/>
                <a:cs typeface="微软雅黑"/>
              </a:rPr>
              <a:t>AI</a:t>
            </a:r>
            <a:r>
              <a:rPr sz="1238">
                <a:solidFill>
                  <a:srgbClr val="FFFFFF"/>
                </a:solidFill>
                <a:latin typeface="微软雅黑"/>
                <a:ea typeface="微软雅黑"/>
                <a:cs typeface="微软雅黑"/>
              </a:rPr>
              <a:t>」，而在「结论能不能被复算、被追责、被替换」。</a:t>
            </a:r>
          </a:p>
        </p:txBody>
      </p:sp>
      <p:graphicFrame>
        <p:nvGraphicFramePr>
          <p:cNvPr id="45" name=""/>
          <p:cNvGraphicFramePr/>
          <p:nvPr/>
        </p:nvGraphicFramePr>
        <p:xfrm>
          <a:off xmlns:a="http://schemas.openxmlformats.org/drawingml/2006/main" x="285750" y="1333500"/>
          <a:ext xmlns:a="http://schemas.openxmlformats.org/drawingml/2006/main" cx="11620500" cy="4953000"/>
        </p:xfrm>
        <a:graphic xmlns:a="http://schemas.openxmlformats.org/drawingml/2006/main">
          <a:graphicData uri="http://schemas.openxmlformats.org/drawingml/2006/table">
            <a:tbl>
              <a:tblPr/>
              <a:tblGrid>
                <a:gridCol w="2395979"/>
                <a:gridCol w="2755376"/>
                <a:gridCol w="2755376"/>
                <a:gridCol w="3713768"/>
              </a:tblGrid>
              <a:tr h="381000">
                <a:tc>
                  <a:txBody>
                    <a:bodyPr/>
                    <a:lstStyle/>
                    <a:p>
                      <a:r>
                        <a:rPr sz="1050" b="1">
                          <a:solidFill>
                            <a:srgbClr val="FFFFFF"/>
                          </a:solidFill>
                          <a:latin typeface="微软雅黑"/>
                          <a:ea typeface="微软雅黑"/>
                          <a:cs typeface="微软雅黑"/>
                        </a:rPr>
                        <a:t>能力维度</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1A6AC0"/>
                    </a:solidFill>
                  </a:tcPr>
                </a:tc>
                <a:tc>
                  <a:txBody>
                    <a:bodyPr/>
                    <a:lstStyle/>
                    <a:p>
                      <a:r>
                        <a:rPr sz="1050" b="1">
                          <a:solidFill>
                            <a:srgbClr val="FFFFFF"/>
                          </a:solidFill>
                          <a:latin typeface="微软雅黑"/>
                          <a:ea typeface="微软雅黑"/>
                          <a:cs typeface="微软雅黑"/>
                        </a:rPr>
                        <a:t>传统 LMS</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1A6AC0"/>
                    </a:solidFill>
                  </a:tcPr>
                </a:tc>
                <a:tc>
                  <a:txBody>
                    <a:bodyPr/>
                    <a:lstStyle/>
                    <a:p>
                      <a:r>
                        <a:rPr sz="1050" b="1">
                          <a:solidFill>
                            <a:srgbClr val="FFFFFF"/>
                          </a:solidFill>
                          <a:latin typeface="微软雅黑"/>
                          <a:ea typeface="微软雅黑"/>
                          <a:cs typeface="微软雅黑"/>
                        </a:rPr>
                        <a:t>通用大模型工具</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1A6AC0"/>
                    </a:solidFill>
                  </a:tcPr>
                </a:tc>
                <a:tc>
                  <a:txBody>
                    <a:bodyPr/>
                    <a:lstStyle/>
                    <a:p>
                      <a:r>
                        <a:rPr sz="1050" b="1">
                          <a:solidFill>
                            <a:srgbClr val="FFFFFF"/>
                          </a:solidFill>
                          <a:latin typeface="微软雅黑"/>
                          <a:ea typeface="微软雅黑"/>
                          <a:cs typeface="微软雅黑"/>
                        </a:rPr>
                        <a:t>工业智训（本系统）</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1A6AC0"/>
                    </a:solidFill>
                  </a:tcPr>
                </a:tc>
              </a:tr>
              <a:tr h="533400">
                <a:tc>
                  <a:txBody>
                    <a:bodyPr/>
                    <a:lstStyle/>
                    <a:p>
                      <a:r>
                        <a:rPr sz="938" b="1">
                          <a:solidFill>
                            <a:srgbClr val="4FD8FF"/>
                          </a:solidFill>
                          <a:latin typeface="微软雅黑"/>
                          <a:ea typeface="微软雅黑"/>
                          <a:cs typeface="微软雅黑"/>
                        </a:rPr>
                        <a:t>数据结构</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900">
                          <a:solidFill>
                            <a:srgbClr val="C6DDFF"/>
                          </a:solidFill>
                          <a:latin typeface="微软雅黑"/>
                          <a:ea typeface="微软雅黑"/>
                          <a:cs typeface="微软雅黑"/>
                        </a:rPr>
                        <a:t>只有总分与进度</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a:solidFill>
                            <a:srgbClr val="C6DDFF"/>
                          </a:solidFill>
                          <a:latin typeface="微软雅黑"/>
                          <a:ea typeface="微软雅黑"/>
                          <a:cs typeface="微软雅黑"/>
                        </a:rPr>
                        <a:t>只有自然语言</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b="1">
                          <a:solidFill>
                            <a:srgbClr val="FFFFFF"/>
                          </a:solidFill>
                          <a:latin typeface="微软雅黑"/>
                          <a:ea typeface="微软雅黑"/>
                          <a:cs typeface="微软雅黑"/>
                        </a:rPr>
                        <a:t>53 张表，能力项与结论结构化落库</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C4489"/>
                    </a:solidFill>
                  </a:tcPr>
                </a:tc>
              </a:tr>
              <a:tr h="533400">
                <a:tc>
                  <a:txBody>
                    <a:bodyPr/>
                    <a:lstStyle/>
                    <a:p>
                      <a:r>
                        <a:rPr sz="938" b="1">
                          <a:solidFill>
                            <a:srgbClr val="4FD8FF"/>
                          </a:solidFill>
                          <a:latin typeface="微软雅黑"/>
                          <a:ea typeface="微软雅黑"/>
                          <a:cs typeface="微软雅黑"/>
                        </a:rPr>
                        <a:t>决策方式</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900">
                          <a:solidFill>
                            <a:srgbClr val="C6DDFF"/>
                          </a:solidFill>
                          <a:latin typeface="微软雅黑"/>
                          <a:ea typeface="微软雅黑"/>
                          <a:cs typeface="微软雅黑"/>
                        </a:rPr>
                        <a:t>人工判读</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a:solidFill>
                            <a:srgbClr val="C6DDFF"/>
                          </a:solidFill>
                          <a:latin typeface="微软雅黑"/>
                          <a:ea typeface="微软雅黑"/>
                          <a:cs typeface="微软雅黑"/>
                        </a:rPr>
                        <a:t>模型直接生成</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b="1">
                          <a:solidFill>
                            <a:srgbClr val="FFFFFF"/>
                          </a:solidFill>
                          <a:latin typeface="微软雅黑"/>
                          <a:ea typeface="微软雅黑"/>
                          <a:cs typeface="微软雅黑"/>
                        </a:rPr>
                        <a:t>规则引擎确定性匹配</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C4489"/>
                    </a:solidFill>
                  </a:tcPr>
                </a:tc>
              </a:tr>
              <a:tr h="533400">
                <a:tc>
                  <a:txBody>
                    <a:bodyPr/>
                    <a:lstStyle/>
                    <a:p>
                      <a:r>
                        <a:rPr sz="938" b="1">
                          <a:solidFill>
                            <a:srgbClr val="4FD8FF"/>
                          </a:solidFill>
                          <a:latin typeface="微软雅黑"/>
                          <a:ea typeface="微软雅黑"/>
                          <a:cs typeface="微软雅黑"/>
                        </a:rPr>
                        <a:t>结论一致性</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900">
                          <a:solidFill>
                            <a:srgbClr val="C6DDFF"/>
                          </a:solidFill>
                          <a:latin typeface="微软雅黑"/>
                          <a:ea typeface="微软雅黑"/>
                          <a:cs typeface="微软雅黑"/>
                        </a:rPr>
                        <a:t>因人而异</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a:solidFill>
                            <a:srgbClr val="C6DDFF"/>
                          </a:solidFill>
                          <a:latin typeface="微软雅黑"/>
                          <a:ea typeface="微软雅黑"/>
                          <a:cs typeface="微软雅黑"/>
                        </a:rPr>
                        <a:t>有随机性</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b="1">
                          <a:solidFill>
                            <a:srgbClr val="FFFFFF"/>
                          </a:solidFill>
                          <a:latin typeface="微软雅黑"/>
                          <a:ea typeface="微软雅黑"/>
                          <a:cs typeface="微软雅黑"/>
                        </a:rPr>
                        <a:t>200 次重复执行 100% 一致</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C4489"/>
                    </a:solidFill>
                  </a:tcPr>
                </a:tc>
              </a:tr>
              <a:tr h="533400">
                <a:tc>
                  <a:txBody>
                    <a:bodyPr/>
                    <a:lstStyle/>
                    <a:p>
                      <a:r>
                        <a:rPr sz="938" b="1">
                          <a:solidFill>
                            <a:srgbClr val="4FD8FF"/>
                          </a:solidFill>
                          <a:latin typeface="微软雅黑"/>
                          <a:ea typeface="微软雅黑"/>
                          <a:cs typeface="微软雅黑"/>
                        </a:rPr>
                        <a:t>可解释</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900">
                          <a:solidFill>
                            <a:srgbClr val="C6DDFF"/>
                          </a:solidFill>
                          <a:latin typeface="微软雅黑"/>
                          <a:ea typeface="微软雅黑"/>
                          <a:cs typeface="微软雅黑"/>
                        </a:rPr>
                        <a:t>无法说明依据</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a:solidFill>
                            <a:srgbClr val="C6DDFF"/>
                          </a:solidFill>
                          <a:latin typeface="微软雅黑"/>
                          <a:ea typeface="微软雅黑"/>
                          <a:cs typeface="微软雅黑"/>
                        </a:rPr>
                        <a:t>依据不可核验</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b="1">
                          <a:solidFill>
                            <a:srgbClr val="FFFFFF"/>
                          </a:solidFill>
                          <a:latin typeface="微软雅黑"/>
                          <a:ea typeface="微软雅黑"/>
                          <a:cs typeface="微软雅黑"/>
                        </a:rPr>
                        <a:t>rule_code + 依据事实 + 置信度</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C4489"/>
                    </a:solidFill>
                  </a:tcPr>
                </a:tc>
              </a:tr>
              <a:tr h="533400">
                <a:tc>
                  <a:txBody>
                    <a:bodyPr/>
                    <a:lstStyle/>
                    <a:p>
                      <a:r>
                        <a:rPr sz="938" b="1">
                          <a:solidFill>
                            <a:srgbClr val="4FD8FF"/>
                          </a:solidFill>
                          <a:latin typeface="微软雅黑"/>
                          <a:ea typeface="微软雅黑"/>
                          <a:cs typeface="微软雅黑"/>
                        </a:rPr>
                        <a:t>可离线</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900">
                          <a:solidFill>
                            <a:srgbClr val="C6DDFF"/>
                          </a:solidFill>
                          <a:latin typeface="微软雅黑"/>
                          <a:ea typeface="微软雅黑"/>
                          <a:cs typeface="微软雅黑"/>
                        </a:rPr>
                        <a:t>可离线但无智能</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a:solidFill>
                            <a:srgbClr val="C6DDFF"/>
                          </a:solidFill>
                          <a:latin typeface="微软雅黑"/>
                          <a:ea typeface="微软雅黑"/>
                          <a:cs typeface="微软雅黑"/>
                        </a:rPr>
                        <a:t>断网即失效</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b="1">
                          <a:solidFill>
                            <a:srgbClr val="FFFFFF"/>
                          </a:solidFill>
                          <a:latin typeface="微软雅黑"/>
                          <a:ea typeface="微软雅黑"/>
                          <a:cs typeface="微软雅黑"/>
                        </a:rPr>
                        <a:t>AI_ENABLED=false 时全链路可用</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C4489"/>
                    </a:solidFill>
                  </a:tcPr>
                </a:tc>
              </a:tr>
              <a:tr h="533400">
                <a:tc>
                  <a:txBody>
                    <a:bodyPr/>
                    <a:lstStyle/>
                    <a:p>
                      <a:r>
                        <a:rPr sz="938" b="1">
                          <a:solidFill>
                            <a:srgbClr val="4FD8FF"/>
                          </a:solidFill>
                          <a:latin typeface="微软雅黑"/>
                          <a:ea typeface="微软雅黑"/>
                          <a:cs typeface="微软雅黑"/>
                        </a:rPr>
                        <a:t>可审计</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900">
                          <a:solidFill>
                            <a:srgbClr val="C6DDFF"/>
                          </a:solidFill>
                          <a:latin typeface="微软雅黑"/>
                          <a:ea typeface="微软雅黑"/>
                          <a:cs typeface="微软雅黑"/>
                        </a:rPr>
                        <a:t>纸质台账</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a:solidFill>
                            <a:srgbClr val="C6DDFF"/>
                          </a:solidFill>
                          <a:latin typeface="微软雅黑"/>
                          <a:ea typeface="微软雅黑"/>
                          <a:cs typeface="微软雅黑"/>
                        </a:rPr>
                        <a:t>无留痕</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b="1">
                          <a:solidFill>
                            <a:srgbClr val="FFFFFF"/>
                          </a:solidFill>
                          <a:latin typeface="微软雅黑"/>
                          <a:ea typeface="微软雅黑"/>
                          <a:cs typeface="微软雅黑"/>
                        </a:rPr>
                        <a:t>建议 / 确认 / 执行 / 回滚全程留痕</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C4489"/>
                    </a:solidFill>
                  </a:tcPr>
                </a:tc>
              </a:tr>
              <a:tr h="533400">
                <a:tc>
                  <a:txBody>
                    <a:bodyPr/>
                    <a:lstStyle/>
                    <a:p>
                      <a:r>
                        <a:rPr sz="938" b="1">
                          <a:solidFill>
                            <a:srgbClr val="4FD8FF"/>
                          </a:solidFill>
                          <a:latin typeface="微软雅黑"/>
                          <a:ea typeface="微软雅黑"/>
                          <a:cs typeface="微软雅黑"/>
                        </a:rPr>
                        <a:t>人工确认</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900">
                          <a:solidFill>
                            <a:srgbClr val="C6DDFF"/>
                          </a:solidFill>
                          <a:latin typeface="微软雅黑"/>
                          <a:ea typeface="微软雅黑"/>
                          <a:cs typeface="微软雅黑"/>
                        </a:rPr>
                        <a:t>无</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a:solidFill>
                            <a:srgbClr val="C6DDFF"/>
                          </a:solidFill>
                          <a:latin typeface="微软雅黑"/>
                          <a:ea typeface="微软雅黑"/>
                          <a:cs typeface="微软雅黑"/>
                        </a:rPr>
                        <a:t>无</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b="1">
                          <a:solidFill>
                            <a:srgbClr val="FFFFFF"/>
                          </a:solidFill>
                          <a:latin typeface="微软雅黑"/>
                          <a:ea typeface="微软雅黑"/>
                          <a:cs typeface="微软雅黑"/>
                        </a:rPr>
                        <a:t>need_human_confirm，写入 decision_log</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C4489"/>
                    </a:solidFill>
                  </a:tcPr>
                </a:tc>
              </a:tr>
              <a:tr h="533400">
                <a:tc>
                  <a:txBody>
                    <a:bodyPr/>
                    <a:lstStyle/>
                    <a:p>
                      <a:r>
                        <a:rPr sz="938" b="1">
                          <a:solidFill>
                            <a:srgbClr val="4FD8FF"/>
                          </a:solidFill>
                          <a:latin typeface="微软雅黑"/>
                          <a:ea typeface="微软雅黑"/>
                          <a:cs typeface="微软雅黑"/>
                        </a:rPr>
                        <a:t>岗位适配</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900">
                          <a:solidFill>
                            <a:srgbClr val="C6DDFF"/>
                          </a:solidFill>
                          <a:latin typeface="微软雅黑"/>
                          <a:ea typeface="微软雅黑"/>
                          <a:cs typeface="微软雅黑"/>
                        </a:rPr>
                        <a:t>通用课程</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a:solidFill>
                            <a:srgbClr val="C6DDFF"/>
                          </a:solidFill>
                          <a:latin typeface="微软雅黑"/>
                          <a:ea typeface="微软雅黑"/>
                          <a:cs typeface="微软雅黑"/>
                        </a:rPr>
                        <a:t>与岗位脱节</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B3D80"/>
                    </a:solidFill>
                  </a:tcPr>
                </a:tc>
                <a:tc>
                  <a:txBody>
                    <a:bodyPr/>
                    <a:lstStyle/>
                    <a:p>
                      <a:r>
                        <a:rPr sz="900" b="1">
                          <a:solidFill>
                            <a:srgbClr val="FFFFFF"/>
                          </a:solidFill>
                          <a:latin typeface="微软雅黑"/>
                          <a:ea typeface="微软雅黑"/>
                          <a:cs typeface="微软雅黑"/>
                        </a:rPr>
                        <a:t>岗位—技能—课程—考试—实操打通</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C4489"/>
                    </a:solidFill>
                  </a:tcPr>
                </a:tc>
              </a:tr>
            </a:tbl>
          </a:graphicData>
        </a:graphic>
      </p:graphicFrame>
      <p:sp>
        <p:nvSpPr>
          <p:cNvPr id="21" name="">
            <a:extLst xmlns:a="http://schemas.openxmlformats.org/drawingml/2006/main">
              <a:ext uri="{FF2B5EF4-FFF2-40B4-BE49-F238E27FC236}">
                <a16:creationId xmlns:a16="http://schemas.microsoft.com/office/drawing/2014/main" id="{8DCC4196-19EA-4737-8108-04C77AE37231}"/>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2369B37E-04F7-460D-B098-0D41E56DFBAA}"/>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23" name="">
            <a:extLst xmlns:a="http://schemas.openxmlformats.org/drawingml/2006/main">
              <a:ext uri="{FF2B5EF4-FFF2-40B4-BE49-F238E27FC236}">
                <a16:creationId xmlns:a16="http://schemas.microsoft.com/office/drawing/2014/main" id="{0DC5AD50-9856-42BF-8AD5-B1116B5FB994}"/>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24" name="">
            <a:extLst xmlns:a="http://schemas.openxmlformats.org/drawingml/2006/main">
              <a:ext uri="{FF2B5EF4-FFF2-40B4-BE49-F238E27FC236}">
                <a16:creationId xmlns:a16="http://schemas.microsoft.com/office/drawing/2014/main" id="{4EAC2DF5-1701-4A82-BAF9-528BD9DDCE07}"/>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25" name="">
            <a:extLst xmlns:a="http://schemas.openxmlformats.org/drawingml/2006/main">
              <a:ext uri="{FF2B5EF4-FFF2-40B4-BE49-F238E27FC236}">
                <a16:creationId xmlns:a16="http://schemas.microsoft.com/office/drawing/2014/main" id="{47FE2545-9BC7-4B02-8E4F-1F0F466E5BEA}"/>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33</a:t>
            </a:r>
          </a:p>
        </p:txBody>
      </p:sp>
    </p:spTree>
    <p:extLst>
      <p:ext uri="{BB962C8B-B14F-4D97-AF65-F5344CB8AC3E}">
        <p14:creationId xmlns:p14="http://schemas.microsoft.com/office/powerpoint/2010/main" val="1286546294"/>
      </p:ext>
    </p:extLst>
  </p:cSld>
</p:sld>
</file>

<file path=ppt/slides/slide34.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2f0dd0a6ef8a4f76"/>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44F0B6A-7D22-43FF-A5E8-06F699D0D61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BE2A3D63-24F1-4541-B307-55FFE8AB174F}"/>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35AC2F2F-6754-4E19-9813-6E2672DB21A9}"/>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FFCBCBB2-339B-49ED-A2C2-F6F01D2DEFCD}"/>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F41FBBCF-09ED-4E88-987C-F33EFD3AE54D}"/>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EC4AB13E-6CBB-422E-A44A-7AB42B5195D6}"/>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96183F58-90E3-47A7-9931-A7597F1E8587}"/>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01FDBB50-9C76-4BC7-9C9D-8D027ED52388}"/>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79B8CB4C-AAE0-4BFA-AE94-F0BB1A144A1A}"/>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B7A6FF">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9EC7374F-0712-44CE-BD46-2572F36F306C}"/>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B7A6FF">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175D5FB2-DF9A-4B9D-98CA-9087F5009EB9}"/>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D82F7C4E-0523-4D51-A121-309EFF53A07F}"/>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B7A6FF"/>
                </a:solidFill>
                <a:latin typeface="微软雅黑"/>
                <a:ea typeface="微软雅黑"/>
                <a:cs typeface="微软雅黑"/>
              </a:defRPr>
            </a:pPr>
            <a:r>
              <a:rPr sz="863" b="1" spc="1">
                <a:solidFill>
                  <a:srgbClr val="B7A6FF"/>
                </a:solidFill>
                <a:latin typeface="微软雅黑"/>
                <a:ea typeface="微软雅黑"/>
                <a:cs typeface="微软雅黑"/>
              </a:rPr>
              <a:t>05　</a:t>
            </a:r>
            <a:r>
              <a:rPr sz="863" b="1" spc="1">
                <a:solidFill>
                  <a:srgbClr val="B7A6FF"/>
                </a:solidFill>
                <a:latin typeface="微软雅黑"/>
                <a:ea typeface="微软雅黑"/>
                <a:cs typeface="微软雅黑"/>
              </a:rPr>
              <a:t>测试验证</a:t>
            </a:r>
          </a:p>
        </p:txBody>
      </p:sp>
      <p:sp>
        <p:nvSpPr>
          <p:cNvPr id="14" name="">
            <a:extLst xmlns:a="http://schemas.openxmlformats.org/drawingml/2006/main">
              <a:ext uri="{FF2B5EF4-FFF2-40B4-BE49-F238E27FC236}">
                <a16:creationId xmlns:a16="http://schemas.microsoft.com/office/drawing/2014/main" id="{D559B33A-A88E-4E7D-91BA-036157F5C209}"/>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合规与伦理：</a:t>
            </a:r>
            <a:r>
              <a:rPr sz="1800" b="1" spc="1">
                <a:solidFill>
                  <a:srgbClr val="FFFFFF"/>
                </a:solidFill>
                <a:latin typeface="微软雅黑"/>
                <a:ea typeface="微软雅黑"/>
                <a:cs typeface="微软雅黑"/>
              </a:rPr>
              <a:t>AI </a:t>
            </a:r>
            <a:r>
              <a:rPr sz="1800" b="1" spc="1">
                <a:solidFill>
                  <a:srgbClr val="FFFFFF"/>
                </a:solidFill>
                <a:latin typeface="微软雅黑"/>
                <a:ea typeface="微软雅黑"/>
                <a:cs typeface="微软雅黑"/>
              </a:rPr>
              <a:t>的能力边界写死在系统里</a:t>
            </a:r>
          </a:p>
        </p:txBody>
      </p:sp>
      <p:sp>
        <p:nvSpPr>
          <p:cNvPr id="15" name="">
            <a:extLst xmlns:a="http://schemas.openxmlformats.org/drawingml/2006/main">
              <a:ext uri="{FF2B5EF4-FFF2-40B4-BE49-F238E27FC236}">
                <a16:creationId xmlns:a16="http://schemas.microsoft.com/office/drawing/2014/main" id="{DB2C624B-9FC5-4DFF-A201-842E8535B928}"/>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FDC7FB78-3661-47F2-9735-72CF3E972093}"/>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4ADADE96-F10B-434F-9661-837E3F3C49E1}"/>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C455BF9B-D41C-42F9-AE16-CB3624D9448E}"/>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D72B546E-8E4F-43CB-89B3-28C8CF4C4F0B}"/>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AI </a:t>
            </a:r>
            <a:r>
              <a:rPr sz="1238">
                <a:solidFill>
                  <a:srgbClr val="FFFFFF"/>
                </a:solidFill>
                <a:latin typeface="微软雅黑"/>
                <a:ea typeface="微软雅黑"/>
                <a:cs typeface="微软雅黑"/>
              </a:rPr>
              <a:t>只建议、不执行；数据不出内网；心理与关怀数据默认只有本人可见。</a:t>
            </a:r>
          </a:p>
        </p:txBody>
      </p:sp>
      <p:sp>
        <p:nvSpPr>
          <p:cNvPr id="20" name="">
            <a:extLst xmlns:a="http://schemas.openxmlformats.org/drawingml/2006/main">
              <a:ext uri="{FF2B5EF4-FFF2-40B4-BE49-F238E27FC236}">
                <a16:creationId xmlns:a16="http://schemas.microsoft.com/office/drawing/2014/main" id="{70A14E69-B101-4484-9081-1D6964347490}"/>
              </a:ext>
            </a:extLst>
          </p:cNvPr>
          <p:cNvSpPr>
            <a:spLocks xmlns:a="http://schemas.openxmlformats.org/drawingml/2006/main" noGrp="1"/>
          </p:cNvSpPr>
          <p:nvPr/>
        </p:nvSpPr>
        <p:spPr>
          <a:xfrm xmlns:a="http://schemas.openxmlformats.org/drawingml/2006/main">
            <a:off x="285750" y="1333500"/>
            <a:ext cx="5695950" cy="1752600"/>
          </a:xfrm>
          <a:prstGeom xmlns:a="http://schemas.openxmlformats.org/drawingml/2006/main" prst="roundRect">
            <a:avLst>
              <a:gd name="adj" fmla="val 4891"/>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1" name="">
            <a:extLst xmlns:a="http://schemas.openxmlformats.org/drawingml/2006/main">
              <a:ext uri="{FF2B5EF4-FFF2-40B4-BE49-F238E27FC236}">
                <a16:creationId xmlns:a16="http://schemas.microsoft.com/office/drawing/2014/main" id="{3CA32B8E-E1EE-4CE1-A059-FB0C443AF488}"/>
              </a:ext>
            </a:extLst>
          </p:cNvPr>
          <p:cNvSpPr>
            <a:spLocks xmlns:a="http://schemas.openxmlformats.org/drawingml/2006/main" noGrp="1"/>
          </p:cNvSpPr>
          <p:nvPr/>
        </p:nvSpPr>
        <p:spPr>
          <a:xfrm xmlns:a="http://schemas.openxmlformats.org/drawingml/2006/main">
            <a:off x="285750" y="1333500"/>
            <a:ext cx="5695950" cy="47625"/>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658BEAA9-AC72-4A94-A1E0-FB2F802F6627}"/>
              </a:ext>
            </a:extLst>
          </p:cNvPr>
          <p:cNvSpPr>
            <a:spLocks xmlns:a="http://schemas.openxmlformats.org/drawingml/2006/main" noGrp="1"/>
          </p:cNvSpPr>
          <p:nvPr/>
        </p:nvSpPr>
        <p:spPr>
          <a:xfrm xmlns:a="http://schemas.openxmlformats.org/drawingml/2006/main">
            <a:off x="514350" y="1485900"/>
            <a:ext cx="52387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4FD8FF"/>
                </a:solidFill>
                <a:latin typeface="微软雅黑"/>
                <a:ea typeface="微软雅黑"/>
                <a:cs typeface="微软雅黑"/>
              </a:defRPr>
            </a:pPr>
            <a:r>
              <a:rPr sz="1500" b="1">
                <a:solidFill>
                  <a:srgbClr val="4FD8FF"/>
                </a:solidFill>
                <a:latin typeface="微软雅黑"/>
                <a:ea typeface="微软雅黑"/>
                <a:cs typeface="微软雅黑"/>
              </a:rPr>
              <a:t>数据边界</a:t>
            </a:r>
          </a:p>
        </p:txBody>
      </p:sp>
      <p:sp>
        <p:nvSpPr>
          <p:cNvPr id="23" name="">
            <a:extLst xmlns:a="http://schemas.openxmlformats.org/drawingml/2006/main">
              <a:ext uri="{FF2B5EF4-FFF2-40B4-BE49-F238E27FC236}">
                <a16:creationId xmlns:a16="http://schemas.microsoft.com/office/drawing/2014/main" id="{A66E0C78-DD12-4C0A-8146-25430B26A150}"/>
              </a:ext>
            </a:extLst>
          </p:cNvPr>
          <p:cNvSpPr>
            <a:spLocks xmlns:a="http://schemas.openxmlformats.org/drawingml/2006/main" noGrp="1"/>
          </p:cNvSpPr>
          <p:nvPr/>
        </p:nvSpPr>
        <p:spPr>
          <a:xfrm xmlns:a="http://schemas.openxmlformats.org/drawingml/2006/main">
            <a:off x="514350" y="1866900"/>
            <a:ext cx="5295900" cy="1123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心理与关怀数据默认仅本人可见，授权心理专员可查看</a:t>
            </a:r>
          </a:p>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管理端只返回脱敏聚合，不能用于裁员或绩效处罚</a:t>
            </a:r>
          </a:p>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数据不离开企业内网；外部模型必须可以整体关闭</a:t>
            </a:r>
          </a:p>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越权访问返回 </a:t>
            </a:r>
            <a:r>
              <a:rPr sz="938">
                <a:solidFill>
                  <a:srgbClr val="EEF5FF"/>
                </a:solidFill>
                <a:latin typeface="微软雅黑"/>
                <a:ea typeface="微软雅黑"/>
                <a:cs typeface="微软雅黑"/>
              </a:rPr>
              <a:t>403 / code=40301</a:t>
            </a:r>
            <a:r>
              <a:rPr sz="938">
                <a:solidFill>
                  <a:srgbClr val="EEF5FF"/>
                </a:solidFill>
                <a:latin typeface="微软雅黑"/>
                <a:ea typeface="微软雅黑"/>
                <a:cs typeface="微软雅黑"/>
              </a:rPr>
              <a:t>，并被审计记录</a:t>
            </a:r>
          </a:p>
        </p:txBody>
      </p:sp>
      <p:sp>
        <p:nvSpPr>
          <p:cNvPr id="24" name="">
            <a:extLst xmlns:a="http://schemas.openxmlformats.org/drawingml/2006/main">
              <a:ext uri="{FF2B5EF4-FFF2-40B4-BE49-F238E27FC236}">
                <a16:creationId xmlns:a16="http://schemas.microsoft.com/office/drawing/2014/main" id="{02F92F14-CC91-4B6B-968A-61C295EE4B4B}"/>
              </a:ext>
            </a:extLst>
          </p:cNvPr>
          <p:cNvSpPr>
            <a:spLocks xmlns:a="http://schemas.openxmlformats.org/drawingml/2006/main" noGrp="1"/>
          </p:cNvSpPr>
          <p:nvPr/>
        </p:nvSpPr>
        <p:spPr>
          <a:xfrm xmlns:a="http://schemas.openxmlformats.org/drawingml/2006/main">
            <a:off x="6210300" y="1333500"/>
            <a:ext cx="5695950" cy="1752600"/>
          </a:xfrm>
          <a:prstGeom xmlns:a="http://schemas.openxmlformats.org/drawingml/2006/main" prst="roundRect">
            <a:avLst>
              <a:gd name="adj" fmla="val 4891"/>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5" name="">
            <a:extLst xmlns:a="http://schemas.openxmlformats.org/drawingml/2006/main">
              <a:ext uri="{FF2B5EF4-FFF2-40B4-BE49-F238E27FC236}">
                <a16:creationId xmlns:a16="http://schemas.microsoft.com/office/drawing/2014/main" id="{58A0A6C8-ADB8-4307-8D18-D34A3A695B02}"/>
              </a:ext>
            </a:extLst>
          </p:cNvPr>
          <p:cNvSpPr>
            <a:spLocks xmlns:a="http://schemas.openxmlformats.org/drawingml/2006/main" noGrp="1"/>
          </p:cNvSpPr>
          <p:nvPr/>
        </p:nvSpPr>
        <p:spPr>
          <a:xfrm xmlns:a="http://schemas.openxmlformats.org/drawingml/2006/main">
            <a:off x="6210300" y="1333500"/>
            <a:ext cx="5695950" cy="47625"/>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26" name="">
            <a:extLst xmlns:a="http://schemas.openxmlformats.org/drawingml/2006/main">
              <a:ext uri="{FF2B5EF4-FFF2-40B4-BE49-F238E27FC236}">
                <a16:creationId xmlns:a16="http://schemas.microsoft.com/office/drawing/2014/main" id="{BBF81695-4EB5-4738-ADD1-24E245AEECE7}"/>
              </a:ext>
            </a:extLst>
          </p:cNvPr>
          <p:cNvSpPr>
            <a:spLocks xmlns:a="http://schemas.openxmlformats.org/drawingml/2006/main" noGrp="1"/>
          </p:cNvSpPr>
          <p:nvPr/>
        </p:nvSpPr>
        <p:spPr>
          <a:xfrm xmlns:a="http://schemas.openxmlformats.org/drawingml/2006/main">
            <a:off x="6438900" y="1485900"/>
            <a:ext cx="52387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FD24A"/>
                </a:solidFill>
                <a:latin typeface="微软雅黑"/>
                <a:ea typeface="微软雅黑"/>
                <a:cs typeface="微软雅黑"/>
              </a:defRPr>
            </a:pPr>
            <a:r>
              <a:rPr sz="1500" b="1">
                <a:solidFill>
                  <a:srgbClr val="FFD24A"/>
                </a:solidFill>
                <a:latin typeface="微软雅黑"/>
                <a:ea typeface="微软雅黑"/>
                <a:cs typeface="微软雅黑"/>
              </a:rPr>
              <a:t>AI </a:t>
            </a:r>
            <a:r>
              <a:rPr sz="1500" b="1">
                <a:solidFill>
                  <a:srgbClr val="FFD24A"/>
                </a:solidFill>
                <a:latin typeface="微软雅黑"/>
                <a:ea typeface="微软雅黑"/>
                <a:cs typeface="微软雅黑"/>
              </a:rPr>
              <a:t>边界</a:t>
            </a:r>
          </a:p>
        </p:txBody>
      </p:sp>
      <p:sp>
        <p:nvSpPr>
          <p:cNvPr id="27" name="">
            <a:extLst xmlns:a="http://schemas.openxmlformats.org/drawingml/2006/main">
              <a:ext uri="{FF2B5EF4-FFF2-40B4-BE49-F238E27FC236}">
                <a16:creationId xmlns:a16="http://schemas.microsoft.com/office/drawing/2014/main" id="{B4A58E5A-C1CE-45C0-8494-68EF8D4B3C39}"/>
              </a:ext>
            </a:extLst>
          </p:cNvPr>
          <p:cNvSpPr>
            <a:spLocks xmlns:a="http://schemas.openxmlformats.org/drawingml/2006/main" noGrp="1"/>
          </p:cNvSpPr>
          <p:nvPr/>
        </p:nvSpPr>
        <p:spPr>
          <a:xfrm xmlns:a="http://schemas.openxmlformats.org/drawingml/2006/main">
            <a:off x="6438900" y="1866900"/>
            <a:ext cx="5295900" cy="1123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AI </a:t>
            </a:r>
            <a:r>
              <a:rPr sz="938">
                <a:solidFill>
                  <a:srgbClr val="EEF5FF"/>
                </a:solidFill>
                <a:latin typeface="微软雅黑"/>
                <a:ea typeface="微软雅黑"/>
                <a:cs typeface="微软雅黑"/>
              </a:rPr>
              <a:t>只提供建议，不直接执行裁员、降职、调岗或绩效处罚</a:t>
            </a:r>
          </a:p>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可提出转岗、培训、外包等建议，但最终由人工确认</a:t>
            </a:r>
          </a:p>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确认记录用户、决定、理由与时间，可回滚</a:t>
            </a:r>
          </a:p>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need_human_confirm=true </a:t>
            </a:r>
            <a:r>
              <a:rPr sz="938">
                <a:solidFill>
                  <a:srgbClr val="EEF5FF"/>
                </a:solidFill>
                <a:latin typeface="微软雅黑"/>
                <a:ea typeface="微软雅黑"/>
                <a:cs typeface="微软雅黑"/>
              </a:rPr>
              <a:t>的结论在确认前不改业务数据</a:t>
            </a:r>
          </a:p>
        </p:txBody>
      </p:sp>
      <p:sp>
        <p:nvSpPr>
          <p:cNvPr id="28" name="">
            <a:extLst xmlns:a="http://schemas.openxmlformats.org/drawingml/2006/main">
              <a:ext uri="{FF2B5EF4-FFF2-40B4-BE49-F238E27FC236}">
                <a16:creationId xmlns:a16="http://schemas.microsoft.com/office/drawing/2014/main" id="{E6555DB9-10BF-4134-ACDA-077FC92E7843}"/>
              </a:ext>
            </a:extLst>
          </p:cNvPr>
          <p:cNvSpPr>
            <a:spLocks xmlns:a="http://schemas.openxmlformats.org/drawingml/2006/main" noGrp="1"/>
          </p:cNvSpPr>
          <p:nvPr/>
        </p:nvSpPr>
        <p:spPr>
          <a:xfrm xmlns:a="http://schemas.openxmlformats.org/drawingml/2006/main">
            <a:off x="285750" y="3238500"/>
            <a:ext cx="5695950" cy="1752600"/>
          </a:xfrm>
          <a:prstGeom xmlns:a="http://schemas.openxmlformats.org/drawingml/2006/main" prst="roundRect">
            <a:avLst>
              <a:gd name="adj" fmla="val 4891"/>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9" name="">
            <a:extLst xmlns:a="http://schemas.openxmlformats.org/drawingml/2006/main">
              <a:ext uri="{FF2B5EF4-FFF2-40B4-BE49-F238E27FC236}">
                <a16:creationId xmlns:a16="http://schemas.microsoft.com/office/drawing/2014/main" id="{D3D6E94E-4794-45AC-95BC-2F48973CF17B}"/>
              </a:ext>
            </a:extLst>
          </p:cNvPr>
          <p:cNvSpPr>
            <a:spLocks xmlns:a="http://schemas.openxmlformats.org/drawingml/2006/main" noGrp="1"/>
          </p:cNvSpPr>
          <p:nvPr/>
        </p:nvSpPr>
        <p:spPr>
          <a:xfrm xmlns:a="http://schemas.openxmlformats.org/drawingml/2006/main">
            <a:off x="285750" y="3238500"/>
            <a:ext cx="5695950" cy="47625"/>
          </a:xfrm>
          <a:prstGeom xmlns:a="http://schemas.openxmlformats.org/drawingml/2006/main" prst="rect">
            <a:avLst/>
          </a:prstGeom>
          <a:solidFill xmlns:a="http://schemas.openxmlformats.org/drawingml/2006/main">
            <a:srgbClr val="FF7A6B"/>
          </a:solidFill>
          <a:ln xmlns:a="http://schemas.openxmlformats.org/drawingml/2006/main">
            <a:noFill/>
          </a:ln>
        </p:spPr>
      </p:sp>
      <p:sp>
        <p:nvSpPr>
          <p:cNvPr id="30" name="">
            <a:extLst xmlns:a="http://schemas.openxmlformats.org/drawingml/2006/main">
              <a:ext uri="{FF2B5EF4-FFF2-40B4-BE49-F238E27FC236}">
                <a16:creationId xmlns:a16="http://schemas.microsoft.com/office/drawing/2014/main" id="{C7F1A47B-4A66-4BC3-98D2-361059874D5A}"/>
              </a:ext>
            </a:extLst>
          </p:cNvPr>
          <p:cNvSpPr>
            <a:spLocks xmlns:a="http://schemas.openxmlformats.org/drawingml/2006/main" noGrp="1"/>
          </p:cNvSpPr>
          <p:nvPr/>
        </p:nvSpPr>
        <p:spPr>
          <a:xfrm xmlns:a="http://schemas.openxmlformats.org/drawingml/2006/main">
            <a:off x="514350" y="3390900"/>
            <a:ext cx="52387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F7A6B"/>
                </a:solidFill>
                <a:latin typeface="微软雅黑"/>
                <a:ea typeface="微软雅黑"/>
                <a:cs typeface="微软雅黑"/>
              </a:defRPr>
            </a:pPr>
            <a:r>
              <a:rPr sz="1500" b="1">
                <a:solidFill>
                  <a:srgbClr val="FF7A6B"/>
                </a:solidFill>
                <a:latin typeface="微软雅黑"/>
                <a:ea typeface="微软雅黑"/>
                <a:cs typeface="微软雅黑"/>
              </a:rPr>
              <a:t>安全一票否决</a:t>
            </a:r>
          </a:p>
        </p:txBody>
      </p:sp>
      <p:sp>
        <p:nvSpPr>
          <p:cNvPr id="31" name="">
            <a:extLst xmlns:a="http://schemas.openxmlformats.org/drawingml/2006/main">
              <a:ext uri="{FF2B5EF4-FFF2-40B4-BE49-F238E27FC236}">
                <a16:creationId xmlns:a16="http://schemas.microsoft.com/office/drawing/2014/main" id="{3CA08836-3815-4D59-B431-F848204DFF82}"/>
              </a:ext>
            </a:extLst>
          </p:cNvPr>
          <p:cNvSpPr>
            <a:spLocks xmlns:a="http://schemas.openxmlformats.org/drawingml/2006/main" noGrp="1"/>
          </p:cNvSpPr>
          <p:nvPr/>
        </p:nvSpPr>
        <p:spPr>
          <a:xfrm xmlns:a="http://schemas.openxmlformats.org/drawingml/2006/main">
            <a:off x="514350" y="3771900"/>
            <a:ext cx="5295900" cy="1123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安全记录、违章、事故在人才决策中拥有最高优先级</a:t>
            </a:r>
          </a:p>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安全不合格触发一票否决：晋升、评优、关键岗位任命</a:t>
            </a:r>
          </a:p>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该优先级写在规则里，不由模型临场判断</a:t>
            </a:r>
          </a:p>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规则与模型冲突时，以安全规则的结论为准</a:t>
            </a:r>
          </a:p>
        </p:txBody>
      </p:sp>
      <p:sp>
        <p:nvSpPr>
          <p:cNvPr id="32" name="">
            <a:extLst xmlns:a="http://schemas.openxmlformats.org/drawingml/2006/main">
              <a:ext uri="{FF2B5EF4-FFF2-40B4-BE49-F238E27FC236}">
                <a16:creationId xmlns:a16="http://schemas.microsoft.com/office/drawing/2014/main" id="{7DEA7AAF-DDD3-4E22-B470-50F2E8790AB5}"/>
              </a:ext>
            </a:extLst>
          </p:cNvPr>
          <p:cNvSpPr>
            <a:spLocks xmlns:a="http://schemas.openxmlformats.org/drawingml/2006/main" noGrp="1"/>
          </p:cNvSpPr>
          <p:nvPr/>
        </p:nvSpPr>
        <p:spPr>
          <a:xfrm xmlns:a="http://schemas.openxmlformats.org/drawingml/2006/main">
            <a:off x="6210300" y="3238500"/>
            <a:ext cx="5695950" cy="1752600"/>
          </a:xfrm>
          <a:prstGeom xmlns:a="http://schemas.openxmlformats.org/drawingml/2006/main" prst="roundRect">
            <a:avLst>
              <a:gd name="adj" fmla="val 4891"/>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3" name="">
            <a:extLst xmlns:a="http://schemas.openxmlformats.org/drawingml/2006/main">
              <a:ext uri="{FF2B5EF4-FFF2-40B4-BE49-F238E27FC236}">
                <a16:creationId xmlns:a16="http://schemas.microsoft.com/office/drawing/2014/main" id="{CE71B60E-A7E8-4C4B-B2BC-97EE7BF2DDED}"/>
              </a:ext>
            </a:extLst>
          </p:cNvPr>
          <p:cNvSpPr>
            <a:spLocks xmlns:a="http://schemas.openxmlformats.org/drawingml/2006/main" noGrp="1"/>
          </p:cNvSpPr>
          <p:nvPr/>
        </p:nvSpPr>
        <p:spPr>
          <a:xfrm xmlns:a="http://schemas.openxmlformats.org/drawingml/2006/main">
            <a:off x="6210300" y="3238500"/>
            <a:ext cx="5695950" cy="47625"/>
          </a:xfrm>
          <a:prstGeom xmlns:a="http://schemas.openxmlformats.org/drawingml/2006/main" prst="rect">
            <a:avLst/>
          </a:prstGeom>
          <a:solidFill xmlns:a="http://schemas.openxmlformats.org/drawingml/2006/main">
            <a:srgbClr val="5FE3A1"/>
          </a:solidFill>
          <a:ln xmlns:a="http://schemas.openxmlformats.org/drawingml/2006/main">
            <a:noFill/>
          </a:ln>
        </p:spPr>
      </p:sp>
      <p:sp>
        <p:nvSpPr>
          <p:cNvPr id="34" name="">
            <a:extLst xmlns:a="http://schemas.openxmlformats.org/drawingml/2006/main">
              <a:ext uri="{FF2B5EF4-FFF2-40B4-BE49-F238E27FC236}">
                <a16:creationId xmlns:a16="http://schemas.microsoft.com/office/drawing/2014/main" id="{D23FC90F-0221-421F-ABC5-B364145B9770}"/>
              </a:ext>
            </a:extLst>
          </p:cNvPr>
          <p:cNvSpPr>
            <a:spLocks xmlns:a="http://schemas.openxmlformats.org/drawingml/2006/main" noGrp="1"/>
          </p:cNvSpPr>
          <p:nvPr/>
        </p:nvSpPr>
        <p:spPr>
          <a:xfrm xmlns:a="http://schemas.openxmlformats.org/drawingml/2006/main">
            <a:off x="6438900" y="3390900"/>
            <a:ext cx="52387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5FE3A1"/>
                </a:solidFill>
                <a:latin typeface="微软雅黑"/>
                <a:ea typeface="微软雅黑"/>
                <a:cs typeface="微软雅黑"/>
              </a:defRPr>
            </a:pPr>
            <a:r>
              <a:rPr sz="1500" b="1">
                <a:solidFill>
                  <a:srgbClr val="5FE3A1"/>
                </a:solidFill>
                <a:latin typeface="微软雅黑"/>
                <a:ea typeface="微软雅黑"/>
                <a:cs typeface="微软雅黑"/>
              </a:rPr>
              <a:t>可替换性</a:t>
            </a:r>
          </a:p>
        </p:txBody>
      </p:sp>
      <p:sp>
        <p:nvSpPr>
          <p:cNvPr id="35" name="">
            <a:extLst xmlns:a="http://schemas.openxmlformats.org/drawingml/2006/main">
              <a:ext uri="{FF2B5EF4-FFF2-40B4-BE49-F238E27FC236}">
                <a16:creationId xmlns:a16="http://schemas.microsoft.com/office/drawing/2014/main" id="{164E14A4-1856-4037-9BDE-6733042DA7F7}"/>
              </a:ext>
            </a:extLst>
          </p:cNvPr>
          <p:cNvSpPr>
            <a:spLocks xmlns:a="http://schemas.openxmlformats.org/drawingml/2006/main" noGrp="1"/>
          </p:cNvSpPr>
          <p:nvPr/>
        </p:nvSpPr>
        <p:spPr>
          <a:xfrm xmlns:a="http://schemas.openxmlformats.org/drawingml/2006/main">
            <a:off x="6438900" y="3771900"/>
            <a:ext cx="5295900" cy="1123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source=rule </a:t>
            </a:r>
            <a:r>
              <a:rPr sz="938">
                <a:solidFill>
                  <a:srgbClr val="EEF5FF"/>
                </a:solidFill>
                <a:latin typeface="微软雅黑"/>
                <a:ea typeface="微软雅黑"/>
                <a:cs typeface="微软雅黑"/>
              </a:rPr>
              <a:t>现在，</a:t>
            </a:r>
            <a:r>
              <a:rPr sz="938">
                <a:solidFill>
                  <a:srgbClr val="EEF5FF"/>
                </a:solidFill>
                <a:latin typeface="微软雅黑"/>
                <a:ea typeface="微软雅黑"/>
                <a:cs typeface="微软雅黑"/>
              </a:rPr>
              <a:t>source=model </a:t>
            </a:r>
            <a:r>
              <a:rPr sz="938">
                <a:solidFill>
                  <a:srgbClr val="EEF5FF"/>
                </a:solidFill>
                <a:latin typeface="微软雅黑"/>
                <a:ea typeface="微软雅黑"/>
                <a:cs typeface="微软雅黑"/>
              </a:rPr>
              <a:t>将来，接口与前端不动</a:t>
            </a:r>
          </a:p>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AI </a:t>
            </a:r>
            <a:r>
              <a:rPr sz="938">
                <a:solidFill>
                  <a:srgbClr val="EEF5FF"/>
                </a:solidFill>
                <a:latin typeface="微软雅黑"/>
                <a:ea typeface="微软雅黑"/>
                <a:cs typeface="微软雅黑"/>
              </a:rPr>
              <a:t>失败自动回退规则并写 </a:t>
            </a:r>
            <a:r>
              <a:rPr sz="938">
                <a:solidFill>
                  <a:srgbClr val="EEF5FF"/>
                </a:solidFill>
                <a:latin typeface="微软雅黑"/>
                <a:ea typeface="微软雅黑"/>
                <a:cs typeface="微软雅黑"/>
              </a:rPr>
              <a:t>fallback_note</a:t>
            </a:r>
            <a:r>
              <a:rPr sz="938">
                <a:solidFill>
                  <a:srgbClr val="EEF5FF"/>
                </a:solidFill>
                <a:latin typeface="微软雅黑"/>
                <a:ea typeface="微软雅黑"/>
                <a:cs typeface="微软雅黑"/>
              </a:rPr>
              <a:t>（既有模式）</a:t>
            </a:r>
          </a:p>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规则路径不依赖 </a:t>
            </a:r>
            <a:r>
              <a:rPr sz="938">
                <a:solidFill>
                  <a:srgbClr val="EEF5FF"/>
                </a:solidFill>
                <a:latin typeface="微软雅黑"/>
                <a:ea typeface="微软雅黑"/>
                <a:cs typeface="微软雅黑"/>
              </a:rPr>
              <a:t>AI</a:t>
            </a:r>
            <a:r>
              <a:rPr sz="938">
                <a:solidFill>
                  <a:srgbClr val="EEF5FF"/>
                </a:solidFill>
                <a:latin typeface="微软雅黑"/>
                <a:ea typeface="微软雅黑"/>
                <a:cs typeface="微软雅黑"/>
              </a:rPr>
              <a:t>，</a:t>
            </a:r>
            <a:r>
              <a:rPr sz="938">
                <a:solidFill>
                  <a:srgbClr val="EEF5FF"/>
                </a:solidFill>
                <a:latin typeface="微软雅黑"/>
                <a:ea typeface="微软雅黑"/>
                <a:cs typeface="微软雅黑"/>
              </a:rPr>
              <a:t>AI_ENABLED </a:t>
            </a:r>
            <a:r>
              <a:rPr sz="938">
                <a:solidFill>
                  <a:srgbClr val="EEF5FF"/>
                </a:solidFill>
                <a:latin typeface="微软雅黑"/>
                <a:ea typeface="微软雅黑"/>
                <a:cs typeface="微软雅黑"/>
              </a:rPr>
              <a:t>默认 </a:t>
            </a:r>
            <a:r>
              <a:rPr sz="938">
                <a:solidFill>
                  <a:srgbClr val="EEF5FF"/>
                </a:solidFill>
                <a:latin typeface="微软雅黑"/>
                <a:ea typeface="微软雅黑"/>
                <a:cs typeface="微软雅黑"/>
              </a:rPr>
              <a:t>false</a:t>
            </a:r>
          </a:p>
          <a:p xmlns:a="http://schemas.openxmlformats.org/drawingml/2006/main">
            <a:pPr algn="l">
              <a:lnSpc>
                <a:spcPct val="155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换模型只换 </a:t>
            </a:r>
            <a:r>
              <a:rPr sz="938">
                <a:solidFill>
                  <a:srgbClr val="EEF5FF"/>
                </a:solidFill>
                <a:latin typeface="微软雅黑"/>
                <a:ea typeface="微软雅黑"/>
                <a:cs typeface="微软雅黑"/>
              </a:rPr>
              <a:t>Service </a:t>
            </a:r>
            <a:r>
              <a:rPr sz="938">
                <a:solidFill>
                  <a:srgbClr val="EEF5FF"/>
                </a:solidFill>
                <a:latin typeface="微软雅黑"/>
                <a:ea typeface="微软雅黑"/>
                <a:cs typeface="微软雅黑"/>
              </a:rPr>
              <a:t>实现，业务结论口径不变</a:t>
            </a:r>
          </a:p>
        </p:txBody>
      </p:sp>
      <p:sp>
        <p:nvSpPr>
          <p:cNvPr id="36" name="">
            <a:extLst xmlns:a="http://schemas.openxmlformats.org/drawingml/2006/main">
              <a:ext uri="{FF2B5EF4-FFF2-40B4-BE49-F238E27FC236}">
                <a16:creationId xmlns:a16="http://schemas.microsoft.com/office/drawing/2014/main" id="{78A77BFC-7C12-4011-939B-F6D926084ED8}"/>
              </a:ext>
            </a:extLst>
          </p:cNvPr>
          <p:cNvSpPr>
            <a:spLocks xmlns:a="http://schemas.openxmlformats.org/drawingml/2006/main" noGrp="1"/>
          </p:cNvSpPr>
          <p:nvPr/>
        </p:nvSpPr>
        <p:spPr>
          <a:xfrm xmlns:a="http://schemas.openxmlformats.org/drawingml/2006/main">
            <a:off x="285750" y="5257800"/>
            <a:ext cx="11620500" cy="1219200"/>
          </a:xfrm>
          <a:prstGeom xmlns:a="http://schemas.openxmlformats.org/drawingml/2006/main" prst="roundRect">
            <a:avLst>
              <a:gd name="adj" fmla="val 7031"/>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37" name="">
            <a:extLst xmlns:a="http://schemas.openxmlformats.org/drawingml/2006/main">
              <a:ext uri="{FF2B5EF4-FFF2-40B4-BE49-F238E27FC236}">
                <a16:creationId xmlns:a16="http://schemas.microsoft.com/office/drawing/2014/main" id="{29054E40-1E7D-4F85-89B1-0376438E2929}"/>
              </a:ext>
            </a:extLst>
          </p:cNvPr>
          <p:cNvSpPr>
            <a:spLocks xmlns:a="http://schemas.openxmlformats.org/drawingml/2006/main" noGrp="1"/>
          </p:cNvSpPr>
          <p:nvPr/>
        </p:nvSpPr>
        <p:spPr>
          <a:xfrm xmlns:a="http://schemas.openxmlformats.org/drawingml/2006/main">
            <a:off x="457200" y="5353050"/>
            <a:ext cx="11239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FFD24A"/>
                </a:solidFill>
                <a:latin typeface="微软雅黑"/>
                <a:ea typeface="微软雅黑"/>
                <a:cs typeface="微软雅黑"/>
              </a:defRPr>
            </a:pPr>
            <a:r>
              <a:rPr sz="1050" b="1">
                <a:solidFill>
                  <a:srgbClr val="FFD24A"/>
                </a:solidFill>
                <a:latin typeface="微软雅黑"/>
                <a:ea typeface="微软雅黑"/>
                <a:cs typeface="微软雅黑"/>
              </a:rPr>
              <a:t>写死在系统里的三条硬约束（不依赖模型、不依赖人工临场判断）</a:t>
            </a:r>
          </a:p>
        </p:txBody>
      </p:sp>
      <p:sp>
        <p:nvSpPr>
          <p:cNvPr id="38" name="">
            <a:extLst xmlns:a="http://schemas.openxmlformats.org/drawingml/2006/main">
              <a:ext uri="{FF2B5EF4-FFF2-40B4-BE49-F238E27FC236}">
                <a16:creationId xmlns:a16="http://schemas.microsoft.com/office/drawing/2014/main" id="{15A77CB8-B31D-4CEF-A6CD-D6AD9A5C7E81}"/>
              </a:ext>
            </a:extLst>
          </p:cNvPr>
          <p:cNvSpPr>
            <a:spLocks xmlns:a="http://schemas.openxmlformats.org/drawingml/2006/main" noGrp="1"/>
          </p:cNvSpPr>
          <p:nvPr/>
        </p:nvSpPr>
        <p:spPr>
          <a:xfrm xmlns:a="http://schemas.openxmlformats.org/drawingml/2006/main">
            <a:off x="457200" y="5619750"/>
            <a:ext cx="36576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安全 </a:t>
            </a:r>
            <a:r>
              <a:rPr sz="938" b="1">
                <a:solidFill>
                  <a:srgbClr val="4FD8FF"/>
                </a:solidFill>
                <a:latin typeface="微软雅黑"/>
                <a:ea typeface="微软雅黑"/>
                <a:cs typeface="微软雅黑"/>
              </a:rPr>
              <a:t>&gt; </a:t>
            </a:r>
            <a:r>
              <a:rPr sz="938" b="1">
                <a:solidFill>
                  <a:srgbClr val="4FD8FF"/>
                </a:solidFill>
                <a:latin typeface="微软雅黑"/>
                <a:ea typeface="微软雅黑"/>
                <a:cs typeface="微软雅黑"/>
              </a:rPr>
              <a:t>一切</a:t>
            </a:r>
          </a:p>
        </p:txBody>
      </p:sp>
      <p:sp>
        <p:nvSpPr>
          <p:cNvPr id="39" name="">
            <a:extLst xmlns:a="http://schemas.openxmlformats.org/drawingml/2006/main">
              <a:ext uri="{FF2B5EF4-FFF2-40B4-BE49-F238E27FC236}">
                <a16:creationId xmlns:a16="http://schemas.microsoft.com/office/drawing/2014/main" id="{C91FE3A9-CD30-437C-9499-F023F61C7603}"/>
              </a:ext>
            </a:extLst>
          </p:cNvPr>
          <p:cNvSpPr>
            <a:spLocks xmlns:a="http://schemas.openxmlformats.org/drawingml/2006/main" noGrp="1"/>
          </p:cNvSpPr>
          <p:nvPr/>
        </p:nvSpPr>
        <p:spPr>
          <a:xfrm xmlns:a="http://schemas.openxmlformats.org/drawingml/2006/main">
            <a:off x="457200" y="5829300"/>
            <a:ext cx="36957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安全不合格触发一票否决，该优先级写在规则里</a:t>
            </a:r>
          </a:p>
        </p:txBody>
      </p:sp>
      <p:sp>
        <p:nvSpPr>
          <p:cNvPr id="40" name="">
            <a:extLst xmlns:a="http://schemas.openxmlformats.org/drawingml/2006/main">
              <a:ext uri="{FF2B5EF4-FFF2-40B4-BE49-F238E27FC236}">
                <a16:creationId xmlns:a16="http://schemas.microsoft.com/office/drawing/2014/main" id="{89441B73-5A29-4629-8F51-C77949ED0D2F}"/>
              </a:ext>
            </a:extLst>
          </p:cNvPr>
          <p:cNvSpPr>
            <a:spLocks xmlns:a="http://schemas.openxmlformats.org/drawingml/2006/main" noGrp="1"/>
          </p:cNvSpPr>
          <p:nvPr/>
        </p:nvSpPr>
        <p:spPr>
          <a:xfrm xmlns:a="http://schemas.openxmlformats.org/drawingml/2006/main">
            <a:off x="4267200" y="5619750"/>
            <a:ext cx="36576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数据不出内网</a:t>
            </a:r>
          </a:p>
        </p:txBody>
      </p:sp>
      <p:sp>
        <p:nvSpPr>
          <p:cNvPr id="41" name="">
            <a:extLst xmlns:a="http://schemas.openxmlformats.org/drawingml/2006/main">
              <a:ext uri="{FF2B5EF4-FFF2-40B4-BE49-F238E27FC236}">
                <a16:creationId xmlns:a16="http://schemas.microsoft.com/office/drawing/2014/main" id="{C9066EA1-C3B0-41C3-ABFA-4073694AC1F3}"/>
              </a:ext>
            </a:extLst>
          </p:cNvPr>
          <p:cNvSpPr>
            <a:spLocks xmlns:a="http://schemas.openxmlformats.org/drawingml/2006/main" noGrp="1"/>
          </p:cNvSpPr>
          <p:nvPr/>
        </p:nvSpPr>
        <p:spPr>
          <a:xfrm xmlns:a="http://schemas.openxmlformats.org/drawingml/2006/main">
            <a:off x="4267200" y="5829300"/>
            <a:ext cx="36957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外部模型可整体关闭；</a:t>
            </a:r>
            <a:r>
              <a:rPr sz="863" b="0">
                <a:solidFill>
                  <a:srgbClr val="EEF5FF"/>
                </a:solidFill>
                <a:latin typeface="微软雅黑"/>
                <a:ea typeface="微软雅黑"/>
                <a:cs typeface="微软雅黑"/>
              </a:rPr>
              <a:t>AI_ENABLED </a:t>
            </a:r>
            <a:r>
              <a:rPr sz="863" b="0">
                <a:solidFill>
                  <a:srgbClr val="EEF5FF"/>
                </a:solidFill>
                <a:latin typeface="微软雅黑"/>
                <a:ea typeface="微软雅黑"/>
                <a:cs typeface="微软雅黑"/>
              </a:rPr>
              <a:t>默认 </a:t>
            </a:r>
            <a:r>
              <a:rPr sz="863" b="0">
                <a:solidFill>
                  <a:srgbClr val="EEF5FF"/>
                </a:solidFill>
                <a:latin typeface="微软雅黑"/>
                <a:ea typeface="微软雅黑"/>
                <a:cs typeface="微软雅黑"/>
              </a:rPr>
              <a:t>false</a:t>
            </a:r>
          </a:p>
        </p:txBody>
      </p:sp>
      <p:sp>
        <p:nvSpPr>
          <p:cNvPr id="42" name="">
            <a:extLst xmlns:a="http://schemas.openxmlformats.org/drawingml/2006/main">
              <a:ext uri="{FF2B5EF4-FFF2-40B4-BE49-F238E27FC236}">
                <a16:creationId xmlns:a16="http://schemas.microsoft.com/office/drawing/2014/main" id="{102D76B0-82D6-46C8-9564-ECA1B8CA1B1D}"/>
              </a:ext>
            </a:extLst>
          </p:cNvPr>
          <p:cNvSpPr>
            <a:spLocks xmlns:a="http://schemas.openxmlformats.org/drawingml/2006/main" noGrp="1"/>
          </p:cNvSpPr>
          <p:nvPr/>
        </p:nvSpPr>
        <p:spPr>
          <a:xfrm xmlns:a="http://schemas.openxmlformats.org/drawingml/2006/main">
            <a:off x="8077200" y="5619750"/>
            <a:ext cx="36576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结论必须可追溯</a:t>
            </a:r>
          </a:p>
        </p:txBody>
      </p:sp>
      <p:sp>
        <p:nvSpPr>
          <p:cNvPr id="43" name="">
            <a:extLst xmlns:a="http://schemas.openxmlformats.org/drawingml/2006/main">
              <a:ext uri="{FF2B5EF4-FFF2-40B4-BE49-F238E27FC236}">
                <a16:creationId xmlns:a16="http://schemas.microsoft.com/office/drawing/2014/main" id="{CA52E99A-1C88-4142-A1BA-10C9D5FEB107}"/>
              </a:ext>
            </a:extLst>
          </p:cNvPr>
          <p:cNvSpPr>
            <a:spLocks xmlns:a="http://schemas.openxmlformats.org/drawingml/2006/main" noGrp="1"/>
          </p:cNvSpPr>
          <p:nvPr/>
        </p:nvSpPr>
        <p:spPr>
          <a:xfrm xmlns:a="http://schemas.openxmlformats.org/drawingml/2006/main">
            <a:off x="8077200" y="5829300"/>
            <a:ext cx="36957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每条建议带 </a:t>
            </a:r>
            <a:r>
              <a:rPr sz="863" b="0">
                <a:solidFill>
                  <a:srgbClr val="EEF5FF"/>
                </a:solidFill>
                <a:latin typeface="微软雅黑"/>
                <a:ea typeface="微软雅黑"/>
                <a:cs typeface="微软雅黑"/>
              </a:rPr>
              <a:t>rule_code </a:t>
            </a:r>
            <a:r>
              <a:rPr sz="863" b="0">
                <a:solidFill>
                  <a:srgbClr val="EEF5FF"/>
                </a:solidFill>
                <a:latin typeface="微软雅黑"/>
                <a:ea typeface="微软雅黑"/>
                <a:cs typeface="微软雅黑"/>
              </a:rPr>
              <a:t>与依据事实，可复算、可回放</a:t>
            </a:r>
          </a:p>
        </p:txBody>
      </p:sp>
      <p:sp>
        <p:nvSpPr>
          <p:cNvPr id="44" name="">
            <a:extLst xmlns:a="http://schemas.openxmlformats.org/drawingml/2006/main">
              <a:ext uri="{FF2B5EF4-FFF2-40B4-BE49-F238E27FC236}">
                <a16:creationId xmlns:a16="http://schemas.microsoft.com/office/drawing/2014/main" id="{1451B214-CD54-4F96-99A0-29B72A3BFBC1}"/>
              </a:ext>
            </a:extLst>
          </p:cNvPr>
          <p:cNvSpPr>
            <a:spLocks xmlns:a="http://schemas.openxmlformats.org/drawingml/2006/main" noGrp="1"/>
          </p:cNvSpPr>
          <p:nvPr/>
        </p:nvSpPr>
        <p:spPr>
          <a:xfrm xmlns:a="http://schemas.openxmlformats.org/drawingml/2006/main">
            <a:off x="457200" y="6267450"/>
            <a:ext cx="112395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如实标注：当前仍为 </a:t>
            </a:r>
            <a:r>
              <a:rPr sz="825" b="0">
                <a:solidFill>
                  <a:srgbClr val="9DBEE8"/>
                </a:solidFill>
                <a:latin typeface="微软雅黑"/>
                <a:ea typeface="微软雅黑"/>
                <a:cs typeface="微软雅黑"/>
              </a:rPr>
              <a:t>MVP——</a:t>
            </a:r>
            <a:r>
              <a:rPr sz="825" b="0">
                <a:solidFill>
                  <a:srgbClr val="9DBEE8"/>
                </a:solidFill>
                <a:latin typeface="微软雅黑"/>
                <a:ea typeface="微软雅黑"/>
                <a:cs typeface="微软雅黑"/>
              </a:rPr>
              <a:t>账号暂无密码校验与刷新令牌，规则增删改与启停开关尚未提供接口，对外部署前必须接入内网统一身份；以上限制已写入技术报告，不做隐藏。</a:t>
            </a:r>
          </a:p>
        </p:txBody>
      </p:sp>
      <p:sp>
        <p:nvSpPr>
          <p:cNvPr id="45" name="">
            <a:extLst xmlns:a="http://schemas.openxmlformats.org/drawingml/2006/main">
              <a:ext uri="{FF2B5EF4-FFF2-40B4-BE49-F238E27FC236}">
                <a16:creationId xmlns:a16="http://schemas.microsoft.com/office/drawing/2014/main" id="{B79281CB-1052-4EDC-BAF0-8E3FA511991E}"/>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46" name="">
            <a:extLst xmlns:a="http://schemas.openxmlformats.org/drawingml/2006/main">
              <a:ext uri="{FF2B5EF4-FFF2-40B4-BE49-F238E27FC236}">
                <a16:creationId xmlns:a16="http://schemas.microsoft.com/office/drawing/2014/main" id="{2F47700E-36D6-4E8B-9A61-B2D52C65A714}"/>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47" name="">
            <a:extLst xmlns:a="http://schemas.openxmlformats.org/drawingml/2006/main">
              <a:ext uri="{FF2B5EF4-FFF2-40B4-BE49-F238E27FC236}">
                <a16:creationId xmlns:a16="http://schemas.microsoft.com/office/drawing/2014/main" id="{C312AE56-12F2-4DBC-B802-D34F4A643BCA}"/>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48" name="">
            <a:extLst xmlns:a="http://schemas.openxmlformats.org/drawingml/2006/main">
              <a:ext uri="{FF2B5EF4-FFF2-40B4-BE49-F238E27FC236}">
                <a16:creationId xmlns:a16="http://schemas.microsoft.com/office/drawing/2014/main" id="{D1EC67CF-1E6D-47D6-9173-76C195CCE263}"/>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49" name="">
            <a:extLst xmlns:a="http://schemas.openxmlformats.org/drawingml/2006/main">
              <a:ext uri="{FF2B5EF4-FFF2-40B4-BE49-F238E27FC236}">
                <a16:creationId xmlns:a16="http://schemas.microsoft.com/office/drawing/2014/main" id="{DA7A834E-FF29-41AB-8C64-6F64FE6ACE63}"/>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34</a:t>
            </a:r>
          </a:p>
        </p:txBody>
      </p:sp>
    </p:spTree>
    <p:extLst>
      <p:ext uri="{BB962C8B-B14F-4D97-AF65-F5344CB8AC3E}">
        <p14:creationId xmlns:p14="http://schemas.microsoft.com/office/powerpoint/2010/main" val="1038682422"/>
      </p:ext>
    </p:extLst>
  </p:cSld>
</p:sld>
</file>

<file path=ppt/slides/slide35.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111" name=""/>
          <p:cNvPicPr>
            <a:picLocks xmlns:a="http://schemas.openxmlformats.org/drawingml/2006/main" noChangeAspect="1"/>
          </p:cNvPicPr>
          <p:nvPr/>
        </p:nvPicPr>
        <p:blipFill>
          <a:blip xmlns:r="http://schemas.openxmlformats.org/officeDocument/2006/relationships" xmlns:a="http://schemas.openxmlformats.org/drawingml/2006/main" r:embed="R9e6f25a97afe4576"/>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282D82A-005D-40A1-9237-85A738F4BC3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5225B65D-E320-432C-BEB7-6EFF47946F15}"/>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B6415B2C-BCC6-445D-B78B-F0A14341B69B}"/>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6A647164-335D-4FF9-91FA-EF5940609ED0}"/>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C353CE84-7713-4CBB-992C-D02885E81CFA}"/>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78A12891-F504-442B-899A-3BFB77302A1D}"/>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EFF1A49E-4D95-46E6-BF60-44C1CB7C8EBE}"/>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B95A6D78-135C-4776-86F3-A4CA1B322B98}"/>
              </a:ext>
            </a:extLst>
          </p:cNvPr>
          <p:cNvSpPr>
            <a:spLocks xmlns:a="http://schemas.openxmlformats.org/drawingml/2006/main" noGrp="1"/>
          </p:cNvSpPr>
          <p:nvPr/>
        </p:nvSpPr>
        <p:spPr>
          <a:xfrm xmlns:a="http://schemas.openxmlformats.org/drawingml/2006/main">
            <a:off x="6858000" y="0"/>
            <a:ext cx="5334000" cy="5334000"/>
          </a:xfrm>
          <a:prstGeom xmlns:a="http://schemas.openxmlformats.org/drawingml/2006/main" prst="ellipse">
            <a:avLst/>
          </a:prstGeom>
          <a:gradFill xmlns:a="http://schemas.openxmlformats.org/drawingml/2006/main">
            <a:gsLst>
              <a:gs pos="0">
                <a:srgbClr val="5FE3A1">
                  <a:alpha val="20000"/>
                </a:srgbClr>
              </a:gs>
              <a:gs pos="45000">
                <a:srgbClr val="5FE3A1">
                  <a:alpha val="8000"/>
                </a:srgbClr>
              </a:gs>
              <a:gs pos="100000">
                <a:srgbClr val="5FE3A1">
                  <a:alpha val="0"/>
                </a:srgbClr>
              </a:gs>
            </a:gsLst>
            <a:path path="shape"/>
          </a:gradFill>
          <a:ln xmlns:a="http://schemas.openxmlformats.org/drawingml/2006/main">
            <a:noFill/>
          </a:ln>
        </p:spPr>
      </p:sp>
      <p:sp>
        <p:nvSpPr>
          <p:cNvPr id="10" name="">
            <a:extLst xmlns:a="http://schemas.openxmlformats.org/drawingml/2006/main">
              <a:ext uri="{FF2B5EF4-FFF2-40B4-BE49-F238E27FC236}">
                <a16:creationId xmlns:a16="http://schemas.microsoft.com/office/drawing/2014/main" id="{E5C2EEBF-E555-4AD0-9974-7D970B349790}"/>
              </a:ext>
            </a:extLst>
          </p:cNvPr>
          <p:cNvSpPr>
            <a:spLocks xmlns:a="http://schemas.openxmlformats.org/drawingml/2006/main" noGrp="1"/>
          </p:cNvSpPr>
          <p:nvPr/>
        </p:nvSpPr>
        <p:spPr>
          <a:xfrm xmlns:a="http://schemas.openxmlformats.org/drawingml/2006/main">
            <a:off x="0" y="3429000"/>
            <a:ext cx="3429000" cy="3429000"/>
          </a:xfrm>
          <a:prstGeom xmlns:a="http://schemas.openxmlformats.org/drawingml/2006/main" prst="ellipse">
            <a:avLst/>
          </a:prstGeom>
          <a:gradFill xmlns:a="http://schemas.openxmlformats.org/drawingml/2006/main">
            <a:gsLst>
              <a:gs pos="0">
                <a:srgbClr val="7FD4FF">
                  <a:alpha val="14000"/>
                </a:srgbClr>
              </a:gs>
              <a:gs pos="45000">
                <a:srgbClr val="7FD4FF">
                  <a:alpha val="6000"/>
                </a:srgbClr>
              </a:gs>
              <a:gs pos="100000">
                <a:srgbClr val="7FD4FF">
                  <a:alpha val="0"/>
                </a:srgbClr>
              </a:gs>
            </a:gsLst>
            <a:path path="shape"/>
          </a:gra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C57389DE-1638-4453-A3C5-2B41153D0330}"/>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gradFill xmlns:a="http://schemas.openxmlformats.org/drawingml/2006/main">
            <a:gsLst>
              <a:gs pos="0">
                <a:srgbClr val="FFD24A"/>
              </a:gs>
              <a:gs pos="52000">
                <a:srgbClr val="5FE3A1"/>
              </a:gs>
              <a:gs pos="100000">
                <a:srgbClr val="5FE3A1">
                  <a:alpha val="0"/>
                </a:srgbClr>
              </a:gs>
            </a:gsLst>
            <a:lin ang="5400000"/>
          </a:gra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31CBAC8D-44B4-490C-B386-CFFDECBADDAA}"/>
              </a:ext>
            </a:extLst>
          </p:cNvPr>
          <p:cNvSpPr>
            <a:spLocks xmlns:a="http://schemas.openxmlformats.org/drawingml/2006/main" noGrp="1"/>
          </p:cNvSpPr>
          <p:nvPr/>
        </p:nvSpPr>
        <p:spPr>
          <a:xfrm xmlns:a="http://schemas.openxmlformats.org/drawingml/2006/main">
            <a:off x="0" y="0"/>
            <a:ext cx="12192000" cy="28575"/>
          </a:xfrm>
          <a:prstGeom xmlns:a="http://schemas.openxmlformats.org/drawingml/2006/main" prst="rect">
            <a:avLst/>
          </a:prstGeom>
          <a:solidFill xmlns:a="http://schemas.openxmlformats.org/drawingml/2006/main">
            <a:srgbClr val="5FE3A1">
              <a:alpha val="70000"/>
            </a:srgbClr>
          </a:soli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FEAF8AD2-EBE4-4476-9BC2-4DE0B82DEA08}"/>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4" name="">
            <a:extLst xmlns:a="http://schemas.openxmlformats.org/drawingml/2006/main">
              <a:ext uri="{FF2B5EF4-FFF2-40B4-BE49-F238E27FC236}">
                <a16:creationId xmlns:a16="http://schemas.microsoft.com/office/drawing/2014/main" id="{72469372-3764-4A36-BB8A-80621EDF4F51}"/>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5FE3A1">
              <a:alpha val="75000"/>
            </a:srgbClr>
          </a:solidFill>
          <a:ln xmlns:a="http://schemas.openxmlformats.org/drawingml/2006/main">
            <a:noFill/>
          </a:ln>
        </p:spPr>
      </p:sp>
      <p:sp>
        <p:nvSpPr>
          <p:cNvPr id="15" name="">
            <a:extLst xmlns:a="http://schemas.openxmlformats.org/drawingml/2006/main">
              <a:ext uri="{FF2B5EF4-FFF2-40B4-BE49-F238E27FC236}">
                <a16:creationId xmlns:a16="http://schemas.microsoft.com/office/drawing/2014/main" id="{87A5DD19-12C3-4EEC-8E2C-44F1F8C5FC90}"/>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5FE3A1">
              <a:alpha val="60000"/>
            </a:srgbClr>
          </a:solidFill>
          <a:ln xmlns:a="http://schemas.openxmlformats.org/drawingml/2006/main">
            <a:noFill/>
          </a:ln>
        </p:spPr>
      </p:sp>
      <p:sp>
        <p:nvSpPr>
          <p:cNvPr id="16" name="">
            <a:extLst xmlns:a="http://schemas.openxmlformats.org/drawingml/2006/main">
              <a:ext uri="{FF2B5EF4-FFF2-40B4-BE49-F238E27FC236}">
                <a16:creationId xmlns:a16="http://schemas.microsoft.com/office/drawing/2014/main" id="{D3C95D3B-0818-44BE-81D2-5F66078C497A}"/>
              </a:ext>
            </a:extLst>
          </p:cNvPr>
          <p:cNvSpPr>
            <a:spLocks xmlns:a="http://schemas.openxmlformats.org/drawingml/2006/main" noGrp="1"/>
          </p:cNvSpPr>
          <p:nvPr/>
        </p:nvSpPr>
        <p:spPr>
          <a:xfrm xmlns:a="http://schemas.openxmlformats.org/drawingml/2006/main">
            <a:off x="6972300" y="1162050"/>
            <a:ext cx="4495800" cy="4495800"/>
          </a:xfrm>
          <a:prstGeom xmlns:a="http://schemas.openxmlformats.org/drawingml/2006/main" prst="roundRect">
            <a:avLst>
              <a:gd name="adj" fmla="val 3390"/>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1430">
            <a:solidFill>
              <a:srgbClr val="5FE3A1">
                <a:alpha val="45000"/>
              </a:srgbClr>
            </a:solidFill>
            <a:prstDash val="solid"/>
          </a:ln>
        </p:spPr>
      </p:sp>
      <p:sp>
        <p:nvSpPr>
          <p:cNvPr id="17" name="">
            <a:extLst xmlns:a="http://schemas.openxmlformats.org/drawingml/2006/main">
              <a:ext uri="{FF2B5EF4-FFF2-40B4-BE49-F238E27FC236}">
                <a16:creationId xmlns:a16="http://schemas.microsoft.com/office/drawing/2014/main" id="{5E888B98-463E-443C-A692-6E072FD8C5D2}"/>
              </a:ext>
            </a:extLst>
          </p:cNvPr>
          <p:cNvSpPr>
            <a:spLocks xmlns:a="http://schemas.openxmlformats.org/drawingml/2006/main" noGrp="1"/>
          </p:cNvSpPr>
          <p:nvPr/>
        </p:nvSpPr>
        <p:spPr>
          <a:xfrm xmlns:a="http://schemas.openxmlformats.org/drawingml/2006/main">
            <a:off x="7067550" y="1257300"/>
            <a:ext cx="4305300" cy="4305300"/>
          </a:xfrm>
          <a:prstGeom xmlns:a="http://schemas.openxmlformats.org/drawingml/2006/main" prst="roundRect">
            <a:avLst>
              <a:gd name="adj" fmla="val 2655"/>
            </a:avLst>
          </a:prstGeom>
          <a:gradFill xmlns:a="http://schemas.openxmlformats.org/drawingml/2006/main">
            <a:gsLst>
              <a:gs pos="0">
                <a:srgbClr val="2760A8"/>
              </a:gs>
              <a:gs pos="100000">
                <a:srgbClr val="0A2F6B"/>
              </a:gs>
            </a:gsLst>
            <a:lin ang="8100000"/>
          </a:gradFill>
          <a:ln xmlns:a="http://schemas.openxmlformats.org/drawingml/2006/main" w="9525">
            <a:solidFill>
              <a:srgbClr val="5FE3A1">
                <a:alpha val="28000"/>
              </a:srgbClr>
            </a:solidFill>
            <a:prstDash val="solid"/>
          </a:ln>
        </p:spPr>
      </p:sp>
      <p:sp>
        <p:nvSpPr>
          <p:cNvPr id="18" name="">
            <a:extLst xmlns:a="http://schemas.openxmlformats.org/drawingml/2006/main">
              <a:ext uri="{FF2B5EF4-FFF2-40B4-BE49-F238E27FC236}">
                <a16:creationId xmlns:a16="http://schemas.microsoft.com/office/drawing/2014/main" id="{AB581602-8116-44EA-8F5E-8DFA256FF003}"/>
              </a:ext>
            </a:extLst>
          </p:cNvPr>
          <p:cNvSpPr>
            <a:spLocks xmlns:a="http://schemas.openxmlformats.org/drawingml/2006/main" noGrp="1"/>
          </p:cNvSpPr>
          <p:nvPr/>
        </p:nvSpPr>
        <p:spPr>
          <a:xfrm xmlns:a="http://schemas.openxmlformats.org/drawingml/2006/main">
            <a:off x="7239000" y="1428750"/>
            <a:ext cx="3962400" cy="1676400"/>
          </a:xfrm>
          <a:prstGeom xmlns:a="http://schemas.openxmlformats.org/drawingml/2006/main" prst="rect">
            <a:avLst/>
          </a:prstGeom>
          <a:pattFill xmlns:a="http://schemas.openxmlformats.org/drawingml/2006/main" prst="dotGrid">
            <a:fgClr>
              <a:srgbClr val="7FC4FF">
                <a:alpha val="55000"/>
              </a:srgbClr>
            </a:fgClr>
            <a:bgClr>
              <a:srgbClr val="0B3E82"/>
            </a:bgClr>
          </a:patt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04A899F0-C823-43CD-B595-6D2105A63C36}"/>
              </a:ext>
            </a:extLst>
          </p:cNvPr>
          <p:cNvSpPr>
            <a:spLocks xmlns:a="http://schemas.openxmlformats.org/drawingml/2006/main" noGrp="1"/>
          </p:cNvSpPr>
          <p:nvPr/>
        </p:nvSpPr>
        <p:spPr>
          <a:xfrm xmlns:a="http://schemas.openxmlformats.org/drawingml/2006/main">
            <a:off x="7391400" y="1847850"/>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a:noFill/>
          </a:ln>
        </p:spPr>
      </p:sp>
      <p:sp>
        <p:nvSpPr>
          <p:cNvPr id="20" name="">
            <a:extLst xmlns:a="http://schemas.openxmlformats.org/drawingml/2006/main">
              <a:ext uri="{FF2B5EF4-FFF2-40B4-BE49-F238E27FC236}">
                <a16:creationId xmlns:a16="http://schemas.microsoft.com/office/drawing/2014/main" id="{008EA131-4E98-4460-B07B-D71FB3C6AEF1}"/>
              </a:ext>
            </a:extLst>
          </p:cNvPr>
          <p:cNvSpPr>
            <a:spLocks xmlns:a="http://schemas.openxmlformats.org/drawingml/2006/main" noGrp="1"/>
          </p:cNvSpPr>
          <p:nvPr/>
        </p:nvSpPr>
        <p:spPr>
          <a:xfrm xmlns:a="http://schemas.openxmlformats.org/drawingml/2006/main">
            <a:off x="7391400" y="1990725"/>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a:noFill/>
          </a:ln>
        </p:spPr>
      </p:sp>
      <p:sp>
        <p:nvSpPr>
          <p:cNvPr id="21" name="">
            <a:extLst xmlns:a="http://schemas.openxmlformats.org/drawingml/2006/main">
              <a:ext uri="{FF2B5EF4-FFF2-40B4-BE49-F238E27FC236}">
                <a16:creationId xmlns:a16="http://schemas.microsoft.com/office/drawing/2014/main" id="{FE8D7995-F54D-4467-8583-DE65E0C4CAC6}"/>
              </a:ext>
            </a:extLst>
          </p:cNvPr>
          <p:cNvSpPr>
            <a:spLocks xmlns:a="http://schemas.openxmlformats.org/drawingml/2006/main" noGrp="1"/>
          </p:cNvSpPr>
          <p:nvPr/>
        </p:nvSpPr>
        <p:spPr>
          <a:xfrm xmlns:a="http://schemas.openxmlformats.org/drawingml/2006/main">
            <a:off x="7391400" y="2133600"/>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A73D2595-EA60-4430-8371-7831E830EE98}"/>
              </a:ext>
            </a:extLst>
          </p:cNvPr>
          <p:cNvSpPr>
            <a:spLocks xmlns:a="http://schemas.openxmlformats.org/drawingml/2006/main" noGrp="1"/>
          </p:cNvSpPr>
          <p:nvPr/>
        </p:nvSpPr>
        <p:spPr>
          <a:xfrm xmlns:a="http://schemas.openxmlformats.org/drawingml/2006/main">
            <a:off x="7534275" y="1847850"/>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a:noFill/>
          </a:ln>
        </p:spPr>
      </p:sp>
      <p:sp>
        <p:nvSpPr>
          <p:cNvPr id="23" name="">
            <a:extLst xmlns:a="http://schemas.openxmlformats.org/drawingml/2006/main">
              <a:ext uri="{FF2B5EF4-FFF2-40B4-BE49-F238E27FC236}">
                <a16:creationId xmlns:a16="http://schemas.microsoft.com/office/drawing/2014/main" id="{44460AA4-A79D-42C1-B221-B77833165C55}"/>
              </a:ext>
            </a:extLst>
          </p:cNvPr>
          <p:cNvSpPr>
            <a:spLocks xmlns:a="http://schemas.openxmlformats.org/drawingml/2006/main" noGrp="1"/>
          </p:cNvSpPr>
          <p:nvPr/>
        </p:nvSpPr>
        <p:spPr>
          <a:xfrm xmlns:a="http://schemas.openxmlformats.org/drawingml/2006/main">
            <a:off x="7534275" y="1990725"/>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a:noFill/>
          </a:ln>
        </p:spPr>
      </p:sp>
      <p:sp>
        <p:nvSpPr>
          <p:cNvPr id="24" name="">
            <a:extLst xmlns:a="http://schemas.openxmlformats.org/drawingml/2006/main">
              <a:ext uri="{FF2B5EF4-FFF2-40B4-BE49-F238E27FC236}">
                <a16:creationId xmlns:a16="http://schemas.microsoft.com/office/drawing/2014/main" id="{5E51EA37-03A3-47C2-A57E-8B19DC1C70D6}"/>
              </a:ext>
            </a:extLst>
          </p:cNvPr>
          <p:cNvSpPr>
            <a:spLocks xmlns:a="http://schemas.openxmlformats.org/drawingml/2006/main" noGrp="1"/>
          </p:cNvSpPr>
          <p:nvPr/>
        </p:nvSpPr>
        <p:spPr>
          <a:xfrm xmlns:a="http://schemas.openxmlformats.org/drawingml/2006/main">
            <a:off x="7534275" y="2133600"/>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a:noFill/>
          </a:ln>
        </p:spPr>
      </p:sp>
      <p:sp>
        <p:nvSpPr>
          <p:cNvPr id="25" name="">
            <a:extLst xmlns:a="http://schemas.openxmlformats.org/drawingml/2006/main">
              <a:ext uri="{FF2B5EF4-FFF2-40B4-BE49-F238E27FC236}">
                <a16:creationId xmlns:a16="http://schemas.microsoft.com/office/drawing/2014/main" id="{A1D77EBB-8C91-4A74-8A93-38289FFF70A1}"/>
              </a:ext>
            </a:extLst>
          </p:cNvPr>
          <p:cNvSpPr>
            <a:spLocks xmlns:a="http://schemas.openxmlformats.org/drawingml/2006/main" noGrp="1"/>
          </p:cNvSpPr>
          <p:nvPr/>
        </p:nvSpPr>
        <p:spPr>
          <a:xfrm xmlns:a="http://schemas.openxmlformats.org/drawingml/2006/main">
            <a:off x="7677150" y="1847850"/>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a:noFill/>
          </a:ln>
        </p:spPr>
      </p:sp>
      <p:sp>
        <p:nvSpPr>
          <p:cNvPr id="26" name="">
            <a:extLst xmlns:a="http://schemas.openxmlformats.org/drawingml/2006/main">
              <a:ext uri="{FF2B5EF4-FFF2-40B4-BE49-F238E27FC236}">
                <a16:creationId xmlns:a16="http://schemas.microsoft.com/office/drawing/2014/main" id="{4FA7926B-AF1E-47DB-A93E-9396D56FE5C4}"/>
              </a:ext>
            </a:extLst>
          </p:cNvPr>
          <p:cNvSpPr>
            <a:spLocks xmlns:a="http://schemas.openxmlformats.org/drawingml/2006/main" noGrp="1"/>
          </p:cNvSpPr>
          <p:nvPr/>
        </p:nvSpPr>
        <p:spPr>
          <a:xfrm xmlns:a="http://schemas.openxmlformats.org/drawingml/2006/main">
            <a:off x="7677150" y="1990725"/>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a:noFill/>
          </a:ln>
        </p:spPr>
      </p:sp>
      <p:sp>
        <p:nvSpPr>
          <p:cNvPr id="27" name="">
            <a:extLst xmlns:a="http://schemas.openxmlformats.org/drawingml/2006/main">
              <a:ext uri="{FF2B5EF4-FFF2-40B4-BE49-F238E27FC236}">
                <a16:creationId xmlns:a16="http://schemas.microsoft.com/office/drawing/2014/main" id="{79214D8F-7E17-476C-8D88-936B96435C3B}"/>
              </a:ext>
            </a:extLst>
          </p:cNvPr>
          <p:cNvSpPr>
            <a:spLocks xmlns:a="http://schemas.openxmlformats.org/drawingml/2006/main" noGrp="1"/>
          </p:cNvSpPr>
          <p:nvPr/>
        </p:nvSpPr>
        <p:spPr>
          <a:xfrm xmlns:a="http://schemas.openxmlformats.org/drawingml/2006/main">
            <a:off x="7677150" y="2133600"/>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a:noFill/>
          </a:ln>
        </p:spPr>
      </p:sp>
      <p:sp>
        <p:nvSpPr>
          <p:cNvPr id="28" name="">
            <a:extLst xmlns:a="http://schemas.openxmlformats.org/drawingml/2006/main">
              <a:ext uri="{FF2B5EF4-FFF2-40B4-BE49-F238E27FC236}">
                <a16:creationId xmlns:a16="http://schemas.microsoft.com/office/drawing/2014/main" id="{9919C79A-2D37-4DE1-A300-136C3643877C}"/>
              </a:ext>
            </a:extLst>
          </p:cNvPr>
          <p:cNvSpPr>
            <a:spLocks xmlns:a="http://schemas.openxmlformats.org/drawingml/2006/main" noGrp="1"/>
          </p:cNvSpPr>
          <p:nvPr/>
        </p:nvSpPr>
        <p:spPr>
          <a:xfrm xmlns:a="http://schemas.openxmlformats.org/drawingml/2006/main">
            <a:off x="7820025" y="1847850"/>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a:noFill/>
          </a:ln>
        </p:spPr>
      </p:sp>
      <p:sp>
        <p:nvSpPr>
          <p:cNvPr id="29" name="">
            <a:extLst xmlns:a="http://schemas.openxmlformats.org/drawingml/2006/main">
              <a:ext uri="{FF2B5EF4-FFF2-40B4-BE49-F238E27FC236}">
                <a16:creationId xmlns:a16="http://schemas.microsoft.com/office/drawing/2014/main" id="{DEE5A38B-79AC-4455-823B-A3BB4FCD0A50}"/>
              </a:ext>
            </a:extLst>
          </p:cNvPr>
          <p:cNvSpPr>
            <a:spLocks xmlns:a="http://schemas.openxmlformats.org/drawingml/2006/main" noGrp="1"/>
          </p:cNvSpPr>
          <p:nvPr/>
        </p:nvSpPr>
        <p:spPr>
          <a:xfrm xmlns:a="http://schemas.openxmlformats.org/drawingml/2006/main">
            <a:off x="7820025" y="1990725"/>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a:noFill/>
          </a:ln>
        </p:spPr>
      </p:sp>
      <p:sp>
        <p:nvSpPr>
          <p:cNvPr id="30" name="">
            <a:extLst xmlns:a="http://schemas.openxmlformats.org/drawingml/2006/main">
              <a:ext uri="{FF2B5EF4-FFF2-40B4-BE49-F238E27FC236}">
                <a16:creationId xmlns:a16="http://schemas.microsoft.com/office/drawing/2014/main" id="{7BFF7261-FD8F-4DEB-93F6-5645D803EB4C}"/>
              </a:ext>
            </a:extLst>
          </p:cNvPr>
          <p:cNvSpPr>
            <a:spLocks xmlns:a="http://schemas.openxmlformats.org/drawingml/2006/main" noGrp="1"/>
          </p:cNvSpPr>
          <p:nvPr/>
        </p:nvSpPr>
        <p:spPr>
          <a:xfrm xmlns:a="http://schemas.openxmlformats.org/drawingml/2006/main">
            <a:off x="7820025" y="2133600"/>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a:noFill/>
          </a:ln>
        </p:spPr>
      </p:sp>
      <p:sp>
        <p:nvSpPr>
          <p:cNvPr id="31" name="">
            <a:extLst xmlns:a="http://schemas.openxmlformats.org/drawingml/2006/main">
              <a:ext uri="{FF2B5EF4-FFF2-40B4-BE49-F238E27FC236}">
                <a16:creationId xmlns:a16="http://schemas.microsoft.com/office/drawing/2014/main" id="{897DC445-BEBB-417A-9FDD-A0C1CC32C1FE}"/>
              </a:ext>
            </a:extLst>
          </p:cNvPr>
          <p:cNvSpPr>
            <a:spLocks xmlns:a="http://schemas.openxmlformats.org/drawingml/2006/main" noGrp="1"/>
          </p:cNvSpPr>
          <p:nvPr/>
        </p:nvSpPr>
        <p:spPr>
          <a:xfrm xmlns:a="http://schemas.openxmlformats.org/drawingml/2006/main">
            <a:off x="7962900" y="1847850"/>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a:noFill/>
          </a:ln>
        </p:spPr>
      </p:sp>
      <p:sp>
        <p:nvSpPr>
          <p:cNvPr id="32" name="">
            <a:extLst xmlns:a="http://schemas.openxmlformats.org/drawingml/2006/main">
              <a:ext uri="{FF2B5EF4-FFF2-40B4-BE49-F238E27FC236}">
                <a16:creationId xmlns:a16="http://schemas.microsoft.com/office/drawing/2014/main" id="{CE9CC9BC-73F2-451D-88D1-FF03DAF032F4}"/>
              </a:ext>
            </a:extLst>
          </p:cNvPr>
          <p:cNvSpPr>
            <a:spLocks xmlns:a="http://schemas.openxmlformats.org/drawingml/2006/main" noGrp="1"/>
          </p:cNvSpPr>
          <p:nvPr/>
        </p:nvSpPr>
        <p:spPr>
          <a:xfrm xmlns:a="http://schemas.openxmlformats.org/drawingml/2006/main">
            <a:off x="7962900" y="1990725"/>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a:noFill/>
          </a:ln>
        </p:spPr>
      </p:sp>
      <p:sp>
        <p:nvSpPr>
          <p:cNvPr id="33" name="">
            <a:extLst xmlns:a="http://schemas.openxmlformats.org/drawingml/2006/main">
              <a:ext uri="{FF2B5EF4-FFF2-40B4-BE49-F238E27FC236}">
                <a16:creationId xmlns:a16="http://schemas.microsoft.com/office/drawing/2014/main" id="{19BF89F1-2EAC-4956-87EC-56D057F00E23}"/>
              </a:ext>
            </a:extLst>
          </p:cNvPr>
          <p:cNvSpPr>
            <a:spLocks xmlns:a="http://schemas.openxmlformats.org/drawingml/2006/main" noGrp="1"/>
          </p:cNvSpPr>
          <p:nvPr/>
        </p:nvSpPr>
        <p:spPr>
          <a:xfrm xmlns:a="http://schemas.openxmlformats.org/drawingml/2006/main">
            <a:off x="7962900" y="2133600"/>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a:noFill/>
          </a:ln>
        </p:spPr>
      </p:sp>
      <p:sp>
        <p:nvSpPr>
          <p:cNvPr id="34" name="">
            <a:extLst xmlns:a="http://schemas.openxmlformats.org/drawingml/2006/main">
              <a:ext uri="{FF2B5EF4-FFF2-40B4-BE49-F238E27FC236}">
                <a16:creationId xmlns:a16="http://schemas.microsoft.com/office/drawing/2014/main" id="{97D39F73-9B2A-498D-919E-53E7C4A61C32}"/>
              </a:ext>
            </a:extLst>
          </p:cNvPr>
          <p:cNvSpPr>
            <a:spLocks xmlns:a="http://schemas.openxmlformats.org/drawingml/2006/main" noGrp="1"/>
          </p:cNvSpPr>
          <p:nvPr/>
        </p:nvSpPr>
        <p:spPr>
          <a:xfrm xmlns:a="http://schemas.openxmlformats.org/drawingml/2006/main">
            <a:off x="8105775" y="1847850"/>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a:noFill/>
          </a:ln>
        </p:spPr>
      </p:sp>
      <p:sp>
        <p:nvSpPr>
          <p:cNvPr id="35" name="">
            <a:extLst xmlns:a="http://schemas.openxmlformats.org/drawingml/2006/main">
              <a:ext uri="{FF2B5EF4-FFF2-40B4-BE49-F238E27FC236}">
                <a16:creationId xmlns:a16="http://schemas.microsoft.com/office/drawing/2014/main" id="{929A572E-6129-4398-B582-214419DB9725}"/>
              </a:ext>
            </a:extLst>
          </p:cNvPr>
          <p:cNvSpPr>
            <a:spLocks xmlns:a="http://schemas.openxmlformats.org/drawingml/2006/main" noGrp="1"/>
          </p:cNvSpPr>
          <p:nvPr/>
        </p:nvSpPr>
        <p:spPr>
          <a:xfrm xmlns:a="http://schemas.openxmlformats.org/drawingml/2006/main">
            <a:off x="8105775" y="1990725"/>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a:noFill/>
          </a:ln>
        </p:spPr>
      </p:sp>
      <p:sp>
        <p:nvSpPr>
          <p:cNvPr id="36" name="">
            <a:extLst xmlns:a="http://schemas.openxmlformats.org/drawingml/2006/main">
              <a:ext uri="{FF2B5EF4-FFF2-40B4-BE49-F238E27FC236}">
                <a16:creationId xmlns:a16="http://schemas.microsoft.com/office/drawing/2014/main" id="{2D4579DA-BEC5-4194-8179-B7CFE29A1C2A}"/>
              </a:ext>
            </a:extLst>
          </p:cNvPr>
          <p:cNvSpPr>
            <a:spLocks xmlns:a="http://schemas.openxmlformats.org/drawingml/2006/main" noGrp="1"/>
          </p:cNvSpPr>
          <p:nvPr/>
        </p:nvSpPr>
        <p:spPr>
          <a:xfrm xmlns:a="http://schemas.openxmlformats.org/drawingml/2006/main">
            <a:off x="8105775" y="2133600"/>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a:noFill/>
          </a:ln>
        </p:spPr>
      </p:sp>
      <p:sp>
        <p:nvSpPr>
          <p:cNvPr id="37" name="">
            <a:extLst xmlns:a="http://schemas.openxmlformats.org/drawingml/2006/main">
              <a:ext uri="{FF2B5EF4-FFF2-40B4-BE49-F238E27FC236}">
                <a16:creationId xmlns:a16="http://schemas.microsoft.com/office/drawing/2014/main" id="{2FBD814C-DE7F-4F69-A051-5067B1825D72}"/>
              </a:ext>
            </a:extLst>
          </p:cNvPr>
          <p:cNvSpPr>
            <a:spLocks xmlns:a="http://schemas.openxmlformats.org/drawingml/2006/main" noGrp="1"/>
          </p:cNvSpPr>
          <p:nvPr/>
        </p:nvSpPr>
        <p:spPr>
          <a:xfrm xmlns:a="http://schemas.openxmlformats.org/drawingml/2006/main">
            <a:off x="8248650" y="1847850"/>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a:noFill/>
          </a:ln>
        </p:spPr>
      </p:sp>
      <p:sp>
        <p:nvSpPr>
          <p:cNvPr id="38" name="">
            <a:extLst xmlns:a="http://schemas.openxmlformats.org/drawingml/2006/main">
              <a:ext uri="{FF2B5EF4-FFF2-40B4-BE49-F238E27FC236}">
                <a16:creationId xmlns:a16="http://schemas.microsoft.com/office/drawing/2014/main" id="{04C57185-9F39-4DAB-9D2E-7B9A09C8F757}"/>
              </a:ext>
            </a:extLst>
          </p:cNvPr>
          <p:cNvSpPr>
            <a:spLocks xmlns:a="http://schemas.openxmlformats.org/drawingml/2006/main" noGrp="1"/>
          </p:cNvSpPr>
          <p:nvPr/>
        </p:nvSpPr>
        <p:spPr>
          <a:xfrm xmlns:a="http://schemas.openxmlformats.org/drawingml/2006/main">
            <a:off x="8248650" y="1990725"/>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a:noFill/>
          </a:ln>
        </p:spPr>
      </p:sp>
      <p:sp>
        <p:nvSpPr>
          <p:cNvPr id="39" name="">
            <a:extLst xmlns:a="http://schemas.openxmlformats.org/drawingml/2006/main">
              <a:ext uri="{FF2B5EF4-FFF2-40B4-BE49-F238E27FC236}">
                <a16:creationId xmlns:a16="http://schemas.microsoft.com/office/drawing/2014/main" id="{DBC4DEAE-47A7-4D91-B91C-B0843B316E78}"/>
              </a:ext>
            </a:extLst>
          </p:cNvPr>
          <p:cNvSpPr>
            <a:spLocks xmlns:a="http://schemas.openxmlformats.org/drawingml/2006/main" noGrp="1"/>
          </p:cNvSpPr>
          <p:nvPr/>
        </p:nvSpPr>
        <p:spPr>
          <a:xfrm xmlns:a="http://schemas.openxmlformats.org/drawingml/2006/main">
            <a:off x="8248650" y="2133600"/>
            <a:ext cx="22860" cy="22860"/>
          </a:xfrm>
          <a:prstGeom xmlns:a="http://schemas.openxmlformats.org/drawingml/2006/main" prst="ellipse">
            <a:avLst/>
          </a:prstGeom>
          <a:solidFill xmlns:a="http://schemas.openxmlformats.org/drawingml/2006/main">
            <a:srgbClr val="5FE3A1">
              <a:alpha val="35000"/>
            </a:srgbClr>
          </a:solidFill>
          <a:ln xmlns:a="http://schemas.openxmlformats.org/drawingml/2006/main">
            <a:noFill/>
          </a:ln>
        </p:spPr>
      </p:sp>
      <p:sp>
        <p:nvSpPr>
          <p:cNvPr id="40" name="">
            <a:extLst xmlns:a="http://schemas.openxmlformats.org/drawingml/2006/main">
              <a:ext uri="{FF2B5EF4-FFF2-40B4-BE49-F238E27FC236}">
                <a16:creationId xmlns:a16="http://schemas.microsoft.com/office/drawing/2014/main" id="{C9F19363-11A4-4743-9447-AE1B0C8B9BE2}"/>
              </a:ext>
            </a:extLst>
          </p:cNvPr>
          <p:cNvSpPr>
            <a:spLocks xmlns:a="http://schemas.openxmlformats.org/drawingml/2006/main" noGrp="1"/>
          </p:cNvSpPr>
          <p:nvPr/>
        </p:nvSpPr>
        <p:spPr>
          <a:xfrm xmlns:a="http://schemas.openxmlformats.org/drawingml/2006/main">
            <a:off x="8743950" y="1638300"/>
            <a:ext cx="2457450" cy="1771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oAutofit/>
          </a:bodyPr>
          <a:lstStyle xmlns:a="http://schemas.openxmlformats.org/drawingml/2006/main"/>
          <a:p xmlns:a="http://schemas.openxmlformats.org/drawingml/2006/main">
            <a:pPr algn="r">
              <a:defRPr sz="9900" b="1">
                <a:ln w="14288">
                  <a:solidFill>
                    <a:srgbClr val="5FE3A1">
                      <a:alpha val="75000"/>
                    </a:srgbClr>
                  </a:solidFill>
                  <a:prstDash val="solid"/>
                </a:ln>
                <a:solidFill>
                  <a:srgbClr val="0B3E82"/>
                </a:solidFill>
                <a:latin typeface="Bahnschrift SemiBold"/>
                <a:ea typeface="Bahnschrift SemiBold"/>
                <a:cs typeface="Bahnschrift SemiBold"/>
              </a:defRPr>
            </a:pPr>
            <a:r>
              <a:rPr sz="9900" b="1">
                <a:ln w="14288">
                  <a:solidFill>
                    <a:srgbClr val="5FE3A1">
                      <a:alpha val="75000"/>
                    </a:srgbClr>
                  </a:solidFill>
                  <a:prstDash val="solid"/>
                </a:ln>
                <a:solidFill>
                  <a:srgbClr val="0B3E82"/>
                </a:solidFill>
                <a:latin typeface="Bahnschrift SemiBold"/>
                <a:ea typeface="Bahnschrift SemiBold"/>
                <a:cs typeface="Bahnschrift SemiBold"/>
              </a:rPr>
              <a:t>06</a:t>
            </a:r>
          </a:p>
        </p:txBody>
      </p:sp>
      <p:sp>
        <p:nvSpPr>
          <p:cNvPr id="41" name="">
            <a:extLst xmlns:a="http://schemas.openxmlformats.org/drawingml/2006/main">
              <a:ext uri="{FF2B5EF4-FFF2-40B4-BE49-F238E27FC236}">
                <a16:creationId xmlns:a16="http://schemas.microsoft.com/office/drawing/2014/main" id="{313421F6-4552-49FD-91A1-5BE11BDD693E}"/>
              </a:ext>
            </a:extLst>
          </p:cNvPr>
          <p:cNvSpPr>
            <a:spLocks xmlns:a="http://schemas.openxmlformats.org/drawingml/2006/main" noGrp="1"/>
          </p:cNvSpPr>
          <p:nvPr/>
        </p:nvSpPr>
        <p:spPr>
          <a:xfrm xmlns:a="http://schemas.openxmlformats.org/drawingml/2006/main">
            <a:off x="7239000" y="3295650"/>
            <a:ext cx="3962400" cy="19050"/>
          </a:xfrm>
          <a:prstGeom xmlns:a="http://schemas.openxmlformats.org/drawingml/2006/main" prst="rect">
            <a:avLst/>
          </a:prstGeom>
          <a:gradFill xmlns:a="http://schemas.openxmlformats.org/drawingml/2006/main">
            <a:gsLst>
              <a:gs pos="0">
                <a:srgbClr val="5FE3A1"/>
              </a:gs>
              <a:gs pos="100000">
                <a:srgbClr val="5FE3A1">
                  <a:alpha val="0"/>
                </a:srgbClr>
              </a:gs>
            </a:gsLst>
            <a:lin ang="0"/>
          </a:gradFill>
          <a:ln xmlns:a="http://schemas.openxmlformats.org/drawingml/2006/main">
            <a:noFill/>
          </a:ln>
        </p:spPr>
      </p:sp>
      <p:sp>
        <p:nvSpPr>
          <p:cNvPr id="42" name="">
            <a:extLst xmlns:a="http://schemas.openxmlformats.org/drawingml/2006/main">
              <a:ext uri="{FF2B5EF4-FFF2-40B4-BE49-F238E27FC236}">
                <a16:creationId xmlns:a16="http://schemas.microsoft.com/office/drawing/2014/main" id="{F6264B12-8A45-4251-AA3E-EC3376EEE272}"/>
              </a:ext>
            </a:extLst>
          </p:cNvPr>
          <p:cNvSpPr>
            <a:spLocks xmlns:a="http://schemas.openxmlformats.org/drawingml/2006/main" noGrp="1"/>
          </p:cNvSpPr>
          <p:nvPr/>
        </p:nvSpPr>
        <p:spPr>
          <a:xfrm xmlns:a="http://schemas.openxmlformats.org/drawingml/2006/main">
            <a:off x="7239000" y="3524250"/>
            <a:ext cx="3962400" cy="685800"/>
          </a:xfrm>
          <a:prstGeom xmlns:a="http://schemas.openxmlformats.org/drawingml/2006/main" prst="rect">
            <a:avLst/>
          </a:prstGeom>
          <a:pattFill xmlns:a="http://schemas.openxmlformats.org/drawingml/2006/main" prst="wdUpDiag">
            <a:fgClr>
              <a:srgbClr val="5FE3A1">
                <a:alpha val="24000"/>
              </a:srgbClr>
            </a:fgClr>
            <a:bgClr>
              <a:srgbClr val="0B3E82"/>
            </a:bgClr>
          </a:pattFill>
          <a:ln xmlns:a="http://schemas.openxmlformats.org/drawingml/2006/main">
            <a:noFill/>
          </a:ln>
        </p:spPr>
      </p:sp>
      <p:sp>
        <p:nvSpPr>
          <p:cNvPr id="43" name="">
            <a:extLst xmlns:a="http://schemas.openxmlformats.org/drawingml/2006/main">
              <a:ext uri="{FF2B5EF4-FFF2-40B4-BE49-F238E27FC236}">
                <a16:creationId xmlns:a16="http://schemas.microsoft.com/office/drawing/2014/main" id="{C8AA7506-0E87-472D-A83D-802EC423FA26}"/>
              </a:ext>
            </a:extLst>
          </p:cNvPr>
          <p:cNvSpPr>
            <a:spLocks xmlns:a="http://schemas.openxmlformats.org/drawingml/2006/main" noGrp="1"/>
          </p:cNvSpPr>
          <p:nvPr/>
        </p:nvSpPr>
        <p:spPr>
          <a:xfrm xmlns:a="http://schemas.openxmlformats.org/drawingml/2006/main">
            <a:off x="7239000" y="440055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44" name="">
            <a:extLst xmlns:a="http://schemas.openxmlformats.org/drawingml/2006/main">
              <a:ext uri="{FF2B5EF4-FFF2-40B4-BE49-F238E27FC236}">
                <a16:creationId xmlns:a16="http://schemas.microsoft.com/office/drawing/2014/main" id="{B76E1F8A-CE92-4B02-9528-37569CCC4B9B}"/>
              </a:ext>
            </a:extLst>
          </p:cNvPr>
          <p:cNvSpPr>
            <a:spLocks xmlns:a="http://schemas.openxmlformats.org/drawingml/2006/main" noGrp="1"/>
          </p:cNvSpPr>
          <p:nvPr/>
        </p:nvSpPr>
        <p:spPr>
          <a:xfrm xmlns:a="http://schemas.openxmlformats.org/drawingml/2006/main">
            <a:off x="7239000" y="4524375"/>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45" name="">
            <a:extLst xmlns:a="http://schemas.openxmlformats.org/drawingml/2006/main">
              <a:ext uri="{FF2B5EF4-FFF2-40B4-BE49-F238E27FC236}">
                <a16:creationId xmlns:a16="http://schemas.microsoft.com/office/drawing/2014/main" id="{1C732821-6326-4DEB-80F4-33EDC8ABB11B}"/>
              </a:ext>
            </a:extLst>
          </p:cNvPr>
          <p:cNvSpPr>
            <a:spLocks xmlns:a="http://schemas.openxmlformats.org/drawingml/2006/main" noGrp="1"/>
          </p:cNvSpPr>
          <p:nvPr/>
        </p:nvSpPr>
        <p:spPr>
          <a:xfrm xmlns:a="http://schemas.openxmlformats.org/drawingml/2006/main">
            <a:off x="7239000" y="464820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46" name="">
            <a:extLst xmlns:a="http://schemas.openxmlformats.org/drawingml/2006/main">
              <a:ext uri="{FF2B5EF4-FFF2-40B4-BE49-F238E27FC236}">
                <a16:creationId xmlns:a16="http://schemas.microsoft.com/office/drawing/2014/main" id="{F9E0A1BA-DBAA-45C9-9EB8-1F8B294A2DB0}"/>
              </a:ext>
            </a:extLst>
          </p:cNvPr>
          <p:cNvSpPr>
            <a:spLocks xmlns:a="http://schemas.openxmlformats.org/drawingml/2006/main" noGrp="1"/>
          </p:cNvSpPr>
          <p:nvPr/>
        </p:nvSpPr>
        <p:spPr>
          <a:xfrm xmlns:a="http://schemas.openxmlformats.org/drawingml/2006/main">
            <a:off x="7362825" y="440055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47" name="">
            <a:extLst xmlns:a="http://schemas.openxmlformats.org/drawingml/2006/main">
              <a:ext uri="{FF2B5EF4-FFF2-40B4-BE49-F238E27FC236}">
                <a16:creationId xmlns:a16="http://schemas.microsoft.com/office/drawing/2014/main" id="{69EFD1D0-A99F-43C3-9705-C37C3A110CFB}"/>
              </a:ext>
            </a:extLst>
          </p:cNvPr>
          <p:cNvSpPr>
            <a:spLocks xmlns:a="http://schemas.openxmlformats.org/drawingml/2006/main" noGrp="1"/>
          </p:cNvSpPr>
          <p:nvPr/>
        </p:nvSpPr>
        <p:spPr>
          <a:xfrm xmlns:a="http://schemas.openxmlformats.org/drawingml/2006/main">
            <a:off x="7362825" y="4524375"/>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48" name="">
            <a:extLst xmlns:a="http://schemas.openxmlformats.org/drawingml/2006/main">
              <a:ext uri="{FF2B5EF4-FFF2-40B4-BE49-F238E27FC236}">
                <a16:creationId xmlns:a16="http://schemas.microsoft.com/office/drawing/2014/main" id="{D700C0F2-9808-4053-A66B-92139D0D25FE}"/>
              </a:ext>
            </a:extLst>
          </p:cNvPr>
          <p:cNvSpPr>
            <a:spLocks xmlns:a="http://schemas.openxmlformats.org/drawingml/2006/main" noGrp="1"/>
          </p:cNvSpPr>
          <p:nvPr/>
        </p:nvSpPr>
        <p:spPr>
          <a:xfrm xmlns:a="http://schemas.openxmlformats.org/drawingml/2006/main">
            <a:off x="7362825" y="464820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49" name="">
            <a:extLst xmlns:a="http://schemas.openxmlformats.org/drawingml/2006/main">
              <a:ext uri="{FF2B5EF4-FFF2-40B4-BE49-F238E27FC236}">
                <a16:creationId xmlns:a16="http://schemas.microsoft.com/office/drawing/2014/main" id="{0BCE9146-8A62-445C-95AA-B1476A9B6BB0}"/>
              </a:ext>
            </a:extLst>
          </p:cNvPr>
          <p:cNvSpPr>
            <a:spLocks xmlns:a="http://schemas.openxmlformats.org/drawingml/2006/main" noGrp="1"/>
          </p:cNvSpPr>
          <p:nvPr/>
        </p:nvSpPr>
        <p:spPr>
          <a:xfrm xmlns:a="http://schemas.openxmlformats.org/drawingml/2006/main">
            <a:off x="7486650" y="440055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50" name="">
            <a:extLst xmlns:a="http://schemas.openxmlformats.org/drawingml/2006/main">
              <a:ext uri="{FF2B5EF4-FFF2-40B4-BE49-F238E27FC236}">
                <a16:creationId xmlns:a16="http://schemas.microsoft.com/office/drawing/2014/main" id="{2E2582BF-ED34-4BD0-9882-ADC31F528C74}"/>
              </a:ext>
            </a:extLst>
          </p:cNvPr>
          <p:cNvSpPr>
            <a:spLocks xmlns:a="http://schemas.openxmlformats.org/drawingml/2006/main" noGrp="1"/>
          </p:cNvSpPr>
          <p:nvPr/>
        </p:nvSpPr>
        <p:spPr>
          <a:xfrm xmlns:a="http://schemas.openxmlformats.org/drawingml/2006/main">
            <a:off x="7486650" y="4524375"/>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51" name="">
            <a:extLst xmlns:a="http://schemas.openxmlformats.org/drawingml/2006/main">
              <a:ext uri="{FF2B5EF4-FFF2-40B4-BE49-F238E27FC236}">
                <a16:creationId xmlns:a16="http://schemas.microsoft.com/office/drawing/2014/main" id="{E0D2D597-B1B8-48E5-8A32-9964E6CC101B}"/>
              </a:ext>
            </a:extLst>
          </p:cNvPr>
          <p:cNvSpPr>
            <a:spLocks xmlns:a="http://schemas.openxmlformats.org/drawingml/2006/main" noGrp="1"/>
          </p:cNvSpPr>
          <p:nvPr/>
        </p:nvSpPr>
        <p:spPr>
          <a:xfrm xmlns:a="http://schemas.openxmlformats.org/drawingml/2006/main">
            <a:off x="7486650" y="464820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52" name="">
            <a:extLst xmlns:a="http://schemas.openxmlformats.org/drawingml/2006/main">
              <a:ext uri="{FF2B5EF4-FFF2-40B4-BE49-F238E27FC236}">
                <a16:creationId xmlns:a16="http://schemas.microsoft.com/office/drawing/2014/main" id="{2A86510A-FBD5-4F19-8289-E519FB0705D8}"/>
              </a:ext>
            </a:extLst>
          </p:cNvPr>
          <p:cNvSpPr>
            <a:spLocks xmlns:a="http://schemas.openxmlformats.org/drawingml/2006/main" noGrp="1"/>
          </p:cNvSpPr>
          <p:nvPr/>
        </p:nvSpPr>
        <p:spPr>
          <a:xfrm xmlns:a="http://schemas.openxmlformats.org/drawingml/2006/main">
            <a:off x="7610475" y="440055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53" name="">
            <a:extLst xmlns:a="http://schemas.openxmlformats.org/drawingml/2006/main">
              <a:ext uri="{FF2B5EF4-FFF2-40B4-BE49-F238E27FC236}">
                <a16:creationId xmlns:a16="http://schemas.microsoft.com/office/drawing/2014/main" id="{23009C40-DA4A-47B5-8780-22134C41F54B}"/>
              </a:ext>
            </a:extLst>
          </p:cNvPr>
          <p:cNvSpPr>
            <a:spLocks xmlns:a="http://schemas.openxmlformats.org/drawingml/2006/main" noGrp="1"/>
          </p:cNvSpPr>
          <p:nvPr/>
        </p:nvSpPr>
        <p:spPr>
          <a:xfrm xmlns:a="http://schemas.openxmlformats.org/drawingml/2006/main">
            <a:off x="7610475" y="4524375"/>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54" name="">
            <a:extLst xmlns:a="http://schemas.openxmlformats.org/drawingml/2006/main">
              <a:ext uri="{FF2B5EF4-FFF2-40B4-BE49-F238E27FC236}">
                <a16:creationId xmlns:a16="http://schemas.microsoft.com/office/drawing/2014/main" id="{5F8DF6C7-586B-43E7-9CFE-54040B94193E}"/>
              </a:ext>
            </a:extLst>
          </p:cNvPr>
          <p:cNvSpPr>
            <a:spLocks xmlns:a="http://schemas.openxmlformats.org/drawingml/2006/main" noGrp="1"/>
          </p:cNvSpPr>
          <p:nvPr/>
        </p:nvSpPr>
        <p:spPr>
          <a:xfrm xmlns:a="http://schemas.openxmlformats.org/drawingml/2006/main">
            <a:off x="7610475" y="464820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55" name="">
            <a:extLst xmlns:a="http://schemas.openxmlformats.org/drawingml/2006/main">
              <a:ext uri="{FF2B5EF4-FFF2-40B4-BE49-F238E27FC236}">
                <a16:creationId xmlns:a16="http://schemas.microsoft.com/office/drawing/2014/main" id="{945F99F2-1BD5-4B58-BE49-A30CFC1BC00B}"/>
              </a:ext>
            </a:extLst>
          </p:cNvPr>
          <p:cNvSpPr>
            <a:spLocks xmlns:a="http://schemas.openxmlformats.org/drawingml/2006/main" noGrp="1"/>
          </p:cNvSpPr>
          <p:nvPr/>
        </p:nvSpPr>
        <p:spPr>
          <a:xfrm xmlns:a="http://schemas.openxmlformats.org/drawingml/2006/main">
            <a:off x="7734300" y="440055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56" name="">
            <a:extLst xmlns:a="http://schemas.openxmlformats.org/drawingml/2006/main">
              <a:ext uri="{FF2B5EF4-FFF2-40B4-BE49-F238E27FC236}">
                <a16:creationId xmlns:a16="http://schemas.microsoft.com/office/drawing/2014/main" id="{78EF15E1-3EB8-46C6-9ABE-1884F217EC92}"/>
              </a:ext>
            </a:extLst>
          </p:cNvPr>
          <p:cNvSpPr>
            <a:spLocks xmlns:a="http://schemas.openxmlformats.org/drawingml/2006/main" noGrp="1"/>
          </p:cNvSpPr>
          <p:nvPr/>
        </p:nvSpPr>
        <p:spPr>
          <a:xfrm xmlns:a="http://schemas.openxmlformats.org/drawingml/2006/main">
            <a:off x="7734300" y="4524375"/>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57" name="">
            <a:extLst xmlns:a="http://schemas.openxmlformats.org/drawingml/2006/main">
              <a:ext uri="{FF2B5EF4-FFF2-40B4-BE49-F238E27FC236}">
                <a16:creationId xmlns:a16="http://schemas.microsoft.com/office/drawing/2014/main" id="{24D5F9AD-53F2-4C41-98F3-76F4CA197F5C}"/>
              </a:ext>
            </a:extLst>
          </p:cNvPr>
          <p:cNvSpPr>
            <a:spLocks xmlns:a="http://schemas.openxmlformats.org/drawingml/2006/main" noGrp="1"/>
          </p:cNvSpPr>
          <p:nvPr/>
        </p:nvSpPr>
        <p:spPr>
          <a:xfrm xmlns:a="http://schemas.openxmlformats.org/drawingml/2006/main">
            <a:off x="7734300" y="464820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58" name="">
            <a:extLst xmlns:a="http://schemas.openxmlformats.org/drawingml/2006/main">
              <a:ext uri="{FF2B5EF4-FFF2-40B4-BE49-F238E27FC236}">
                <a16:creationId xmlns:a16="http://schemas.microsoft.com/office/drawing/2014/main" id="{D85DA828-E204-4EDC-8FAA-C121456E7A47}"/>
              </a:ext>
            </a:extLst>
          </p:cNvPr>
          <p:cNvSpPr>
            <a:spLocks xmlns:a="http://schemas.openxmlformats.org/drawingml/2006/main" noGrp="1"/>
          </p:cNvSpPr>
          <p:nvPr/>
        </p:nvSpPr>
        <p:spPr>
          <a:xfrm xmlns:a="http://schemas.openxmlformats.org/drawingml/2006/main">
            <a:off x="7858125" y="440055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59" name="">
            <a:extLst xmlns:a="http://schemas.openxmlformats.org/drawingml/2006/main">
              <a:ext uri="{FF2B5EF4-FFF2-40B4-BE49-F238E27FC236}">
                <a16:creationId xmlns:a16="http://schemas.microsoft.com/office/drawing/2014/main" id="{53B38561-05B9-481F-A255-7ED745C7917D}"/>
              </a:ext>
            </a:extLst>
          </p:cNvPr>
          <p:cNvSpPr>
            <a:spLocks xmlns:a="http://schemas.openxmlformats.org/drawingml/2006/main" noGrp="1"/>
          </p:cNvSpPr>
          <p:nvPr/>
        </p:nvSpPr>
        <p:spPr>
          <a:xfrm xmlns:a="http://schemas.openxmlformats.org/drawingml/2006/main">
            <a:off x="7858125" y="4524375"/>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60" name="">
            <a:extLst xmlns:a="http://schemas.openxmlformats.org/drawingml/2006/main">
              <a:ext uri="{FF2B5EF4-FFF2-40B4-BE49-F238E27FC236}">
                <a16:creationId xmlns:a16="http://schemas.microsoft.com/office/drawing/2014/main" id="{A57DA17C-8353-41BD-8223-1647474BA04C}"/>
              </a:ext>
            </a:extLst>
          </p:cNvPr>
          <p:cNvSpPr>
            <a:spLocks xmlns:a="http://schemas.openxmlformats.org/drawingml/2006/main" noGrp="1"/>
          </p:cNvSpPr>
          <p:nvPr/>
        </p:nvSpPr>
        <p:spPr>
          <a:xfrm xmlns:a="http://schemas.openxmlformats.org/drawingml/2006/main">
            <a:off x="7858125" y="464820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61" name="">
            <a:extLst xmlns:a="http://schemas.openxmlformats.org/drawingml/2006/main">
              <a:ext uri="{FF2B5EF4-FFF2-40B4-BE49-F238E27FC236}">
                <a16:creationId xmlns:a16="http://schemas.microsoft.com/office/drawing/2014/main" id="{AC2F0257-5E26-447E-BB28-FBDE210989EF}"/>
              </a:ext>
            </a:extLst>
          </p:cNvPr>
          <p:cNvSpPr>
            <a:spLocks xmlns:a="http://schemas.openxmlformats.org/drawingml/2006/main" noGrp="1"/>
          </p:cNvSpPr>
          <p:nvPr/>
        </p:nvSpPr>
        <p:spPr>
          <a:xfrm xmlns:a="http://schemas.openxmlformats.org/drawingml/2006/main">
            <a:off x="7981950" y="440055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62" name="">
            <a:extLst xmlns:a="http://schemas.openxmlformats.org/drawingml/2006/main">
              <a:ext uri="{FF2B5EF4-FFF2-40B4-BE49-F238E27FC236}">
                <a16:creationId xmlns:a16="http://schemas.microsoft.com/office/drawing/2014/main" id="{B500ACD0-E6A1-4232-9A1D-50128BCBA068}"/>
              </a:ext>
            </a:extLst>
          </p:cNvPr>
          <p:cNvSpPr>
            <a:spLocks xmlns:a="http://schemas.openxmlformats.org/drawingml/2006/main" noGrp="1"/>
          </p:cNvSpPr>
          <p:nvPr/>
        </p:nvSpPr>
        <p:spPr>
          <a:xfrm xmlns:a="http://schemas.openxmlformats.org/drawingml/2006/main">
            <a:off x="7981950" y="4524375"/>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63" name="">
            <a:extLst xmlns:a="http://schemas.openxmlformats.org/drawingml/2006/main">
              <a:ext uri="{FF2B5EF4-FFF2-40B4-BE49-F238E27FC236}">
                <a16:creationId xmlns:a16="http://schemas.microsoft.com/office/drawing/2014/main" id="{FF57536D-4137-4348-975A-0CC3B5CC58D6}"/>
              </a:ext>
            </a:extLst>
          </p:cNvPr>
          <p:cNvSpPr>
            <a:spLocks xmlns:a="http://schemas.openxmlformats.org/drawingml/2006/main" noGrp="1"/>
          </p:cNvSpPr>
          <p:nvPr/>
        </p:nvSpPr>
        <p:spPr>
          <a:xfrm xmlns:a="http://schemas.openxmlformats.org/drawingml/2006/main">
            <a:off x="7981950" y="464820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64" name="">
            <a:extLst xmlns:a="http://schemas.openxmlformats.org/drawingml/2006/main">
              <a:ext uri="{FF2B5EF4-FFF2-40B4-BE49-F238E27FC236}">
                <a16:creationId xmlns:a16="http://schemas.microsoft.com/office/drawing/2014/main" id="{794909E1-98CF-457C-8F38-C6AA78D882F5}"/>
              </a:ext>
            </a:extLst>
          </p:cNvPr>
          <p:cNvSpPr>
            <a:spLocks xmlns:a="http://schemas.openxmlformats.org/drawingml/2006/main" noGrp="1"/>
          </p:cNvSpPr>
          <p:nvPr/>
        </p:nvSpPr>
        <p:spPr>
          <a:xfrm xmlns:a="http://schemas.openxmlformats.org/drawingml/2006/main">
            <a:off x="8105775" y="440055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65" name="">
            <a:extLst xmlns:a="http://schemas.openxmlformats.org/drawingml/2006/main">
              <a:ext uri="{FF2B5EF4-FFF2-40B4-BE49-F238E27FC236}">
                <a16:creationId xmlns:a16="http://schemas.microsoft.com/office/drawing/2014/main" id="{0010E33A-9EB4-4B3A-855E-AAD093A4FE7A}"/>
              </a:ext>
            </a:extLst>
          </p:cNvPr>
          <p:cNvSpPr>
            <a:spLocks xmlns:a="http://schemas.openxmlformats.org/drawingml/2006/main" noGrp="1"/>
          </p:cNvSpPr>
          <p:nvPr/>
        </p:nvSpPr>
        <p:spPr>
          <a:xfrm xmlns:a="http://schemas.openxmlformats.org/drawingml/2006/main">
            <a:off x="8105775" y="4524375"/>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66" name="">
            <a:extLst xmlns:a="http://schemas.openxmlformats.org/drawingml/2006/main">
              <a:ext uri="{FF2B5EF4-FFF2-40B4-BE49-F238E27FC236}">
                <a16:creationId xmlns:a16="http://schemas.microsoft.com/office/drawing/2014/main" id="{C86516B9-E316-45F4-AD9D-1098872F2122}"/>
              </a:ext>
            </a:extLst>
          </p:cNvPr>
          <p:cNvSpPr>
            <a:spLocks xmlns:a="http://schemas.openxmlformats.org/drawingml/2006/main" noGrp="1"/>
          </p:cNvSpPr>
          <p:nvPr/>
        </p:nvSpPr>
        <p:spPr>
          <a:xfrm xmlns:a="http://schemas.openxmlformats.org/drawingml/2006/main">
            <a:off x="8105775" y="464820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67" name="">
            <a:extLst xmlns:a="http://schemas.openxmlformats.org/drawingml/2006/main">
              <a:ext uri="{FF2B5EF4-FFF2-40B4-BE49-F238E27FC236}">
                <a16:creationId xmlns:a16="http://schemas.microsoft.com/office/drawing/2014/main" id="{51FF1D71-F8A5-4689-8AFA-5CACEBA6FFDB}"/>
              </a:ext>
            </a:extLst>
          </p:cNvPr>
          <p:cNvSpPr>
            <a:spLocks xmlns:a="http://schemas.openxmlformats.org/drawingml/2006/main" noGrp="1"/>
          </p:cNvSpPr>
          <p:nvPr/>
        </p:nvSpPr>
        <p:spPr>
          <a:xfrm xmlns:a="http://schemas.openxmlformats.org/drawingml/2006/main">
            <a:off x="8229600" y="440055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68" name="">
            <a:extLst xmlns:a="http://schemas.openxmlformats.org/drawingml/2006/main">
              <a:ext uri="{FF2B5EF4-FFF2-40B4-BE49-F238E27FC236}">
                <a16:creationId xmlns:a16="http://schemas.microsoft.com/office/drawing/2014/main" id="{66FF3429-3F99-433F-83AA-3AF464798F68}"/>
              </a:ext>
            </a:extLst>
          </p:cNvPr>
          <p:cNvSpPr>
            <a:spLocks xmlns:a="http://schemas.openxmlformats.org/drawingml/2006/main" noGrp="1"/>
          </p:cNvSpPr>
          <p:nvPr/>
        </p:nvSpPr>
        <p:spPr>
          <a:xfrm xmlns:a="http://schemas.openxmlformats.org/drawingml/2006/main">
            <a:off x="8229600" y="4524375"/>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69" name="">
            <a:extLst xmlns:a="http://schemas.openxmlformats.org/drawingml/2006/main">
              <a:ext uri="{FF2B5EF4-FFF2-40B4-BE49-F238E27FC236}">
                <a16:creationId xmlns:a16="http://schemas.microsoft.com/office/drawing/2014/main" id="{1B2B81C2-19DC-443D-A934-3CBCE8CC867F}"/>
              </a:ext>
            </a:extLst>
          </p:cNvPr>
          <p:cNvSpPr>
            <a:spLocks xmlns:a="http://schemas.openxmlformats.org/drawingml/2006/main" noGrp="1"/>
          </p:cNvSpPr>
          <p:nvPr/>
        </p:nvSpPr>
        <p:spPr>
          <a:xfrm xmlns:a="http://schemas.openxmlformats.org/drawingml/2006/main">
            <a:off x="8229600" y="4648200"/>
            <a:ext cx="20955" cy="20955"/>
          </a:xfrm>
          <a:prstGeom xmlns:a="http://schemas.openxmlformats.org/drawingml/2006/main" prst="ellipse">
            <a:avLst/>
          </a:prstGeom>
          <a:solidFill xmlns:a="http://schemas.openxmlformats.org/drawingml/2006/main">
            <a:srgbClr val="5FE3A1">
              <a:alpha val="40000"/>
            </a:srgbClr>
          </a:solidFill>
          <a:ln xmlns:a="http://schemas.openxmlformats.org/drawingml/2006/main">
            <a:noFill/>
          </a:ln>
        </p:spPr>
      </p:sp>
      <p:sp>
        <p:nvSpPr>
          <p:cNvPr id="70" name="">
            <a:extLst xmlns:a="http://schemas.openxmlformats.org/drawingml/2006/main">
              <a:ext uri="{FF2B5EF4-FFF2-40B4-BE49-F238E27FC236}">
                <a16:creationId xmlns:a16="http://schemas.microsoft.com/office/drawing/2014/main" id="{AA56AF99-FD50-4884-B797-3C7494D73C27}"/>
              </a:ext>
            </a:extLst>
          </p:cNvPr>
          <p:cNvSpPr>
            <a:spLocks xmlns:a="http://schemas.openxmlformats.org/drawingml/2006/main" noGrp="1"/>
          </p:cNvSpPr>
          <p:nvPr/>
        </p:nvSpPr>
        <p:spPr>
          <a:xfrm xmlns:a="http://schemas.openxmlformats.org/drawingml/2006/main">
            <a:off x="9067800" y="4438650"/>
            <a:ext cx="209550" cy="209550"/>
          </a:xfrm>
          <a:prstGeom xmlns:a="http://schemas.openxmlformats.org/drawingml/2006/main" prst="chevron">
            <a:avLst/>
          </a:prstGeom>
          <a:solidFill xmlns:a="http://schemas.openxmlformats.org/drawingml/2006/main">
            <a:srgbClr val="5FE3A1">
              <a:alpha val="50000"/>
            </a:srgbClr>
          </a:solidFill>
          <a:ln xmlns:a="http://schemas.openxmlformats.org/drawingml/2006/main">
            <a:noFill/>
          </a:ln>
        </p:spPr>
      </p:sp>
      <p:sp>
        <p:nvSpPr>
          <p:cNvPr id="71" name="">
            <a:extLst xmlns:a="http://schemas.openxmlformats.org/drawingml/2006/main">
              <a:ext uri="{FF2B5EF4-FFF2-40B4-BE49-F238E27FC236}">
                <a16:creationId xmlns:a16="http://schemas.microsoft.com/office/drawing/2014/main" id="{43FA22AC-3329-4584-A2B5-3E28825BA974}"/>
              </a:ext>
            </a:extLst>
          </p:cNvPr>
          <p:cNvSpPr>
            <a:spLocks xmlns:a="http://schemas.openxmlformats.org/drawingml/2006/main" noGrp="1"/>
          </p:cNvSpPr>
          <p:nvPr/>
        </p:nvSpPr>
        <p:spPr>
          <a:xfrm xmlns:a="http://schemas.openxmlformats.org/drawingml/2006/main">
            <a:off x="9334500" y="4438650"/>
            <a:ext cx="209550" cy="209550"/>
          </a:xfrm>
          <a:prstGeom xmlns:a="http://schemas.openxmlformats.org/drawingml/2006/main" prst="chevron">
            <a:avLst/>
          </a:prstGeom>
          <a:solidFill xmlns:a="http://schemas.openxmlformats.org/drawingml/2006/main">
            <a:srgbClr val="5FE3A1">
              <a:alpha val="28000"/>
            </a:srgbClr>
          </a:solidFill>
          <a:ln xmlns:a="http://schemas.openxmlformats.org/drawingml/2006/main">
            <a:noFill/>
          </a:ln>
        </p:spPr>
      </p:sp>
      <p:sp>
        <p:nvSpPr>
          <p:cNvPr id="72" name="">
            <a:extLst xmlns:a="http://schemas.openxmlformats.org/drawingml/2006/main">
              <a:ext uri="{FF2B5EF4-FFF2-40B4-BE49-F238E27FC236}">
                <a16:creationId xmlns:a16="http://schemas.microsoft.com/office/drawing/2014/main" id="{FACBF5C3-0722-4975-92A8-23682D666B73}"/>
              </a:ext>
            </a:extLst>
          </p:cNvPr>
          <p:cNvSpPr>
            <a:spLocks xmlns:a="http://schemas.openxmlformats.org/drawingml/2006/main" noGrp="1"/>
          </p:cNvSpPr>
          <p:nvPr/>
        </p:nvSpPr>
        <p:spPr>
          <a:xfrm xmlns:a="http://schemas.openxmlformats.org/drawingml/2006/main">
            <a:off x="9601200" y="4438650"/>
            <a:ext cx="209550" cy="209550"/>
          </a:xfrm>
          <a:prstGeom xmlns:a="http://schemas.openxmlformats.org/drawingml/2006/main" prst="chevron">
            <a:avLst/>
          </a:prstGeom>
          <a:solidFill xmlns:a="http://schemas.openxmlformats.org/drawingml/2006/main">
            <a:srgbClr val="5FE3A1">
              <a:alpha val="14000"/>
            </a:srgbClr>
          </a:solidFill>
          <a:ln xmlns:a="http://schemas.openxmlformats.org/drawingml/2006/main">
            <a:noFill/>
          </a:ln>
        </p:spPr>
      </p:sp>
      <p:sp>
        <p:nvSpPr>
          <p:cNvPr id="73" name="">
            <a:extLst xmlns:a="http://schemas.openxmlformats.org/drawingml/2006/main">
              <a:ext uri="{FF2B5EF4-FFF2-40B4-BE49-F238E27FC236}">
                <a16:creationId xmlns:a16="http://schemas.microsoft.com/office/drawing/2014/main" id="{5A9AADEF-06EF-4123-BBA7-9CB8445DEB97}"/>
              </a:ext>
            </a:extLst>
          </p:cNvPr>
          <p:cNvSpPr>
            <a:spLocks xmlns:a="http://schemas.openxmlformats.org/drawingml/2006/main" noGrp="1"/>
          </p:cNvSpPr>
          <p:nvPr/>
        </p:nvSpPr>
        <p:spPr>
          <a:xfrm xmlns:a="http://schemas.openxmlformats.org/drawingml/2006/main">
            <a:off x="7448550" y="5067300"/>
            <a:ext cx="3543300" cy="14478"/>
          </a:xfrm>
          <a:prstGeom xmlns:a="http://schemas.openxmlformats.org/drawingml/2006/main" prst="rect">
            <a:avLst/>
          </a:prstGeom>
          <a:solidFill xmlns:a="http://schemas.openxmlformats.org/drawingml/2006/main">
            <a:srgbClr val="7FC4FF">
              <a:alpha val="40000"/>
            </a:srgbClr>
          </a:solidFill>
          <a:ln xmlns:a="http://schemas.openxmlformats.org/drawingml/2006/main">
            <a:noFill/>
          </a:ln>
        </p:spPr>
      </p:sp>
      <p:sp>
        <p:nvSpPr>
          <p:cNvPr id="74" name="">
            <a:extLst xmlns:a="http://schemas.openxmlformats.org/drawingml/2006/main">
              <a:ext uri="{FF2B5EF4-FFF2-40B4-BE49-F238E27FC236}">
                <a16:creationId xmlns:a16="http://schemas.microsoft.com/office/drawing/2014/main" id="{DCC733B6-9C1B-4053-B958-0720E05A3CC5}"/>
              </a:ext>
            </a:extLst>
          </p:cNvPr>
          <p:cNvSpPr>
            <a:spLocks xmlns:a="http://schemas.openxmlformats.org/drawingml/2006/main" noGrp="1"/>
          </p:cNvSpPr>
          <p:nvPr/>
        </p:nvSpPr>
        <p:spPr>
          <a:xfrm xmlns:a="http://schemas.openxmlformats.org/drawingml/2006/main">
            <a:off x="7505700"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75" name="">
            <a:extLst xmlns:a="http://schemas.openxmlformats.org/drawingml/2006/main">
              <a:ext uri="{FF2B5EF4-FFF2-40B4-BE49-F238E27FC236}">
                <a16:creationId xmlns:a16="http://schemas.microsoft.com/office/drawing/2014/main" id="{63E6491F-25C4-49E1-BC26-71A8AEEEB75D}"/>
              </a:ext>
            </a:extLst>
          </p:cNvPr>
          <p:cNvSpPr>
            <a:spLocks xmlns:a="http://schemas.openxmlformats.org/drawingml/2006/main" noGrp="1"/>
          </p:cNvSpPr>
          <p:nvPr/>
        </p:nvSpPr>
        <p:spPr>
          <a:xfrm xmlns:a="http://schemas.openxmlformats.org/drawingml/2006/main">
            <a:off x="7353300"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背景</a:t>
            </a:r>
          </a:p>
        </p:txBody>
      </p:sp>
      <p:sp>
        <p:nvSpPr>
          <p:cNvPr id="76" name="">
            <a:extLst xmlns:a="http://schemas.openxmlformats.org/drawingml/2006/main">
              <a:ext uri="{FF2B5EF4-FFF2-40B4-BE49-F238E27FC236}">
                <a16:creationId xmlns:a16="http://schemas.microsoft.com/office/drawing/2014/main" id="{12046D68-C829-4236-B307-C64A90376D99}"/>
              </a:ext>
            </a:extLst>
          </p:cNvPr>
          <p:cNvSpPr>
            <a:spLocks xmlns:a="http://schemas.openxmlformats.org/drawingml/2006/main" noGrp="1"/>
          </p:cNvSpPr>
          <p:nvPr/>
        </p:nvSpPr>
        <p:spPr>
          <a:xfrm xmlns:a="http://schemas.openxmlformats.org/drawingml/2006/main">
            <a:off x="8162925"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77" name="">
            <a:extLst xmlns:a="http://schemas.openxmlformats.org/drawingml/2006/main">
              <a:ext uri="{FF2B5EF4-FFF2-40B4-BE49-F238E27FC236}">
                <a16:creationId xmlns:a16="http://schemas.microsoft.com/office/drawing/2014/main" id="{B53D0A08-3CED-49AD-A55C-F691165FE1B2}"/>
              </a:ext>
            </a:extLst>
          </p:cNvPr>
          <p:cNvSpPr>
            <a:spLocks xmlns:a="http://schemas.openxmlformats.org/drawingml/2006/main" noGrp="1"/>
          </p:cNvSpPr>
          <p:nvPr/>
        </p:nvSpPr>
        <p:spPr>
          <a:xfrm xmlns:a="http://schemas.openxmlformats.org/drawingml/2006/main">
            <a:off x="8010525"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方案</a:t>
            </a:r>
          </a:p>
        </p:txBody>
      </p:sp>
      <p:sp>
        <p:nvSpPr>
          <p:cNvPr id="78" name="">
            <a:extLst xmlns:a="http://schemas.openxmlformats.org/drawingml/2006/main">
              <a:ext uri="{FF2B5EF4-FFF2-40B4-BE49-F238E27FC236}">
                <a16:creationId xmlns:a16="http://schemas.microsoft.com/office/drawing/2014/main" id="{7E305C6A-2AD5-498E-9B3C-CD5354E4291F}"/>
              </a:ext>
            </a:extLst>
          </p:cNvPr>
          <p:cNvSpPr>
            <a:spLocks xmlns:a="http://schemas.openxmlformats.org/drawingml/2006/main" noGrp="1"/>
          </p:cNvSpPr>
          <p:nvPr/>
        </p:nvSpPr>
        <p:spPr>
          <a:xfrm xmlns:a="http://schemas.openxmlformats.org/drawingml/2006/main">
            <a:off x="8820150"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79" name="">
            <a:extLst xmlns:a="http://schemas.openxmlformats.org/drawingml/2006/main">
              <a:ext uri="{FF2B5EF4-FFF2-40B4-BE49-F238E27FC236}">
                <a16:creationId xmlns:a16="http://schemas.microsoft.com/office/drawing/2014/main" id="{AB6AC7E8-4D78-4D66-B074-2E262AC88944}"/>
              </a:ext>
            </a:extLst>
          </p:cNvPr>
          <p:cNvSpPr>
            <a:spLocks xmlns:a="http://schemas.openxmlformats.org/drawingml/2006/main" noGrp="1"/>
          </p:cNvSpPr>
          <p:nvPr/>
        </p:nvSpPr>
        <p:spPr>
          <a:xfrm xmlns:a="http://schemas.openxmlformats.org/drawingml/2006/main">
            <a:off x="8667750"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算法</a:t>
            </a:r>
          </a:p>
        </p:txBody>
      </p:sp>
      <p:sp>
        <p:nvSpPr>
          <p:cNvPr id="80" name="">
            <a:extLst xmlns:a="http://schemas.openxmlformats.org/drawingml/2006/main">
              <a:ext uri="{FF2B5EF4-FFF2-40B4-BE49-F238E27FC236}">
                <a16:creationId xmlns:a16="http://schemas.microsoft.com/office/drawing/2014/main" id="{48EF6101-D414-404F-9AAF-7252C6AE5306}"/>
              </a:ext>
            </a:extLst>
          </p:cNvPr>
          <p:cNvSpPr>
            <a:spLocks xmlns:a="http://schemas.openxmlformats.org/drawingml/2006/main" noGrp="1"/>
          </p:cNvSpPr>
          <p:nvPr/>
        </p:nvSpPr>
        <p:spPr>
          <a:xfrm xmlns:a="http://schemas.openxmlformats.org/drawingml/2006/main">
            <a:off x="9477375"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81" name="">
            <a:extLst xmlns:a="http://schemas.openxmlformats.org/drawingml/2006/main">
              <a:ext uri="{FF2B5EF4-FFF2-40B4-BE49-F238E27FC236}">
                <a16:creationId xmlns:a16="http://schemas.microsoft.com/office/drawing/2014/main" id="{D2D5829C-8515-4022-940D-A8489A4DAD91}"/>
              </a:ext>
            </a:extLst>
          </p:cNvPr>
          <p:cNvSpPr>
            <a:spLocks xmlns:a="http://schemas.openxmlformats.org/drawingml/2006/main" noGrp="1"/>
          </p:cNvSpPr>
          <p:nvPr/>
        </p:nvSpPr>
        <p:spPr>
          <a:xfrm xmlns:a="http://schemas.openxmlformats.org/drawingml/2006/main">
            <a:off x="9324975"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系统</a:t>
            </a:r>
          </a:p>
        </p:txBody>
      </p:sp>
      <p:sp>
        <p:nvSpPr>
          <p:cNvPr id="82" name="">
            <a:extLst xmlns:a="http://schemas.openxmlformats.org/drawingml/2006/main">
              <a:ext uri="{FF2B5EF4-FFF2-40B4-BE49-F238E27FC236}">
                <a16:creationId xmlns:a16="http://schemas.microsoft.com/office/drawing/2014/main" id="{73F8597B-AA4E-4AF8-9EEA-370DE57D57F5}"/>
              </a:ext>
            </a:extLst>
          </p:cNvPr>
          <p:cNvSpPr>
            <a:spLocks xmlns:a="http://schemas.openxmlformats.org/drawingml/2006/main" noGrp="1"/>
          </p:cNvSpPr>
          <p:nvPr/>
        </p:nvSpPr>
        <p:spPr>
          <a:xfrm xmlns:a="http://schemas.openxmlformats.org/drawingml/2006/main">
            <a:off x="10134600" y="5019675"/>
            <a:ext cx="123825" cy="123825"/>
          </a:xfrm>
          <a:prstGeom xmlns:a="http://schemas.openxmlformats.org/drawingml/2006/main" prst="ellipse">
            <a:avLst/>
          </a:prstGeom>
          <a:solidFill xmlns:a="http://schemas.openxmlformats.org/drawingml/2006/main">
            <a:srgbClr val="7FC4FF">
              <a:alpha val="35000"/>
            </a:srgbClr>
          </a:solidFill>
          <a:ln xmlns:a="http://schemas.openxmlformats.org/drawingml/2006/main">
            <a:noFill/>
          </a:ln>
        </p:spPr>
      </p:sp>
      <p:sp>
        <p:nvSpPr>
          <p:cNvPr id="83" name="">
            <a:extLst xmlns:a="http://schemas.openxmlformats.org/drawingml/2006/main">
              <a:ext uri="{FF2B5EF4-FFF2-40B4-BE49-F238E27FC236}">
                <a16:creationId xmlns:a16="http://schemas.microsoft.com/office/drawing/2014/main" id="{85445A97-8817-41D6-B801-52894D470A46}"/>
              </a:ext>
            </a:extLst>
          </p:cNvPr>
          <p:cNvSpPr>
            <a:spLocks xmlns:a="http://schemas.openxmlformats.org/drawingml/2006/main" noGrp="1"/>
          </p:cNvSpPr>
          <p:nvPr/>
        </p:nvSpPr>
        <p:spPr>
          <a:xfrm xmlns:a="http://schemas.openxmlformats.org/drawingml/2006/main">
            <a:off x="9982200"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9DBEE8"/>
                </a:solidFill>
                <a:latin typeface="微软雅黑"/>
                <a:ea typeface="微软雅黑"/>
                <a:cs typeface="微软雅黑"/>
              </a:defRPr>
            </a:pPr>
            <a:r>
              <a:rPr sz="750" b="0">
                <a:solidFill>
                  <a:srgbClr val="9DBEE8"/>
                </a:solidFill>
                <a:latin typeface="微软雅黑"/>
                <a:ea typeface="微软雅黑"/>
                <a:cs typeface="微软雅黑"/>
              </a:rPr>
              <a:t>验证</a:t>
            </a:r>
          </a:p>
        </p:txBody>
      </p:sp>
      <p:sp>
        <p:nvSpPr>
          <p:cNvPr id="84" name="">
            <a:extLst xmlns:a="http://schemas.openxmlformats.org/drawingml/2006/main">
              <a:ext uri="{FF2B5EF4-FFF2-40B4-BE49-F238E27FC236}">
                <a16:creationId xmlns:a16="http://schemas.microsoft.com/office/drawing/2014/main" id="{29A6AC76-F092-4FD3-9531-5D8AFA23DFAA}"/>
              </a:ext>
            </a:extLst>
          </p:cNvPr>
          <p:cNvSpPr>
            <a:spLocks xmlns:a="http://schemas.openxmlformats.org/drawingml/2006/main" noGrp="1"/>
          </p:cNvSpPr>
          <p:nvPr/>
        </p:nvSpPr>
        <p:spPr>
          <a:xfrm xmlns:a="http://schemas.openxmlformats.org/drawingml/2006/main">
            <a:off x="10639425" y="4895850"/>
            <a:ext cx="571500" cy="571500"/>
          </a:xfrm>
          <a:prstGeom xmlns:a="http://schemas.openxmlformats.org/drawingml/2006/main" prst="ellipse">
            <a:avLst/>
          </a:prstGeom>
          <a:gradFill xmlns:a="http://schemas.openxmlformats.org/drawingml/2006/main">
            <a:gsLst>
              <a:gs pos="0">
                <a:srgbClr val="5FE3A1">
                  <a:alpha val="30000"/>
                </a:srgbClr>
              </a:gs>
              <a:gs pos="45000">
                <a:srgbClr val="5FE3A1">
                  <a:alpha val="12000"/>
                </a:srgbClr>
              </a:gs>
              <a:gs pos="100000">
                <a:srgbClr val="5FE3A1">
                  <a:alpha val="0"/>
                </a:srgbClr>
              </a:gs>
            </a:gsLst>
            <a:path path="shape"/>
          </a:gradFill>
          <a:ln xmlns:a="http://schemas.openxmlformats.org/drawingml/2006/main">
            <a:noFill/>
          </a:ln>
        </p:spPr>
      </p:sp>
      <p:sp>
        <p:nvSpPr>
          <p:cNvPr id="85" name="">
            <a:extLst xmlns:a="http://schemas.openxmlformats.org/drawingml/2006/main">
              <a:ext uri="{FF2B5EF4-FFF2-40B4-BE49-F238E27FC236}">
                <a16:creationId xmlns:a16="http://schemas.microsoft.com/office/drawing/2014/main" id="{067514C9-9215-4E73-9F28-80BF79AF31A9}"/>
              </a:ext>
            </a:extLst>
          </p:cNvPr>
          <p:cNvSpPr>
            <a:spLocks xmlns:a="http://schemas.openxmlformats.org/drawingml/2006/main" noGrp="1"/>
          </p:cNvSpPr>
          <p:nvPr/>
        </p:nvSpPr>
        <p:spPr>
          <a:xfrm xmlns:a="http://schemas.openxmlformats.org/drawingml/2006/main">
            <a:off x="10791825" y="5019675"/>
            <a:ext cx="123825" cy="123825"/>
          </a:xfrm>
          <a:prstGeom xmlns:a="http://schemas.openxmlformats.org/drawingml/2006/main" prst="ellipse">
            <a:avLst/>
          </a:prstGeom>
          <a:solidFill xmlns:a="http://schemas.openxmlformats.org/drawingml/2006/main">
            <a:srgbClr val="5FE3A1"/>
          </a:solidFill>
          <a:ln xmlns:a="http://schemas.openxmlformats.org/drawingml/2006/main">
            <a:noFill/>
          </a:ln>
        </p:spPr>
      </p:sp>
      <p:sp>
        <p:nvSpPr>
          <p:cNvPr id="86" name="">
            <a:extLst xmlns:a="http://schemas.openxmlformats.org/drawingml/2006/main">
              <a:ext uri="{FF2B5EF4-FFF2-40B4-BE49-F238E27FC236}">
                <a16:creationId xmlns:a16="http://schemas.microsoft.com/office/drawing/2014/main" id="{287FA210-1393-4E53-A8A1-674A48322CCE}"/>
              </a:ext>
            </a:extLst>
          </p:cNvPr>
          <p:cNvSpPr>
            <a:spLocks xmlns:a="http://schemas.openxmlformats.org/drawingml/2006/main" noGrp="1"/>
          </p:cNvSpPr>
          <p:nvPr/>
        </p:nvSpPr>
        <p:spPr>
          <a:xfrm xmlns:a="http://schemas.openxmlformats.org/drawingml/2006/main">
            <a:off x="10639425" y="5200650"/>
            <a:ext cx="4191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750" b="0">
                <a:solidFill>
                  <a:srgbClr val="FFFFFF"/>
                </a:solidFill>
                <a:latin typeface="微软雅黑"/>
                <a:ea typeface="微软雅黑"/>
                <a:cs typeface="微软雅黑"/>
              </a:defRPr>
            </a:pPr>
            <a:r>
              <a:rPr sz="750" b="0">
                <a:solidFill>
                  <a:srgbClr val="FFFFFF"/>
                </a:solidFill>
                <a:latin typeface="微软雅黑"/>
                <a:ea typeface="微软雅黑"/>
                <a:cs typeface="微软雅黑"/>
              </a:rPr>
              <a:t>价值</a:t>
            </a:r>
          </a:p>
        </p:txBody>
      </p:sp>
      <p:sp>
        <p:nvSpPr>
          <p:cNvPr id="87" name="">
            <a:extLst xmlns:a="http://schemas.openxmlformats.org/drawingml/2006/main">
              <a:ext uri="{FF2B5EF4-FFF2-40B4-BE49-F238E27FC236}">
                <a16:creationId xmlns:a16="http://schemas.microsoft.com/office/drawing/2014/main" id="{2D844E8A-8890-4C29-8CC3-F6CAAB6CC6A4}"/>
              </a:ext>
            </a:extLst>
          </p:cNvPr>
          <p:cNvSpPr>
            <a:spLocks xmlns:a="http://schemas.openxmlformats.org/drawingml/2006/main" noGrp="1"/>
          </p:cNvSpPr>
          <p:nvPr/>
        </p:nvSpPr>
        <p:spPr>
          <a:xfrm xmlns:a="http://schemas.openxmlformats.org/drawingml/2006/main">
            <a:off x="7239000" y="4648200"/>
            <a:ext cx="3962400" cy="14478"/>
          </a:xfrm>
          <a:prstGeom xmlns:a="http://schemas.openxmlformats.org/drawingml/2006/main" prst="rect">
            <a:avLst/>
          </a:prstGeom>
          <a:gradFill xmlns:a="http://schemas.openxmlformats.org/drawingml/2006/main">
            <a:gsLst>
              <a:gs pos="0">
                <a:srgbClr val="FFD24A"/>
              </a:gs>
              <a:gs pos="100000">
                <a:srgbClr val="FFD24A">
                  <a:alpha val="0"/>
                </a:srgbClr>
              </a:gs>
            </a:gsLst>
            <a:lin ang="0"/>
          </a:gradFill>
          <a:ln xmlns:a="http://schemas.openxmlformats.org/drawingml/2006/main">
            <a:noFill/>
          </a:ln>
        </p:spPr>
      </p:sp>
      <p:sp>
        <p:nvSpPr>
          <p:cNvPr id="88" name="">
            <a:extLst xmlns:a="http://schemas.openxmlformats.org/drawingml/2006/main">
              <a:ext uri="{FF2B5EF4-FFF2-40B4-BE49-F238E27FC236}">
                <a16:creationId xmlns:a16="http://schemas.microsoft.com/office/drawing/2014/main" id="{9C00A247-2118-41CA-BCDF-74E98043AAA7}"/>
              </a:ext>
            </a:extLst>
          </p:cNvPr>
          <p:cNvSpPr>
            <a:spLocks xmlns:a="http://schemas.openxmlformats.org/drawingml/2006/main" noGrp="1"/>
          </p:cNvSpPr>
          <p:nvPr/>
        </p:nvSpPr>
        <p:spPr>
          <a:xfrm xmlns:a="http://schemas.openxmlformats.org/drawingml/2006/main">
            <a:off x="7239000" y="4743450"/>
            <a:ext cx="39624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spc="1">
                <a:solidFill>
                  <a:srgbClr val="C6DDFF"/>
                </a:solidFill>
                <a:latin typeface="微软雅黑"/>
                <a:ea typeface="微软雅黑"/>
                <a:cs typeface="微软雅黑"/>
              </a:defRPr>
            </a:pPr>
            <a:r>
              <a:rPr sz="938" b="0" spc="1">
                <a:solidFill>
                  <a:srgbClr val="C6DDFF"/>
                </a:solidFill>
                <a:latin typeface="微软雅黑"/>
                <a:ea typeface="微软雅黑"/>
                <a:cs typeface="微软雅黑"/>
              </a:rPr>
              <a:t>答辩结构 </a:t>
            </a:r>
            <a:r>
              <a:rPr sz="938" b="0" spc="1">
                <a:solidFill>
                  <a:srgbClr val="C6DDFF"/>
                </a:solidFill>
                <a:latin typeface="微软雅黑"/>
                <a:ea typeface="微软雅黑"/>
                <a:cs typeface="微软雅黑"/>
              </a:rPr>
              <a:t>· </a:t>
            </a:r>
            <a:r>
              <a:rPr sz="938" b="0" spc="1">
                <a:solidFill>
                  <a:srgbClr val="C6DDFF"/>
                </a:solidFill>
                <a:latin typeface="微软雅黑"/>
                <a:ea typeface="微软雅黑"/>
                <a:cs typeface="微软雅黑"/>
              </a:rPr>
              <a:t>六章推进</a:t>
            </a:r>
          </a:p>
        </p:txBody>
      </p:sp>
      <p:sp>
        <p:nvSpPr>
          <p:cNvPr id="89" name="">
            <a:extLst xmlns:a="http://schemas.openxmlformats.org/drawingml/2006/main">
              <a:ext uri="{FF2B5EF4-FFF2-40B4-BE49-F238E27FC236}">
                <a16:creationId xmlns:a16="http://schemas.microsoft.com/office/drawing/2014/main" id="{27723055-856D-4756-A334-5A77C74E7D97}"/>
              </a:ext>
            </a:extLst>
          </p:cNvPr>
          <p:cNvSpPr>
            <a:spLocks xmlns:a="http://schemas.openxmlformats.org/drawingml/2006/main" noGrp="1"/>
          </p:cNvSpPr>
          <p:nvPr/>
        </p:nvSpPr>
        <p:spPr>
          <a:xfrm xmlns:a="http://schemas.openxmlformats.org/drawingml/2006/main">
            <a:off x="819150" y="1390650"/>
            <a:ext cx="30480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75" spc="3">
                <a:latin typeface="Bahnschrift SemiBold"/>
                <a:ea typeface="Bahnschrift SemiBold"/>
                <a:cs typeface="Bahnschrift SemiBold"/>
              </a:defRPr>
            </a:pPr>
            <a:r>
              <a:rPr sz="975" spc="3">
                <a:solidFill>
                  <a:srgbClr val="9DBEE8"/>
                </a:solidFill>
                <a:latin typeface="Bahnschrift SemiBold"/>
                <a:ea typeface="Bahnschrift SemiBold"/>
                <a:cs typeface="Bahnschrift SemiBold"/>
              </a:rPr>
              <a:t>SECTION </a:t>
            </a:r>
            <a:r>
              <a:rPr sz="975" b="1" spc="3">
                <a:solidFill>
                  <a:srgbClr val="FFD24A"/>
                </a:solidFill>
                <a:latin typeface="Bahnschrift SemiBold"/>
                <a:ea typeface="Bahnschrift SemiBold"/>
                <a:cs typeface="Bahnschrift SemiBold"/>
              </a:rPr>
              <a:t>06</a:t>
            </a:r>
            <a:r>
              <a:rPr sz="975" spc="3">
                <a:solidFill>
                  <a:srgbClr val="9DBEE8"/>
                </a:solidFill>
                <a:latin typeface="Bahnschrift SemiBold"/>
                <a:ea typeface="Bahnschrift SemiBold"/>
                <a:cs typeface="Bahnschrift SemiBold"/>
              </a:rPr>
              <a:t> / 06</a:t>
            </a:r>
          </a:p>
        </p:txBody>
      </p:sp>
      <p:sp>
        <p:nvSpPr>
          <p:cNvPr id="90" name="">
            <a:extLst xmlns:a="http://schemas.openxmlformats.org/drawingml/2006/main">
              <a:ext uri="{FF2B5EF4-FFF2-40B4-BE49-F238E27FC236}">
                <a16:creationId xmlns:a16="http://schemas.microsoft.com/office/drawing/2014/main" id="{F5985CF7-B324-4003-B9D4-04790AF00C7C}"/>
              </a:ext>
            </a:extLst>
          </p:cNvPr>
          <p:cNvSpPr>
            <a:spLocks xmlns:a="http://schemas.openxmlformats.org/drawingml/2006/main" noGrp="1"/>
          </p:cNvSpPr>
          <p:nvPr/>
        </p:nvSpPr>
        <p:spPr>
          <a:xfrm xmlns:a="http://schemas.openxmlformats.org/drawingml/2006/main">
            <a:off x="819150" y="1695450"/>
            <a:ext cx="800100" cy="19050"/>
          </a:xfrm>
          <a:prstGeom xmlns:a="http://schemas.openxmlformats.org/drawingml/2006/main" prst="rect">
            <a:avLst/>
          </a:prstGeom>
          <a:gradFill xmlns:a="http://schemas.openxmlformats.org/drawingml/2006/main">
            <a:gsLst>
              <a:gs pos="0">
                <a:srgbClr val="5FE3A1"/>
              </a:gs>
              <a:gs pos="100000">
                <a:srgbClr val="5FE3A1">
                  <a:alpha val="0"/>
                </a:srgbClr>
              </a:gs>
            </a:gsLst>
            <a:lin ang="0"/>
          </a:gradFill>
          <a:ln xmlns:a="http://schemas.openxmlformats.org/drawingml/2006/main">
            <a:noFill/>
          </a:ln>
        </p:spPr>
      </p:sp>
      <p:sp>
        <p:nvSpPr>
          <p:cNvPr id="91" name="">
            <a:extLst xmlns:a="http://schemas.openxmlformats.org/drawingml/2006/main">
              <a:ext uri="{FF2B5EF4-FFF2-40B4-BE49-F238E27FC236}">
                <a16:creationId xmlns:a16="http://schemas.microsoft.com/office/drawing/2014/main" id="{08A117AB-CE15-4027-9AED-0C8FBC9B360C}"/>
              </a:ext>
            </a:extLst>
          </p:cNvPr>
          <p:cNvSpPr>
            <a:spLocks xmlns:a="http://schemas.openxmlformats.org/drawingml/2006/main" noGrp="1"/>
          </p:cNvSpPr>
          <p:nvPr/>
        </p:nvSpPr>
        <p:spPr>
          <a:xfrm xmlns:a="http://schemas.openxmlformats.org/drawingml/2006/main">
            <a:off x="800100" y="1905000"/>
            <a:ext cx="5905500"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3900" b="1" spc="3">
                <a:solidFill>
                  <a:srgbClr val="FFFFFF"/>
                </a:solidFill>
                <a:latin typeface="微软雅黑"/>
                <a:ea typeface="微软雅黑"/>
                <a:cs typeface="微软雅黑"/>
              </a:defRPr>
            </a:pPr>
            <a:r>
              <a:rPr sz="3900" b="1" spc="3">
                <a:solidFill>
                  <a:srgbClr val="FFFFFF"/>
                </a:solidFill>
                <a:latin typeface="微软雅黑"/>
                <a:ea typeface="微软雅黑"/>
                <a:cs typeface="微软雅黑"/>
              </a:rPr>
              <a:t>成果与价值</a:t>
            </a:r>
          </a:p>
        </p:txBody>
      </p:sp>
      <p:sp>
        <p:nvSpPr>
          <p:cNvPr id="92" name="">
            <a:extLst xmlns:a="http://schemas.openxmlformats.org/drawingml/2006/main">
              <a:ext uri="{FF2B5EF4-FFF2-40B4-BE49-F238E27FC236}">
                <a16:creationId xmlns:a16="http://schemas.microsoft.com/office/drawing/2014/main" id="{6E5257AA-221B-4F5A-A10A-38E19733668A}"/>
              </a:ext>
            </a:extLst>
          </p:cNvPr>
          <p:cNvSpPr>
            <a:spLocks xmlns:a="http://schemas.openxmlformats.org/drawingml/2006/main" noGrp="1"/>
          </p:cNvSpPr>
          <p:nvPr/>
        </p:nvSpPr>
        <p:spPr>
          <a:xfrm xmlns:a="http://schemas.openxmlformats.org/drawingml/2006/main">
            <a:off x="838200" y="2705100"/>
            <a:ext cx="5905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013" b="0" spc="3">
                <a:solidFill>
                  <a:srgbClr val="5FE3A1"/>
                </a:solidFill>
                <a:latin typeface="Bahnschrift"/>
                <a:ea typeface="Bahnschrift"/>
                <a:cs typeface="Bahnschrift"/>
              </a:defRPr>
            </a:pPr>
            <a:r>
              <a:rPr sz="1013" b="0" spc="3">
                <a:solidFill>
                  <a:srgbClr val="5FE3A1"/>
                </a:solidFill>
                <a:latin typeface="Bahnschrift"/>
                <a:ea typeface="Bahnschrift"/>
                <a:cs typeface="Bahnschrift"/>
              </a:rPr>
              <a:t>OUTCOMES · VALUE &amp; ROADMAP</a:t>
            </a:r>
          </a:p>
        </p:txBody>
      </p:sp>
      <p:sp>
        <p:nvSpPr>
          <p:cNvPr id="93" name="">
            <a:extLst xmlns:a="http://schemas.openxmlformats.org/drawingml/2006/main">
              <a:ext uri="{FF2B5EF4-FFF2-40B4-BE49-F238E27FC236}">
                <a16:creationId xmlns:a16="http://schemas.microsoft.com/office/drawing/2014/main" id="{316B72C4-0610-4055-BDB2-6847A73EB117}"/>
              </a:ext>
            </a:extLst>
          </p:cNvPr>
          <p:cNvSpPr>
            <a:spLocks xmlns:a="http://schemas.openxmlformats.org/drawingml/2006/main" noGrp="1"/>
          </p:cNvSpPr>
          <p:nvPr/>
        </p:nvSpPr>
        <p:spPr>
          <a:xfrm xmlns:a="http://schemas.openxmlformats.org/drawingml/2006/main">
            <a:off x="838200" y="3105150"/>
            <a:ext cx="1257300" cy="28575"/>
          </a:xfrm>
          <a:prstGeom xmlns:a="http://schemas.openxmlformats.org/drawingml/2006/main" prst="rect">
            <a:avLst/>
          </a:prstGeom>
          <a:gradFill xmlns:a="http://schemas.openxmlformats.org/drawingml/2006/main">
            <a:gsLst>
              <a:gs pos="0">
                <a:srgbClr val="FFD24A"/>
              </a:gs>
              <a:gs pos="100000">
                <a:srgbClr val="FFD24A">
                  <a:alpha val="0"/>
                </a:srgbClr>
              </a:gs>
            </a:gsLst>
            <a:lin ang="0"/>
          </a:gradFill>
          <a:ln xmlns:a="http://schemas.openxmlformats.org/drawingml/2006/main">
            <a:noFill/>
          </a:ln>
        </p:spPr>
      </p:sp>
      <p:sp>
        <p:nvSpPr>
          <p:cNvPr id="94" name="">
            <a:extLst xmlns:a="http://schemas.openxmlformats.org/drawingml/2006/main">
              <a:ext uri="{FF2B5EF4-FFF2-40B4-BE49-F238E27FC236}">
                <a16:creationId xmlns:a16="http://schemas.microsoft.com/office/drawing/2014/main" id="{5B129ECE-88E6-4F4B-AD71-40B5B076DCCB}"/>
              </a:ext>
            </a:extLst>
          </p:cNvPr>
          <p:cNvSpPr>
            <a:spLocks xmlns:a="http://schemas.openxmlformats.org/drawingml/2006/main" noGrp="1"/>
          </p:cNvSpPr>
          <p:nvPr/>
        </p:nvSpPr>
        <p:spPr>
          <a:xfrm xmlns:a="http://schemas.openxmlformats.org/drawingml/2006/main">
            <a:off x="819150" y="3352800"/>
            <a:ext cx="5905500" cy="1428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已有基础与成果沉淀：清单化罗列，能核对的都给出出处</a:t>
            </a:r>
          </a:p>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应用场景与目标客户：县级供电公司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变电运维班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电力高职 </a:t>
            </a: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新能源电站</a:t>
            </a:r>
          </a:p>
          <a:p xmlns:a="http://schemas.openxmlformats.org/drawingml/2006/main">
            <a:pPr marL="0" algn="l">
              <a:lnSpc>
                <a:spcPct val="210000"/>
              </a:lnSpc>
              <a:buNone/>
              <a:defRPr sz="1163">
                <a:solidFill>
                  <a:srgbClr val="C6DDFF"/>
                </a:solidFill>
                <a:latin typeface="微软雅黑"/>
                <a:ea typeface="微软雅黑"/>
                <a:cs typeface="微软雅黑"/>
              </a:defRPr>
            </a:pPr>
            <a:r>
              <a:rPr sz="1163">
                <a:solidFill>
                  <a:srgbClr val="C6DDFF"/>
                </a:solidFill>
                <a:latin typeface="微软雅黑"/>
                <a:ea typeface="微软雅黑"/>
                <a:cs typeface="微软雅黑"/>
              </a:rPr>
              <a:t>◆ </a:t>
            </a:r>
            <a:r>
              <a:rPr sz="1163">
                <a:solidFill>
                  <a:srgbClr val="C6DDFF"/>
                </a:solidFill>
                <a:latin typeface="微软雅黑"/>
                <a:ea typeface="微软雅黑"/>
                <a:cs typeface="微软雅黑"/>
              </a:rPr>
              <a:t>市场价值测算：按成本口径算账，并如实标注测算与实测的边界</a:t>
            </a:r>
          </a:p>
        </p:txBody>
      </p:sp>
      <p:sp>
        <p:nvSpPr>
          <p:cNvPr id="95" name="">
            <a:extLst xmlns:a="http://schemas.openxmlformats.org/drawingml/2006/main">
              <a:ext uri="{FF2B5EF4-FFF2-40B4-BE49-F238E27FC236}">
                <a16:creationId xmlns:a16="http://schemas.microsoft.com/office/drawing/2014/main" id="{25785B92-65B2-417C-960B-E8185A752AAF}"/>
              </a:ext>
            </a:extLst>
          </p:cNvPr>
          <p:cNvSpPr>
            <a:spLocks xmlns:a="http://schemas.openxmlformats.org/drawingml/2006/main" noGrp="1"/>
          </p:cNvSpPr>
          <p:nvPr/>
        </p:nvSpPr>
        <p:spPr>
          <a:xfrm xmlns:a="http://schemas.openxmlformats.org/drawingml/2006/main">
            <a:off x="8191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E3A1">
                <a:alpha val="50000"/>
              </a:srgbClr>
            </a:solidFill>
            <a:prstDash val="solid"/>
          </a:ln>
        </p:spPr>
      </p:sp>
      <p:sp>
        <p:nvSpPr>
          <p:cNvPr id="96" name="">
            <a:extLst xmlns:a="http://schemas.openxmlformats.org/drawingml/2006/main">
              <a:ext uri="{FF2B5EF4-FFF2-40B4-BE49-F238E27FC236}">
                <a16:creationId xmlns:a16="http://schemas.microsoft.com/office/drawing/2014/main" id="{69BEEBEE-7F69-43F2-AA1D-D1131154D834}"/>
              </a:ext>
            </a:extLst>
          </p:cNvPr>
          <p:cNvSpPr>
            <a:spLocks xmlns:a="http://schemas.openxmlformats.org/drawingml/2006/main" noGrp="1"/>
          </p:cNvSpPr>
          <p:nvPr/>
        </p:nvSpPr>
        <p:spPr>
          <a:xfrm xmlns:a="http://schemas.openxmlformats.org/drawingml/2006/main">
            <a:off x="819150" y="4953000"/>
            <a:ext cx="1809750" cy="28575"/>
          </a:xfrm>
          <a:prstGeom xmlns:a="http://schemas.openxmlformats.org/drawingml/2006/main" prst="rect">
            <a:avLst/>
          </a:prstGeom>
          <a:solidFill xmlns:a="http://schemas.openxmlformats.org/drawingml/2006/main">
            <a:srgbClr val="5FE3A1"/>
          </a:solidFill>
          <a:ln xmlns:a="http://schemas.openxmlformats.org/drawingml/2006/main">
            <a:noFill/>
          </a:ln>
        </p:spPr>
      </p:sp>
      <p:sp>
        <p:nvSpPr>
          <p:cNvPr id="97" name="">
            <a:extLst xmlns:a="http://schemas.openxmlformats.org/drawingml/2006/main">
              <a:ext uri="{FF2B5EF4-FFF2-40B4-BE49-F238E27FC236}">
                <a16:creationId xmlns:a16="http://schemas.microsoft.com/office/drawing/2014/main" id="{B67987AE-1156-4A2E-A1F7-04196D502B4B}"/>
              </a:ext>
            </a:extLst>
          </p:cNvPr>
          <p:cNvSpPr>
            <a:spLocks xmlns:a="http://schemas.openxmlformats.org/drawingml/2006/main" noGrp="1"/>
          </p:cNvSpPr>
          <p:nvPr/>
        </p:nvSpPr>
        <p:spPr>
          <a:xfrm xmlns:a="http://schemas.openxmlformats.org/drawingml/2006/main">
            <a:off x="971550" y="5048250"/>
            <a:ext cx="15621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4</a:t>
            </a:r>
          </a:p>
        </p:txBody>
      </p:sp>
      <p:sp>
        <p:nvSpPr>
          <p:cNvPr id="98" name="">
            <a:extLst xmlns:a="http://schemas.openxmlformats.org/drawingml/2006/main">
              <a:ext uri="{FF2B5EF4-FFF2-40B4-BE49-F238E27FC236}">
                <a16:creationId xmlns:a16="http://schemas.microsoft.com/office/drawing/2014/main" id="{69A3EFC2-562B-41AA-A510-F5029BE9FE72}"/>
              </a:ext>
            </a:extLst>
          </p:cNvPr>
          <p:cNvSpPr>
            <a:spLocks xmlns:a="http://schemas.openxmlformats.org/drawingml/2006/main" noGrp="1"/>
          </p:cNvSpPr>
          <p:nvPr/>
        </p:nvSpPr>
        <p:spPr>
          <a:xfrm xmlns:a="http://schemas.openxmlformats.org/drawingml/2006/main">
            <a:off x="971550" y="5372100"/>
            <a:ext cx="1581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类已有研发基础</a:t>
            </a:r>
          </a:p>
        </p:txBody>
      </p:sp>
      <p:sp>
        <p:nvSpPr>
          <p:cNvPr id="99" name="">
            <a:extLst xmlns:a="http://schemas.openxmlformats.org/drawingml/2006/main">
              <a:ext uri="{FF2B5EF4-FFF2-40B4-BE49-F238E27FC236}">
                <a16:creationId xmlns:a16="http://schemas.microsoft.com/office/drawing/2014/main" id="{24A6315A-F9F0-4A42-96EF-CCF7D553B464}"/>
              </a:ext>
            </a:extLst>
          </p:cNvPr>
          <p:cNvSpPr>
            <a:spLocks xmlns:a="http://schemas.openxmlformats.org/drawingml/2006/main" noGrp="1"/>
          </p:cNvSpPr>
          <p:nvPr/>
        </p:nvSpPr>
        <p:spPr>
          <a:xfrm xmlns:a="http://schemas.openxmlformats.org/drawingml/2006/main">
            <a:off x="28003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E3A1">
                <a:alpha val="50000"/>
              </a:srgbClr>
            </a:solidFill>
            <a:prstDash val="solid"/>
          </a:ln>
        </p:spPr>
      </p:sp>
      <p:sp>
        <p:nvSpPr>
          <p:cNvPr id="100" name="">
            <a:extLst xmlns:a="http://schemas.openxmlformats.org/drawingml/2006/main">
              <a:ext uri="{FF2B5EF4-FFF2-40B4-BE49-F238E27FC236}">
                <a16:creationId xmlns:a16="http://schemas.microsoft.com/office/drawing/2014/main" id="{23C34B5D-2167-4F54-9C98-A38DD6199E9C}"/>
              </a:ext>
            </a:extLst>
          </p:cNvPr>
          <p:cNvSpPr>
            <a:spLocks xmlns:a="http://schemas.openxmlformats.org/drawingml/2006/main" noGrp="1"/>
          </p:cNvSpPr>
          <p:nvPr/>
        </p:nvSpPr>
        <p:spPr>
          <a:xfrm xmlns:a="http://schemas.openxmlformats.org/drawingml/2006/main">
            <a:off x="2800350" y="4953000"/>
            <a:ext cx="1809750" cy="28575"/>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01" name="">
            <a:extLst xmlns:a="http://schemas.openxmlformats.org/drawingml/2006/main">
              <a:ext uri="{FF2B5EF4-FFF2-40B4-BE49-F238E27FC236}">
                <a16:creationId xmlns:a16="http://schemas.microsoft.com/office/drawing/2014/main" id="{92DAB19A-F547-4B02-9414-C4F003D84A67}"/>
              </a:ext>
            </a:extLst>
          </p:cNvPr>
          <p:cNvSpPr>
            <a:spLocks xmlns:a="http://schemas.openxmlformats.org/drawingml/2006/main" noGrp="1"/>
          </p:cNvSpPr>
          <p:nvPr/>
        </p:nvSpPr>
        <p:spPr>
          <a:xfrm xmlns:a="http://schemas.openxmlformats.org/drawingml/2006/main">
            <a:off x="2952750" y="5048250"/>
            <a:ext cx="15621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4</a:t>
            </a:r>
          </a:p>
        </p:txBody>
      </p:sp>
      <p:sp>
        <p:nvSpPr>
          <p:cNvPr id="102" name="">
            <a:extLst xmlns:a="http://schemas.openxmlformats.org/drawingml/2006/main">
              <a:ext uri="{FF2B5EF4-FFF2-40B4-BE49-F238E27FC236}">
                <a16:creationId xmlns:a16="http://schemas.microsoft.com/office/drawing/2014/main" id="{AE921F84-3B94-4A29-B50E-16C30D8BBEDE}"/>
              </a:ext>
            </a:extLst>
          </p:cNvPr>
          <p:cNvSpPr>
            <a:spLocks xmlns:a="http://schemas.openxmlformats.org/drawingml/2006/main" noGrp="1"/>
          </p:cNvSpPr>
          <p:nvPr/>
        </p:nvSpPr>
        <p:spPr>
          <a:xfrm xmlns:a="http://schemas.openxmlformats.org/drawingml/2006/main">
            <a:off x="2952750" y="5372100"/>
            <a:ext cx="1581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类目标客户</a:t>
            </a:r>
          </a:p>
        </p:txBody>
      </p:sp>
      <p:sp>
        <p:nvSpPr>
          <p:cNvPr id="103" name="">
            <a:extLst xmlns:a="http://schemas.openxmlformats.org/drawingml/2006/main">
              <a:ext uri="{FF2B5EF4-FFF2-40B4-BE49-F238E27FC236}">
                <a16:creationId xmlns:a16="http://schemas.microsoft.com/office/drawing/2014/main" id="{5A132E8E-759B-4010-884A-3E04251C4BA7}"/>
              </a:ext>
            </a:extLst>
          </p:cNvPr>
          <p:cNvSpPr>
            <a:spLocks xmlns:a="http://schemas.openxmlformats.org/drawingml/2006/main" noGrp="1"/>
          </p:cNvSpPr>
          <p:nvPr/>
        </p:nvSpPr>
        <p:spPr>
          <a:xfrm xmlns:a="http://schemas.openxmlformats.org/drawingml/2006/main">
            <a:off x="4781550" y="4953000"/>
            <a:ext cx="1809750" cy="723900"/>
          </a:xfrm>
          <a:prstGeom xmlns:a="http://schemas.openxmlformats.org/drawingml/2006/main" prst="roundRect">
            <a:avLst>
              <a:gd name="adj" fmla="val 15789"/>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E3A1">
                <a:alpha val="50000"/>
              </a:srgbClr>
            </a:solidFill>
            <a:prstDash val="solid"/>
          </a:ln>
        </p:spPr>
      </p:sp>
      <p:sp>
        <p:nvSpPr>
          <p:cNvPr id="104" name="">
            <a:extLst xmlns:a="http://schemas.openxmlformats.org/drawingml/2006/main">
              <a:ext uri="{FF2B5EF4-FFF2-40B4-BE49-F238E27FC236}">
                <a16:creationId xmlns:a16="http://schemas.microsoft.com/office/drawing/2014/main" id="{33D2C8C6-B27D-44C1-9567-5CC2AD4068D4}"/>
              </a:ext>
            </a:extLst>
          </p:cNvPr>
          <p:cNvSpPr>
            <a:spLocks xmlns:a="http://schemas.openxmlformats.org/drawingml/2006/main" noGrp="1"/>
          </p:cNvSpPr>
          <p:nvPr/>
        </p:nvSpPr>
        <p:spPr>
          <a:xfrm xmlns:a="http://schemas.openxmlformats.org/drawingml/2006/main">
            <a:off x="4781550" y="4953000"/>
            <a:ext cx="1809750" cy="28575"/>
          </a:xfrm>
          <a:prstGeom xmlns:a="http://schemas.openxmlformats.org/drawingml/2006/main" prst="rect">
            <a:avLst/>
          </a:prstGeom>
          <a:solidFill xmlns:a="http://schemas.openxmlformats.org/drawingml/2006/main">
            <a:srgbClr val="5FE3A1"/>
          </a:solidFill>
          <a:ln xmlns:a="http://schemas.openxmlformats.org/drawingml/2006/main">
            <a:noFill/>
          </a:ln>
        </p:spPr>
      </p:sp>
      <p:sp>
        <p:nvSpPr>
          <p:cNvPr id="105" name="">
            <a:extLst xmlns:a="http://schemas.openxmlformats.org/drawingml/2006/main">
              <a:ext uri="{FF2B5EF4-FFF2-40B4-BE49-F238E27FC236}">
                <a16:creationId xmlns:a16="http://schemas.microsoft.com/office/drawing/2014/main" id="{E45E79D1-336A-43D1-8E8A-1FD4FC906246}"/>
              </a:ext>
            </a:extLst>
          </p:cNvPr>
          <p:cNvSpPr>
            <a:spLocks xmlns:a="http://schemas.openxmlformats.org/drawingml/2006/main" noGrp="1"/>
          </p:cNvSpPr>
          <p:nvPr/>
        </p:nvSpPr>
        <p:spPr>
          <a:xfrm xmlns:a="http://schemas.openxmlformats.org/drawingml/2006/main">
            <a:off x="4933950" y="5048250"/>
            <a:ext cx="15621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微软雅黑"/>
                <a:ea typeface="微软雅黑"/>
                <a:cs typeface="微软雅黑"/>
              </a:defRPr>
            </a:pPr>
            <a:r>
              <a:rPr sz="1500" b="1">
                <a:solidFill>
                  <a:srgbClr val="FFFFFF"/>
                </a:solidFill>
                <a:latin typeface="微软雅黑"/>
                <a:ea typeface="微软雅黑"/>
                <a:cs typeface="微软雅黑"/>
              </a:rPr>
              <a:t>3</a:t>
            </a:r>
          </a:p>
        </p:txBody>
      </p:sp>
      <p:sp>
        <p:nvSpPr>
          <p:cNvPr id="106" name="">
            <a:extLst xmlns:a="http://schemas.openxmlformats.org/drawingml/2006/main">
              <a:ext uri="{FF2B5EF4-FFF2-40B4-BE49-F238E27FC236}">
                <a16:creationId xmlns:a16="http://schemas.microsoft.com/office/drawing/2014/main" id="{07BFBC21-C182-497D-AB73-5DCCD4329E20}"/>
              </a:ext>
            </a:extLst>
          </p:cNvPr>
          <p:cNvSpPr>
            <a:spLocks xmlns:a="http://schemas.openxmlformats.org/drawingml/2006/main" noGrp="1"/>
          </p:cNvSpPr>
          <p:nvPr/>
        </p:nvSpPr>
        <p:spPr>
          <a:xfrm xmlns:a="http://schemas.openxmlformats.org/drawingml/2006/main">
            <a:off x="4933950" y="5372100"/>
            <a:ext cx="1581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C6DDFF"/>
                </a:solidFill>
                <a:latin typeface="微软雅黑"/>
                <a:ea typeface="微软雅黑"/>
                <a:cs typeface="微软雅黑"/>
              </a:defRPr>
            </a:pPr>
            <a:r>
              <a:rPr sz="863" b="0">
                <a:solidFill>
                  <a:srgbClr val="C6DDFF"/>
                </a:solidFill>
                <a:latin typeface="微软雅黑"/>
                <a:ea typeface="微软雅黑"/>
                <a:cs typeface="微软雅黑"/>
              </a:rPr>
              <a:t>阶段演进路径</a:t>
            </a:r>
          </a:p>
        </p:txBody>
      </p:sp>
      <p:sp>
        <p:nvSpPr>
          <p:cNvPr id="107" name="">
            <a:extLst xmlns:a="http://schemas.openxmlformats.org/drawingml/2006/main">
              <a:ext uri="{FF2B5EF4-FFF2-40B4-BE49-F238E27FC236}">
                <a16:creationId xmlns:a16="http://schemas.microsoft.com/office/drawing/2014/main" id="{F7124D1F-8815-4564-A566-D07D117C179C}"/>
              </a:ext>
            </a:extLst>
          </p:cNvPr>
          <p:cNvSpPr>
            <a:spLocks xmlns:a="http://schemas.openxmlformats.org/drawingml/2006/main" noGrp="1"/>
          </p:cNvSpPr>
          <p:nvPr/>
        </p:nvSpPr>
        <p:spPr>
          <a:xfrm xmlns:a="http://schemas.openxmlformats.org/drawingml/2006/main">
            <a:off x="819150" y="5962650"/>
            <a:ext cx="5143500" cy="14478"/>
          </a:xfrm>
          <a:prstGeom xmlns:a="http://schemas.openxmlformats.org/drawingml/2006/main" prst="rect">
            <a:avLst/>
          </a:prstGeom>
          <a:gradFill xmlns:a="http://schemas.openxmlformats.org/drawingml/2006/main">
            <a:gsLst>
              <a:gs pos="0">
                <a:srgbClr val="5FE3A1"/>
              </a:gs>
              <a:gs pos="100000">
                <a:srgbClr val="5FE3A1">
                  <a:alpha val="0"/>
                </a:srgbClr>
              </a:gs>
            </a:gsLst>
            <a:lin ang="0"/>
          </a:gradFill>
          <a:ln xmlns:a="http://schemas.openxmlformats.org/drawingml/2006/main">
            <a:noFill/>
          </a:ln>
        </p:spPr>
      </p:sp>
      <p:sp>
        <p:nvSpPr>
          <p:cNvPr id="108" name="">
            <a:extLst xmlns:a="http://schemas.openxmlformats.org/drawingml/2006/main">
              <a:ext uri="{FF2B5EF4-FFF2-40B4-BE49-F238E27FC236}">
                <a16:creationId xmlns:a16="http://schemas.microsoft.com/office/drawing/2014/main" id="{5680858B-C927-4997-9182-FECC403906E5}"/>
              </a:ext>
            </a:extLst>
          </p:cNvPr>
          <p:cNvSpPr>
            <a:spLocks xmlns:a="http://schemas.openxmlformats.org/drawingml/2006/main" noGrp="1"/>
          </p:cNvSpPr>
          <p:nvPr/>
        </p:nvSpPr>
        <p:spPr>
          <a:xfrm xmlns:a="http://schemas.openxmlformats.org/drawingml/2006/main">
            <a:off x="819150" y="6096000"/>
            <a:ext cx="24765" cy="24765"/>
          </a:xfrm>
          <a:prstGeom xmlns:a="http://schemas.openxmlformats.org/drawingml/2006/main" prst="ellipse">
            <a:avLst/>
          </a:prstGeom>
          <a:solidFill xmlns:a="http://schemas.openxmlformats.org/drawingml/2006/main">
            <a:srgbClr val="5FE3A1">
              <a:alpha val="60000"/>
            </a:srgbClr>
          </a:solidFill>
          <a:ln xmlns:a="http://schemas.openxmlformats.org/drawingml/2006/main">
            <a:noFill/>
          </a:ln>
        </p:spPr>
      </p:sp>
      <p:sp>
        <p:nvSpPr>
          <p:cNvPr id="109" name="">
            <a:extLst xmlns:a="http://schemas.openxmlformats.org/drawingml/2006/main">
              <a:ext uri="{FF2B5EF4-FFF2-40B4-BE49-F238E27FC236}">
                <a16:creationId xmlns:a16="http://schemas.microsoft.com/office/drawing/2014/main" id="{A6227235-889A-4604-BCFA-9A7E12233FA3}"/>
              </a:ext>
            </a:extLst>
          </p:cNvPr>
          <p:cNvSpPr>
            <a:spLocks xmlns:a="http://schemas.openxmlformats.org/drawingml/2006/main" noGrp="1"/>
          </p:cNvSpPr>
          <p:nvPr/>
        </p:nvSpPr>
        <p:spPr>
          <a:xfrm xmlns:a="http://schemas.openxmlformats.org/drawingml/2006/main">
            <a:off x="885825" y="6096000"/>
            <a:ext cx="24765" cy="24765"/>
          </a:xfrm>
          <a:prstGeom xmlns:a="http://schemas.openxmlformats.org/drawingml/2006/main" prst="ellipse">
            <a:avLst/>
          </a:prstGeom>
          <a:solidFill xmlns:a="http://schemas.openxmlformats.org/drawingml/2006/main">
            <a:srgbClr val="5FE3A1">
              <a:alpha val="60000"/>
            </a:srgbClr>
          </a:solidFill>
          <a:ln xmlns:a="http://schemas.openxmlformats.org/drawingml/2006/main">
            <a:noFill/>
          </a:ln>
        </p:spPr>
      </p:sp>
      <p:sp>
        <p:nvSpPr>
          <p:cNvPr id="110" name="">
            <a:extLst xmlns:a="http://schemas.openxmlformats.org/drawingml/2006/main">
              <a:ext uri="{FF2B5EF4-FFF2-40B4-BE49-F238E27FC236}">
                <a16:creationId xmlns:a16="http://schemas.microsoft.com/office/drawing/2014/main" id="{29644432-06B9-40C1-AA7E-BF597B3AC330}"/>
              </a:ext>
            </a:extLst>
          </p:cNvPr>
          <p:cNvSpPr>
            <a:spLocks xmlns:a="http://schemas.openxmlformats.org/drawingml/2006/main" noGrp="1"/>
          </p:cNvSpPr>
          <p:nvPr/>
        </p:nvSpPr>
        <p:spPr>
          <a:xfrm xmlns:a="http://schemas.openxmlformats.org/drawingml/2006/main">
            <a:off x="952500" y="6096000"/>
            <a:ext cx="24765" cy="24765"/>
          </a:xfrm>
          <a:prstGeom xmlns:a="http://schemas.openxmlformats.org/drawingml/2006/main" prst="ellipse">
            <a:avLst/>
          </a:prstGeom>
          <a:solidFill xmlns:a="http://schemas.openxmlformats.org/drawingml/2006/main">
            <a:srgbClr val="5FE3A1">
              <a:alpha val="60000"/>
            </a:srgbClr>
          </a:solidFill>
          <a:ln xmlns:a="http://schemas.openxmlformats.org/drawingml/2006/main">
            <a:noFill/>
          </a:ln>
        </p:spPr>
      </p:sp>
    </p:spTree>
    <p:extLst>
      <p:ext uri="{BB962C8B-B14F-4D97-AF65-F5344CB8AC3E}">
        <p14:creationId xmlns:p14="http://schemas.microsoft.com/office/powerpoint/2010/main" val="1970923783"/>
      </p:ext>
    </p:extLst>
  </p:cSld>
</p:sld>
</file>

<file path=ppt/slides/slide36.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8509c32d51a0486d"/>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EB9B0BD-29A6-4644-A756-1364BAB8179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8321DFE3-F242-408A-A566-4E9C2310E78E}"/>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C15AE11F-E0BB-4699-A8A6-3A80AB6A52E5}"/>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5F1A0C70-CEEC-4208-BBB3-46D2CBC2308C}"/>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C52E7CD9-EC11-462B-B71F-E5C2ED227871}"/>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7E9885D6-B2FA-43DF-BB99-C09139FBD4D9}"/>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F71ECECE-C2B1-4610-A812-CDC931B555DF}"/>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C16CE0EF-59AF-4F99-9B2E-CE503C454A83}"/>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10F47225-8565-4F7F-8B39-99C2A6F261A1}"/>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5FE3A1">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CD3B27DC-7138-48DD-973F-0BA653613CDC}"/>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5FE3A1">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B9B1CCA1-155A-45C1-96E5-E43691E88ED4}"/>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F95057FC-AB7B-465F-8568-97D87A52017E}"/>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5FE3A1"/>
                </a:solidFill>
                <a:latin typeface="微软雅黑"/>
                <a:ea typeface="微软雅黑"/>
                <a:cs typeface="微软雅黑"/>
              </a:defRPr>
            </a:pPr>
            <a:r>
              <a:rPr sz="863" b="1" spc="1">
                <a:solidFill>
                  <a:srgbClr val="5FE3A1"/>
                </a:solidFill>
                <a:latin typeface="微软雅黑"/>
                <a:ea typeface="微软雅黑"/>
                <a:cs typeface="微软雅黑"/>
              </a:rPr>
              <a:t>06　</a:t>
            </a:r>
            <a:r>
              <a:rPr sz="863" b="1" spc="1">
                <a:solidFill>
                  <a:srgbClr val="5FE3A1"/>
                </a:solidFill>
                <a:latin typeface="微软雅黑"/>
                <a:ea typeface="微软雅黑"/>
                <a:cs typeface="微软雅黑"/>
              </a:rPr>
              <a:t>成果与价值</a:t>
            </a:r>
          </a:p>
        </p:txBody>
      </p:sp>
      <p:sp>
        <p:nvSpPr>
          <p:cNvPr id="14" name="">
            <a:extLst xmlns:a="http://schemas.openxmlformats.org/drawingml/2006/main">
              <a:ext uri="{FF2B5EF4-FFF2-40B4-BE49-F238E27FC236}">
                <a16:creationId xmlns:a16="http://schemas.microsoft.com/office/drawing/2014/main" id="{0B9AF6A7-1B27-463E-B7BA-23F8332FDB5D}"/>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已有基础与成果沉淀</a:t>
            </a:r>
          </a:p>
        </p:txBody>
      </p:sp>
      <p:sp>
        <p:nvSpPr>
          <p:cNvPr id="15" name="">
            <a:extLst xmlns:a="http://schemas.openxmlformats.org/drawingml/2006/main">
              <a:ext uri="{FF2B5EF4-FFF2-40B4-BE49-F238E27FC236}">
                <a16:creationId xmlns:a16="http://schemas.microsoft.com/office/drawing/2014/main" id="{EE266F33-B657-4C80-8BBC-F140ECC84003}"/>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E50660BA-9AB1-4D15-B0F3-FA12B58191BB}"/>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9C6E115E-814F-4533-A5D8-AEFEC53DC44E}"/>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E4BB25B0-01D7-4C87-956D-DF9557350E1F}"/>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FFB84758-A652-4A36-A575-BA54DE4826EE}"/>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本项目不是从零脑补：可运行系统、验收记录与全套文档均已就位；外部成果按实填写，不虚构。</a:t>
            </a:r>
          </a:p>
        </p:txBody>
      </p:sp>
      <p:sp>
        <p:nvSpPr>
          <p:cNvPr id="20" name="">
            <a:extLst xmlns:a="http://schemas.openxmlformats.org/drawingml/2006/main">
              <a:ext uri="{FF2B5EF4-FFF2-40B4-BE49-F238E27FC236}">
                <a16:creationId xmlns:a16="http://schemas.microsoft.com/office/drawing/2014/main" id="{BAF2E0D6-EA64-4616-9CA7-251B1F18FF21}"/>
              </a:ext>
            </a:extLst>
          </p:cNvPr>
          <p:cNvSpPr>
            <a:spLocks xmlns:a="http://schemas.openxmlformats.org/drawingml/2006/main" noGrp="1"/>
          </p:cNvSpPr>
          <p:nvPr/>
        </p:nvSpPr>
        <p:spPr>
          <a:xfrm xmlns:a="http://schemas.openxmlformats.org/drawingml/2006/main">
            <a:off x="285750" y="1333500"/>
            <a:ext cx="5715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88" b="1">
                <a:solidFill>
                  <a:srgbClr val="5FE3A1"/>
                </a:solidFill>
                <a:latin typeface="微软雅黑"/>
                <a:ea typeface="微软雅黑"/>
                <a:cs typeface="微软雅黑"/>
              </a:defRPr>
            </a:pPr>
            <a:r>
              <a:rPr sz="1088" b="1">
                <a:solidFill>
                  <a:srgbClr val="5FE3A1"/>
                </a:solidFill>
                <a:latin typeface="微软雅黑"/>
                <a:ea typeface="微软雅黑"/>
                <a:cs typeface="微软雅黑"/>
              </a:rPr>
              <a:t>一、已具备的研发与落地基础（可现场核验）</a:t>
            </a:r>
          </a:p>
        </p:txBody>
      </p:sp>
      <p:sp>
        <p:nvSpPr>
          <p:cNvPr id="21" name="">
            <a:extLst xmlns:a="http://schemas.openxmlformats.org/drawingml/2006/main">
              <a:ext uri="{FF2B5EF4-FFF2-40B4-BE49-F238E27FC236}">
                <a16:creationId xmlns:a16="http://schemas.microsoft.com/office/drawing/2014/main" id="{6AC5D382-A588-4BDA-AF02-19A7462DD65D}"/>
              </a:ext>
            </a:extLst>
          </p:cNvPr>
          <p:cNvSpPr>
            <a:spLocks xmlns:a="http://schemas.openxmlformats.org/drawingml/2006/main" noGrp="1"/>
          </p:cNvSpPr>
          <p:nvPr/>
        </p:nvSpPr>
        <p:spPr>
          <a:xfrm xmlns:a="http://schemas.openxmlformats.org/drawingml/2006/main">
            <a:off x="285750" y="1638300"/>
            <a:ext cx="5753100" cy="419100"/>
          </a:xfrm>
          <a:prstGeom xmlns:a="http://schemas.openxmlformats.org/drawingml/2006/main" prst="roundRect">
            <a:avLst>
              <a:gd name="adj" fmla="val 20455"/>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22" name="">
            <a:extLst xmlns:a="http://schemas.openxmlformats.org/drawingml/2006/main">
              <a:ext uri="{FF2B5EF4-FFF2-40B4-BE49-F238E27FC236}">
                <a16:creationId xmlns:a16="http://schemas.microsoft.com/office/drawing/2014/main" id="{0DBCA897-2844-4E61-BF55-A1D5C2FB85B4}"/>
              </a:ext>
            </a:extLst>
          </p:cNvPr>
          <p:cNvSpPr>
            <a:spLocks xmlns:a="http://schemas.openxmlformats.org/drawingml/2006/main" noGrp="1"/>
          </p:cNvSpPr>
          <p:nvPr/>
        </p:nvSpPr>
        <p:spPr>
          <a:xfrm xmlns:a="http://schemas.openxmlformats.org/drawingml/2006/main">
            <a:off x="419100" y="1733550"/>
            <a:ext cx="114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00" b="1">
                <a:solidFill>
                  <a:srgbClr val="5FE3A1"/>
                </a:solidFill>
                <a:latin typeface="微软雅黑"/>
                <a:ea typeface="微软雅黑"/>
                <a:cs typeface="微软雅黑"/>
              </a:defRPr>
            </a:pPr>
            <a:r>
              <a:rPr sz="900" b="1">
                <a:solidFill>
                  <a:srgbClr val="5FE3A1"/>
                </a:solidFill>
                <a:latin typeface="微软雅黑"/>
                <a:ea typeface="微软雅黑"/>
                <a:cs typeface="微软雅黑"/>
              </a:rPr>
              <a:t>可运行系统</a:t>
            </a:r>
          </a:p>
        </p:txBody>
      </p:sp>
      <p:sp>
        <p:nvSpPr>
          <p:cNvPr id="23" name="">
            <a:extLst xmlns:a="http://schemas.openxmlformats.org/drawingml/2006/main">
              <a:ext uri="{FF2B5EF4-FFF2-40B4-BE49-F238E27FC236}">
                <a16:creationId xmlns:a16="http://schemas.microsoft.com/office/drawing/2014/main" id="{C7D43760-03B0-4470-92E1-ACC7D96D9882}"/>
              </a:ext>
            </a:extLst>
          </p:cNvPr>
          <p:cNvSpPr>
            <a:spLocks xmlns:a="http://schemas.openxmlformats.org/drawingml/2006/main" noGrp="1"/>
          </p:cNvSpPr>
          <p:nvPr/>
        </p:nvSpPr>
        <p:spPr>
          <a:xfrm xmlns:a="http://schemas.openxmlformats.org/drawingml/2006/main">
            <a:off x="1638300" y="1733550"/>
            <a:ext cx="4286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1 </a:t>
            </a:r>
            <a:r>
              <a:rPr sz="863" b="0">
                <a:solidFill>
                  <a:srgbClr val="EEF5FF"/>
                </a:solidFill>
                <a:latin typeface="微软雅黑"/>
                <a:ea typeface="微软雅黑"/>
                <a:cs typeface="微软雅黑"/>
              </a:rPr>
              <a:t>套：</a:t>
            </a:r>
            <a:r>
              <a:rPr sz="863" b="0">
                <a:solidFill>
                  <a:srgbClr val="EEF5FF"/>
                </a:solidFill>
                <a:latin typeface="微软雅黑"/>
                <a:ea typeface="微软雅黑"/>
                <a:cs typeface="微软雅黑"/>
              </a:rPr>
              <a:t>Vue 3 </a:t>
            </a:r>
            <a:r>
              <a:rPr sz="863" b="0">
                <a:solidFill>
                  <a:srgbClr val="EEF5FF"/>
                </a:solidFill>
                <a:latin typeface="微软雅黑"/>
                <a:ea typeface="微软雅黑"/>
                <a:cs typeface="微软雅黑"/>
              </a:rPr>
              <a:t>前端 </a:t>
            </a:r>
            <a:r>
              <a:rPr sz="863" b="0">
                <a:solidFill>
                  <a:srgbClr val="EEF5FF"/>
                </a:solidFill>
                <a:latin typeface="微软雅黑"/>
                <a:ea typeface="微软雅黑"/>
                <a:cs typeface="微软雅黑"/>
              </a:rPr>
              <a:t>+ Spring Boot </a:t>
            </a:r>
            <a:r>
              <a:rPr sz="863" b="0">
                <a:solidFill>
                  <a:srgbClr val="EEF5FF"/>
                </a:solidFill>
                <a:latin typeface="微软雅黑"/>
                <a:ea typeface="微软雅黑"/>
                <a:cs typeface="微软雅黑"/>
              </a:rPr>
              <a:t>后端 </a:t>
            </a:r>
            <a:r>
              <a:rPr sz="863" b="0">
                <a:solidFill>
                  <a:srgbClr val="EEF5FF"/>
                </a:solidFill>
                <a:latin typeface="微软雅黑"/>
                <a:ea typeface="微软雅黑"/>
                <a:cs typeface="微软雅黑"/>
              </a:rPr>
              <a:t>+ MySQL 8</a:t>
            </a:r>
            <a:r>
              <a:rPr sz="863" b="0">
                <a:solidFill>
                  <a:srgbClr val="EEF5FF"/>
                </a:solidFill>
                <a:latin typeface="微软雅黑"/>
                <a:ea typeface="微软雅黑"/>
                <a:cs typeface="微软雅黑"/>
              </a:rPr>
              <a:t>，</a:t>
            </a:r>
            <a:r>
              <a:rPr sz="863" b="0">
                <a:solidFill>
                  <a:srgbClr val="EEF5FF"/>
                </a:solidFill>
                <a:latin typeface="微软雅黑"/>
                <a:ea typeface="微软雅黑"/>
                <a:cs typeface="微软雅黑"/>
              </a:rPr>
              <a:t>Docker Compose </a:t>
            </a:r>
            <a:r>
              <a:rPr sz="863" b="0">
                <a:solidFill>
                  <a:srgbClr val="EEF5FF"/>
                </a:solidFill>
                <a:latin typeface="微软雅黑"/>
                <a:ea typeface="微软雅黑"/>
                <a:cs typeface="微软雅黑"/>
              </a:rPr>
              <a:t>一键部署</a:t>
            </a:r>
          </a:p>
        </p:txBody>
      </p:sp>
      <p:sp>
        <p:nvSpPr>
          <p:cNvPr id="24" name="">
            <a:extLst xmlns:a="http://schemas.openxmlformats.org/drawingml/2006/main">
              <a:ext uri="{FF2B5EF4-FFF2-40B4-BE49-F238E27FC236}">
                <a16:creationId xmlns:a16="http://schemas.microsoft.com/office/drawing/2014/main" id="{B9CA6458-8A56-4173-8870-FBED62277699}"/>
              </a:ext>
            </a:extLst>
          </p:cNvPr>
          <p:cNvSpPr>
            <a:spLocks xmlns:a="http://schemas.openxmlformats.org/drawingml/2006/main" noGrp="1"/>
          </p:cNvSpPr>
          <p:nvPr/>
        </p:nvSpPr>
        <p:spPr>
          <a:xfrm xmlns:a="http://schemas.openxmlformats.org/drawingml/2006/main">
            <a:off x="285750" y="2114550"/>
            <a:ext cx="5753100" cy="419100"/>
          </a:xfrm>
          <a:prstGeom xmlns:a="http://schemas.openxmlformats.org/drawingml/2006/main" prst="roundRect">
            <a:avLst>
              <a:gd name="adj" fmla="val 20455"/>
            </a:avLst>
          </a:prstGeom>
          <a:gradFill xmlns:a="http://schemas.openxmlformats.org/drawingml/2006/main">
            <a:gsLst>
              <a:gs pos="0">
                <a:srgbClr val="295EA2"/>
              </a:gs>
              <a:gs pos="62000">
                <a:srgbClr val="0E4A96"/>
              </a:gs>
              <a:gs pos="100000">
                <a:srgbClr val="0B3A75"/>
              </a:gs>
            </a:gsLst>
            <a:lin ang="8100000"/>
          </a:gradFill>
          <a:ln xmlns:a="http://schemas.openxmlformats.org/drawingml/2006/main" w="9525">
            <a:solidFill>
              <a:srgbClr val="5FA8E8"/>
            </a:solidFill>
            <a:prstDash val="solid"/>
          </a:ln>
        </p:spPr>
      </p:sp>
      <p:sp>
        <p:nvSpPr>
          <p:cNvPr id="25" name="">
            <a:extLst xmlns:a="http://schemas.openxmlformats.org/drawingml/2006/main">
              <a:ext uri="{FF2B5EF4-FFF2-40B4-BE49-F238E27FC236}">
                <a16:creationId xmlns:a16="http://schemas.microsoft.com/office/drawing/2014/main" id="{1E80FB8F-624A-4152-8390-68815F1E7F25}"/>
              </a:ext>
            </a:extLst>
          </p:cNvPr>
          <p:cNvSpPr>
            <a:spLocks xmlns:a="http://schemas.openxmlformats.org/drawingml/2006/main" noGrp="1"/>
          </p:cNvSpPr>
          <p:nvPr/>
        </p:nvSpPr>
        <p:spPr>
          <a:xfrm xmlns:a="http://schemas.openxmlformats.org/drawingml/2006/main">
            <a:off x="419100" y="2209800"/>
            <a:ext cx="114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00" b="1">
                <a:solidFill>
                  <a:srgbClr val="5FE3A1"/>
                </a:solidFill>
                <a:latin typeface="微软雅黑"/>
                <a:ea typeface="微软雅黑"/>
                <a:cs typeface="微软雅黑"/>
              </a:defRPr>
            </a:pPr>
            <a:r>
              <a:rPr sz="900" b="1">
                <a:solidFill>
                  <a:srgbClr val="5FE3A1"/>
                </a:solidFill>
                <a:latin typeface="微软雅黑"/>
                <a:ea typeface="微软雅黑"/>
                <a:cs typeface="微软雅黑"/>
              </a:rPr>
              <a:t>数据库与脚本</a:t>
            </a:r>
          </a:p>
        </p:txBody>
      </p:sp>
      <p:sp>
        <p:nvSpPr>
          <p:cNvPr id="26" name="">
            <a:extLst xmlns:a="http://schemas.openxmlformats.org/drawingml/2006/main">
              <a:ext uri="{FF2B5EF4-FFF2-40B4-BE49-F238E27FC236}">
                <a16:creationId xmlns:a16="http://schemas.microsoft.com/office/drawing/2014/main" id="{6ED049F8-C689-4477-9384-CFAD3572571E}"/>
              </a:ext>
            </a:extLst>
          </p:cNvPr>
          <p:cNvSpPr>
            <a:spLocks xmlns:a="http://schemas.openxmlformats.org/drawingml/2006/main" noGrp="1"/>
          </p:cNvSpPr>
          <p:nvPr/>
        </p:nvSpPr>
        <p:spPr>
          <a:xfrm xmlns:a="http://schemas.openxmlformats.org/drawingml/2006/main">
            <a:off x="1638300" y="2209800"/>
            <a:ext cx="4286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11 </a:t>
            </a:r>
            <a:r>
              <a:rPr sz="863" b="0">
                <a:solidFill>
                  <a:srgbClr val="EEF5FF"/>
                </a:solidFill>
                <a:latin typeface="微软雅黑"/>
                <a:ea typeface="微软雅黑"/>
                <a:cs typeface="微软雅黑"/>
              </a:rPr>
              <a:t>个建库脚本（</a:t>
            </a:r>
            <a:r>
              <a:rPr sz="863" b="0">
                <a:solidFill>
                  <a:srgbClr val="EEF5FF"/>
                </a:solidFill>
                <a:latin typeface="微软雅黑"/>
                <a:ea typeface="微软雅黑"/>
                <a:cs typeface="微软雅黑"/>
              </a:rPr>
              <a:t>001~011</a:t>
            </a:r>
            <a:r>
              <a:rPr sz="863" b="0">
                <a:solidFill>
                  <a:srgbClr val="EEF5FF"/>
                </a:solidFill>
                <a:latin typeface="微软雅黑"/>
                <a:ea typeface="微软雅黑"/>
                <a:cs typeface="微软雅黑"/>
              </a:rPr>
              <a:t>），</a:t>
            </a:r>
            <a:r>
              <a:rPr sz="863" b="0">
                <a:solidFill>
                  <a:srgbClr val="EEF5FF"/>
                </a:solidFill>
                <a:latin typeface="微软雅黑"/>
                <a:ea typeface="微软雅黑"/>
                <a:cs typeface="微软雅黑"/>
              </a:rPr>
              <a:t>53 </a:t>
            </a:r>
            <a:r>
              <a:rPr sz="863" b="0">
                <a:solidFill>
                  <a:srgbClr val="EEF5FF"/>
                </a:solidFill>
                <a:latin typeface="微软雅黑"/>
                <a:ea typeface="微软雅黑"/>
                <a:cs typeface="微软雅黑"/>
              </a:rPr>
              <a:t>张表，可重复执行、幂等</a:t>
            </a:r>
          </a:p>
        </p:txBody>
      </p:sp>
      <p:sp>
        <p:nvSpPr>
          <p:cNvPr id="27" name="">
            <a:extLst xmlns:a="http://schemas.openxmlformats.org/drawingml/2006/main">
              <a:ext uri="{FF2B5EF4-FFF2-40B4-BE49-F238E27FC236}">
                <a16:creationId xmlns:a16="http://schemas.microsoft.com/office/drawing/2014/main" id="{C212207B-60DB-4C60-9218-0810ECD04756}"/>
              </a:ext>
            </a:extLst>
          </p:cNvPr>
          <p:cNvSpPr>
            <a:spLocks xmlns:a="http://schemas.openxmlformats.org/drawingml/2006/main" noGrp="1"/>
          </p:cNvSpPr>
          <p:nvPr/>
        </p:nvSpPr>
        <p:spPr>
          <a:xfrm xmlns:a="http://schemas.openxmlformats.org/drawingml/2006/main">
            <a:off x="285750" y="2590800"/>
            <a:ext cx="5753100" cy="419100"/>
          </a:xfrm>
          <a:prstGeom xmlns:a="http://schemas.openxmlformats.org/drawingml/2006/main" prst="roundRect">
            <a:avLst>
              <a:gd name="adj" fmla="val 20455"/>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28" name="">
            <a:extLst xmlns:a="http://schemas.openxmlformats.org/drawingml/2006/main">
              <a:ext uri="{FF2B5EF4-FFF2-40B4-BE49-F238E27FC236}">
                <a16:creationId xmlns:a16="http://schemas.microsoft.com/office/drawing/2014/main" id="{303F0450-BDD7-4F55-9CC2-2FFFC322953F}"/>
              </a:ext>
            </a:extLst>
          </p:cNvPr>
          <p:cNvSpPr>
            <a:spLocks xmlns:a="http://schemas.openxmlformats.org/drawingml/2006/main" noGrp="1"/>
          </p:cNvSpPr>
          <p:nvPr/>
        </p:nvSpPr>
        <p:spPr>
          <a:xfrm xmlns:a="http://schemas.openxmlformats.org/drawingml/2006/main">
            <a:off x="419100" y="2686050"/>
            <a:ext cx="114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00" b="1">
                <a:solidFill>
                  <a:srgbClr val="5FE3A1"/>
                </a:solidFill>
                <a:latin typeface="微软雅黑"/>
                <a:ea typeface="微软雅黑"/>
                <a:cs typeface="微软雅黑"/>
              </a:defRPr>
            </a:pPr>
            <a:r>
              <a:rPr sz="900" b="1">
                <a:solidFill>
                  <a:srgbClr val="5FE3A1"/>
                </a:solidFill>
                <a:latin typeface="微软雅黑"/>
                <a:ea typeface="微软雅黑"/>
                <a:cs typeface="微软雅黑"/>
              </a:rPr>
              <a:t>规则资产</a:t>
            </a:r>
          </a:p>
        </p:txBody>
      </p:sp>
      <p:sp>
        <p:nvSpPr>
          <p:cNvPr id="29" name="">
            <a:extLst xmlns:a="http://schemas.openxmlformats.org/drawingml/2006/main">
              <a:ext uri="{FF2B5EF4-FFF2-40B4-BE49-F238E27FC236}">
                <a16:creationId xmlns:a16="http://schemas.microsoft.com/office/drawing/2014/main" id="{D49E82FB-297A-450C-8C80-8CD42322D29A}"/>
              </a:ext>
            </a:extLst>
          </p:cNvPr>
          <p:cNvSpPr>
            <a:spLocks xmlns:a="http://schemas.openxmlformats.org/drawingml/2006/main" noGrp="1"/>
          </p:cNvSpPr>
          <p:nvPr/>
        </p:nvSpPr>
        <p:spPr>
          <a:xfrm xmlns:a="http://schemas.openxmlformats.org/drawingml/2006/main">
            <a:off x="1638300" y="2686050"/>
            <a:ext cx="4286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18 </a:t>
            </a:r>
            <a:r>
              <a:rPr sz="863" b="0">
                <a:solidFill>
                  <a:srgbClr val="EEF5FF"/>
                </a:solidFill>
                <a:latin typeface="微软雅黑"/>
                <a:ea typeface="微软雅黑"/>
                <a:cs typeface="微软雅黑"/>
              </a:rPr>
              <a:t>条启用规则，覆盖 </a:t>
            </a:r>
            <a:r>
              <a:rPr sz="863" b="0">
                <a:solidFill>
                  <a:srgbClr val="EEF5FF"/>
                </a:solidFill>
                <a:latin typeface="微软雅黑"/>
                <a:ea typeface="微软雅黑"/>
                <a:cs typeface="微软雅黑"/>
              </a:rPr>
              <a:t>5 </a:t>
            </a:r>
            <a:r>
              <a:rPr sz="863" b="0">
                <a:solidFill>
                  <a:srgbClr val="EEF5FF"/>
                </a:solidFill>
                <a:latin typeface="微软雅黑"/>
                <a:ea typeface="微软雅黑"/>
                <a:cs typeface="微软雅黑"/>
              </a:rPr>
              <a:t>个场景、</a:t>
            </a:r>
            <a:r>
              <a:rPr sz="863" b="0">
                <a:solidFill>
                  <a:srgbClr val="EEF5FF"/>
                </a:solidFill>
                <a:latin typeface="微软雅黑"/>
                <a:ea typeface="微软雅黑"/>
                <a:cs typeface="微软雅黑"/>
              </a:rPr>
              <a:t>3 </a:t>
            </a:r>
            <a:r>
              <a:rPr sz="863" b="0">
                <a:solidFill>
                  <a:srgbClr val="EEF5FF"/>
                </a:solidFill>
                <a:latin typeface="微软雅黑"/>
                <a:ea typeface="微软雅黑"/>
                <a:cs typeface="微软雅黑"/>
              </a:rPr>
              <a:t>个匹配分组，含 </a:t>
            </a:r>
            <a:r>
              <a:rPr sz="863" b="0">
                <a:solidFill>
                  <a:srgbClr val="EEF5FF"/>
                </a:solidFill>
                <a:latin typeface="微软雅黑"/>
                <a:ea typeface="微软雅黑"/>
                <a:cs typeface="微软雅黑"/>
              </a:rPr>
              <a:t>7 </a:t>
            </a:r>
            <a:r>
              <a:rPr sz="863" b="0">
                <a:solidFill>
                  <a:srgbClr val="EEF5FF"/>
                </a:solidFill>
                <a:latin typeface="微软雅黑"/>
                <a:ea typeface="微软雅黑"/>
                <a:cs typeface="微软雅黑"/>
              </a:rPr>
              <a:t>条气体关键词规则</a:t>
            </a:r>
          </a:p>
        </p:txBody>
      </p:sp>
      <p:sp>
        <p:nvSpPr>
          <p:cNvPr id="30" name="">
            <a:extLst xmlns:a="http://schemas.openxmlformats.org/drawingml/2006/main">
              <a:ext uri="{FF2B5EF4-FFF2-40B4-BE49-F238E27FC236}">
                <a16:creationId xmlns:a16="http://schemas.microsoft.com/office/drawing/2014/main" id="{F88E00C4-4451-4C5F-B85D-7279251ED947}"/>
              </a:ext>
            </a:extLst>
          </p:cNvPr>
          <p:cNvSpPr>
            <a:spLocks xmlns:a="http://schemas.openxmlformats.org/drawingml/2006/main" noGrp="1"/>
          </p:cNvSpPr>
          <p:nvPr/>
        </p:nvSpPr>
        <p:spPr>
          <a:xfrm xmlns:a="http://schemas.openxmlformats.org/drawingml/2006/main">
            <a:off x="285750" y="3067050"/>
            <a:ext cx="5753100" cy="419100"/>
          </a:xfrm>
          <a:prstGeom xmlns:a="http://schemas.openxmlformats.org/drawingml/2006/main" prst="roundRect">
            <a:avLst>
              <a:gd name="adj" fmla="val 20455"/>
            </a:avLst>
          </a:prstGeom>
          <a:gradFill xmlns:a="http://schemas.openxmlformats.org/drawingml/2006/main">
            <a:gsLst>
              <a:gs pos="0">
                <a:srgbClr val="295EA2"/>
              </a:gs>
              <a:gs pos="62000">
                <a:srgbClr val="0E4A96"/>
              </a:gs>
              <a:gs pos="100000">
                <a:srgbClr val="0B3A75"/>
              </a:gs>
            </a:gsLst>
            <a:lin ang="8100000"/>
          </a:gradFill>
          <a:ln xmlns:a="http://schemas.openxmlformats.org/drawingml/2006/main" w="9525">
            <a:solidFill>
              <a:srgbClr val="5FA8E8"/>
            </a:solidFill>
            <a:prstDash val="solid"/>
          </a:ln>
        </p:spPr>
      </p:sp>
      <p:sp>
        <p:nvSpPr>
          <p:cNvPr id="31" name="">
            <a:extLst xmlns:a="http://schemas.openxmlformats.org/drawingml/2006/main">
              <a:ext uri="{FF2B5EF4-FFF2-40B4-BE49-F238E27FC236}">
                <a16:creationId xmlns:a16="http://schemas.microsoft.com/office/drawing/2014/main" id="{E27B5932-EC2A-41F5-9281-33CEA62F4BF5}"/>
              </a:ext>
            </a:extLst>
          </p:cNvPr>
          <p:cNvSpPr>
            <a:spLocks xmlns:a="http://schemas.openxmlformats.org/drawingml/2006/main" noGrp="1"/>
          </p:cNvSpPr>
          <p:nvPr/>
        </p:nvSpPr>
        <p:spPr>
          <a:xfrm xmlns:a="http://schemas.openxmlformats.org/drawingml/2006/main">
            <a:off x="419100" y="3162300"/>
            <a:ext cx="114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00" b="1">
                <a:solidFill>
                  <a:srgbClr val="5FE3A1"/>
                </a:solidFill>
                <a:latin typeface="微软雅黑"/>
                <a:ea typeface="微软雅黑"/>
                <a:cs typeface="微软雅黑"/>
              </a:defRPr>
            </a:pPr>
            <a:r>
              <a:rPr sz="900" b="1">
                <a:solidFill>
                  <a:srgbClr val="5FE3A1"/>
                </a:solidFill>
                <a:latin typeface="微软雅黑"/>
                <a:ea typeface="微软雅黑"/>
                <a:cs typeface="微软雅黑"/>
              </a:rPr>
              <a:t>验收记录</a:t>
            </a:r>
          </a:p>
        </p:txBody>
      </p:sp>
      <p:sp>
        <p:nvSpPr>
          <p:cNvPr id="32" name="">
            <a:extLst xmlns:a="http://schemas.openxmlformats.org/drawingml/2006/main">
              <a:ext uri="{FF2B5EF4-FFF2-40B4-BE49-F238E27FC236}">
                <a16:creationId xmlns:a16="http://schemas.microsoft.com/office/drawing/2014/main" id="{4C8457DD-13F2-47C6-A12A-474C9D9506C5}"/>
              </a:ext>
            </a:extLst>
          </p:cNvPr>
          <p:cNvSpPr>
            <a:spLocks xmlns:a="http://schemas.openxmlformats.org/drawingml/2006/main" noGrp="1"/>
          </p:cNvSpPr>
          <p:nvPr/>
        </p:nvSpPr>
        <p:spPr>
          <a:xfrm xmlns:a="http://schemas.openxmlformats.org/drawingml/2006/main">
            <a:off x="1638300" y="3162300"/>
            <a:ext cx="4286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五层测试验收记录、规则回归结果、数据库留痕链、越权拦截记录</a:t>
            </a:r>
          </a:p>
        </p:txBody>
      </p:sp>
      <p:sp>
        <p:nvSpPr>
          <p:cNvPr id="33" name="">
            <a:extLst xmlns:a="http://schemas.openxmlformats.org/drawingml/2006/main">
              <a:ext uri="{FF2B5EF4-FFF2-40B4-BE49-F238E27FC236}">
                <a16:creationId xmlns:a16="http://schemas.microsoft.com/office/drawing/2014/main" id="{66C3181F-3FA5-48E8-AF83-F1D22E069D77}"/>
              </a:ext>
            </a:extLst>
          </p:cNvPr>
          <p:cNvSpPr>
            <a:spLocks xmlns:a="http://schemas.openxmlformats.org/drawingml/2006/main" noGrp="1"/>
          </p:cNvSpPr>
          <p:nvPr/>
        </p:nvSpPr>
        <p:spPr>
          <a:xfrm xmlns:a="http://schemas.openxmlformats.org/drawingml/2006/main">
            <a:off x="285750" y="3543300"/>
            <a:ext cx="5753100" cy="419100"/>
          </a:xfrm>
          <a:prstGeom xmlns:a="http://schemas.openxmlformats.org/drawingml/2006/main" prst="roundRect">
            <a:avLst>
              <a:gd name="adj" fmla="val 20455"/>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A8E8"/>
            </a:solidFill>
            <a:prstDash val="solid"/>
          </a:ln>
        </p:spPr>
      </p:sp>
      <p:sp>
        <p:nvSpPr>
          <p:cNvPr id="34" name="">
            <a:extLst xmlns:a="http://schemas.openxmlformats.org/drawingml/2006/main">
              <a:ext uri="{FF2B5EF4-FFF2-40B4-BE49-F238E27FC236}">
                <a16:creationId xmlns:a16="http://schemas.microsoft.com/office/drawing/2014/main" id="{E2A8A8F7-3331-4030-A378-7A810B1F98A8}"/>
              </a:ext>
            </a:extLst>
          </p:cNvPr>
          <p:cNvSpPr>
            <a:spLocks xmlns:a="http://schemas.openxmlformats.org/drawingml/2006/main" noGrp="1"/>
          </p:cNvSpPr>
          <p:nvPr/>
        </p:nvSpPr>
        <p:spPr>
          <a:xfrm xmlns:a="http://schemas.openxmlformats.org/drawingml/2006/main">
            <a:off x="419100" y="3638550"/>
            <a:ext cx="114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00" b="1">
                <a:solidFill>
                  <a:srgbClr val="5FE3A1"/>
                </a:solidFill>
                <a:latin typeface="微软雅黑"/>
                <a:ea typeface="微软雅黑"/>
                <a:cs typeface="微软雅黑"/>
              </a:defRPr>
            </a:pPr>
            <a:r>
              <a:rPr sz="900" b="1">
                <a:solidFill>
                  <a:srgbClr val="5FE3A1"/>
                </a:solidFill>
                <a:latin typeface="微软雅黑"/>
                <a:ea typeface="微软雅黑"/>
                <a:cs typeface="微软雅黑"/>
              </a:rPr>
              <a:t>系统截图</a:t>
            </a:r>
          </a:p>
        </p:txBody>
      </p:sp>
      <p:sp>
        <p:nvSpPr>
          <p:cNvPr id="35" name="">
            <a:extLst xmlns:a="http://schemas.openxmlformats.org/drawingml/2006/main">
              <a:ext uri="{FF2B5EF4-FFF2-40B4-BE49-F238E27FC236}">
                <a16:creationId xmlns:a16="http://schemas.microsoft.com/office/drawing/2014/main" id="{D18A47D9-F68F-43F6-A3FC-BAB965749566}"/>
              </a:ext>
            </a:extLst>
          </p:cNvPr>
          <p:cNvSpPr>
            <a:spLocks xmlns:a="http://schemas.openxmlformats.org/drawingml/2006/main" noGrp="1"/>
          </p:cNvSpPr>
          <p:nvPr/>
        </p:nvSpPr>
        <p:spPr>
          <a:xfrm xmlns:a="http://schemas.openxmlformats.org/drawingml/2006/main">
            <a:off x="1638300" y="3638550"/>
            <a:ext cx="4286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员工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班组长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管理者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管理员四端核心页面截图（本 </a:t>
            </a:r>
            <a:r>
              <a:rPr sz="863" b="0">
                <a:solidFill>
                  <a:srgbClr val="EEF5FF"/>
                </a:solidFill>
                <a:latin typeface="微软雅黑"/>
                <a:ea typeface="微软雅黑"/>
                <a:cs typeface="微软雅黑"/>
              </a:rPr>
              <a:t>PPT </a:t>
            </a:r>
            <a:r>
              <a:rPr sz="863" b="0">
                <a:solidFill>
                  <a:srgbClr val="EEF5FF"/>
                </a:solidFill>
                <a:latin typeface="微软雅黑"/>
                <a:ea typeface="微软雅黑"/>
                <a:cs typeface="微软雅黑"/>
              </a:rPr>
              <a:t>第 </a:t>
            </a:r>
            <a:r>
              <a:rPr sz="863" b="0">
                <a:solidFill>
                  <a:srgbClr val="EEF5FF"/>
                </a:solidFill>
                <a:latin typeface="微软雅黑"/>
                <a:ea typeface="微软雅黑"/>
                <a:cs typeface="微软雅黑"/>
              </a:rPr>
              <a:t>21~25 </a:t>
            </a:r>
            <a:r>
              <a:rPr sz="863" b="0">
                <a:solidFill>
                  <a:srgbClr val="EEF5FF"/>
                </a:solidFill>
                <a:latin typeface="微软雅黑"/>
                <a:ea typeface="微软雅黑"/>
                <a:cs typeface="微软雅黑"/>
              </a:rPr>
              <a:t>页）</a:t>
            </a:r>
          </a:p>
        </p:txBody>
      </p:sp>
      <p:sp>
        <p:nvSpPr>
          <p:cNvPr id="36" name="">
            <a:extLst xmlns:a="http://schemas.openxmlformats.org/drawingml/2006/main">
              <a:ext uri="{FF2B5EF4-FFF2-40B4-BE49-F238E27FC236}">
                <a16:creationId xmlns:a16="http://schemas.microsoft.com/office/drawing/2014/main" id="{CED03D6A-34E3-48CB-8821-6D4C3E37823E}"/>
              </a:ext>
            </a:extLst>
          </p:cNvPr>
          <p:cNvSpPr>
            <a:spLocks xmlns:a="http://schemas.openxmlformats.org/drawingml/2006/main" noGrp="1"/>
          </p:cNvSpPr>
          <p:nvPr/>
        </p:nvSpPr>
        <p:spPr>
          <a:xfrm xmlns:a="http://schemas.openxmlformats.org/drawingml/2006/main">
            <a:off x="285750" y="4019550"/>
            <a:ext cx="5753100" cy="419100"/>
          </a:xfrm>
          <a:prstGeom xmlns:a="http://schemas.openxmlformats.org/drawingml/2006/main" prst="roundRect">
            <a:avLst>
              <a:gd name="adj" fmla="val 20455"/>
            </a:avLst>
          </a:prstGeom>
          <a:gradFill xmlns:a="http://schemas.openxmlformats.org/drawingml/2006/main">
            <a:gsLst>
              <a:gs pos="0">
                <a:srgbClr val="295EA2"/>
              </a:gs>
              <a:gs pos="62000">
                <a:srgbClr val="0E4A96"/>
              </a:gs>
              <a:gs pos="100000">
                <a:srgbClr val="0B3A75"/>
              </a:gs>
            </a:gsLst>
            <a:lin ang="8100000"/>
          </a:gradFill>
          <a:ln xmlns:a="http://schemas.openxmlformats.org/drawingml/2006/main" w="9525">
            <a:solidFill>
              <a:srgbClr val="5FA8E8"/>
            </a:solidFill>
            <a:prstDash val="solid"/>
          </a:ln>
        </p:spPr>
      </p:sp>
      <p:sp>
        <p:nvSpPr>
          <p:cNvPr id="37" name="">
            <a:extLst xmlns:a="http://schemas.openxmlformats.org/drawingml/2006/main">
              <a:ext uri="{FF2B5EF4-FFF2-40B4-BE49-F238E27FC236}">
                <a16:creationId xmlns:a16="http://schemas.microsoft.com/office/drawing/2014/main" id="{E5EAF028-574D-48B5-949E-BDD58FC3817D}"/>
              </a:ext>
            </a:extLst>
          </p:cNvPr>
          <p:cNvSpPr>
            <a:spLocks xmlns:a="http://schemas.openxmlformats.org/drawingml/2006/main" noGrp="1"/>
          </p:cNvSpPr>
          <p:nvPr/>
        </p:nvSpPr>
        <p:spPr>
          <a:xfrm xmlns:a="http://schemas.openxmlformats.org/drawingml/2006/main">
            <a:off x="419100" y="4114800"/>
            <a:ext cx="114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00" b="1">
                <a:solidFill>
                  <a:srgbClr val="5FE3A1"/>
                </a:solidFill>
                <a:latin typeface="微软雅黑"/>
                <a:ea typeface="微软雅黑"/>
                <a:cs typeface="微软雅黑"/>
              </a:defRPr>
            </a:pPr>
            <a:r>
              <a:rPr sz="900" b="1">
                <a:solidFill>
                  <a:srgbClr val="5FE3A1"/>
                </a:solidFill>
                <a:latin typeface="微软雅黑"/>
                <a:ea typeface="微软雅黑"/>
                <a:cs typeface="微软雅黑"/>
              </a:rPr>
              <a:t>交付文档</a:t>
            </a:r>
          </a:p>
        </p:txBody>
      </p:sp>
      <p:sp>
        <p:nvSpPr>
          <p:cNvPr id="38" name="">
            <a:extLst xmlns:a="http://schemas.openxmlformats.org/drawingml/2006/main">
              <a:ext uri="{FF2B5EF4-FFF2-40B4-BE49-F238E27FC236}">
                <a16:creationId xmlns:a16="http://schemas.microsoft.com/office/drawing/2014/main" id="{0CF75DDF-D3C2-4C0C-B9D9-C326EBA8D70A}"/>
              </a:ext>
            </a:extLst>
          </p:cNvPr>
          <p:cNvSpPr>
            <a:spLocks xmlns:a="http://schemas.openxmlformats.org/drawingml/2006/main" noGrp="1"/>
          </p:cNvSpPr>
          <p:nvPr/>
        </p:nvSpPr>
        <p:spPr>
          <a:xfrm xmlns:a="http://schemas.openxmlformats.org/drawingml/2006/main">
            <a:off x="1638300" y="4114800"/>
            <a:ext cx="4286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技术方案、技术报告、四人身份使用报告书、功能演示视频脚本、项目介绍</a:t>
            </a:r>
          </a:p>
        </p:txBody>
      </p:sp>
      <p:sp>
        <p:nvSpPr>
          <p:cNvPr id="39" name="">
            <a:extLst xmlns:a="http://schemas.openxmlformats.org/drawingml/2006/main">
              <a:ext uri="{FF2B5EF4-FFF2-40B4-BE49-F238E27FC236}">
                <a16:creationId xmlns:a16="http://schemas.microsoft.com/office/drawing/2014/main" id="{CA3A3726-52E5-4D0A-86F1-85F8B136DD93}"/>
              </a:ext>
            </a:extLst>
          </p:cNvPr>
          <p:cNvSpPr>
            <a:spLocks xmlns:a="http://schemas.openxmlformats.org/drawingml/2006/main" noGrp="1"/>
          </p:cNvSpPr>
          <p:nvPr/>
        </p:nvSpPr>
        <p:spPr>
          <a:xfrm xmlns:a="http://schemas.openxmlformats.org/drawingml/2006/main">
            <a:off x="285750" y="4572000"/>
            <a:ext cx="5753100" cy="1752600"/>
          </a:xfrm>
          <a:prstGeom xmlns:a="http://schemas.openxmlformats.org/drawingml/2006/main" prst="roundRect">
            <a:avLst>
              <a:gd name="adj" fmla="val 4891"/>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40" name="">
            <a:extLst xmlns:a="http://schemas.openxmlformats.org/drawingml/2006/main">
              <a:ext uri="{FF2B5EF4-FFF2-40B4-BE49-F238E27FC236}">
                <a16:creationId xmlns:a16="http://schemas.microsoft.com/office/drawing/2014/main" id="{A1092CCB-90D0-4BF6-AA36-FDBDB273CA5F}"/>
              </a:ext>
            </a:extLst>
          </p:cNvPr>
          <p:cNvSpPr>
            <a:spLocks xmlns:a="http://schemas.openxmlformats.org/drawingml/2006/main" noGrp="1"/>
          </p:cNvSpPr>
          <p:nvPr/>
        </p:nvSpPr>
        <p:spPr>
          <a:xfrm xmlns:a="http://schemas.openxmlformats.org/drawingml/2006/main">
            <a:off x="476250" y="4686300"/>
            <a:ext cx="53911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4FD8FF"/>
                </a:solidFill>
                <a:latin typeface="微软雅黑"/>
                <a:ea typeface="微软雅黑"/>
                <a:cs typeface="微软雅黑"/>
              </a:defRPr>
            </a:pPr>
            <a:r>
              <a:rPr sz="1050" b="1">
                <a:solidFill>
                  <a:srgbClr val="4FD8FF"/>
                </a:solidFill>
                <a:latin typeface="微软雅黑"/>
                <a:ea typeface="微软雅黑"/>
                <a:cs typeface="微软雅黑"/>
              </a:rPr>
              <a:t>团队分工与协作机制（已在实施）</a:t>
            </a:r>
          </a:p>
        </p:txBody>
      </p:sp>
      <p:sp>
        <p:nvSpPr>
          <p:cNvPr id="41" name="">
            <a:extLst xmlns:a="http://schemas.openxmlformats.org/drawingml/2006/main">
              <a:ext uri="{FF2B5EF4-FFF2-40B4-BE49-F238E27FC236}">
                <a16:creationId xmlns:a16="http://schemas.microsoft.com/office/drawing/2014/main" id="{7673149A-BE4A-49A7-A7B6-C2BBC2E33DBF}"/>
              </a:ext>
            </a:extLst>
          </p:cNvPr>
          <p:cNvSpPr>
            <a:spLocks xmlns:a="http://schemas.openxmlformats.org/drawingml/2006/main" noGrp="1"/>
          </p:cNvSpPr>
          <p:nvPr/>
        </p:nvSpPr>
        <p:spPr>
          <a:xfrm xmlns:a="http://schemas.openxmlformats.org/drawingml/2006/main">
            <a:off x="476250" y="5010150"/>
            <a:ext cx="12382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后端与规则引擎</a:t>
            </a:r>
          </a:p>
        </p:txBody>
      </p:sp>
      <p:sp>
        <p:nvSpPr>
          <p:cNvPr id="42" name="">
            <a:extLst xmlns:a="http://schemas.openxmlformats.org/drawingml/2006/main">
              <a:ext uri="{FF2B5EF4-FFF2-40B4-BE49-F238E27FC236}">
                <a16:creationId xmlns:a16="http://schemas.microsoft.com/office/drawing/2014/main" id="{992516CE-1CF7-47E4-BB17-17B8074ADC45}"/>
              </a:ext>
            </a:extLst>
          </p:cNvPr>
          <p:cNvSpPr>
            <a:spLocks xmlns:a="http://schemas.openxmlformats.org/drawingml/2006/main" noGrp="1"/>
          </p:cNvSpPr>
          <p:nvPr/>
        </p:nvSpPr>
        <p:spPr>
          <a:xfrm xmlns:a="http://schemas.openxmlformats.org/drawingml/2006/main">
            <a:off x="1752600" y="5010150"/>
            <a:ext cx="41338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规则表设计、</a:t>
            </a:r>
            <a:r>
              <a:rPr sz="825" b="0">
                <a:solidFill>
                  <a:srgbClr val="EEF5FF"/>
                </a:solidFill>
                <a:latin typeface="微软雅黑"/>
                <a:ea typeface="微软雅黑"/>
                <a:cs typeface="微软雅黑"/>
              </a:rPr>
              <a:t>RuleEngine </a:t>
            </a:r>
            <a:r>
              <a:rPr sz="825" b="0">
                <a:solidFill>
                  <a:srgbClr val="EEF5FF"/>
                </a:solidFill>
                <a:latin typeface="微软雅黑"/>
                <a:ea typeface="微软雅黑"/>
                <a:cs typeface="微软雅黑"/>
              </a:rPr>
              <a:t>匹配与分组、归因适配层、鉴权与审计接口</a:t>
            </a:r>
          </a:p>
        </p:txBody>
      </p:sp>
      <p:sp>
        <p:nvSpPr>
          <p:cNvPr id="43" name="">
            <a:extLst xmlns:a="http://schemas.openxmlformats.org/drawingml/2006/main">
              <a:ext uri="{FF2B5EF4-FFF2-40B4-BE49-F238E27FC236}">
                <a16:creationId xmlns:a16="http://schemas.microsoft.com/office/drawing/2014/main" id="{9A6213E6-C003-4512-B72F-6993044DDD90}"/>
              </a:ext>
            </a:extLst>
          </p:cNvPr>
          <p:cNvSpPr>
            <a:spLocks xmlns:a="http://schemas.openxmlformats.org/drawingml/2006/main" noGrp="1"/>
          </p:cNvSpPr>
          <p:nvPr/>
        </p:nvSpPr>
        <p:spPr>
          <a:xfrm xmlns:a="http://schemas.openxmlformats.org/drawingml/2006/main">
            <a:off x="476250" y="5334000"/>
            <a:ext cx="12382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前端与交互</a:t>
            </a:r>
          </a:p>
        </p:txBody>
      </p:sp>
      <p:sp>
        <p:nvSpPr>
          <p:cNvPr id="44" name="">
            <a:extLst xmlns:a="http://schemas.openxmlformats.org/drawingml/2006/main">
              <a:ext uri="{FF2B5EF4-FFF2-40B4-BE49-F238E27FC236}">
                <a16:creationId xmlns:a16="http://schemas.microsoft.com/office/drawing/2014/main" id="{03D48029-6F83-4322-B8A4-EBA2E3288856}"/>
              </a:ext>
            </a:extLst>
          </p:cNvPr>
          <p:cNvSpPr>
            <a:spLocks xmlns:a="http://schemas.openxmlformats.org/drawingml/2006/main" noGrp="1"/>
          </p:cNvSpPr>
          <p:nvPr/>
        </p:nvSpPr>
        <p:spPr>
          <a:xfrm xmlns:a="http://schemas.openxmlformats.org/drawingml/2006/main">
            <a:off x="1752600" y="5334000"/>
            <a:ext cx="41338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四端界面：能力画像、组卷考试、班组报告、管理看板与配置后台</a:t>
            </a:r>
          </a:p>
        </p:txBody>
      </p:sp>
      <p:sp>
        <p:nvSpPr>
          <p:cNvPr id="45" name="">
            <a:extLst xmlns:a="http://schemas.openxmlformats.org/drawingml/2006/main">
              <a:ext uri="{FF2B5EF4-FFF2-40B4-BE49-F238E27FC236}">
                <a16:creationId xmlns:a16="http://schemas.microsoft.com/office/drawing/2014/main" id="{CBC0D373-C0BD-4494-AA59-551D924BBD30}"/>
              </a:ext>
            </a:extLst>
          </p:cNvPr>
          <p:cNvSpPr>
            <a:spLocks xmlns:a="http://schemas.openxmlformats.org/drawingml/2006/main" noGrp="1"/>
          </p:cNvSpPr>
          <p:nvPr/>
        </p:nvSpPr>
        <p:spPr>
          <a:xfrm xmlns:a="http://schemas.openxmlformats.org/drawingml/2006/main">
            <a:off x="476250" y="5657850"/>
            <a:ext cx="12382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数据与测试</a:t>
            </a:r>
          </a:p>
        </p:txBody>
      </p:sp>
      <p:sp>
        <p:nvSpPr>
          <p:cNvPr id="46" name="">
            <a:extLst xmlns:a="http://schemas.openxmlformats.org/drawingml/2006/main">
              <a:ext uri="{FF2B5EF4-FFF2-40B4-BE49-F238E27FC236}">
                <a16:creationId xmlns:a16="http://schemas.microsoft.com/office/drawing/2014/main" id="{B9272FD6-04A9-47FB-B2A7-7BC7225D30E5}"/>
              </a:ext>
            </a:extLst>
          </p:cNvPr>
          <p:cNvSpPr>
            <a:spLocks xmlns:a="http://schemas.openxmlformats.org/drawingml/2006/main" noGrp="1"/>
          </p:cNvSpPr>
          <p:nvPr/>
        </p:nvSpPr>
        <p:spPr>
          <a:xfrm xmlns:a="http://schemas.openxmlformats.org/drawingml/2006/main">
            <a:off x="1752600" y="5657850"/>
            <a:ext cx="41338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建库脚本 </a:t>
            </a:r>
            <a:r>
              <a:rPr sz="825" b="0">
                <a:solidFill>
                  <a:srgbClr val="EEF5FF"/>
                </a:solidFill>
                <a:latin typeface="微软雅黑"/>
                <a:ea typeface="微软雅黑"/>
                <a:cs typeface="微软雅黑"/>
              </a:rPr>
              <a:t>001~011</a:t>
            </a:r>
            <a:r>
              <a:rPr sz="825" b="0">
                <a:solidFill>
                  <a:srgbClr val="EEF5FF"/>
                </a:solidFill>
                <a:latin typeface="微软雅黑"/>
                <a:ea typeface="微软雅黑"/>
                <a:cs typeface="微软雅黑"/>
              </a:rPr>
              <a:t>、种子数据、五层测试验收与规则回归用例</a:t>
            </a:r>
          </a:p>
        </p:txBody>
      </p:sp>
      <p:sp>
        <p:nvSpPr>
          <p:cNvPr id="47" name="">
            <a:extLst xmlns:a="http://schemas.openxmlformats.org/drawingml/2006/main">
              <a:ext uri="{FF2B5EF4-FFF2-40B4-BE49-F238E27FC236}">
                <a16:creationId xmlns:a16="http://schemas.microsoft.com/office/drawing/2014/main" id="{73EC92A0-AA92-4DFE-A9BA-783A7836DD72}"/>
              </a:ext>
            </a:extLst>
          </p:cNvPr>
          <p:cNvSpPr>
            <a:spLocks xmlns:a="http://schemas.openxmlformats.org/drawingml/2006/main" noGrp="1"/>
          </p:cNvSpPr>
          <p:nvPr/>
        </p:nvSpPr>
        <p:spPr>
          <a:xfrm xmlns:a="http://schemas.openxmlformats.org/drawingml/2006/main">
            <a:off x="476250" y="5981700"/>
            <a:ext cx="12382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文档与合规</a:t>
            </a:r>
          </a:p>
        </p:txBody>
      </p:sp>
      <p:sp>
        <p:nvSpPr>
          <p:cNvPr id="48" name="">
            <a:extLst xmlns:a="http://schemas.openxmlformats.org/drawingml/2006/main">
              <a:ext uri="{FF2B5EF4-FFF2-40B4-BE49-F238E27FC236}">
                <a16:creationId xmlns:a16="http://schemas.microsoft.com/office/drawing/2014/main" id="{0BA8BF3E-BF51-4F6C-A679-64541D710B0F}"/>
              </a:ext>
            </a:extLst>
          </p:cNvPr>
          <p:cNvSpPr>
            <a:spLocks xmlns:a="http://schemas.openxmlformats.org/drawingml/2006/main" noGrp="1"/>
          </p:cNvSpPr>
          <p:nvPr/>
        </p:nvSpPr>
        <p:spPr>
          <a:xfrm xmlns:a="http://schemas.openxmlformats.org/drawingml/2006/main">
            <a:off x="1752600" y="5981700"/>
            <a:ext cx="41338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25" b="0">
                <a:solidFill>
                  <a:srgbClr val="EEF5FF"/>
                </a:solidFill>
                <a:latin typeface="微软雅黑"/>
                <a:ea typeface="微软雅黑"/>
                <a:cs typeface="微软雅黑"/>
              </a:defRPr>
            </a:pPr>
            <a:r>
              <a:rPr sz="825" b="0">
                <a:solidFill>
                  <a:srgbClr val="EEF5FF"/>
                </a:solidFill>
                <a:latin typeface="微软雅黑"/>
                <a:ea typeface="微软雅黑"/>
                <a:cs typeface="微软雅黑"/>
              </a:rPr>
              <a:t>技术方案、技术报告、使用报告书、演示脚本与合规伦理说明</a:t>
            </a:r>
          </a:p>
        </p:txBody>
      </p:sp>
      <p:sp>
        <p:nvSpPr>
          <p:cNvPr id="49" name="">
            <a:extLst xmlns:a="http://schemas.openxmlformats.org/drawingml/2006/main">
              <a:ext uri="{FF2B5EF4-FFF2-40B4-BE49-F238E27FC236}">
                <a16:creationId xmlns:a16="http://schemas.microsoft.com/office/drawing/2014/main" id="{0C238D19-553B-4A28-B72B-8793476B3B12}"/>
              </a:ext>
            </a:extLst>
          </p:cNvPr>
          <p:cNvSpPr>
            <a:spLocks xmlns:a="http://schemas.openxmlformats.org/drawingml/2006/main" noGrp="1"/>
          </p:cNvSpPr>
          <p:nvPr/>
        </p:nvSpPr>
        <p:spPr>
          <a:xfrm xmlns:a="http://schemas.openxmlformats.org/drawingml/2006/main">
            <a:off x="6229350" y="1333500"/>
            <a:ext cx="5715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88" b="1">
                <a:solidFill>
                  <a:srgbClr val="FFD24A"/>
                </a:solidFill>
                <a:latin typeface="微软雅黑"/>
                <a:ea typeface="微软雅黑"/>
                <a:cs typeface="微软雅黑"/>
              </a:defRPr>
            </a:pPr>
            <a:r>
              <a:rPr sz="1088" b="1">
                <a:solidFill>
                  <a:srgbClr val="FFD24A"/>
                </a:solidFill>
                <a:latin typeface="微软雅黑"/>
                <a:ea typeface="微软雅黑"/>
                <a:cs typeface="微软雅黑"/>
              </a:rPr>
              <a:t>二、团队与外部成果清单（按实填写，留空处待补）</a:t>
            </a:r>
          </a:p>
        </p:txBody>
      </p:sp>
      <p:graphicFrame>
        <p:nvGraphicFramePr>
          <p:cNvPr id="108" name=""/>
          <p:cNvGraphicFramePr/>
          <p:nvPr/>
        </p:nvGraphicFramePr>
        <p:xfrm>
          <a:off xmlns:a="http://schemas.openxmlformats.org/drawingml/2006/main" x="6229350" y="1638300"/>
          <a:ext xmlns:a="http://schemas.openxmlformats.org/drawingml/2006/main" cx="5676900" cy="3619500"/>
        </p:xfrm>
        <a:graphic xmlns:a="http://schemas.openxmlformats.org/drawingml/2006/main">
          <a:graphicData uri="http://schemas.openxmlformats.org/drawingml/2006/table">
            <a:tbl>
              <a:tblPr/>
              <a:tblGrid>
                <a:gridCol w="1669676"/>
                <a:gridCol w="960064"/>
                <a:gridCol w="1127032"/>
                <a:gridCol w="667871"/>
                <a:gridCol w="1252257"/>
              </a:tblGrid>
              <a:tr h="304800">
                <a:tc>
                  <a:txBody>
                    <a:bodyPr/>
                    <a:lstStyle/>
                    <a:p>
                      <a:r>
                        <a:rPr sz="825" b="1">
                          <a:solidFill>
                            <a:srgbClr val="FFFFFF"/>
                          </a:solidFill>
                          <a:latin typeface="微软雅黑"/>
                          <a:ea typeface="微软雅黑"/>
                          <a:cs typeface="微软雅黑"/>
                        </a:rPr>
                        <a:t>项目名称 / 成果</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1A6AC0"/>
                    </a:solidFill>
                  </a:tcPr>
                </a:tc>
                <a:tc>
                  <a:txBody>
                    <a:bodyPr/>
                    <a:lstStyle/>
                    <a:p>
                      <a:r>
                        <a:rPr sz="825" b="1">
                          <a:solidFill>
                            <a:srgbClr val="FFFFFF"/>
                          </a:solidFill>
                          <a:latin typeface="微软雅黑"/>
                          <a:ea typeface="微软雅黑"/>
                          <a:cs typeface="微软雅黑"/>
                        </a:rPr>
                        <a:t>类别</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1A6AC0"/>
                    </a:solidFill>
                  </a:tcPr>
                </a:tc>
                <a:tc>
                  <a:txBody>
                    <a:bodyPr/>
                    <a:lstStyle/>
                    <a:p>
                      <a:r>
                        <a:rPr sz="825" b="1">
                          <a:solidFill>
                            <a:srgbClr val="FFFFFF"/>
                          </a:solidFill>
                          <a:latin typeface="微软雅黑"/>
                          <a:ea typeface="微软雅黑"/>
                          <a:cs typeface="微软雅黑"/>
                        </a:rPr>
                        <a:t>级别</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1A6AC0"/>
                    </a:solidFill>
                  </a:tcPr>
                </a:tc>
                <a:tc>
                  <a:txBody>
                    <a:bodyPr/>
                    <a:lstStyle/>
                    <a:p>
                      <a:r>
                        <a:rPr sz="825" b="1">
                          <a:solidFill>
                            <a:srgbClr val="FFFFFF"/>
                          </a:solidFill>
                          <a:latin typeface="微软雅黑"/>
                          <a:ea typeface="微软雅黑"/>
                          <a:cs typeface="微软雅黑"/>
                        </a:rPr>
                        <a:t>年份</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1A6AC0"/>
                    </a:solidFill>
                  </a:tcPr>
                </a:tc>
                <a:tc>
                  <a:txBody>
                    <a:bodyPr/>
                    <a:lstStyle/>
                    <a:p>
                      <a:r>
                        <a:rPr sz="825" b="1">
                          <a:solidFill>
                            <a:srgbClr val="FFFFFF"/>
                          </a:solidFill>
                          <a:latin typeface="微软雅黑"/>
                          <a:ea typeface="微软雅黑"/>
                          <a:cs typeface="微软雅黑"/>
                        </a:rPr>
                        <a:t>本人贡献</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1A6AC0"/>
                    </a:solidFill>
                  </a:tcPr>
                </a:tc>
              </a:tr>
              <a:tr h="514350">
                <a:tc>
                  <a:txBody>
                    <a:bodyPr/>
                    <a:lstStyle/>
                    <a:p>
                      <a:r>
                        <a:rPr sz="788">
                          <a:solidFill>
                            <a:srgbClr val="FFD24A"/>
                          </a:solidFill>
                          <a:latin typeface="微软雅黑"/>
                          <a:ea typeface="微软雅黑"/>
                          <a:cs typeface="微软雅黑"/>
                        </a:rPr>
                        <a:t>（待补：竞赛获奖名称）</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788">
                          <a:solidFill>
                            <a:srgbClr val="C6DDFF"/>
                          </a:solidFill>
                          <a:latin typeface="微软雅黑"/>
                          <a:ea typeface="微软雅黑"/>
                          <a:cs typeface="微软雅黑"/>
                        </a:rPr>
                        <a:t>学科竞赛</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788">
                          <a:solidFill>
                            <a:srgbClr val="C6DDFF"/>
                          </a:solidFill>
                          <a:latin typeface="微软雅黑"/>
                          <a:ea typeface="微软雅黑"/>
                          <a:cs typeface="微软雅黑"/>
                        </a:rPr>
                        <a:t>（国家级 / 省级）</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788">
                          <a:solidFill>
                            <a:srgbClr val="C6DDFF"/>
                          </a:solidFill>
                          <a:latin typeface="微软雅黑"/>
                          <a:ea typeface="微软雅黑"/>
                          <a:cs typeface="微软雅黑"/>
                        </a:rPr>
                        <a:t>（年份）</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788">
                          <a:solidFill>
                            <a:srgbClr val="C6DDFF"/>
                          </a:solidFill>
                          <a:latin typeface="微软雅黑"/>
                          <a:ea typeface="微软雅黑"/>
                          <a:cs typeface="微软雅黑"/>
                        </a:rPr>
                        <a:t>（角色与工作）</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r>
              <a:tr h="514350">
                <a:tc>
                  <a:txBody>
                    <a:bodyPr/>
                    <a:lstStyle/>
                    <a:p>
                      <a:r>
                        <a:rPr sz="788">
                          <a:solidFill>
                            <a:srgbClr val="FFD24A"/>
                          </a:solidFill>
                          <a:latin typeface="微软雅黑"/>
                          <a:ea typeface="微软雅黑"/>
                          <a:cs typeface="微软雅黑"/>
                        </a:rPr>
                        <a:t>（待补：大创 / 教科创项目名称）</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788">
                          <a:solidFill>
                            <a:srgbClr val="C6DDFF"/>
                          </a:solidFill>
                          <a:latin typeface="微软雅黑"/>
                          <a:ea typeface="微软雅黑"/>
                          <a:cs typeface="微软雅黑"/>
                        </a:rPr>
                        <a:t>大创 / 教科创</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788">
                          <a:solidFill>
                            <a:srgbClr val="C6DDFF"/>
                          </a:solidFill>
                          <a:latin typeface="微软雅黑"/>
                          <a:ea typeface="微软雅黑"/>
                          <a:cs typeface="微软雅黑"/>
                        </a:rPr>
                        <a:t>（国家级 / 省级）</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788">
                          <a:solidFill>
                            <a:srgbClr val="C6DDFF"/>
                          </a:solidFill>
                          <a:latin typeface="微软雅黑"/>
                          <a:ea typeface="微软雅黑"/>
                          <a:cs typeface="微软雅黑"/>
                        </a:rPr>
                        <a:t>（年份）</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788">
                          <a:solidFill>
                            <a:srgbClr val="C6DDFF"/>
                          </a:solidFill>
                          <a:latin typeface="微软雅黑"/>
                          <a:ea typeface="微软雅黑"/>
                          <a:cs typeface="微软雅黑"/>
                        </a:rPr>
                        <a:t>（角色与工作）</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r>
              <a:tr h="514350">
                <a:tc>
                  <a:txBody>
                    <a:bodyPr/>
                    <a:lstStyle/>
                    <a:p>
                      <a:r>
                        <a:rPr sz="788">
                          <a:solidFill>
                            <a:srgbClr val="FFD24A"/>
                          </a:solidFill>
                          <a:latin typeface="微软雅黑"/>
                          <a:ea typeface="微软雅黑"/>
                          <a:cs typeface="微软雅黑"/>
                        </a:rPr>
                        <a:t>（待补：软件著作权名称）</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788">
                          <a:solidFill>
                            <a:srgbClr val="C6DDFF"/>
                          </a:solidFill>
                          <a:latin typeface="微软雅黑"/>
                          <a:ea typeface="微软雅黑"/>
                          <a:cs typeface="微软雅黑"/>
                        </a:rPr>
                        <a:t>软件著作权</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788">
                          <a:solidFill>
                            <a:srgbClr val="C6DDFF"/>
                          </a:solidFill>
                          <a:latin typeface="微软雅黑"/>
                          <a:ea typeface="微软雅黑"/>
                          <a:cs typeface="微软雅黑"/>
                        </a:rPr>
                        <a:t>（登记号）</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788">
                          <a:solidFill>
                            <a:srgbClr val="C6DDFF"/>
                          </a:solidFill>
                          <a:latin typeface="微软雅黑"/>
                          <a:ea typeface="微软雅黑"/>
                          <a:cs typeface="微软雅黑"/>
                        </a:rPr>
                        <a:t>（年份）</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788">
                          <a:solidFill>
                            <a:srgbClr val="C6DDFF"/>
                          </a:solidFill>
                          <a:latin typeface="微软雅黑"/>
                          <a:ea typeface="微软雅黑"/>
                          <a:cs typeface="微软雅黑"/>
                        </a:rPr>
                        <a:t>（作者排序）</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r>
              <a:tr h="514350">
                <a:tc>
                  <a:txBody>
                    <a:bodyPr/>
                    <a:lstStyle/>
                    <a:p>
                      <a:r>
                        <a:rPr sz="788">
                          <a:solidFill>
                            <a:srgbClr val="FFD24A"/>
                          </a:solidFill>
                          <a:latin typeface="微软雅黑"/>
                          <a:ea typeface="微软雅黑"/>
                          <a:cs typeface="微软雅黑"/>
                        </a:rPr>
                        <a:t>（待补：论文题目）</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788">
                          <a:solidFill>
                            <a:srgbClr val="C6DDFF"/>
                          </a:solidFill>
                          <a:latin typeface="微软雅黑"/>
                          <a:ea typeface="微软雅黑"/>
                          <a:cs typeface="微软雅黑"/>
                        </a:rPr>
                        <a:t>学术论文</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788">
                          <a:solidFill>
                            <a:srgbClr val="C6DDFF"/>
                          </a:solidFill>
                          <a:latin typeface="微软雅黑"/>
                          <a:ea typeface="微软雅黑"/>
                          <a:cs typeface="微软雅黑"/>
                        </a:rPr>
                        <a:t>（期刊 / 会议）</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788">
                          <a:solidFill>
                            <a:srgbClr val="C6DDFF"/>
                          </a:solidFill>
                          <a:latin typeface="微软雅黑"/>
                          <a:ea typeface="微软雅黑"/>
                          <a:cs typeface="微软雅黑"/>
                        </a:rPr>
                        <a:t>（年份）</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788">
                          <a:solidFill>
                            <a:srgbClr val="C6DDFF"/>
                          </a:solidFill>
                          <a:latin typeface="微软雅黑"/>
                          <a:ea typeface="微软雅黑"/>
                          <a:cs typeface="微软雅黑"/>
                        </a:rPr>
                        <a:t>（作者排序）</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r>
              <a:tr h="514350">
                <a:tc>
                  <a:txBody>
                    <a:bodyPr/>
                    <a:lstStyle/>
                    <a:p>
                      <a:r>
                        <a:rPr sz="788">
                          <a:solidFill>
                            <a:srgbClr val="FFD24A"/>
                          </a:solidFill>
                          <a:latin typeface="微软雅黑"/>
                          <a:ea typeface="微软雅黑"/>
                          <a:cs typeface="微软雅黑"/>
                        </a:rPr>
                        <a:t>（待补：企业合作产品）</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788">
                          <a:solidFill>
                            <a:srgbClr val="C6DDFF"/>
                          </a:solidFill>
                          <a:latin typeface="微软雅黑"/>
                          <a:ea typeface="微软雅黑"/>
                          <a:cs typeface="微软雅黑"/>
                        </a:rPr>
                        <a:t>企业合作</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788">
                          <a:solidFill>
                            <a:srgbClr val="C6DDFF"/>
                          </a:solidFill>
                          <a:latin typeface="微软雅黑"/>
                          <a:ea typeface="微软雅黑"/>
                          <a:cs typeface="微软雅黑"/>
                        </a:rPr>
                        <a:t>（合作单位）</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788">
                          <a:solidFill>
                            <a:srgbClr val="C6DDFF"/>
                          </a:solidFill>
                          <a:latin typeface="微软雅黑"/>
                          <a:ea typeface="微软雅黑"/>
                          <a:cs typeface="微软雅黑"/>
                        </a:rPr>
                        <a:t>（年份）</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788">
                          <a:solidFill>
                            <a:srgbClr val="C6DDFF"/>
                          </a:solidFill>
                          <a:latin typeface="微软雅黑"/>
                          <a:ea typeface="微软雅黑"/>
                          <a:cs typeface="微软雅黑"/>
                        </a:rPr>
                        <a:t>（承担模块）</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r>
              <a:tr h="514350">
                <a:tc>
                  <a:txBody>
                    <a:bodyPr/>
                    <a:lstStyle/>
                    <a:p>
                      <a:r>
                        <a:rPr sz="788">
                          <a:solidFill>
                            <a:srgbClr val="FFD24A"/>
                          </a:solidFill>
                          <a:latin typeface="微软雅黑"/>
                          <a:ea typeface="微软雅黑"/>
                          <a:cs typeface="微软雅黑"/>
                        </a:rPr>
                        <a:t>（待补：指导老师结题项目）</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788">
                          <a:solidFill>
                            <a:srgbClr val="C6DDFF"/>
                          </a:solidFill>
                          <a:latin typeface="微软雅黑"/>
                          <a:ea typeface="微软雅黑"/>
                          <a:cs typeface="微软雅黑"/>
                        </a:rPr>
                        <a:t>教师科研</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788">
                          <a:solidFill>
                            <a:srgbClr val="C6DDFF"/>
                          </a:solidFill>
                          <a:latin typeface="微软雅黑"/>
                          <a:ea typeface="微软雅黑"/>
                          <a:cs typeface="微软雅黑"/>
                        </a:rPr>
                        <a:t>（项目级别）</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788">
                          <a:solidFill>
                            <a:srgbClr val="C6DDFF"/>
                          </a:solidFill>
                          <a:latin typeface="微软雅黑"/>
                          <a:ea typeface="微软雅黑"/>
                          <a:cs typeface="微软雅黑"/>
                        </a:rPr>
                        <a:t>（年份）</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c>
                  <a:txBody>
                    <a:bodyPr/>
                    <a:lstStyle/>
                    <a:p>
                      <a:r>
                        <a:rPr sz="788">
                          <a:solidFill>
                            <a:srgbClr val="C6DDFF"/>
                          </a:solidFill>
                          <a:latin typeface="微软雅黑"/>
                          <a:ea typeface="微软雅黑"/>
                          <a:cs typeface="微软雅黑"/>
                        </a:rPr>
                        <a:t>（学生参与内容）</a:t>
                      </a:r>
                    </a:p>
                  </a:txBody>
                  <a:tcPr marL="91440" marR="91440" marT="45720" marB="45720">
                    <a:lnL w="9525">
                      <a:solidFill>
                        <a:srgbClr val="7FC4FF">
                          <a:alpha val="35000"/>
                        </a:srgbClr>
                      </a:solidFill>
                      <a:prstDash val="solid"/>
                    </a:lnL>
                    <a:lnR w="9525">
                      <a:solidFill>
                        <a:srgbClr val="7FC4FF">
                          <a:alpha val="35000"/>
                        </a:srgbClr>
                      </a:solidFill>
                      <a:prstDash val="solid"/>
                    </a:lnR>
                    <a:lnT w="9525">
                      <a:solidFill>
                        <a:srgbClr val="7FC4FF">
                          <a:alpha val="35000"/>
                        </a:srgbClr>
                      </a:solidFill>
                      <a:prstDash val="solid"/>
                    </a:lnT>
                    <a:lnB w="9525">
                      <a:solidFill>
                        <a:srgbClr val="7FC4FF">
                          <a:alpha val="35000"/>
                        </a:srgbClr>
                      </a:solidFill>
                      <a:prstDash val="solid"/>
                    </a:lnB>
                    <a:solidFill>
                      <a:srgbClr val="0E4A96"/>
                    </a:solidFill>
                  </a:tcPr>
                </a:tc>
              </a:tr>
            </a:tbl>
          </a:graphicData>
        </a:graphic>
      </p:graphicFrame>
      <p:sp>
        <p:nvSpPr>
          <p:cNvPr id="51" name="">
            <a:extLst xmlns:a="http://schemas.openxmlformats.org/drawingml/2006/main">
              <a:ext uri="{FF2B5EF4-FFF2-40B4-BE49-F238E27FC236}">
                <a16:creationId xmlns:a16="http://schemas.microsoft.com/office/drawing/2014/main" id="{51E0406E-8DEA-45E1-A13E-E38D2DC6A378}"/>
              </a:ext>
            </a:extLst>
          </p:cNvPr>
          <p:cNvSpPr>
            <a:spLocks xmlns:a="http://schemas.openxmlformats.org/drawingml/2006/main" noGrp="1"/>
          </p:cNvSpPr>
          <p:nvPr/>
        </p:nvSpPr>
        <p:spPr>
          <a:xfrm xmlns:a="http://schemas.openxmlformats.org/drawingml/2006/main">
            <a:off x="6229350" y="5143500"/>
            <a:ext cx="5676900" cy="1181100"/>
          </a:xfrm>
          <a:prstGeom xmlns:a="http://schemas.openxmlformats.org/drawingml/2006/main" prst="roundRect">
            <a:avLst>
              <a:gd name="adj" fmla="val 7258"/>
            </a:avLst>
          </a:prstGeom>
          <a:solidFill xmlns:a="http://schemas.openxmlformats.org/drawingml/2006/main">
            <a:srgbClr val="7A5A1A">
              <a:alpha val="70000"/>
            </a:srgbClr>
          </a:solidFill>
          <a:ln xmlns:a="http://schemas.openxmlformats.org/drawingml/2006/main" w="13335">
            <a:solidFill>
              <a:srgbClr val="FFD24A"/>
            </a:solidFill>
            <a:prstDash val="solid"/>
          </a:ln>
        </p:spPr>
      </p:sp>
      <p:sp>
        <p:nvSpPr>
          <p:cNvPr id="52" name="">
            <a:extLst xmlns:a="http://schemas.openxmlformats.org/drawingml/2006/main">
              <a:ext uri="{FF2B5EF4-FFF2-40B4-BE49-F238E27FC236}">
                <a16:creationId xmlns:a16="http://schemas.microsoft.com/office/drawing/2014/main" id="{0B197935-CB0F-4633-B81E-DFABA0EC8342}"/>
              </a:ext>
            </a:extLst>
          </p:cNvPr>
          <p:cNvSpPr>
            <a:spLocks xmlns:a="http://schemas.openxmlformats.org/drawingml/2006/main" noGrp="1"/>
          </p:cNvSpPr>
          <p:nvPr/>
        </p:nvSpPr>
        <p:spPr>
          <a:xfrm xmlns:a="http://schemas.openxmlformats.org/drawingml/2006/main">
            <a:off x="6400800" y="5257800"/>
            <a:ext cx="5334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FFD24A"/>
                </a:solidFill>
                <a:latin typeface="微软雅黑"/>
                <a:ea typeface="微软雅黑"/>
                <a:cs typeface="微软雅黑"/>
              </a:defRPr>
            </a:pPr>
            <a:r>
              <a:rPr sz="975" b="1">
                <a:solidFill>
                  <a:srgbClr val="FFD24A"/>
                </a:solidFill>
                <a:latin typeface="微软雅黑"/>
                <a:ea typeface="微软雅黑"/>
                <a:cs typeface="微软雅黑"/>
              </a:rPr>
              <a:t>为什么这一页留空而不是编数据</a:t>
            </a:r>
          </a:p>
        </p:txBody>
      </p:sp>
      <p:sp>
        <p:nvSpPr>
          <p:cNvPr id="53" name="">
            <a:extLst xmlns:a="http://schemas.openxmlformats.org/drawingml/2006/main">
              <a:ext uri="{FF2B5EF4-FFF2-40B4-BE49-F238E27FC236}">
                <a16:creationId xmlns:a16="http://schemas.microsoft.com/office/drawing/2014/main" id="{4ACCCDEB-2D51-4C30-93AD-B7A81C617C8F}"/>
              </a:ext>
            </a:extLst>
          </p:cNvPr>
          <p:cNvSpPr>
            <a:spLocks xmlns:a="http://schemas.openxmlformats.org/drawingml/2006/main" noGrp="1"/>
          </p:cNvSpPr>
          <p:nvPr/>
        </p:nvSpPr>
        <p:spPr>
          <a:xfrm xmlns:a="http://schemas.openxmlformats.org/drawingml/2006/main">
            <a:off x="6400800" y="5524500"/>
            <a:ext cx="5353050" cy="704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4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团队获奖、软著、论文、企业合作与教师结题项目属于可被评委逐条核验的材料。本页先固定「项目名称</a:t>
            </a:r>
            <a:r>
              <a:rPr sz="863" b="0">
                <a:solidFill>
                  <a:srgbClr val="EEF5FF"/>
                </a:solidFill>
                <a:latin typeface="微软雅黑"/>
                <a:ea typeface="微软雅黑"/>
                <a:cs typeface="微软雅黑"/>
              </a:rPr>
              <a:t>—</a:t>
            </a:r>
            <a:r>
              <a:rPr sz="863" b="0">
                <a:solidFill>
                  <a:srgbClr val="EEF5FF"/>
                </a:solidFill>
                <a:latin typeface="微软雅黑"/>
                <a:ea typeface="微软雅黑"/>
                <a:cs typeface="微软雅黑"/>
              </a:rPr>
              <a:t>类别</a:t>
            </a:r>
            <a:r>
              <a:rPr sz="863" b="0">
                <a:solidFill>
                  <a:srgbClr val="EEF5FF"/>
                </a:solidFill>
                <a:latin typeface="微软雅黑"/>
                <a:ea typeface="微软雅黑"/>
                <a:cs typeface="微软雅黑"/>
              </a:rPr>
              <a:t>—</a:t>
            </a:r>
            <a:r>
              <a:rPr sz="863" b="0">
                <a:solidFill>
                  <a:srgbClr val="EEF5FF"/>
                </a:solidFill>
                <a:latin typeface="微软雅黑"/>
                <a:ea typeface="微软雅黑"/>
                <a:cs typeface="微软雅黑"/>
              </a:rPr>
              <a:t>级别</a:t>
            </a:r>
            <a:r>
              <a:rPr sz="863" b="0">
                <a:solidFill>
                  <a:srgbClr val="EEF5FF"/>
                </a:solidFill>
                <a:latin typeface="微软雅黑"/>
                <a:ea typeface="微软雅黑"/>
                <a:cs typeface="微软雅黑"/>
              </a:rPr>
              <a:t>—</a:t>
            </a:r>
            <a:r>
              <a:rPr sz="863" b="0">
                <a:solidFill>
                  <a:srgbClr val="EEF5FF"/>
                </a:solidFill>
                <a:latin typeface="微软雅黑"/>
                <a:ea typeface="微软雅黑"/>
                <a:cs typeface="微软雅黑"/>
              </a:rPr>
              <a:t>年份</a:t>
            </a:r>
            <a:r>
              <a:rPr sz="863" b="0">
                <a:solidFill>
                  <a:srgbClr val="EEF5FF"/>
                </a:solidFill>
                <a:latin typeface="微软雅黑"/>
                <a:ea typeface="微软雅黑"/>
                <a:cs typeface="微软雅黑"/>
              </a:rPr>
              <a:t>—</a:t>
            </a:r>
            <a:r>
              <a:rPr sz="863" b="0">
                <a:solidFill>
                  <a:srgbClr val="EEF5FF"/>
                </a:solidFill>
                <a:latin typeface="微软雅黑"/>
                <a:ea typeface="微软雅黑"/>
                <a:cs typeface="微软雅黑"/>
              </a:rPr>
              <a:t>贡献」的表格结构，等团队按指导老师的教科创结题材料填齐后再定稿，避免出现无法对证的成果条目。</a:t>
            </a:r>
          </a:p>
        </p:txBody>
      </p:sp>
      <p:sp>
        <p:nvSpPr>
          <p:cNvPr id="54" name="">
            <a:extLst xmlns:a="http://schemas.openxmlformats.org/drawingml/2006/main">
              <a:ext uri="{FF2B5EF4-FFF2-40B4-BE49-F238E27FC236}">
                <a16:creationId xmlns:a16="http://schemas.microsoft.com/office/drawing/2014/main" id="{566E7E87-2427-4CEB-B8CA-EEDE03CBE613}"/>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55" name="">
            <a:extLst xmlns:a="http://schemas.openxmlformats.org/drawingml/2006/main">
              <a:ext uri="{FF2B5EF4-FFF2-40B4-BE49-F238E27FC236}">
                <a16:creationId xmlns:a16="http://schemas.microsoft.com/office/drawing/2014/main" id="{3C303045-A89A-4BC4-8BE7-C9E55BA3DD81}"/>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56" name="">
            <a:extLst xmlns:a="http://schemas.openxmlformats.org/drawingml/2006/main">
              <a:ext uri="{FF2B5EF4-FFF2-40B4-BE49-F238E27FC236}">
                <a16:creationId xmlns:a16="http://schemas.microsoft.com/office/drawing/2014/main" id="{0C634CB1-5AB9-4B59-A3B3-2EC6D03B3B2E}"/>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57" name="">
            <a:extLst xmlns:a="http://schemas.openxmlformats.org/drawingml/2006/main">
              <a:ext uri="{FF2B5EF4-FFF2-40B4-BE49-F238E27FC236}">
                <a16:creationId xmlns:a16="http://schemas.microsoft.com/office/drawing/2014/main" id="{597BC2F1-70FC-4277-9C0E-07D534BBC5CA}"/>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58" name="">
            <a:extLst xmlns:a="http://schemas.openxmlformats.org/drawingml/2006/main">
              <a:ext uri="{FF2B5EF4-FFF2-40B4-BE49-F238E27FC236}">
                <a16:creationId xmlns:a16="http://schemas.microsoft.com/office/drawing/2014/main" id="{B8CAF57A-0B69-4CA4-B1F4-0370EA3D4F75}"/>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36</a:t>
            </a:r>
          </a:p>
        </p:txBody>
      </p:sp>
    </p:spTree>
    <p:extLst>
      <p:ext uri="{BB962C8B-B14F-4D97-AF65-F5344CB8AC3E}">
        <p14:creationId xmlns:p14="http://schemas.microsoft.com/office/powerpoint/2010/main" val="562553553"/>
      </p:ext>
    </p:extLst>
  </p:cSld>
</p:sld>
</file>

<file path=ppt/slides/slide37.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75" name=""/>
          <p:cNvPicPr>
            <a:picLocks xmlns:a="http://schemas.openxmlformats.org/drawingml/2006/main" noChangeAspect="1"/>
          </p:cNvPicPr>
          <p:nvPr/>
        </p:nvPicPr>
        <p:blipFill>
          <a:blip xmlns:r="http://schemas.openxmlformats.org/officeDocument/2006/relationships" xmlns:a="http://schemas.openxmlformats.org/drawingml/2006/main" r:embed="R7afd852fdd854fd2"/>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75D97E1-01DF-4B23-B15A-99961ED2F6A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EA227EC2-0D3B-4403-8BEC-3D8BA92AF532}"/>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06D4FFF5-098C-4F38-AE88-4C4369E344C8}"/>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65AC59E9-240A-4BD6-B927-813C41ECD0D6}"/>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B0C881C3-765A-49D5-8688-78D5A24B6B1E}"/>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B199558D-ED44-4B0A-AB8C-D4C592436629}"/>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7D4118BE-1977-484C-A75A-273BB433750D}"/>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231EFFA2-770B-4CCF-A776-2625EA701701}"/>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460A0653-BA65-46AF-8021-5C17F49D58AE}"/>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5FE3A1">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F01B99AD-A1BD-4D77-B365-561F36154A2B}"/>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5FE3A1">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D5A97A9B-E986-4DCF-8992-E85593A21260}"/>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F08D5A84-60C1-422A-B496-4DA73AE1418D}"/>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5FE3A1"/>
                </a:solidFill>
                <a:latin typeface="微软雅黑"/>
                <a:ea typeface="微软雅黑"/>
                <a:cs typeface="微软雅黑"/>
              </a:defRPr>
            </a:pPr>
            <a:r>
              <a:rPr sz="863" b="1" spc="1">
                <a:solidFill>
                  <a:srgbClr val="5FE3A1"/>
                </a:solidFill>
                <a:latin typeface="微软雅黑"/>
                <a:ea typeface="微软雅黑"/>
                <a:cs typeface="微软雅黑"/>
              </a:rPr>
              <a:t>06　</a:t>
            </a:r>
            <a:r>
              <a:rPr sz="863" b="1" spc="1">
                <a:solidFill>
                  <a:srgbClr val="5FE3A1"/>
                </a:solidFill>
                <a:latin typeface="微软雅黑"/>
                <a:ea typeface="微软雅黑"/>
                <a:cs typeface="微软雅黑"/>
              </a:rPr>
              <a:t>成果与价值</a:t>
            </a:r>
          </a:p>
        </p:txBody>
      </p:sp>
      <p:sp>
        <p:nvSpPr>
          <p:cNvPr id="14" name="">
            <a:extLst xmlns:a="http://schemas.openxmlformats.org/drawingml/2006/main">
              <a:ext uri="{FF2B5EF4-FFF2-40B4-BE49-F238E27FC236}">
                <a16:creationId xmlns:a16="http://schemas.microsoft.com/office/drawing/2014/main" id="{9707921E-B434-4B4E-8868-6FCED0084E5F}"/>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应用场景与目标客户</a:t>
            </a:r>
          </a:p>
        </p:txBody>
      </p:sp>
      <p:sp>
        <p:nvSpPr>
          <p:cNvPr id="15" name="">
            <a:extLst xmlns:a="http://schemas.openxmlformats.org/drawingml/2006/main">
              <a:ext uri="{FF2B5EF4-FFF2-40B4-BE49-F238E27FC236}">
                <a16:creationId xmlns:a16="http://schemas.microsoft.com/office/drawing/2014/main" id="{2E41BFD3-BB20-416A-8474-B45F30312D1F}"/>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4877ABBA-4206-43A2-B067-4FF30CFE2C39}"/>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1A08B512-FD98-4771-913C-2EFC965FE4A7}"/>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E246FB11-3130-426E-AE7A-5D0CDA87FFB1}"/>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7BC24E5A-8362-4FE0-AF92-C72DB9BB4191}"/>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不写「可推广到电力行业」，而是写清四类具体客户、部署方式与付费逻辑。</a:t>
            </a:r>
          </a:p>
        </p:txBody>
      </p:sp>
      <p:sp>
        <p:nvSpPr>
          <p:cNvPr id="20" name="">
            <a:extLst xmlns:a="http://schemas.openxmlformats.org/drawingml/2006/main">
              <a:ext uri="{FF2B5EF4-FFF2-40B4-BE49-F238E27FC236}">
                <a16:creationId xmlns:a16="http://schemas.microsoft.com/office/drawing/2014/main" id="{0E908750-FD7E-4A2E-9250-0E8F503833C2}"/>
              </a:ext>
            </a:extLst>
          </p:cNvPr>
          <p:cNvSpPr>
            <a:spLocks xmlns:a="http://schemas.openxmlformats.org/drawingml/2006/main" noGrp="1"/>
          </p:cNvSpPr>
          <p:nvPr/>
        </p:nvSpPr>
        <p:spPr>
          <a:xfrm xmlns:a="http://schemas.openxmlformats.org/drawingml/2006/main">
            <a:off x="285750" y="1333500"/>
            <a:ext cx="5695950" cy="2228850"/>
          </a:xfrm>
          <a:prstGeom xmlns:a="http://schemas.openxmlformats.org/drawingml/2006/main" prst="roundRect">
            <a:avLst>
              <a:gd name="adj" fmla="val 3846"/>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1" name="">
            <a:extLst xmlns:a="http://schemas.openxmlformats.org/drawingml/2006/main">
              <a:ext uri="{FF2B5EF4-FFF2-40B4-BE49-F238E27FC236}">
                <a16:creationId xmlns:a16="http://schemas.microsoft.com/office/drawing/2014/main" id="{C9C9B4B5-5E37-46DD-BE33-4CDB1D975324}"/>
              </a:ext>
            </a:extLst>
          </p:cNvPr>
          <p:cNvSpPr>
            <a:spLocks xmlns:a="http://schemas.openxmlformats.org/drawingml/2006/main" noGrp="1"/>
          </p:cNvSpPr>
          <p:nvPr/>
        </p:nvSpPr>
        <p:spPr>
          <a:xfrm xmlns:a="http://schemas.openxmlformats.org/drawingml/2006/main">
            <a:off x="285750" y="1333500"/>
            <a:ext cx="5695950" cy="47625"/>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C13EB7AD-5B84-481C-B8F4-23BEEE8023A6}"/>
              </a:ext>
            </a:extLst>
          </p:cNvPr>
          <p:cNvSpPr>
            <a:spLocks xmlns:a="http://schemas.openxmlformats.org/drawingml/2006/main" noGrp="1"/>
          </p:cNvSpPr>
          <p:nvPr/>
        </p:nvSpPr>
        <p:spPr>
          <a:xfrm xmlns:a="http://schemas.openxmlformats.org/drawingml/2006/main">
            <a:off x="495300" y="1504950"/>
            <a:ext cx="3619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4FD8FF"/>
                </a:solidFill>
                <a:latin typeface="微软雅黑"/>
                <a:ea typeface="微软雅黑"/>
                <a:cs typeface="微软雅黑"/>
              </a:defRPr>
            </a:pPr>
            <a:r>
              <a:rPr sz="1425" b="1">
                <a:solidFill>
                  <a:srgbClr val="4FD8FF"/>
                </a:solidFill>
                <a:latin typeface="微软雅黑"/>
                <a:ea typeface="微软雅黑"/>
                <a:cs typeface="微软雅黑"/>
              </a:rPr>
              <a:t>县级 </a:t>
            </a:r>
            <a:r>
              <a:rPr sz="1425" b="1">
                <a:solidFill>
                  <a:srgbClr val="4FD8FF"/>
                </a:solidFill>
                <a:latin typeface="微软雅黑"/>
                <a:ea typeface="微软雅黑"/>
                <a:cs typeface="微软雅黑"/>
              </a:rPr>
              <a:t>/ </a:t>
            </a:r>
            <a:r>
              <a:rPr sz="1425" b="1">
                <a:solidFill>
                  <a:srgbClr val="4FD8FF"/>
                </a:solidFill>
                <a:latin typeface="微软雅黑"/>
                <a:ea typeface="微软雅黑"/>
                <a:cs typeface="微软雅黑"/>
              </a:rPr>
              <a:t>地市供电公司</a:t>
            </a:r>
          </a:p>
        </p:txBody>
      </p:sp>
      <p:sp>
        <p:nvSpPr>
          <p:cNvPr id="23" name="">
            <a:extLst xmlns:a="http://schemas.openxmlformats.org/drawingml/2006/main">
              <a:ext uri="{FF2B5EF4-FFF2-40B4-BE49-F238E27FC236}">
                <a16:creationId xmlns:a16="http://schemas.microsoft.com/office/drawing/2014/main" id="{0C327D69-86CB-48F0-8731-71BB7B786358}"/>
              </a:ext>
            </a:extLst>
          </p:cNvPr>
          <p:cNvSpPr>
            <a:spLocks xmlns:a="http://schemas.openxmlformats.org/drawingml/2006/main" noGrp="1"/>
          </p:cNvSpPr>
          <p:nvPr/>
        </p:nvSpPr>
        <p:spPr>
          <a:xfrm xmlns:a="http://schemas.openxmlformats.org/drawingml/2006/main">
            <a:off x="495300" y="1809750"/>
            <a:ext cx="43815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9DBEE8"/>
                </a:solidFill>
                <a:latin typeface="微软雅黑"/>
                <a:ea typeface="微软雅黑"/>
                <a:cs typeface="微软雅黑"/>
              </a:defRPr>
            </a:pPr>
            <a:r>
              <a:rPr sz="900" b="0">
                <a:solidFill>
                  <a:srgbClr val="9DBEE8"/>
                </a:solidFill>
                <a:latin typeface="微软雅黑"/>
                <a:ea typeface="微软雅黑"/>
                <a:cs typeface="微软雅黑"/>
              </a:rPr>
              <a:t>变电运维中心</a:t>
            </a:r>
          </a:p>
        </p:txBody>
      </p:sp>
      <p:sp>
        <p:nvSpPr>
          <p:cNvPr id="24" name="">
            <a:extLst xmlns:a="http://schemas.openxmlformats.org/drawingml/2006/main">
              <a:ext uri="{FF2B5EF4-FFF2-40B4-BE49-F238E27FC236}">
                <a16:creationId xmlns:a16="http://schemas.microsoft.com/office/drawing/2014/main" id="{A35C6154-9D1F-4758-8DBB-61DE530271D8}"/>
              </a:ext>
            </a:extLst>
          </p:cNvPr>
          <p:cNvSpPr>
            <a:spLocks xmlns:a="http://schemas.openxmlformats.org/drawingml/2006/main" noGrp="1"/>
          </p:cNvSpPr>
          <p:nvPr/>
        </p:nvSpPr>
        <p:spPr>
          <a:xfrm xmlns:a="http://schemas.openxmlformats.org/drawingml/2006/main">
            <a:off x="495300" y="2076450"/>
            <a:ext cx="7429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为什么买</a:t>
            </a:r>
          </a:p>
        </p:txBody>
      </p:sp>
      <p:sp>
        <p:nvSpPr>
          <p:cNvPr id="25" name="">
            <a:extLst xmlns:a="http://schemas.openxmlformats.org/drawingml/2006/main">
              <a:ext uri="{FF2B5EF4-FFF2-40B4-BE49-F238E27FC236}">
                <a16:creationId xmlns:a16="http://schemas.microsoft.com/office/drawing/2014/main" id="{BD3559DE-ED6E-403E-B32C-71533E2EDDC1}"/>
              </a:ext>
            </a:extLst>
          </p:cNvPr>
          <p:cNvSpPr>
            <a:spLocks xmlns:a="http://schemas.openxmlformats.org/drawingml/2006/main" noGrp="1"/>
          </p:cNvSpPr>
          <p:nvPr/>
        </p:nvSpPr>
        <p:spPr>
          <a:xfrm xmlns:a="http://schemas.openxmlformats.org/drawingml/2006/main">
            <a:off x="1276350" y="2076450"/>
            <a:ext cx="45339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培训投入要能对账；迎检要能一键出合规材料；关键岗位要有备份</a:t>
            </a:r>
          </a:p>
        </p:txBody>
      </p:sp>
      <p:sp>
        <p:nvSpPr>
          <p:cNvPr id="26" name="">
            <a:extLst xmlns:a="http://schemas.openxmlformats.org/drawingml/2006/main">
              <a:ext uri="{FF2B5EF4-FFF2-40B4-BE49-F238E27FC236}">
                <a16:creationId xmlns:a16="http://schemas.microsoft.com/office/drawing/2014/main" id="{5E12D4B9-5A07-4D77-B017-037CA6AA47E8}"/>
              </a:ext>
            </a:extLst>
          </p:cNvPr>
          <p:cNvSpPr>
            <a:spLocks xmlns:a="http://schemas.openxmlformats.org/drawingml/2006/main" noGrp="1"/>
          </p:cNvSpPr>
          <p:nvPr/>
        </p:nvSpPr>
        <p:spPr>
          <a:xfrm xmlns:a="http://schemas.openxmlformats.org/drawingml/2006/main">
            <a:off x="495300" y="2438400"/>
            <a:ext cx="7429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部署方式</a:t>
            </a:r>
          </a:p>
        </p:txBody>
      </p:sp>
      <p:sp>
        <p:nvSpPr>
          <p:cNvPr id="27" name="">
            <a:extLst xmlns:a="http://schemas.openxmlformats.org/drawingml/2006/main">
              <a:ext uri="{FF2B5EF4-FFF2-40B4-BE49-F238E27FC236}">
                <a16:creationId xmlns:a16="http://schemas.microsoft.com/office/drawing/2014/main" id="{D7DE5064-3B18-404E-A6B6-A85417D6FE57}"/>
              </a:ext>
            </a:extLst>
          </p:cNvPr>
          <p:cNvSpPr>
            <a:spLocks xmlns:a="http://schemas.openxmlformats.org/drawingml/2006/main" noGrp="1"/>
          </p:cNvSpPr>
          <p:nvPr/>
        </p:nvSpPr>
        <p:spPr>
          <a:xfrm xmlns:a="http://schemas.openxmlformats.org/drawingml/2006/main">
            <a:off x="1276350" y="2438400"/>
            <a:ext cx="45339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内网私有化部署（</a:t>
            </a:r>
            <a:r>
              <a:rPr sz="863" b="0">
                <a:solidFill>
                  <a:srgbClr val="EEF5FF"/>
                </a:solidFill>
                <a:latin typeface="微软雅黑"/>
                <a:ea typeface="微软雅黑"/>
                <a:cs typeface="微软雅黑"/>
              </a:rPr>
              <a:t>Docker Compose</a:t>
            </a:r>
            <a:r>
              <a:rPr sz="863" b="0">
                <a:solidFill>
                  <a:srgbClr val="EEF5FF"/>
                </a:solidFill>
                <a:latin typeface="微软雅黑"/>
                <a:ea typeface="微软雅黑"/>
                <a:cs typeface="微软雅黑"/>
              </a:rPr>
              <a:t>：</a:t>
            </a:r>
            <a:r>
              <a:rPr sz="863" b="0">
                <a:solidFill>
                  <a:srgbClr val="EEF5FF"/>
                </a:solidFill>
                <a:latin typeface="微软雅黑"/>
                <a:ea typeface="微软雅黑"/>
                <a:cs typeface="微软雅黑"/>
              </a:rPr>
              <a:t>MySQL + API + Web</a:t>
            </a:r>
            <a:r>
              <a:rPr sz="863" b="0">
                <a:solidFill>
                  <a:srgbClr val="EEF5FF"/>
                </a:solidFill>
                <a:latin typeface="微软雅黑"/>
                <a:ea typeface="微软雅黑"/>
                <a:cs typeface="微软雅黑"/>
              </a:rPr>
              <a:t>），支持完全离线运行</a:t>
            </a:r>
          </a:p>
        </p:txBody>
      </p:sp>
      <p:sp>
        <p:nvSpPr>
          <p:cNvPr id="28" name="">
            <a:extLst xmlns:a="http://schemas.openxmlformats.org/drawingml/2006/main">
              <a:ext uri="{FF2B5EF4-FFF2-40B4-BE49-F238E27FC236}">
                <a16:creationId xmlns:a16="http://schemas.microsoft.com/office/drawing/2014/main" id="{C38345F0-5B30-4ED7-8BFD-5AA2439731B5}"/>
              </a:ext>
            </a:extLst>
          </p:cNvPr>
          <p:cNvSpPr>
            <a:spLocks xmlns:a="http://schemas.openxmlformats.org/drawingml/2006/main" noGrp="1"/>
          </p:cNvSpPr>
          <p:nvPr/>
        </p:nvSpPr>
        <p:spPr>
          <a:xfrm xmlns:a="http://schemas.openxmlformats.org/drawingml/2006/main">
            <a:off x="495300" y="2800350"/>
            <a:ext cx="7429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付费逻辑</a:t>
            </a:r>
          </a:p>
        </p:txBody>
      </p:sp>
      <p:sp>
        <p:nvSpPr>
          <p:cNvPr id="29" name="">
            <a:extLst xmlns:a="http://schemas.openxmlformats.org/drawingml/2006/main">
              <a:ext uri="{FF2B5EF4-FFF2-40B4-BE49-F238E27FC236}">
                <a16:creationId xmlns:a16="http://schemas.microsoft.com/office/drawing/2014/main" id="{5743F323-58D2-4576-BBCC-B0A086FD4B7E}"/>
              </a:ext>
            </a:extLst>
          </p:cNvPr>
          <p:cNvSpPr>
            <a:spLocks xmlns:a="http://schemas.openxmlformats.org/drawingml/2006/main" noGrp="1"/>
          </p:cNvSpPr>
          <p:nvPr/>
        </p:nvSpPr>
        <p:spPr>
          <a:xfrm xmlns:a="http://schemas.openxmlformats.org/drawingml/2006/main">
            <a:off x="1276350" y="2800350"/>
            <a:ext cx="45339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按站点规模或运维人数年度订阅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首次实施与数据初始化服务</a:t>
            </a:r>
          </a:p>
        </p:txBody>
      </p:sp>
      <p:sp>
        <p:nvSpPr>
          <p:cNvPr id="30" name="">
            <a:extLst xmlns:a="http://schemas.openxmlformats.org/drawingml/2006/main">
              <a:ext uri="{FF2B5EF4-FFF2-40B4-BE49-F238E27FC236}">
                <a16:creationId xmlns:a16="http://schemas.microsoft.com/office/drawing/2014/main" id="{4D5B54EF-2D3C-4698-B70F-39B6FF3ADBA3}"/>
              </a:ext>
            </a:extLst>
          </p:cNvPr>
          <p:cNvSpPr>
            <a:spLocks xmlns:a="http://schemas.openxmlformats.org/drawingml/2006/main" noGrp="1"/>
          </p:cNvSpPr>
          <p:nvPr/>
        </p:nvSpPr>
        <p:spPr>
          <a:xfrm xmlns:a="http://schemas.openxmlformats.org/drawingml/2006/main">
            <a:off x="495300" y="3162300"/>
            <a:ext cx="7429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起量方式</a:t>
            </a:r>
          </a:p>
        </p:txBody>
      </p:sp>
      <p:sp>
        <p:nvSpPr>
          <p:cNvPr id="31" name="">
            <a:extLst xmlns:a="http://schemas.openxmlformats.org/drawingml/2006/main">
              <a:ext uri="{FF2B5EF4-FFF2-40B4-BE49-F238E27FC236}">
                <a16:creationId xmlns:a16="http://schemas.microsoft.com/office/drawing/2014/main" id="{64A251EE-5F7C-495A-8345-A833BE68A35F}"/>
              </a:ext>
            </a:extLst>
          </p:cNvPr>
          <p:cNvSpPr>
            <a:spLocks xmlns:a="http://schemas.openxmlformats.org/drawingml/2006/main" noGrp="1"/>
          </p:cNvSpPr>
          <p:nvPr/>
        </p:nvSpPr>
        <p:spPr>
          <a:xfrm xmlns:a="http://schemas.openxmlformats.org/drawingml/2006/main">
            <a:off x="1276350" y="3162300"/>
            <a:ext cx="45339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先选 </a:t>
            </a:r>
            <a:r>
              <a:rPr sz="863" b="0">
                <a:solidFill>
                  <a:srgbClr val="EEF5FF"/>
                </a:solidFill>
                <a:latin typeface="微软雅黑"/>
                <a:ea typeface="微软雅黑"/>
                <a:cs typeface="微软雅黑"/>
              </a:rPr>
              <a:t>1 </a:t>
            </a:r>
            <a:r>
              <a:rPr sz="863" b="0">
                <a:solidFill>
                  <a:srgbClr val="EEF5FF"/>
                </a:solidFill>
                <a:latin typeface="微软雅黑"/>
                <a:ea typeface="微软雅黑"/>
                <a:cs typeface="微软雅黑"/>
              </a:rPr>
              <a:t>个变电运维班组试点，跑通一个完整考核周期后再扩展</a:t>
            </a:r>
          </a:p>
        </p:txBody>
      </p:sp>
      <p:sp>
        <p:nvSpPr>
          <p:cNvPr id="32" name="">
            <a:extLst xmlns:a="http://schemas.openxmlformats.org/drawingml/2006/main">
              <a:ext uri="{FF2B5EF4-FFF2-40B4-BE49-F238E27FC236}">
                <a16:creationId xmlns:a16="http://schemas.microsoft.com/office/drawing/2014/main" id="{B484F28E-CC46-4BC2-BAF5-54FCEE21B4D8}"/>
              </a:ext>
            </a:extLst>
          </p:cNvPr>
          <p:cNvSpPr>
            <a:spLocks xmlns:a="http://schemas.openxmlformats.org/drawingml/2006/main" noGrp="1"/>
          </p:cNvSpPr>
          <p:nvPr/>
        </p:nvSpPr>
        <p:spPr>
          <a:xfrm xmlns:a="http://schemas.openxmlformats.org/drawingml/2006/main">
            <a:off x="6210300" y="1333500"/>
            <a:ext cx="5695950" cy="2228850"/>
          </a:xfrm>
          <a:prstGeom xmlns:a="http://schemas.openxmlformats.org/drawingml/2006/main" prst="roundRect">
            <a:avLst>
              <a:gd name="adj" fmla="val 3846"/>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3" name="">
            <a:extLst xmlns:a="http://schemas.openxmlformats.org/drawingml/2006/main">
              <a:ext uri="{FF2B5EF4-FFF2-40B4-BE49-F238E27FC236}">
                <a16:creationId xmlns:a16="http://schemas.microsoft.com/office/drawing/2014/main" id="{43DE69F3-D20E-4014-A4FE-391BFE55F333}"/>
              </a:ext>
            </a:extLst>
          </p:cNvPr>
          <p:cNvSpPr>
            <a:spLocks xmlns:a="http://schemas.openxmlformats.org/drawingml/2006/main" noGrp="1"/>
          </p:cNvSpPr>
          <p:nvPr/>
        </p:nvSpPr>
        <p:spPr>
          <a:xfrm xmlns:a="http://schemas.openxmlformats.org/drawingml/2006/main">
            <a:off x="6210300" y="1333500"/>
            <a:ext cx="5695950" cy="47625"/>
          </a:xfrm>
          <a:prstGeom xmlns:a="http://schemas.openxmlformats.org/drawingml/2006/main" prst="rect">
            <a:avLst/>
          </a:prstGeom>
          <a:solidFill xmlns:a="http://schemas.openxmlformats.org/drawingml/2006/main">
            <a:srgbClr val="2E86E0"/>
          </a:solidFill>
          <a:ln xmlns:a="http://schemas.openxmlformats.org/drawingml/2006/main">
            <a:noFill/>
          </a:ln>
        </p:spPr>
      </p:sp>
      <p:sp>
        <p:nvSpPr>
          <p:cNvPr id="34" name="">
            <a:extLst xmlns:a="http://schemas.openxmlformats.org/drawingml/2006/main">
              <a:ext uri="{FF2B5EF4-FFF2-40B4-BE49-F238E27FC236}">
                <a16:creationId xmlns:a16="http://schemas.microsoft.com/office/drawing/2014/main" id="{7BFD8163-524A-4E53-BBDF-A7F101DE0059}"/>
              </a:ext>
            </a:extLst>
          </p:cNvPr>
          <p:cNvSpPr>
            <a:spLocks xmlns:a="http://schemas.openxmlformats.org/drawingml/2006/main" noGrp="1"/>
          </p:cNvSpPr>
          <p:nvPr/>
        </p:nvSpPr>
        <p:spPr>
          <a:xfrm xmlns:a="http://schemas.openxmlformats.org/drawingml/2006/main">
            <a:off x="6419850" y="1504950"/>
            <a:ext cx="3619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2E86E0"/>
                </a:solidFill>
                <a:latin typeface="微软雅黑"/>
                <a:ea typeface="微软雅黑"/>
                <a:cs typeface="微软雅黑"/>
              </a:defRPr>
            </a:pPr>
            <a:r>
              <a:rPr sz="1425" b="1">
                <a:solidFill>
                  <a:srgbClr val="2E86E0"/>
                </a:solidFill>
                <a:latin typeface="微软雅黑"/>
                <a:ea typeface="微软雅黑"/>
                <a:cs typeface="微软雅黑"/>
              </a:rPr>
              <a:t>变电运维班组</a:t>
            </a:r>
          </a:p>
        </p:txBody>
      </p:sp>
      <p:sp>
        <p:nvSpPr>
          <p:cNvPr id="35" name="">
            <a:extLst xmlns:a="http://schemas.openxmlformats.org/drawingml/2006/main">
              <a:ext uri="{FF2B5EF4-FFF2-40B4-BE49-F238E27FC236}">
                <a16:creationId xmlns:a16="http://schemas.microsoft.com/office/drawing/2014/main" id="{30D4033F-6A17-4F11-A11F-4724ECF5BB11}"/>
              </a:ext>
            </a:extLst>
          </p:cNvPr>
          <p:cNvSpPr>
            <a:spLocks xmlns:a="http://schemas.openxmlformats.org/drawingml/2006/main" noGrp="1"/>
          </p:cNvSpPr>
          <p:nvPr/>
        </p:nvSpPr>
        <p:spPr>
          <a:xfrm xmlns:a="http://schemas.openxmlformats.org/drawingml/2006/main">
            <a:off x="6419850" y="1809750"/>
            <a:ext cx="43815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9DBEE8"/>
                </a:solidFill>
                <a:latin typeface="微软雅黑"/>
                <a:ea typeface="微软雅黑"/>
                <a:cs typeface="微软雅黑"/>
              </a:defRPr>
            </a:pPr>
            <a:r>
              <a:rPr sz="900" b="0">
                <a:solidFill>
                  <a:srgbClr val="9DBEE8"/>
                </a:solidFill>
                <a:latin typeface="微软雅黑"/>
                <a:ea typeface="微软雅黑"/>
                <a:cs typeface="微软雅黑"/>
              </a:rPr>
              <a:t>最小采购单元</a:t>
            </a:r>
          </a:p>
        </p:txBody>
      </p:sp>
      <p:sp>
        <p:nvSpPr>
          <p:cNvPr id="36" name="">
            <a:extLst xmlns:a="http://schemas.openxmlformats.org/drawingml/2006/main">
              <a:ext uri="{FF2B5EF4-FFF2-40B4-BE49-F238E27FC236}">
                <a16:creationId xmlns:a16="http://schemas.microsoft.com/office/drawing/2014/main" id="{F89614AB-578D-44AF-8090-26EED78924D2}"/>
              </a:ext>
            </a:extLst>
          </p:cNvPr>
          <p:cNvSpPr>
            <a:spLocks xmlns:a="http://schemas.openxmlformats.org/drawingml/2006/main" noGrp="1"/>
          </p:cNvSpPr>
          <p:nvPr/>
        </p:nvSpPr>
        <p:spPr>
          <a:xfrm xmlns:a="http://schemas.openxmlformats.org/drawingml/2006/main">
            <a:off x="6419850" y="2076450"/>
            <a:ext cx="7429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为什么买</a:t>
            </a:r>
          </a:p>
        </p:txBody>
      </p:sp>
      <p:sp>
        <p:nvSpPr>
          <p:cNvPr id="37" name="">
            <a:extLst xmlns:a="http://schemas.openxmlformats.org/drawingml/2006/main">
              <a:ext uri="{FF2B5EF4-FFF2-40B4-BE49-F238E27FC236}">
                <a16:creationId xmlns:a16="http://schemas.microsoft.com/office/drawing/2014/main" id="{891EC093-6A58-4DC0-8DE3-E1313E969AE1}"/>
              </a:ext>
            </a:extLst>
          </p:cNvPr>
          <p:cNvSpPr>
            <a:spLocks xmlns:a="http://schemas.openxmlformats.org/drawingml/2006/main" noGrp="1"/>
          </p:cNvSpPr>
          <p:nvPr/>
        </p:nvSpPr>
        <p:spPr>
          <a:xfrm xmlns:a="http://schemas.openxmlformats.org/drawingml/2006/main">
            <a:off x="7200900" y="2076450"/>
            <a:ext cx="45339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班组长要能说清「本班组差在哪、谁该补什么、报告该判成什么原因」</a:t>
            </a:r>
          </a:p>
        </p:txBody>
      </p:sp>
      <p:sp>
        <p:nvSpPr>
          <p:cNvPr id="38" name="">
            <a:extLst xmlns:a="http://schemas.openxmlformats.org/drawingml/2006/main">
              <a:ext uri="{FF2B5EF4-FFF2-40B4-BE49-F238E27FC236}">
                <a16:creationId xmlns:a16="http://schemas.microsoft.com/office/drawing/2014/main" id="{6BC76FC0-B865-445E-B995-06092914A233}"/>
              </a:ext>
            </a:extLst>
          </p:cNvPr>
          <p:cNvSpPr>
            <a:spLocks xmlns:a="http://schemas.openxmlformats.org/drawingml/2006/main" noGrp="1"/>
          </p:cNvSpPr>
          <p:nvPr/>
        </p:nvSpPr>
        <p:spPr>
          <a:xfrm xmlns:a="http://schemas.openxmlformats.org/drawingml/2006/main">
            <a:off x="6419850" y="2438400"/>
            <a:ext cx="7429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部署方式</a:t>
            </a:r>
          </a:p>
        </p:txBody>
      </p:sp>
      <p:sp>
        <p:nvSpPr>
          <p:cNvPr id="39" name="">
            <a:extLst xmlns:a="http://schemas.openxmlformats.org/drawingml/2006/main">
              <a:ext uri="{FF2B5EF4-FFF2-40B4-BE49-F238E27FC236}">
                <a16:creationId xmlns:a16="http://schemas.microsoft.com/office/drawing/2014/main" id="{B93FF19E-7135-4C55-AA43-4367B8A13CC6}"/>
              </a:ext>
            </a:extLst>
          </p:cNvPr>
          <p:cNvSpPr>
            <a:spLocks xmlns:a="http://schemas.openxmlformats.org/drawingml/2006/main" noGrp="1"/>
          </p:cNvSpPr>
          <p:nvPr/>
        </p:nvSpPr>
        <p:spPr>
          <a:xfrm xmlns:a="http://schemas.openxmlformats.org/drawingml/2006/main">
            <a:off x="7200900" y="2438400"/>
            <a:ext cx="45339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同一套系统按班组开通，账号与数据按班组隔离</a:t>
            </a:r>
          </a:p>
        </p:txBody>
      </p:sp>
      <p:sp>
        <p:nvSpPr>
          <p:cNvPr id="40" name="">
            <a:extLst xmlns:a="http://schemas.openxmlformats.org/drawingml/2006/main">
              <a:ext uri="{FF2B5EF4-FFF2-40B4-BE49-F238E27FC236}">
                <a16:creationId xmlns:a16="http://schemas.microsoft.com/office/drawing/2014/main" id="{9D3DF31B-42D2-4F2B-9471-D856BED5AE44}"/>
              </a:ext>
            </a:extLst>
          </p:cNvPr>
          <p:cNvSpPr>
            <a:spLocks xmlns:a="http://schemas.openxmlformats.org/drawingml/2006/main" noGrp="1"/>
          </p:cNvSpPr>
          <p:nvPr/>
        </p:nvSpPr>
        <p:spPr>
          <a:xfrm xmlns:a="http://schemas.openxmlformats.org/drawingml/2006/main">
            <a:off x="6419850" y="2800350"/>
            <a:ext cx="7429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付费逻辑</a:t>
            </a:r>
          </a:p>
        </p:txBody>
      </p:sp>
      <p:sp>
        <p:nvSpPr>
          <p:cNvPr id="41" name="">
            <a:extLst xmlns:a="http://schemas.openxmlformats.org/drawingml/2006/main">
              <a:ext uri="{FF2B5EF4-FFF2-40B4-BE49-F238E27FC236}">
                <a16:creationId xmlns:a16="http://schemas.microsoft.com/office/drawing/2014/main" id="{FA26B461-4221-4440-AB98-E8B3EC0E5313}"/>
              </a:ext>
            </a:extLst>
          </p:cNvPr>
          <p:cNvSpPr>
            <a:spLocks xmlns:a="http://schemas.openxmlformats.org/drawingml/2006/main" noGrp="1"/>
          </p:cNvSpPr>
          <p:nvPr/>
        </p:nvSpPr>
        <p:spPr>
          <a:xfrm xmlns:a="http://schemas.openxmlformats.org/drawingml/2006/main">
            <a:off x="7200900" y="2800350"/>
            <a:ext cx="45339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按班组订阅，单价低、决策链短，适合作为试点入口</a:t>
            </a:r>
          </a:p>
        </p:txBody>
      </p:sp>
      <p:sp>
        <p:nvSpPr>
          <p:cNvPr id="42" name="">
            <a:extLst xmlns:a="http://schemas.openxmlformats.org/drawingml/2006/main">
              <a:ext uri="{FF2B5EF4-FFF2-40B4-BE49-F238E27FC236}">
                <a16:creationId xmlns:a16="http://schemas.microsoft.com/office/drawing/2014/main" id="{26EB1C65-714F-4523-BC02-EB5025260AD5}"/>
              </a:ext>
            </a:extLst>
          </p:cNvPr>
          <p:cNvSpPr>
            <a:spLocks xmlns:a="http://schemas.openxmlformats.org/drawingml/2006/main" noGrp="1"/>
          </p:cNvSpPr>
          <p:nvPr/>
        </p:nvSpPr>
        <p:spPr>
          <a:xfrm xmlns:a="http://schemas.openxmlformats.org/drawingml/2006/main">
            <a:off x="6419850" y="3162300"/>
            <a:ext cx="7429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起量方式</a:t>
            </a:r>
          </a:p>
        </p:txBody>
      </p:sp>
      <p:sp>
        <p:nvSpPr>
          <p:cNvPr id="43" name="">
            <a:extLst xmlns:a="http://schemas.openxmlformats.org/drawingml/2006/main">
              <a:ext uri="{FF2B5EF4-FFF2-40B4-BE49-F238E27FC236}">
                <a16:creationId xmlns:a16="http://schemas.microsoft.com/office/drawing/2014/main" id="{AC3EB770-8C41-41C1-8F4F-C767F44B0E27}"/>
              </a:ext>
            </a:extLst>
          </p:cNvPr>
          <p:cNvSpPr>
            <a:spLocks xmlns:a="http://schemas.openxmlformats.org/drawingml/2006/main" noGrp="1"/>
          </p:cNvSpPr>
          <p:nvPr/>
        </p:nvSpPr>
        <p:spPr>
          <a:xfrm xmlns:a="http://schemas.openxmlformats.org/drawingml/2006/main">
            <a:off x="7200900" y="3162300"/>
            <a:ext cx="45339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由班组自下而上推动，形成内部案例后再向中心推广</a:t>
            </a:r>
          </a:p>
        </p:txBody>
      </p:sp>
      <p:sp>
        <p:nvSpPr>
          <p:cNvPr id="44" name="">
            <a:extLst xmlns:a="http://schemas.openxmlformats.org/drawingml/2006/main">
              <a:ext uri="{FF2B5EF4-FFF2-40B4-BE49-F238E27FC236}">
                <a16:creationId xmlns:a16="http://schemas.microsoft.com/office/drawing/2014/main" id="{FB4AFC46-9F86-483A-B8B6-C1934F02C6A5}"/>
              </a:ext>
            </a:extLst>
          </p:cNvPr>
          <p:cNvSpPr>
            <a:spLocks xmlns:a="http://schemas.openxmlformats.org/drawingml/2006/main" noGrp="1"/>
          </p:cNvSpPr>
          <p:nvPr/>
        </p:nvSpPr>
        <p:spPr>
          <a:xfrm xmlns:a="http://schemas.openxmlformats.org/drawingml/2006/main">
            <a:off x="285750" y="3714750"/>
            <a:ext cx="5695950" cy="2228850"/>
          </a:xfrm>
          <a:prstGeom xmlns:a="http://schemas.openxmlformats.org/drawingml/2006/main" prst="roundRect">
            <a:avLst>
              <a:gd name="adj" fmla="val 3846"/>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45" name="">
            <a:extLst xmlns:a="http://schemas.openxmlformats.org/drawingml/2006/main">
              <a:ext uri="{FF2B5EF4-FFF2-40B4-BE49-F238E27FC236}">
                <a16:creationId xmlns:a16="http://schemas.microsoft.com/office/drawing/2014/main" id="{D75F6671-D500-4622-A94B-B20725890C81}"/>
              </a:ext>
            </a:extLst>
          </p:cNvPr>
          <p:cNvSpPr>
            <a:spLocks xmlns:a="http://schemas.openxmlformats.org/drawingml/2006/main" noGrp="1"/>
          </p:cNvSpPr>
          <p:nvPr/>
        </p:nvSpPr>
        <p:spPr>
          <a:xfrm xmlns:a="http://schemas.openxmlformats.org/drawingml/2006/main">
            <a:off x="285750" y="3714750"/>
            <a:ext cx="5695950" cy="47625"/>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46" name="">
            <a:extLst xmlns:a="http://schemas.openxmlformats.org/drawingml/2006/main">
              <a:ext uri="{FF2B5EF4-FFF2-40B4-BE49-F238E27FC236}">
                <a16:creationId xmlns:a16="http://schemas.microsoft.com/office/drawing/2014/main" id="{0CE9934B-FD6E-4922-9BC8-2E569671FCD9}"/>
              </a:ext>
            </a:extLst>
          </p:cNvPr>
          <p:cNvSpPr>
            <a:spLocks xmlns:a="http://schemas.openxmlformats.org/drawingml/2006/main" noGrp="1"/>
          </p:cNvSpPr>
          <p:nvPr/>
        </p:nvSpPr>
        <p:spPr>
          <a:xfrm xmlns:a="http://schemas.openxmlformats.org/drawingml/2006/main">
            <a:off x="495300" y="3886200"/>
            <a:ext cx="3619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FFD24A"/>
                </a:solidFill>
                <a:latin typeface="微软雅黑"/>
                <a:ea typeface="微软雅黑"/>
                <a:cs typeface="微软雅黑"/>
              </a:defRPr>
            </a:pPr>
            <a:r>
              <a:rPr sz="1425" b="1">
                <a:solidFill>
                  <a:srgbClr val="FFD24A"/>
                </a:solidFill>
                <a:latin typeface="微软雅黑"/>
                <a:ea typeface="微软雅黑"/>
                <a:cs typeface="微软雅黑"/>
              </a:rPr>
              <a:t>电力类高职院校</a:t>
            </a:r>
          </a:p>
        </p:txBody>
      </p:sp>
      <p:sp>
        <p:nvSpPr>
          <p:cNvPr id="47" name="">
            <a:extLst xmlns:a="http://schemas.openxmlformats.org/drawingml/2006/main">
              <a:ext uri="{FF2B5EF4-FFF2-40B4-BE49-F238E27FC236}">
                <a16:creationId xmlns:a16="http://schemas.microsoft.com/office/drawing/2014/main" id="{FAE0E3EB-9A52-4ED7-BFE3-F65B760A0ABF}"/>
              </a:ext>
            </a:extLst>
          </p:cNvPr>
          <p:cNvSpPr>
            <a:spLocks xmlns:a="http://schemas.openxmlformats.org/drawingml/2006/main" noGrp="1"/>
          </p:cNvSpPr>
          <p:nvPr/>
        </p:nvSpPr>
        <p:spPr>
          <a:xfrm xmlns:a="http://schemas.openxmlformats.org/drawingml/2006/main">
            <a:off x="495300" y="4191000"/>
            <a:ext cx="43815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9DBEE8"/>
                </a:solidFill>
                <a:latin typeface="微软雅黑"/>
                <a:ea typeface="微软雅黑"/>
                <a:cs typeface="微软雅黑"/>
              </a:defRPr>
            </a:pPr>
            <a:r>
              <a:rPr sz="900" b="0">
                <a:solidFill>
                  <a:srgbClr val="9DBEE8"/>
                </a:solidFill>
                <a:latin typeface="微软雅黑"/>
                <a:ea typeface="微软雅黑"/>
                <a:cs typeface="微软雅黑"/>
              </a:rPr>
              <a:t>岗课赛证融通</a:t>
            </a:r>
          </a:p>
        </p:txBody>
      </p:sp>
      <p:sp>
        <p:nvSpPr>
          <p:cNvPr id="48" name="">
            <a:extLst xmlns:a="http://schemas.openxmlformats.org/drawingml/2006/main">
              <a:ext uri="{FF2B5EF4-FFF2-40B4-BE49-F238E27FC236}">
                <a16:creationId xmlns:a16="http://schemas.microsoft.com/office/drawing/2014/main" id="{EF659A11-0749-4715-AA18-2D8BC889D801}"/>
              </a:ext>
            </a:extLst>
          </p:cNvPr>
          <p:cNvSpPr>
            <a:spLocks xmlns:a="http://schemas.openxmlformats.org/drawingml/2006/main" noGrp="1"/>
          </p:cNvSpPr>
          <p:nvPr/>
        </p:nvSpPr>
        <p:spPr>
          <a:xfrm xmlns:a="http://schemas.openxmlformats.org/drawingml/2006/main">
            <a:off x="495300" y="4457700"/>
            <a:ext cx="7429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为什么买</a:t>
            </a:r>
          </a:p>
        </p:txBody>
      </p:sp>
      <p:sp>
        <p:nvSpPr>
          <p:cNvPr id="49" name="">
            <a:extLst xmlns:a="http://schemas.openxmlformats.org/drawingml/2006/main">
              <a:ext uri="{FF2B5EF4-FFF2-40B4-BE49-F238E27FC236}">
                <a16:creationId xmlns:a16="http://schemas.microsoft.com/office/drawing/2014/main" id="{BA1DFC8C-7A90-4F12-A3B0-2CE502885418}"/>
              </a:ext>
            </a:extLst>
          </p:cNvPr>
          <p:cNvSpPr>
            <a:spLocks xmlns:a="http://schemas.openxmlformats.org/drawingml/2006/main" noGrp="1"/>
          </p:cNvSpPr>
          <p:nvPr/>
        </p:nvSpPr>
        <p:spPr>
          <a:xfrm xmlns:a="http://schemas.openxmlformats.org/drawingml/2006/main">
            <a:off x="1276350" y="4457700"/>
            <a:ext cx="45339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岗位化题库、练习与考核体系可直接复用于教学与技能认定</a:t>
            </a:r>
          </a:p>
        </p:txBody>
      </p:sp>
      <p:sp>
        <p:nvSpPr>
          <p:cNvPr id="50" name="">
            <a:extLst xmlns:a="http://schemas.openxmlformats.org/drawingml/2006/main">
              <a:ext uri="{FF2B5EF4-FFF2-40B4-BE49-F238E27FC236}">
                <a16:creationId xmlns:a16="http://schemas.microsoft.com/office/drawing/2014/main" id="{DCE3E358-21F8-45A5-AA67-2FA13602F9CC}"/>
              </a:ext>
            </a:extLst>
          </p:cNvPr>
          <p:cNvSpPr>
            <a:spLocks xmlns:a="http://schemas.openxmlformats.org/drawingml/2006/main" noGrp="1"/>
          </p:cNvSpPr>
          <p:nvPr/>
        </p:nvSpPr>
        <p:spPr>
          <a:xfrm xmlns:a="http://schemas.openxmlformats.org/drawingml/2006/main">
            <a:off x="495300" y="4819650"/>
            <a:ext cx="7429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部署方式</a:t>
            </a:r>
          </a:p>
        </p:txBody>
      </p:sp>
      <p:sp>
        <p:nvSpPr>
          <p:cNvPr id="51" name="">
            <a:extLst xmlns:a="http://schemas.openxmlformats.org/drawingml/2006/main">
              <a:ext uri="{FF2B5EF4-FFF2-40B4-BE49-F238E27FC236}">
                <a16:creationId xmlns:a16="http://schemas.microsoft.com/office/drawing/2014/main" id="{F7A65D7D-2AE4-4BEB-A0AD-70D45BBAF2CA}"/>
              </a:ext>
            </a:extLst>
          </p:cNvPr>
          <p:cNvSpPr>
            <a:spLocks xmlns:a="http://schemas.openxmlformats.org/drawingml/2006/main" noGrp="1"/>
          </p:cNvSpPr>
          <p:nvPr/>
        </p:nvSpPr>
        <p:spPr>
          <a:xfrm xmlns:a="http://schemas.openxmlformats.org/drawingml/2006/main">
            <a:off x="1276350" y="4819650"/>
            <a:ext cx="45339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校内私有化部署，按专业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班级开通</a:t>
            </a:r>
          </a:p>
        </p:txBody>
      </p:sp>
      <p:sp>
        <p:nvSpPr>
          <p:cNvPr id="52" name="">
            <a:extLst xmlns:a="http://schemas.openxmlformats.org/drawingml/2006/main">
              <a:ext uri="{FF2B5EF4-FFF2-40B4-BE49-F238E27FC236}">
                <a16:creationId xmlns:a16="http://schemas.microsoft.com/office/drawing/2014/main" id="{6553DDDB-1CB3-4CB3-8C71-5F65812CBCEA}"/>
              </a:ext>
            </a:extLst>
          </p:cNvPr>
          <p:cNvSpPr>
            <a:spLocks xmlns:a="http://schemas.openxmlformats.org/drawingml/2006/main" noGrp="1"/>
          </p:cNvSpPr>
          <p:nvPr/>
        </p:nvSpPr>
        <p:spPr>
          <a:xfrm xmlns:a="http://schemas.openxmlformats.org/drawingml/2006/main">
            <a:off x="495300" y="5181600"/>
            <a:ext cx="7429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付费逻辑</a:t>
            </a:r>
          </a:p>
        </p:txBody>
      </p:sp>
      <p:sp>
        <p:nvSpPr>
          <p:cNvPr id="53" name="">
            <a:extLst xmlns:a="http://schemas.openxmlformats.org/drawingml/2006/main">
              <a:ext uri="{FF2B5EF4-FFF2-40B4-BE49-F238E27FC236}">
                <a16:creationId xmlns:a16="http://schemas.microsoft.com/office/drawing/2014/main" id="{45DD5838-2EB5-43F3-87C8-1AD36C645682}"/>
              </a:ext>
            </a:extLst>
          </p:cNvPr>
          <p:cNvSpPr>
            <a:spLocks xmlns:a="http://schemas.openxmlformats.org/drawingml/2006/main" noGrp="1"/>
          </p:cNvSpPr>
          <p:nvPr/>
        </p:nvSpPr>
        <p:spPr>
          <a:xfrm xmlns:a="http://schemas.openxmlformats.org/drawingml/2006/main">
            <a:off x="1276350" y="5181600"/>
            <a:ext cx="45339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按专业或班级订阅；可结合实训室建设整体交付</a:t>
            </a:r>
          </a:p>
        </p:txBody>
      </p:sp>
      <p:sp>
        <p:nvSpPr>
          <p:cNvPr id="54" name="">
            <a:extLst xmlns:a="http://schemas.openxmlformats.org/drawingml/2006/main">
              <a:ext uri="{FF2B5EF4-FFF2-40B4-BE49-F238E27FC236}">
                <a16:creationId xmlns:a16="http://schemas.microsoft.com/office/drawing/2014/main" id="{CD21081E-9D5A-4D79-B1B8-50EF65E466DB}"/>
              </a:ext>
            </a:extLst>
          </p:cNvPr>
          <p:cNvSpPr>
            <a:spLocks xmlns:a="http://schemas.openxmlformats.org/drawingml/2006/main" noGrp="1"/>
          </p:cNvSpPr>
          <p:nvPr/>
        </p:nvSpPr>
        <p:spPr>
          <a:xfrm xmlns:a="http://schemas.openxmlformats.org/drawingml/2006/main">
            <a:off x="495300" y="5543550"/>
            <a:ext cx="7429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起量方式</a:t>
            </a:r>
          </a:p>
        </p:txBody>
      </p:sp>
      <p:sp>
        <p:nvSpPr>
          <p:cNvPr id="55" name="">
            <a:extLst xmlns:a="http://schemas.openxmlformats.org/drawingml/2006/main">
              <a:ext uri="{FF2B5EF4-FFF2-40B4-BE49-F238E27FC236}">
                <a16:creationId xmlns:a16="http://schemas.microsoft.com/office/drawing/2014/main" id="{7F94BC91-90C3-4CD7-A2B6-BDFFB52AE72D}"/>
              </a:ext>
            </a:extLst>
          </p:cNvPr>
          <p:cNvSpPr>
            <a:spLocks xmlns:a="http://schemas.openxmlformats.org/drawingml/2006/main" noGrp="1"/>
          </p:cNvSpPr>
          <p:nvPr/>
        </p:nvSpPr>
        <p:spPr>
          <a:xfrm xmlns:a="http://schemas.openxmlformats.org/drawingml/2006/main">
            <a:off x="1276350" y="5543550"/>
            <a:ext cx="45339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以「课程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题库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考试」打包，先落地一门核心专业课</a:t>
            </a:r>
          </a:p>
        </p:txBody>
      </p:sp>
      <p:sp>
        <p:nvSpPr>
          <p:cNvPr id="56" name="">
            <a:extLst xmlns:a="http://schemas.openxmlformats.org/drawingml/2006/main">
              <a:ext uri="{FF2B5EF4-FFF2-40B4-BE49-F238E27FC236}">
                <a16:creationId xmlns:a16="http://schemas.microsoft.com/office/drawing/2014/main" id="{3C968D69-0FBF-49AC-89A4-A4F192115D60}"/>
              </a:ext>
            </a:extLst>
          </p:cNvPr>
          <p:cNvSpPr>
            <a:spLocks xmlns:a="http://schemas.openxmlformats.org/drawingml/2006/main" noGrp="1"/>
          </p:cNvSpPr>
          <p:nvPr/>
        </p:nvSpPr>
        <p:spPr>
          <a:xfrm xmlns:a="http://schemas.openxmlformats.org/drawingml/2006/main">
            <a:off x="6210300" y="3714750"/>
            <a:ext cx="5695950" cy="2228850"/>
          </a:xfrm>
          <a:prstGeom xmlns:a="http://schemas.openxmlformats.org/drawingml/2006/main" prst="roundRect">
            <a:avLst>
              <a:gd name="adj" fmla="val 3846"/>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57" name="">
            <a:extLst xmlns:a="http://schemas.openxmlformats.org/drawingml/2006/main">
              <a:ext uri="{FF2B5EF4-FFF2-40B4-BE49-F238E27FC236}">
                <a16:creationId xmlns:a16="http://schemas.microsoft.com/office/drawing/2014/main" id="{D4ED6640-1E70-4816-9168-D480D2E904DB}"/>
              </a:ext>
            </a:extLst>
          </p:cNvPr>
          <p:cNvSpPr>
            <a:spLocks xmlns:a="http://schemas.openxmlformats.org/drawingml/2006/main" noGrp="1"/>
          </p:cNvSpPr>
          <p:nvPr/>
        </p:nvSpPr>
        <p:spPr>
          <a:xfrm xmlns:a="http://schemas.openxmlformats.org/drawingml/2006/main">
            <a:off x="6210300" y="3714750"/>
            <a:ext cx="5695950" cy="47625"/>
          </a:xfrm>
          <a:prstGeom xmlns:a="http://schemas.openxmlformats.org/drawingml/2006/main" prst="rect">
            <a:avLst/>
          </a:prstGeom>
          <a:solidFill xmlns:a="http://schemas.openxmlformats.org/drawingml/2006/main">
            <a:srgbClr val="5FE3A1"/>
          </a:solidFill>
          <a:ln xmlns:a="http://schemas.openxmlformats.org/drawingml/2006/main">
            <a:noFill/>
          </a:ln>
        </p:spPr>
      </p:sp>
      <p:sp>
        <p:nvSpPr>
          <p:cNvPr id="58" name="">
            <a:extLst xmlns:a="http://schemas.openxmlformats.org/drawingml/2006/main">
              <a:ext uri="{FF2B5EF4-FFF2-40B4-BE49-F238E27FC236}">
                <a16:creationId xmlns:a16="http://schemas.microsoft.com/office/drawing/2014/main" id="{3C6BE950-8A65-462B-AB3C-AEB4CA6F13CA}"/>
              </a:ext>
            </a:extLst>
          </p:cNvPr>
          <p:cNvSpPr>
            <a:spLocks xmlns:a="http://schemas.openxmlformats.org/drawingml/2006/main" noGrp="1"/>
          </p:cNvSpPr>
          <p:nvPr/>
        </p:nvSpPr>
        <p:spPr>
          <a:xfrm xmlns:a="http://schemas.openxmlformats.org/drawingml/2006/main">
            <a:off x="6419850" y="3886200"/>
            <a:ext cx="3619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5FE3A1"/>
                </a:solidFill>
                <a:latin typeface="微软雅黑"/>
                <a:ea typeface="微软雅黑"/>
                <a:cs typeface="微软雅黑"/>
              </a:defRPr>
            </a:pPr>
            <a:r>
              <a:rPr sz="1425" b="1">
                <a:solidFill>
                  <a:srgbClr val="5FE3A1"/>
                </a:solidFill>
                <a:latin typeface="微软雅黑"/>
                <a:ea typeface="微软雅黑"/>
                <a:cs typeface="微软雅黑"/>
              </a:rPr>
              <a:t>新能源场站</a:t>
            </a:r>
          </a:p>
        </p:txBody>
      </p:sp>
      <p:sp>
        <p:nvSpPr>
          <p:cNvPr id="59" name="">
            <a:extLst xmlns:a="http://schemas.openxmlformats.org/drawingml/2006/main">
              <a:ext uri="{FF2B5EF4-FFF2-40B4-BE49-F238E27FC236}">
                <a16:creationId xmlns:a16="http://schemas.microsoft.com/office/drawing/2014/main" id="{634CCCCB-B78C-4DF3-9B46-7BC56CF30B2C}"/>
              </a:ext>
            </a:extLst>
          </p:cNvPr>
          <p:cNvSpPr>
            <a:spLocks xmlns:a="http://schemas.openxmlformats.org/drawingml/2006/main" noGrp="1"/>
          </p:cNvSpPr>
          <p:nvPr/>
        </p:nvSpPr>
        <p:spPr>
          <a:xfrm xmlns:a="http://schemas.openxmlformats.org/drawingml/2006/main">
            <a:off x="6419850" y="4191000"/>
            <a:ext cx="43815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9DBEE8"/>
                </a:solidFill>
                <a:latin typeface="微软雅黑"/>
                <a:ea typeface="微软雅黑"/>
                <a:cs typeface="微软雅黑"/>
              </a:defRPr>
            </a:pPr>
            <a:r>
              <a:rPr sz="900" b="0">
                <a:solidFill>
                  <a:srgbClr val="9DBEE8"/>
                </a:solidFill>
                <a:latin typeface="微软雅黑"/>
                <a:ea typeface="微软雅黑"/>
                <a:cs typeface="微软雅黑"/>
              </a:rPr>
              <a:t>风电 </a:t>
            </a:r>
            <a:r>
              <a:rPr sz="900" b="0">
                <a:solidFill>
                  <a:srgbClr val="9DBEE8"/>
                </a:solidFill>
                <a:latin typeface="微软雅黑"/>
                <a:ea typeface="微软雅黑"/>
                <a:cs typeface="微软雅黑"/>
              </a:rPr>
              <a:t>/ </a:t>
            </a:r>
            <a:r>
              <a:rPr sz="900" b="0">
                <a:solidFill>
                  <a:srgbClr val="9DBEE8"/>
                </a:solidFill>
                <a:latin typeface="微软雅黑"/>
                <a:ea typeface="微软雅黑"/>
                <a:cs typeface="微软雅黑"/>
              </a:rPr>
              <a:t>光伏</a:t>
            </a:r>
          </a:p>
        </p:txBody>
      </p:sp>
      <p:sp>
        <p:nvSpPr>
          <p:cNvPr id="60" name="">
            <a:extLst xmlns:a="http://schemas.openxmlformats.org/drawingml/2006/main">
              <a:ext uri="{FF2B5EF4-FFF2-40B4-BE49-F238E27FC236}">
                <a16:creationId xmlns:a16="http://schemas.microsoft.com/office/drawing/2014/main" id="{40B5E59A-9D1C-46FB-938B-90229A103DB5}"/>
              </a:ext>
            </a:extLst>
          </p:cNvPr>
          <p:cNvSpPr>
            <a:spLocks xmlns:a="http://schemas.openxmlformats.org/drawingml/2006/main" noGrp="1"/>
          </p:cNvSpPr>
          <p:nvPr/>
        </p:nvSpPr>
        <p:spPr>
          <a:xfrm xmlns:a="http://schemas.openxmlformats.org/drawingml/2006/main">
            <a:off x="6419850" y="4457700"/>
            <a:ext cx="7429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为什么买</a:t>
            </a:r>
          </a:p>
        </p:txBody>
      </p:sp>
      <p:sp>
        <p:nvSpPr>
          <p:cNvPr id="61" name="">
            <a:extLst xmlns:a="http://schemas.openxmlformats.org/drawingml/2006/main">
              <a:ext uri="{FF2B5EF4-FFF2-40B4-BE49-F238E27FC236}">
                <a16:creationId xmlns:a16="http://schemas.microsoft.com/office/drawing/2014/main" id="{E0298A76-AC10-40FA-B7F7-7F45E498C64B}"/>
              </a:ext>
            </a:extLst>
          </p:cNvPr>
          <p:cNvSpPr>
            <a:spLocks xmlns:a="http://schemas.openxmlformats.org/drawingml/2006/main" noGrp="1"/>
          </p:cNvSpPr>
          <p:nvPr/>
        </p:nvSpPr>
        <p:spPr>
          <a:xfrm xmlns:a="http://schemas.openxmlformats.org/drawingml/2006/main">
            <a:off x="7200900" y="4457700"/>
            <a:ext cx="45339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值守点分散、人员少，复训窗口难安排，证书到期易漏检</a:t>
            </a:r>
          </a:p>
        </p:txBody>
      </p:sp>
      <p:sp>
        <p:nvSpPr>
          <p:cNvPr id="62" name="">
            <a:extLst xmlns:a="http://schemas.openxmlformats.org/drawingml/2006/main">
              <a:ext uri="{FF2B5EF4-FFF2-40B4-BE49-F238E27FC236}">
                <a16:creationId xmlns:a16="http://schemas.microsoft.com/office/drawing/2014/main" id="{8257096B-9F22-4165-B05D-54047B18222C}"/>
              </a:ext>
            </a:extLst>
          </p:cNvPr>
          <p:cNvSpPr>
            <a:spLocks xmlns:a="http://schemas.openxmlformats.org/drawingml/2006/main" noGrp="1"/>
          </p:cNvSpPr>
          <p:nvPr/>
        </p:nvSpPr>
        <p:spPr>
          <a:xfrm xmlns:a="http://schemas.openxmlformats.org/drawingml/2006/main">
            <a:off x="6419850" y="4819650"/>
            <a:ext cx="7429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部署方式</a:t>
            </a:r>
          </a:p>
        </p:txBody>
      </p:sp>
      <p:sp>
        <p:nvSpPr>
          <p:cNvPr id="63" name="">
            <a:extLst xmlns:a="http://schemas.openxmlformats.org/drawingml/2006/main">
              <a:ext uri="{FF2B5EF4-FFF2-40B4-BE49-F238E27FC236}">
                <a16:creationId xmlns:a16="http://schemas.microsoft.com/office/drawing/2014/main" id="{E6FFCBAE-565D-4379-9116-D573B36C8D9C}"/>
              </a:ext>
            </a:extLst>
          </p:cNvPr>
          <p:cNvSpPr>
            <a:spLocks xmlns:a="http://schemas.openxmlformats.org/drawingml/2006/main" noGrp="1"/>
          </p:cNvSpPr>
          <p:nvPr/>
        </p:nvSpPr>
        <p:spPr>
          <a:xfrm xmlns:a="http://schemas.openxmlformats.org/drawingml/2006/main">
            <a:off x="7200900" y="4819650"/>
            <a:ext cx="45339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场站侧离线部署或中心集中部署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弱网同步</a:t>
            </a:r>
          </a:p>
        </p:txBody>
      </p:sp>
      <p:sp>
        <p:nvSpPr>
          <p:cNvPr id="64" name="">
            <a:extLst xmlns:a="http://schemas.openxmlformats.org/drawingml/2006/main">
              <a:ext uri="{FF2B5EF4-FFF2-40B4-BE49-F238E27FC236}">
                <a16:creationId xmlns:a16="http://schemas.microsoft.com/office/drawing/2014/main" id="{10F3635A-9FCA-4096-9867-818CC7C15259}"/>
              </a:ext>
            </a:extLst>
          </p:cNvPr>
          <p:cNvSpPr>
            <a:spLocks xmlns:a="http://schemas.openxmlformats.org/drawingml/2006/main" noGrp="1"/>
          </p:cNvSpPr>
          <p:nvPr/>
        </p:nvSpPr>
        <p:spPr>
          <a:xfrm xmlns:a="http://schemas.openxmlformats.org/drawingml/2006/main">
            <a:off x="6419850" y="5181600"/>
            <a:ext cx="7429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付费逻辑</a:t>
            </a:r>
          </a:p>
        </p:txBody>
      </p:sp>
      <p:sp>
        <p:nvSpPr>
          <p:cNvPr id="65" name="">
            <a:extLst xmlns:a="http://schemas.openxmlformats.org/drawingml/2006/main">
              <a:ext uri="{FF2B5EF4-FFF2-40B4-BE49-F238E27FC236}">
                <a16:creationId xmlns:a16="http://schemas.microsoft.com/office/drawing/2014/main" id="{8D789D70-CA36-4E6B-AD7E-91CE0BC9D04A}"/>
              </a:ext>
            </a:extLst>
          </p:cNvPr>
          <p:cNvSpPr>
            <a:spLocks xmlns:a="http://schemas.openxmlformats.org/drawingml/2006/main" noGrp="1"/>
          </p:cNvSpPr>
          <p:nvPr/>
        </p:nvSpPr>
        <p:spPr>
          <a:xfrm xmlns:a="http://schemas.openxmlformats.org/drawingml/2006/main">
            <a:off x="7200900" y="5181600"/>
            <a:ext cx="45339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按场站订阅，多场站打包有阶梯价</a:t>
            </a:r>
          </a:p>
        </p:txBody>
      </p:sp>
      <p:sp>
        <p:nvSpPr>
          <p:cNvPr id="66" name="">
            <a:extLst xmlns:a="http://schemas.openxmlformats.org/drawingml/2006/main">
              <a:ext uri="{FF2B5EF4-FFF2-40B4-BE49-F238E27FC236}">
                <a16:creationId xmlns:a16="http://schemas.microsoft.com/office/drawing/2014/main" id="{F9F51793-34D6-46B7-BE1F-9CAC8018F4B4}"/>
              </a:ext>
            </a:extLst>
          </p:cNvPr>
          <p:cNvSpPr>
            <a:spLocks xmlns:a="http://schemas.openxmlformats.org/drawingml/2006/main" noGrp="1"/>
          </p:cNvSpPr>
          <p:nvPr/>
        </p:nvSpPr>
        <p:spPr>
          <a:xfrm xmlns:a="http://schemas.openxmlformats.org/drawingml/2006/main">
            <a:off x="6419850" y="5543550"/>
            <a:ext cx="7429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63" b="1">
                <a:solidFill>
                  <a:srgbClr val="FFD24A"/>
                </a:solidFill>
                <a:latin typeface="微软雅黑"/>
                <a:ea typeface="微软雅黑"/>
                <a:cs typeface="微软雅黑"/>
              </a:defRPr>
            </a:pPr>
            <a:r>
              <a:rPr sz="863" b="1">
                <a:solidFill>
                  <a:srgbClr val="FFD24A"/>
                </a:solidFill>
                <a:latin typeface="微软雅黑"/>
                <a:ea typeface="微软雅黑"/>
                <a:cs typeface="微软雅黑"/>
              </a:rPr>
              <a:t>起量方式</a:t>
            </a:r>
          </a:p>
        </p:txBody>
      </p:sp>
      <p:sp>
        <p:nvSpPr>
          <p:cNvPr id="67" name="">
            <a:extLst xmlns:a="http://schemas.openxmlformats.org/drawingml/2006/main">
              <a:ext uri="{FF2B5EF4-FFF2-40B4-BE49-F238E27FC236}">
                <a16:creationId xmlns:a16="http://schemas.microsoft.com/office/drawing/2014/main" id="{8B50EBA3-F534-48DF-8B03-0DB2CC2F823A}"/>
              </a:ext>
            </a:extLst>
          </p:cNvPr>
          <p:cNvSpPr>
            <a:spLocks xmlns:a="http://schemas.openxmlformats.org/drawingml/2006/main" noGrp="1"/>
          </p:cNvSpPr>
          <p:nvPr/>
        </p:nvSpPr>
        <p:spPr>
          <a:xfrm xmlns:a="http://schemas.openxmlformats.org/drawingml/2006/main">
            <a:off x="7200900" y="5543550"/>
            <a:ext cx="45339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5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从证书到期预警与定向补训两个高频刚需切入</a:t>
            </a:r>
          </a:p>
        </p:txBody>
      </p:sp>
      <p:sp>
        <p:nvSpPr>
          <p:cNvPr id="68" name="">
            <a:extLst xmlns:a="http://schemas.openxmlformats.org/drawingml/2006/main">
              <a:ext uri="{FF2B5EF4-FFF2-40B4-BE49-F238E27FC236}">
                <a16:creationId xmlns:a16="http://schemas.microsoft.com/office/drawing/2014/main" id="{3CA9C808-9634-40DA-BAF3-1BD7CC1A9C3B}"/>
              </a:ext>
            </a:extLst>
          </p:cNvPr>
          <p:cNvSpPr>
            <a:spLocks xmlns:a="http://schemas.openxmlformats.org/drawingml/2006/main" noGrp="1"/>
          </p:cNvSpPr>
          <p:nvPr/>
        </p:nvSpPr>
        <p:spPr>
          <a:xfrm xmlns:a="http://schemas.openxmlformats.org/drawingml/2006/main">
            <a:off x="285750" y="6057900"/>
            <a:ext cx="11620500" cy="476250"/>
          </a:xfrm>
          <a:prstGeom xmlns:a="http://schemas.openxmlformats.org/drawingml/2006/main" prst="roundRect">
            <a:avLst>
              <a:gd name="adj" fmla="val 180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69" name="">
            <a:extLst xmlns:a="http://schemas.openxmlformats.org/drawingml/2006/main">
              <a:ext uri="{FF2B5EF4-FFF2-40B4-BE49-F238E27FC236}">
                <a16:creationId xmlns:a16="http://schemas.microsoft.com/office/drawing/2014/main" id="{386568CB-6160-4615-8391-E4E24CC20940}"/>
              </a:ext>
            </a:extLst>
          </p:cNvPr>
          <p:cNvSpPr>
            <a:spLocks xmlns:a="http://schemas.openxmlformats.org/drawingml/2006/main" noGrp="1"/>
          </p:cNvSpPr>
          <p:nvPr/>
        </p:nvSpPr>
        <p:spPr>
          <a:xfrm xmlns:a="http://schemas.openxmlformats.org/drawingml/2006/main">
            <a:off x="457200" y="6057900"/>
            <a:ext cx="1123950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EEF5FF"/>
                </a:solidFill>
                <a:latin typeface="微软雅黑"/>
                <a:ea typeface="微软雅黑"/>
                <a:cs typeface="微软雅黑"/>
              </a:defRPr>
            </a:pPr>
            <a:r>
              <a:rPr sz="900" b="0">
                <a:solidFill>
                  <a:srgbClr val="EEF5FF"/>
                </a:solidFill>
                <a:latin typeface="微软雅黑"/>
                <a:ea typeface="微软雅黑"/>
                <a:cs typeface="微软雅黑"/>
              </a:rPr>
              <a:t>推进顺序建议：先用「变电运维班组」跑通一个完整考核周期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再以县级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地市供电公司为付费主体做中心级推广 </a:t>
            </a:r>
            <a:r>
              <a:rPr sz="900" b="0">
                <a:solidFill>
                  <a:srgbClr val="EEF5FF"/>
                </a:solidFill>
                <a:latin typeface="微软雅黑"/>
                <a:ea typeface="微软雅黑"/>
                <a:cs typeface="微软雅黑"/>
              </a:rPr>
              <a:t>→ </a:t>
            </a:r>
            <a:r>
              <a:rPr sz="900" b="0">
                <a:solidFill>
                  <a:srgbClr val="EEF5FF"/>
                </a:solidFill>
                <a:latin typeface="微软雅黑"/>
                <a:ea typeface="微软雅黑"/>
                <a:cs typeface="微软雅黑"/>
              </a:rPr>
              <a:t>同步向电力高职与新能源场站复制同一套引擎。</a:t>
            </a:r>
          </a:p>
        </p:txBody>
      </p:sp>
      <p:sp>
        <p:nvSpPr>
          <p:cNvPr id="70" name="">
            <a:extLst xmlns:a="http://schemas.openxmlformats.org/drawingml/2006/main">
              <a:ext uri="{FF2B5EF4-FFF2-40B4-BE49-F238E27FC236}">
                <a16:creationId xmlns:a16="http://schemas.microsoft.com/office/drawing/2014/main" id="{6AED36EF-015F-4EAC-A011-CCDE60EA7B00}"/>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71" name="">
            <a:extLst xmlns:a="http://schemas.openxmlformats.org/drawingml/2006/main">
              <a:ext uri="{FF2B5EF4-FFF2-40B4-BE49-F238E27FC236}">
                <a16:creationId xmlns:a16="http://schemas.microsoft.com/office/drawing/2014/main" id="{7AAF7BD4-2847-4B00-A78B-AC9B663B4A2F}"/>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72" name="">
            <a:extLst xmlns:a="http://schemas.openxmlformats.org/drawingml/2006/main">
              <a:ext uri="{FF2B5EF4-FFF2-40B4-BE49-F238E27FC236}">
                <a16:creationId xmlns:a16="http://schemas.microsoft.com/office/drawing/2014/main" id="{2EFF6DCD-3735-4999-A92E-A4486573BBB3}"/>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73" name="">
            <a:extLst xmlns:a="http://schemas.openxmlformats.org/drawingml/2006/main">
              <a:ext uri="{FF2B5EF4-FFF2-40B4-BE49-F238E27FC236}">
                <a16:creationId xmlns:a16="http://schemas.microsoft.com/office/drawing/2014/main" id="{1CD01338-43A3-4428-89A2-47EA14517EB1}"/>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74" name="">
            <a:extLst xmlns:a="http://schemas.openxmlformats.org/drawingml/2006/main">
              <a:ext uri="{FF2B5EF4-FFF2-40B4-BE49-F238E27FC236}">
                <a16:creationId xmlns:a16="http://schemas.microsoft.com/office/drawing/2014/main" id="{6C6ECE94-E442-4A4B-AD08-7C88BA8AA4DE}"/>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37</a:t>
            </a:r>
          </a:p>
        </p:txBody>
      </p:sp>
    </p:spTree>
    <p:extLst>
      <p:ext uri="{BB962C8B-B14F-4D97-AF65-F5344CB8AC3E}">
        <p14:creationId xmlns:p14="http://schemas.microsoft.com/office/powerpoint/2010/main" val="629804002"/>
      </p:ext>
    </p:extLst>
  </p:cSld>
</p:sld>
</file>

<file path=ppt/slides/slide38.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83" name=""/>
          <p:cNvPicPr>
            <a:picLocks xmlns:a="http://schemas.openxmlformats.org/drawingml/2006/main" noChangeAspect="1"/>
          </p:cNvPicPr>
          <p:nvPr/>
        </p:nvPicPr>
        <p:blipFill>
          <a:blip xmlns:r="http://schemas.openxmlformats.org/officeDocument/2006/relationships" xmlns:a="http://schemas.openxmlformats.org/drawingml/2006/main" r:embed="R48870e15eac54913"/>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D5FB7B8-56F5-40E0-BFD3-5CE3106DE89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F131A2D7-03C2-4ECB-80CD-1CE5642E0BB2}"/>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4C35DAEF-5E84-401A-908C-E071EBE22006}"/>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A0F47747-E685-4A76-8138-8B2369639192}"/>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BE8D63E7-75E4-4FA4-938D-AF78348FDBFA}"/>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33DFBF1F-C6D4-4B20-B9D5-1640759FD29B}"/>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F854D308-59F4-4DE5-AB5C-7FD2EC947F40}"/>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C9EC520E-8E65-4FFB-BA71-81DE64865DC8}"/>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31EBDB3F-4D62-4B23-8573-55139CA343E7}"/>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5FE3A1">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26F83AB6-EAB4-4D65-BB14-A2DFA897C9C5}"/>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5FE3A1">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871FF454-E8A9-417D-B048-062D654DD587}"/>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07ABFB4C-88EA-4D91-976B-A0B20EAAF43F}"/>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5FE3A1"/>
                </a:solidFill>
                <a:latin typeface="微软雅黑"/>
                <a:ea typeface="微软雅黑"/>
                <a:cs typeface="微软雅黑"/>
              </a:defRPr>
            </a:pPr>
            <a:r>
              <a:rPr sz="863" b="1" spc="1">
                <a:solidFill>
                  <a:srgbClr val="5FE3A1"/>
                </a:solidFill>
                <a:latin typeface="微软雅黑"/>
                <a:ea typeface="微软雅黑"/>
                <a:cs typeface="微软雅黑"/>
              </a:rPr>
              <a:t>06　</a:t>
            </a:r>
            <a:r>
              <a:rPr sz="863" b="1" spc="1">
                <a:solidFill>
                  <a:srgbClr val="5FE3A1"/>
                </a:solidFill>
                <a:latin typeface="微软雅黑"/>
                <a:ea typeface="微软雅黑"/>
                <a:cs typeface="微软雅黑"/>
              </a:rPr>
              <a:t>成果与价值</a:t>
            </a:r>
          </a:p>
        </p:txBody>
      </p:sp>
      <p:sp>
        <p:nvSpPr>
          <p:cNvPr id="14" name="">
            <a:extLst xmlns:a="http://schemas.openxmlformats.org/drawingml/2006/main">
              <a:ext uri="{FF2B5EF4-FFF2-40B4-BE49-F238E27FC236}">
                <a16:creationId xmlns:a16="http://schemas.microsoft.com/office/drawing/2014/main" id="{C4660F82-88BE-4B02-8B3B-2031C89B1EDD}"/>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市场价值测算：按成本口径算账</a:t>
            </a:r>
          </a:p>
        </p:txBody>
      </p:sp>
      <p:sp>
        <p:nvSpPr>
          <p:cNvPr id="15" name="">
            <a:extLst xmlns:a="http://schemas.openxmlformats.org/drawingml/2006/main">
              <a:ext uri="{FF2B5EF4-FFF2-40B4-BE49-F238E27FC236}">
                <a16:creationId xmlns:a16="http://schemas.microsoft.com/office/drawing/2014/main" id="{0F7E408A-0568-4939-95ED-5E4CC7640C9B}"/>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16BDCD14-55FE-4102-AFEB-B4964ABC4A50}"/>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7E33CF0C-F4C7-469E-9668-227F5F2C5664}"/>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94C46473-BB95-4452-830E-666EF1955C90}"/>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A89028EC-2840-4C12-955F-DF02F5C9A11B}"/>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把「省多少钱」写成可代入的算式，并明确这是按需求参数代入的示范测算，不是试点实测值。</a:t>
            </a:r>
          </a:p>
        </p:txBody>
      </p:sp>
      <p:sp>
        <p:nvSpPr>
          <p:cNvPr id="20" name="">
            <a:extLst xmlns:a="http://schemas.openxmlformats.org/drawingml/2006/main">
              <a:ext uri="{FF2B5EF4-FFF2-40B4-BE49-F238E27FC236}">
                <a16:creationId xmlns:a16="http://schemas.microsoft.com/office/drawing/2014/main" id="{D69D9210-DBE2-44D0-AE12-04429551B9AE}"/>
              </a:ext>
            </a:extLst>
          </p:cNvPr>
          <p:cNvSpPr>
            <a:spLocks xmlns:a="http://schemas.openxmlformats.org/drawingml/2006/main" noGrp="1"/>
          </p:cNvSpPr>
          <p:nvPr/>
        </p:nvSpPr>
        <p:spPr>
          <a:xfrm xmlns:a="http://schemas.openxmlformats.org/drawingml/2006/main">
            <a:off x="285750" y="1333500"/>
            <a:ext cx="5715000" cy="1676400"/>
          </a:xfrm>
          <a:prstGeom xmlns:a="http://schemas.openxmlformats.org/drawingml/2006/main" prst="roundRect">
            <a:avLst>
              <a:gd name="adj" fmla="val 5114"/>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13335">
            <a:solidFill>
              <a:srgbClr val="FFD24A"/>
            </a:solidFill>
            <a:prstDash val="solid"/>
          </a:ln>
        </p:spPr>
      </p:sp>
      <p:sp>
        <p:nvSpPr>
          <p:cNvPr id="21" name="">
            <a:extLst xmlns:a="http://schemas.openxmlformats.org/drawingml/2006/main">
              <a:ext uri="{FF2B5EF4-FFF2-40B4-BE49-F238E27FC236}">
                <a16:creationId xmlns:a16="http://schemas.microsoft.com/office/drawing/2014/main" id="{A99CC951-670E-4069-BFFF-D6881E1C4ECA}"/>
              </a:ext>
            </a:extLst>
          </p:cNvPr>
          <p:cNvSpPr>
            <a:spLocks xmlns:a="http://schemas.openxmlformats.org/drawingml/2006/main" noGrp="1"/>
          </p:cNvSpPr>
          <p:nvPr/>
        </p:nvSpPr>
        <p:spPr>
          <a:xfrm xmlns:a="http://schemas.openxmlformats.org/drawingml/2006/main">
            <a:off x="457200" y="1447800"/>
            <a:ext cx="5334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FFD24A"/>
                </a:solidFill>
                <a:latin typeface="微软雅黑"/>
                <a:ea typeface="微软雅黑"/>
                <a:cs typeface="微软雅黑"/>
              </a:defRPr>
            </a:pPr>
            <a:r>
              <a:rPr sz="1050" b="1">
                <a:solidFill>
                  <a:srgbClr val="FFD24A"/>
                </a:solidFill>
                <a:latin typeface="微软雅黑"/>
                <a:ea typeface="微软雅黑"/>
                <a:cs typeface="微软雅黑"/>
              </a:rPr>
              <a:t>成本参数（来源：本项目需求测算）</a:t>
            </a:r>
          </a:p>
        </p:txBody>
      </p:sp>
      <p:sp>
        <p:nvSpPr>
          <p:cNvPr id="22" name="">
            <a:extLst xmlns:a="http://schemas.openxmlformats.org/drawingml/2006/main">
              <a:ext uri="{FF2B5EF4-FFF2-40B4-BE49-F238E27FC236}">
                <a16:creationId xmlns:a16="http://schemas.microsoft.com/office/drawing/2014/main" id="{A6DB30BC-AB95-48EC-B4CB-982903A84CCC}"/>
              </a:ext>
            </a:extLst>
          </p:cNvPr>
          <p:cNvSpPr>
            <a:spLocks xmlns:a="http://schemas.openxmlformats.org/drawingml/2006/main" noGrp="1"/>
          </p:cNvSpPr>
          <p:nvPr/>
        </p:nvSpPr>
        <p:spPr>
          <a:xfrm xmlns:a="http://schemas.openxmlformats.org/drawingml/2006/main">
            <a:off x="457200" y="1771650"/>
            <a:ext cx="2095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内部转岗培训</a:t>
            </a:r>
          </a:p>
        </p:txBody>
      </p:sp>
      <p:sp>
        <p:nvSpPr>
          <p:cNvPr id="23" name="">
            <a:extLst xmlns:a="http://schemas.openxmlformats.org/drawingml/2006/main">
              <a:ext uri="{FF2B5EF4-FFF2-40B4-BE49-F238E27FC236}">
                <a16:creationId xmlns:a16="http://schemas.microsoft.com/office/drawing/2014/main" id="{8C8B4B19-4374-40D4-A704-49AD177FD7D6}"/>
              </a:ext>
            </a:extLst>
          </p:cNvPr>
          <p:cNvSpPr>
            <a:spLocks xmlns:a="http://schemas.openxmlformats.org/drawingml/2006/main" noGrp="1"/>
          </p:cNvSpPr>
          <p:nvPr/>
        </p:nvSpPr>
        <p:spPr>
          <a:xfrm xmlns:a="http://schemas.openxmlformats.org/drawingml/2006/main">
            <a:off x="2628900" y="1771650"/>
            <a:ext cx="31432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FFFFFF"/>
                </a:solidFill>
                <a:latin typeface="微软雅黑"/>
                <a:ea typeface="微软雅黑"/>
                <a:cs typeface="微软雅黑"/>
              </a:defRPr>
            </a:pPr>
            <a:r>
              <a:rPr sz="975" b="1">
                <a:solidFill>
                  <a:srgbClr val="FFFFFF"/>
                </a:solidFill>
                <a:latin typeface="微软雅黑"/>
                <a:ea typeface="微软雅黑"/>
                <a:cs typeface="微软雅黑"/>
              </a:rPr>
              <a:t>≈ 2 </a:t>
            </a:r>
            <a:r>
              <a:rPr sz="975" b="1">
                <a:solidFill>
                  <a:srgbClr val="FFFFFF"/>
                </a:solidFill>
                <a:latin typeface="微软雅黑"/>
                <a:ea typeface="微软雅黑"/>
                <a:cs typeface="微软雅黑"/>
              </a:rPr>
              <a:t>万元 </a:t>
            </a:r>
            <a:r>
              <a:rPr sz="975" b="1">
                <a:solidFill>
                  <a:srgbClr val="FFFFFF"/>
                </a:solidFill>
                <a:latin typeface="微软雅黑"/>
                <a:ea typeface="微软雅黑"/>
                <a:cs typeface="微软雅黑"/>
              </a:rPr>
              <a:t>/ </a:t>
            </a:r>
            <a:r>
              <a:rPr sz="975" b="1">
                <a:solidFill>
                  <a:srgbClr val="FFFFFF"/>
                </a:solidFill>
                <a:latin typeface="微软雅黑"/>
                <a:ea typeface="微软雅黑"/>
                <a:cs typeface="微软雅黑"/>
              </a:rPr>
              <a:t>人</a:t>
            </a:r>
          </a:p>
        </p:txBody>
      </p:sp>
      <p:sp>
        <p:nvSpPr>
          <p:cNvPr id="24" name="">
            <a:extLst xmlns:a="http://schemas.openxmlformats.org/drawingml/2006/main">
              <a:ext uri="{FF2B5EF4-FFF2-40B4-BE49-F238E27FC236}">
                <a16:creationId xmlns:a16="http://schemas.microsoft.com/office/drawing/2014/main" id="{BECE80AF-939A-48EB-9E9A-EFE956B5B798}"/>
              </a:ext>
            </a:extLst>
          </p:cNvPr>
          <p:cNvSpPr>
            <a:spLocks xmlns:a="http://schemas.openxmlformats.org/drawingml/2006/main" noGrp="1"/>
          </p:cNvSpPr>
          <p:nvPr/>
        </p:nvSpPr>
        <p:spPr>
          <a:xfrm xmlns:a="http://schemas.openxmlformats.org/drawingml/2006/main">
            <a:off x="457200" y="2076450"/>
            <a:ext cx="2095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外部招聘</a:t>
            </a:r>
          </a:p>
        </p:txBody>
      </p:sp>
      <p:sp>
        <p:nvSpPr>
          <p:cNvPr id="25" name="">
            <a:extLst xmlns:a="http://schemas.openxmlformats.org/drawingml/2006/main">
              <a:ext uri="{FF2B5EF4-FFF2-40B4-BE49-F238E27FC236}">
                <a16:creationId xmlns:a16="http://schemas.microsoft.com/office/drawing/2014/main" id="{A540BD85-0C50-45E3-B7B7-7B9E1FFDD9FA}"/>
              </a:ext>
            </a:extLst>
          </p:cNvPr>
          <p:cNvSpPr>
            <a:spLocks xmlns:a="http://schemas.openxmlformats.org/drawingml/2006/main" noGrp="1"/>
          </p:cNvSpPr>
          <p:nvPr/>
        </p:nvSpPr>
        <p:spPr>
          <a:xfrm xmlns:a="http://schemas.openxmlformats.org/drawingml/2006/main">
            <a:off x="2628900" y="2076450"/>
            <a:ext cx="31432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FFFFFF"/>
                </a:solidFill>
                <a:latin typeface="微软雅黑"/>
                <a:ea typeface="微软雅黑"/>
                <a:cs typeface="微软雅黑"/>
              </a:defRPr>
            </a:pPr>
            <a:r>
              <a:rPr sz="975" b="1">
                <a:solidFill>
                  <a:srgbClr val="FFFFFF"/>
                </a:solidFill>
                <a:latin typeface="微软雅黑"/>
                <a:ea typeface="微软雅黑"/>
                <a:cs typeface="微软雅黑"/>
              </a:rPr>
              <a:t>≈ 8 </a:t>
            </a:r>
            <a:r>
              <a:rPr sz="975" b="1">
                <a:solidFill>
                  <a:srgbClr val="FFFFFF"/>
                </a:solidFill>
                <a:latin typeface="微软雅黑"/>
                <a:ea typeface="微软雅黑"/>
                <a:cs typeface="微软雅黑"/>
              </a:rPr>
              <a:t>万元 </a:t>
            </a:r>
            <a:r>
              <a:rPr sz="975" b="1">
                <a:solidFill>
                  <a:srgbClr val="FFFFFF"/>
                </a:solidFill>
                <a:latin typeface="微软雅黑"/>
                <a:ea typeface="微软雅黑"/>
                <a:cs typeface="微软雅黑"/>
              </a:rPr>
              <a:t>/ </a:t>
            </a:r>
            <a:r>
              <a:rPr sz="975" b="1">
                <a:solidFill>
                  <a:srgbClr val="FFFFFF"/>
                </a:solidFill>
                <a:latin typeface="微软雅黑"/>
                <a:ea typeface="微软雅黑"/>
                <a:cs typeface="微软雅黑"/>
              </a:rPr>
              <a:t>人</a:t>
            </a:r>
          </a:p>
        </p:txBody>
      </p:sp>
      <p:sp>
        <p:nvSpPr>
          <p:cNvPr id="26" name="">
            <a:extLst xmlns:a="http://schemas.openxmlformats.org/drawingml/2006/main">
              <a:ext uri="{FF2B5EF4-FFF2-40B4-BE49-F238E27FC236}">
                <a16:creationId xmlns:a16="http://schemas.microsoft.com/office/drawing/2014/main" id="{A8511220-3CFA-41B2-9D50-DD45D5218C87}"/>
              </a:ext>
            </a:extLst>
          </p:cNvPr>
          <p:cNvSpPr>
            <a:spLocks xmlns:a="http://schemas.openxmlformats.org/drawingml/2006/main" noGrp="1"/>
          </p:cNvSpPr>
          <p:nvPr/>
        </p:nvSpPr>
        <p:spPr>
          <a:xfrm xmlns:a="http://schemas.openxmlformats.org/drawingml/2006/main">
            <a:off x="457200" y="2381250"/>
            <a:ext cx="2095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外委服务</a:t>
            </a:r>
          </a:p>
        </p:txBody>
      </p:sp>
      <p:sp>
        <p:nvSpPr>
          <p:cNvPr id="27" name="">
            <a:extLst xmlns:a="http://schemas.openxmlformats.org/drawingml/2006/main">
              <a:ext uri="{FF2B5EF4-FFF2-40B4-BE49-F238E27FC236}">
                <a16:creationId xmlns:a16="http://schemas.microsoft.com/office/drawing/2014/main" id="{85E6E1EE-9465-4AD6-80C9-AF404632C0C0}"/>
              </a:ext>
            </a:extLst>
          </p:cNvPr>
          <p:cNvSpPr>
            <a:spLocks xmlns:a="http://schemas.openxmlformats.org/drawingml/2006/main" noGrp="1"/>
          </p:cNvSpPr>
          <p:nvPr/>
        </p:nvSpPr>
        <p:spPr>
          <a:xfrm xmlns:a="http://schemas.openxmlformats.org/drawingml/2006/main">
            <a:off x="2628900" y="2381250"/>
            <a:ext cx="31432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FFFFFF"/>
                </a:solidFill>
                <a:latin typeface="微软雅黑"/>
                <a:ea typeface="微软雅黑"/>
                <a:cs typeface="微软雅黑"/>
              </a:defRPr>
            </a:pPr>
            <a:r>
              <a:rPr sz="975" b="1">
                <a:solidFill>
                  <a:srgbClr val="FFFFFF"/>
                </a:solidFill>
                <a:latin typeface="微软雅黑"/>
                <a:ea typeface="微软雅黑"/>
                <a:cs typeface="微软雅黑"/>
              </a:rPr>
              <a:t>≈ 1.5 </a:t>
            </a:r>
            <a:r>
              <a:rPr sz="975" b="1">
                <a:solidFill>
                  <a:srgbClr val="FFFFFF"/>
                </a:solidFill>
                <a:latin typeface="微软雅黑"/>
                <a:ea typeface="微软雅黑"/>
                <a:cs typeface="微软雅黑"/>
              </a:rPr>
              <a:t>万元 </a:t>
            </a:r>
            <a:r>
              <a:rPr sz="975" b="1">
                <a:solidFill>
                  <a:srgbClr val="FFFFFF"/>
                </a:solidFill>
                <a:latin typeface="微软雅黑"/>
                <a:ea typeface="微软雅黑"/>
                <a:cs typeface="微软雅黑"/>
              </a:rPr>
              <a:t>/ </a:t>
            </a:r>
            <a:r>
              <a:rPr sz="975" b="1">
                <a:solidFill>
                  <a:srgbClr val="FFFFFF"/>
                </a:solidFill>
                <a:latin typeface="微软雅黑"/>
                <a:ea typeface="微软雅黑"/>
                <a:cs typeface="微软雅黑"/>
              </a:rPr>
              <a:t>月（</a:t>
            </a:r>
            <a:r>
              <a:rPr sz="975" b="1">
                <a:solidFill>
                  <a:srgbClr val="FFFFFF"/>
                </a:solidFill>
                <a:latin typeface="微软雅黑"/>
                <a:ea typeface="微软雅黑"/>
                <a:cs typeface="微软雅黑"/>
              </a:rPr>
              <a:t>≈18 </a:t>
            </a:r>
            <a:r>
              <a:rPr sz="975" b="1">
                <a:solidFill>
                  <a:srgbClr val="FFFFFF"/>
                </a:solidFill>
                <a:latin typeface="微软雅黑"/>
                <a:ea typeface="微软雅黑"/>
                <a:cs typeface="微软雅黑"/>
              </a:rPr>
              <a:t>万元 </a:t>
            </a:r>
            <a:r>
              <a:rPr sz="975" b="1">
                <a:solidFill>
                  <a:srgbClr val="FFFFFF"/>
                </a:solidFill>
                <a:latin typeface="微软雅黑"/>
                <a:ea typeface="微软雅黑"/>
                <a:cs typeface="微软雅黑"/>
              </a:rPr>
              <a:t>/ </a:t>
            </a:r>
            <a:r>
              <a:rPr sz="975" b="1">
                <a:solidFill>
                  <a:srgbClr val="FFFFFF"/>
                </a:solidFill>
                <a:latin typeface="微软雅黑"/>
                <a:ea typeface="微软雅黑"/>
                <a:cs typeface="微软雅黑"/>
              </a:rPr>
              <a:t>年）</a:t>
            </a:r>
          </a:p>
        </p:txBody>
      </p:sp>
      <p:sp>
        <p:nvSpPr>
          <p:cNvPr id="28" name="">
            <a:extLst xmlns:a="http://schemas.openxmlformats.org/drawingml/2006/main">
              <a:ext uri="{FF2B5EF4-FFF2-40B4-BE49-F238E27FC236}">
                <a16:creationId xmlns:a16="http://schemas.microsoft.com/office/drawing/2014/main" id="{A6BFB08B-DAD6-481C-A9D9-1817C684ABF8}"/>
              </a:ext>
            </a:extLst>
          </p:cNvPr>
          <p:cNvSpPr>
            <a:spLocks xmlns:a="http://schemas.openxmlformats.org/drawingml/2006/main" noGrp="1"/>
          </p:cNvSpPr>
          <p:nvPr/>
        </p:nvSpPr>
        <p:spPr>
          <a:xfrm xmlns:a="http://schemas.openxmlformats.org/drawingml/2006/main">
            <a:off x="457200" y="2686050"/>
            <a:ext cx="2095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38" b="0">
                <a:solidFill>
                  <a:srgbClr val="EEF5FF"/>
                </a:solidFill>
                <a:latin typeface="微软雅黑"/>
                <a:ea typeface="微软雅黑"/>
                <a:cs typeface="微软雅黑"/>
              </a:defRPr>
            </a:pPr>
            <a:r>
              <a:rPr sz="938" b="0">
                <a:solidFill>
                  <a:srgbClr val="EEF5FF"/>
                </a:solidFill>
                <a:latin typeface="微软雅黑"/>
                <a:ea typeface="微软雅黑"/>
                <a:cs typeface="微软雅黑"/>
              </a:rPr>
              <a:t>工作量变化</a:t>
            </a:r>
          </a:p>
        </p:txBody>
      </p:sp>
      <p:sp>
        <p:nvSpPr>
          <p:cNvPr id="29" name="">
            <a:extLst xmlns:a="http://schemas.openxmlformats.org/drawingml/2006/main">
              <a:ext uri="{FF2B5EF4-FFF2-40B4-BE49-F238E27FC236}">
                <a16:creationId xmlns:a16="http://schemas.microsoft.com/office/drawing/2014/main" id="{01DD8358-D8F8-44DE-A691-D2987364F0A6}"/>
              </a:ext>
            </a:extLst>
          </p:cNvPr>
          <p:cNvSpPr>
            <a:spLocks xmlns:a="http://schemas.openxmlformats.org/drawingml/2006/main" noGrp="1"/>
          </p:cNvSpPr>
          <p:nvPr/>
        </p:nvSpPr>
        <p:spPr>
          <a:xfrm xmlns:a="http://schemas.openxmlformats.org/drawingml/2006/main">
            <a:off x="2628900" y="2686050"/>
            <a:ext cx="31432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FFFFFF"/>
                </a:solidFill>
                <a:latin typeface="微软雅黑"/>
                <a:ea typeface="微软雅黑"/>
                <a:cs typeface="微软雅黑"/>
              </a:defRPr>
            </a:pPr>
            <a:r>
              <a:rPr sz="975" b="1">
                <a:solidFill>
                  <a:srgbClr val="FFFFFF"/>
                </a:solidFill>
                <a:latin typeface="微软雅黑"/>
                <a:ea typeface="微软雅黑"/>
                <a:cs typeface="微软雅黑"/>
              </a:rPr>
              <a:t>新增 </a:t>
            </a:r>
            <a:r>
              <a:rPr sz="975" b="1">
                <a:solidFill>
                  <a:srgbClr val="FFFFFF"/>
                </a:solidFill>
                <a:latin typeface="微软雅黑"/>
                <a:ea typeface="微软雅黑"/>
                <a:cs typeface="微软雅黑"/>
              </a:rPr>
              <a:t>2 </a:t>
            </a:r>
            <a:r>
              <a:rPr sz="975" b="1">
                <a:solidFill>
                  <a:srgbClr val="FFFFFF"/>
                </a:solidFill>
                <a:latin typeface="微软雅黑"/>
                <a:ea typeface="微软雅黑"/>
                <a:cs typeface="微软雅黑"/>
              </a:rPr>
              <a:t>座 </a:t>
            </a:r>
            <a:r>
              <a:rPr sz="975" b="1">
                <a:solidFill>
                  <a:srgbClr val="FFFFFF"/>
                </a:solidFill>
                <a:latin typeface="微软雅黑"/>
                <a:ea typeface="微软雅黑"/>
                <a:cs typeface="微软雅黑"/>
              </a:rPr>
              <a:t>110kV </a:t>
            </a:r>
            <a:r>
              <a:rPr sz="975" b="1">
                <a:solidFill>
                  <a:srgbClr val="FFFFFF"/>
                </a:solidFill>
                <a:latin typeface="微软雅黑"/>
                <a:ea typeface="微软雅黑"/>
                <a:cs typeface="微软雅黑"/>
              </a:rPr>
              <a:t>变电站 </a:t>
            </a:r>
            <a:r>
              <a:rPr sz="975" b="1">
                <a:solidFill>
                  <a:srgbClr val="FFFFFF"/>
                </a:solidFill>
                <a:latin typeface="微软雅黑"/>
                <a:ea typeface="微软雅黑"/>
                <a:cs typeface="微软雅黑"/>
              </a:rPr>
              <a:t>→ </a:t>
            </a:r>
            <a:r>
              <a:rPr sz="975" b="1">
                <a:solidFill>
                  <a:srgbClr val="FFFFFF"/>
                </a:solidFill>
                <a:latin typeface="微软雅黑"/>
                <a:ea typeface="微软雅黑"/>
                <a:cs typeface="微软雅黑"/>
              </a:rPr>
              <a:t>运维工作量 </a:t>
            </a:r>
            <a:r>
              <a:rPr sz="975" b="1">
                <a:solidFill>
                  <a:srgbClr val="FFFFFF"/>
                </a:solidFill>
                <a:latin typeface="微软雅黑"/>
                <a:ea typeface="微软雅黑"/>
                <a:cs typeface="微软雅黑"/>
              </a:rPr>
              <a:t>+30%</a:t>
            </a:r>
          </a:p>
        </p:txBody>
      </p:sp>
      <p:sp>
        <p:nvSpPr>
          <p:cNvPr id="30" name="">
            <a:extLst xmlns:a="http://schemas.openxmlformats.org/drawingml/2006/main">
              <a:ext uri="{FF2B5EF4-FFF2-40B4-BE49-F238E27FC236}">
                <a16:creationId xmlns:a16="http://schemas.microsoft.com/office/drawing/2014/main" id="{8722518F-BBC5-42DC-B2EE-D69CDD9584C6}"/>
              </a:ext>
            </a:extLst>
          </p:cNvPr>
          <p:cNvSpPr>
            <a:spLocks xmlns:a="http://schemas.openxmlformats.org/drawingml/2006/main" noGrp="1"/>
          </p:cNvSpPr>
          <p:nvPr/>
        </p:nvSpPr>
        <p:spPr>
          <a:xfrm xmlns:a="http://schemas.openxmlformats.org/drawingml/2006/main">
            <a:off x="285750" y="3162300"/>
            <a:ext cx="5715000" cy="2533650"/>
          </a:xfrm>
          <a:prstGeom xmlns:a="http://schemas.openxmlformats.org/drawingml/2006/main" prst="roundRect">
            <a:avLst>
              <a:gd name="adj" fmla="val 338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1" name="">
            <a:extLst xmlns:a="http://schemas.openxmlformats.org/drawingml/2006/main">
              <a:ext uri="{FF2B5EF4-FFF2-40B4-BE49-F238E27FC236}">
                <a16:creationId xmlns:a16="http://schemas.microsoft.com/office/drawing/2014/main" id="{B54A5F87-0836-4F77-9FB1-69FD54C5A74A}"/>
              </a:ext>
            </a:extLst>
          </p:cNvPr>
          <p:cNvSpPr>
            <a:spLocks xmlns:a="http://schemas.openxmlformats.org/drawingml/2006/main" noGrp="1"/>
          </p:cNvSpPr>
          <p:nvPr/>
        </p:nvSpPr>
        <p:spPr>
          <a:xfrm xmlns:a="http://schemas.openxmlformats.org/drawingml/2006/main">
            <a:off x="457200" y="3276600"/>
            <a:ext cx="5334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4FD8FF"/>
                </a:solidFill>
                <a:latin typeface="微软雅黑"/>
                <a:ea typeface="微软雅黑"/>
                <a:cs typeface="微软雅黑"/>
              </a:defRPr>
            </a:pPr>
            <a:r>
              <a:rPr sz="1050" b="1">
                <a:solidFill>
                  <a:srgbClr val="4FD8FF"/>
                </a:solidFill>
                <a:latin typeface="微软雅黑"/>
                <a:ea typeface="微软雅黑"/>
                <a:cs typeface="微软雅黑"/>
              </a:rPr>
              <a:t>示范测算：继保 </a:t>
            </a:r>
            <a:r>
              <a:rPr sz="1050" b="1">
                <a:solidFill>
                  <a:srgbClr val="4FD8FF"/>
                </a:solidFill>
                <a:latin typeface="微软雅黑"/>
                <a:ea typeface="微软雅黑"/>
                <a:cs typeface="微软雅黑"/>
              </a:rPr>
              <a:t>L3 </a:t>
            </a:r>
            <a:r>
              <a:rPr sz="1050" b="1">
                <a:solidFill>
                  <a:srgbClr val="4FD8FF"/>
                </a:solidFill>
                <a:latin typeface="微软雅黑"/>
                <a:ea typeface="微软雅黑"/>
                <a:cs typeface="微软雅黑"/>
              </a:rPr>
              <a:t>缺 </a:t>
            </a:r>
            <a:r>
              <a:rPr sz="1050" b="1">
                <a:solidFill>
                  <a:srgbClr val="4FD8FF"/>
                </a:solidFill>
                <a:latin typeface="微软雅黑"/>
                <a:ea typeface="微软雅黑"/>
                <a:cs typeface="微软雅黑"/>
              </a:rPr>
              <a:t>4 </a:t>
            </a:r>
            <a:r>
              <a:rPr sz="1050" b="1">
                <a:solidFill>
                  <a:srgbClr val="4FD8FF"/>
                </a:solidFill>
                <a:latin typeface="微软雅黑"/>
                <a:ea typeface="微软雅黑"/>
                <a:cs typeface="微软雅黑"/>
              </a:rPr>
              <a:t>人、高压试验缺 </a:t>
            </a:r>
            <a:r>
              <a:rPr sz="1050" b="1">
                <a:solidFill>
                  <a:srgbClr val="4FD8FF"/>
                </a:solidFill>
                <a:latin typeface="微软雅黑"/>
                <a:ea typeface="微软雅黑"/>
                <a:cs typeface="微软雅黑"/>
              </a:rPr>
              <a:t>3 </a:t>
            </a:r>
            <a:r>
              <a:rPr sz="1050" b="1">
                <a:solidFill>
                  <a:srgbClr val="4FD8FF"/>
                </a:solidFill>
                <a:latin typeface="微软雅黑"/>
                <a:ea typeface="微软雅黑"/>
                <a:cs typeface="微软雅黑"/>
              </a:rPr>
              <a:t>人</a:t>
            </a:r>
          </a:p>
        </p:txBody>
      </p:sp>
      <p:sp>
        <p:nvSpPr>
          <p:cNvPr id="32" name="">
            <a:extLst xmlns:a="http://schemas.openxmlformats.org/drawingml/2006/main">
              <a:ext uri="{FF2B5EF4-FFF2-40B4-BE49-F238E27FC236}">
                <a16:creationId xmlns:a16="http://schemas.microsoft.com/office/drawing/2014/main" id="{3CB48E2B-0BE6-4EB9-9C8C-51351ACE50BB}"/>
              </a:ext>
            </a:extLst>
          </p:cNvPr>
          <p:cNvSpPr>
            <a:spLocks xmlns:a="http://schemas.openxmlformats.org/drawingml/2006/main" noGrp="1"/>
          </p:cNvSpPr>
          <p:nvPr/>
        </p:nvSpPr>
        <p:spPr>
          <a:xfrm xmlns:a="http://schemas.openxmlformats.org/drawingml/2006/main">
            <a:off x="457200" y="3543300"/>
            <a:ext cx="5372100" cy="400050"/>
          </a:xfrm>
          <a:prstGeom xmlns:a="http://schemas.openxmlformats.org/drawingml/2006/main" prst="roundRect">
            <a:avLst>
              <a:gd name="adj" fmla="val 21429"/>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33" name="">
            <a:extLst xmlns:a="http://schemas.openxmlformats.org/drawingml/2006/main">
              <a:ext uri="{FF2B5EF4-FFF2-40B4-BE49-F238E27FC236}">
                <a16:creationId xmlns:a16="http://schemas.microsoft.com/office/drawing/2014/main" id="{C9310E17-7921-4C98-81F7-01B45170F604}"/>
              </a:ext>
            </a:extLst>
          </p:cNvPr>
          <p:cNvSpPr>
            <a:spLocks xmlns:a="http://schemas.openxmlformats.org/drawingml/2006/main" noGrp="1"/>
          </p:cNvSpPr>
          <p:nvPr/>
        </p:nvSpPr>
        <p:spPr>
          <a:xfrm xmlns:a="http://schemas.openxmlformats.org/drawingml/2006/main">
            <a:off x="571500" y="3581400"/>
            <a:ext cx="219075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C6DDFF"/>
                </a:solidFill>
                <a:latin typeface="微软雅黑"/>
                <a:ea typeface="微软雅黑"/>
                <a:cs typeface="微软雅黑"/>
              </a:defRPr>
            </a:pPr>
            <a:r>
              <a:rPr sz="825" b="1">
                <a:solidFill>
                  <a:srgbClr val="C6DDFF"/>
                </a:solidFill>
                <a:latin typeface="微软雅黑"/>
                <a:ea typeface="微软雅黑"/>
                <a:cs typeface="微软雅黑"/>
              </a:rPr>
              <a:t>口径 </a:t>
            </a:r>
            <a:r>
              <a:rPr sz="825" b="1">
                <a:solidFill>
                  <a:srgbClr val="C6DDFF"/>
                </a:solidFill>
                <a:latin typeface="微软雅黑"/>
                <a:ea typeface="微软雅黑"/>
                <a:cs typeface="微软雅黑"/>
              </a:rPr>
              <a:t>A · </a:t>
            </a:r>
            <a:r>
              <a:rPr sz="825" b="1">
                <a:solidFill>
                  <a:srgbClr val="C6DDFF"/>
                </a:solidFill>
                <a:latin typeface="微软雅黑"/>
                <a:ea typeface="微软雅黑"/>
                <a:cs typeface="微软雅黑"/>
              </a:rPr>
              <a:t>全部外招</a:t>
            </a:r>
          </a:p>
        </p:txBody>
      </p:sp>
      <p:sp>
        <p:nvSpPr>
          <p:cNvPr id="34" name="">
            <a:extLst xmlns:a="http://schemas.openxmlformats.org/drawingml/2006/main">
              <a:ext uri="{FF2B5EF4-FFF2-40B4-BE49-F238E27FC236}">
                <a16:creationId xmlns:a16="http://schemas.microsoft.com/office/drawing/2014/main" id="{E34CB521-751A-4655-AC93-3881BBBB2DE5}"/>
              </a:ext>
            </a:extLst>
          </p:cNvPr>
          <p:cNvSpPr>
            <a:spLocks xmlns:a="http://schemas.openxmlformats.org/drawingml/2006/main" noGrp="1"/>
          </p:cNvSpPr>
          <p:nvPr/>
        </p:nvSpPr>
        <p:spPr>
          <a:xfrm xmlns:a="http://schemas.openxmlformats.org/drawingml/2006/main">
            <a:off x="571500" y="3752850"/>
            <a:ext cx="3810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788" b="0">
                <a:solidFill>
                  <a:srgbClr val="EEF5FF"/>
                </a:solidFill>
                <a:latin typeface="微软雅黑"/>
                <a:ea typeface="微软雅黑"/>
                <a:cs typeface="微软雅黑"/>
              </a:defRPr>
            </a:pPr>
            <a:r>
              <a:rPr sz="788" b="0">
                <a:solidFill>
                  <a:srgbClr val="EEF5FF"/>
                </a:solidFill>
                <a:latin typeface="微软雅黑"/>
                <a:ea typeface="微软雅黑"/>
                <a:cs typeface="微软雅黑"/>
              </a:rPr>
              <a:t>继保 </a:t>
            </a:r>
            <a:r>
              <a:rPr sz="788" b="0">
                <a:solidFill>
                  <a:srgbClr val="EEF5FF"/>
                </a:solidFill>
                <a:latin typeface="微软雅黑"/>
                <a:ea typeface="微软雅黑"/>
                <a:cs typeface="微软雅黑"/>
              </a:rPr>
              <a:t>4 </a:t>
            </a:r>
            <a:r>
              <a:rPr sz="788" b="0">
                <a:solidFill>
                  <a:srgbClr val="EEF5FF"/>
                </a:solidFill>
                <a:latin typeface="微软雅黑"/>
                <a:ea typeface="微软雅黑"/>
                <a:cs typeface="微软雅黑"/>
              </a:rPr>
              <a:t>人 </a:t>
            </a:r>
            <a:r>
              <a:rPr sz="788" b="0">
                <a:solidFill>
                  <a:srgbClr val="EEF5FF"/>
                </a:solidFill>
                <a:latin typeface="微软雅黑"/>
                <a:ea typeface="微软雅黑"/>
                <a:cs typeface="微软雅黑"/>
              </a:rPr>
              <a:t>+ </a:t>
            </a:r>
            <a:r>
              <a:rPr sz="788" b="0">
                <a:solidFill>
                  <a:srgbClr val="EEF5FF"/>
                </a:solidFill>
                <a:latin typeface="微软雅黑"/>
                <a:ea typeface="微软雅黑"/>
                <a:cs typeface="微软雅黑"/>
              </a:rPr>
              <a:t>高压试验 </a:t>
            </a:r>
            <a:r>
              <a:rPr sz="788" b="0">
                <a:solidFill>
                  <a:srgbClr val="EEF5FF"/>
                </a:solidFill>
                <a:latin typeface="微软雅黑"/>
                <a:ea typeface="微软雅黑"/>
                <a:cs typeface="微软雅黑"/>
              </a:rPr>
              <a:t>3 </a:t>
            </a:r>
            <a:r>
              <a:rPr sz="788" b="0">
                <a:solidFill>
                  <a:srgbClr val="EEF5FF"/>
                </a:solidFill>
                <a:latin typeface="微软雅黑"/>
                <a:ea typeface="微软雅黑"/>
                <a:cs typeface="微软雅黑"/>
              </a:rPr>
              <a:t>人 </a:t>
            </a:r>
            <a:r>
              <a:rPr sz="788" b="0">
                <a:solidFill>
                  <a:srgbClr val="EEF5FF"/>
                </a:solidFill>
                <a:latin typeface="微软雅黑"/>
                <a:ea typeface="微软雅黑"/>
                <a:cs typeface="微软雅黑"/>
              </a:rPr>
              <a:t>= 7 </a:t>
            </a:r>
            <a:r>
              <a:rPr sz="788" b="0">
                <a:solidFill>
                  <a:srgbClr val="EEF5FF"/>
                </a:solidFill>
                <a:latin typeface="微软雅黑"/>
                <a:ea typeface="微软雅黑"/>
                <a:cs typeface="微软雅黑"/>
              </a:rPr>
              <a:t>人 </a:t>
            </a:r>
            <a:r>
              <a:rPr sz="788" b="0">
                <a:solidFill>
                  <a:srgbClr val="EEF5FF"/>
                </a:solidFill>
                <a:latin typeface="微软雅黑"/>
                <a:ea typeface="微软雅黑"/>
                <a:cs typeface="微软雅黑"/>
              </a:rPr>
              <a:t>× 8 </a:t>
            </a:r>
            <a:r>
              <a:rPr sz="788" b="0">
                <a:solidFill>
                  <a:srgbClr val="EEF5FF"/>
                </a:solidFill>
                <a:latin typeface="微软雅黑"/>
                <a:ea typeface="微软雅黑"/>
                <a:cs typeface="微软雅黑"/>
              </a:rPr>
              <a:t>万</a:t>
            </a:r>
          </a:p>
        </p:txBody>
      </p:sp>
      <p:sp>
        <p:nvSpPr>
          <p:cNvPr id="35" name="">
            <a:extLst xmlns:a="http://schemas.openxmlformats.org/drawingml/2006/main">
              <a:ext uri="{FF2B5EF4-FFF2-40B4-BE49-F238E27FC236}">
                <a16:creationId xmlns:a16="http://schemas.microsoft.com/office/drawing/2014/main" id="{15C3854D-8E24-404B-8469-08F14962E006}"/>
              </a:ext>
            </a:extLst>
          </p:cNvPr>
          <p:cNvSpPr>
            <a:spLocks xmlns:a="http://schemas.openxmlformats.org/drawingml/2006/main" noGrp="1"/>
          </p:cNvSpPr>
          <p:nvPr/>
        </p:nvSpPr>
        <p:spPr>
          <a:xfrm xmlns:a="http://schemas.openxmlformats.org/drawingml/2006/main">
            <a:off x="4305300" y="3657600"/>
            <a:ext cx="14097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C6DDFF"/>
                </a:solidFill>
                <a:latin typeface="微软雅黑"/>
                <a:ea typeface="微软雅黑"/>
                <a:cs typeface="微软雅黑"/>
              </a:defRPr>
            </a:pPr>
            <a:r>
              <a:rPr sz="975" b="1">
                <a:solidFill>
                  <a:srgbClr val="C6DDFF"/>
                </a:solidFill>
                <a:latin typeface="微软雅黑"/>
                <a:ea typeface="微软雅黑"/>
                <a:cs typeface="微软雅黑"/>
              </a:rPr>
              <a:t>56 </a:t>
            </a:r>
            <a:r>
              <a:rPr sz="975" b="1">
                <a:solidFill>
                  <a:srgbClr val="C6DDFF"/>
                </a:solidFill>
                <a:latin typeface="微软雅黑"/>
                <a:ea typeface="微软雅黑"/>
                <a:cs typeface="微软雅黑"/>
              </a:rPr>
              <a:t>万元 </a:t>
            </a:r>
            <a:r>
              <a:rPr sz="975" b="1">
                <a:solidFill>
                  <a:srgbClr val="C6DDFF"/>
                </a:solidFill>
                <a:latin typeface="微软雅黑"/>
                <a:ea typeface="微软雅黑"/>
                <a:cs typeface="微软雅黑"/>
              </a:rPr>
              <a:t>/ </a:t>
            </a:r>
            <a:r>
              <a:rPr sz="975" b="1">
                <a:solidFill>
                  <a:srgbClr val="C6DDFF"/>
                </a:solidFill>
                <a:latin typeface="微软雅黑"/>
                <a:ea typeface="微软雅黑"/>
                <a:cs typeface="微软雅黑"/>
              </a:rPr>
              <a:t>年</a:t>
            </a:r>
          </a:p>
        </p:txBody>
      </p:sp>
      <p:sp>
        <p:nvSpPr>
          <p:cNvPr id="36" name="">
            <a:extLst xmlns:a="http://schemas.openxmlformats.org/drawingml/2006/main">
              <a:ext uri="{FF2B5EF4-FFF2-40B4-BE49-F238E27FC236}">
                <a16:creationId xmlns:a16="http://schemas.microsoft.com/office/drawing/2014/main" id="{FACACCE6-1201-4032-82AF-91A999FC464D}"/>
              </a:ext>
            </a:extLst>
          </p:cNvPr>
          <p:cNvSpPr>
            <a:spLocks xmlns:a="http://schemas.openxmlformats.org/drawingml/2006/main" noGrp="1"/>
          </p:cNvSpPr>
          <p:nvPr/>
        </p:nvSpPr>
        <p:spPr>
          <a:xfrm xmlns:a="http://schemas.openxmlformats.org/drawingml/2006/main">
            <a:off x="457200" y="4000500"/>
            <a:ext cx="5372100" cy="400050"/>
          </a:xfrm>
          <a:prstGeom xmlns:a="http://schemas.openxmlformats.org/drawingml/2006/main" prst="roundRect">
            <a:avLst>
              <a:gd name="adj" fmla="val 21429"/>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37" name="">
            <a:extLst xmlns:a="http://schemas.openxmlformats.org/drawingml/2006/main">
              <a:ext uri="{FF2B5EF4-FFF2-40B4-BE49-F238E27FC236}">
                <a16:creationId xmlns:a16="http://schemas.microsoft.com/office/drawing/2014/main" id="{17A51F8A-B7A3-4298-BB28-102B15A3B40B}"/>
              </a:ext>
            </a:extLst>
          </p:cNvPr>
          <p:cNvSpPr>
            <a:spLocks xmlns:a="http://schemas.openxmlformats.org/drawingml/2006/main" noGrp="1"/>
          </p:cNvSpPr>
          <p:nvPr/>
        </p:nvSpPr>
        <p:spPr>
          <a:xfrm xmlns:a="http://schemas.openxmlformats.org/drawingml/2006/main">
            <a:off x="571500" y="4038600"/>
            <a:ext cx="219075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5FE3A1"/>
                </a:solidFill>
                <a:latin typeface="微软雅黑"/>
                <a:ea typeface="微软雅黑"/>
                <a:cs typeface="微软雅黑"/>
              </a:defRPr>
            </a:pPr>
            <a:r>
              <a:rPr sz="825" b="1">
                <a:solidFill>
                  <a:srgbClr val="5FE3A1"/>
                </a:solidFill>
                <a:latin typeface="微软雅黑"/>
                <a:ea typeface="微软雅黑"/>
                <a:cs typeface="微软雅黑"/>
              </a:rPr>
              <a:t>口径 </a:t>
            </a:r>
            <a:r>
              <a:rPr sz="825" b="1">
                <a:solidFill>
                  <a:srgbClr val="5FE3A1"/>
                </a:solidFill>
                <a:latin typeface="微软雅黑"/>
                <a:ea typeface="微软雅黑"/>
                <a:cs typeface="微软雅黑"/>
              </a:rPr>
              <a:t>B · </a:t>
            </a:r>
            <a:r>
              <a:rPr sz="825" b="1">
                <a:solidFill>
                  <a:srgbClr val="5FE3A1"/>
                </a:solidFill>
                <a:latin typeface="微软雅黑"/>
                <a:ea typeface="微软雅黑"/>
                <a:cs typeface="微软雅黑"/>
              </a:rPr>
              <a:t>按缺口的组合建议</a:t>
            </a:r>
          </a:p>
        </p:txBody>
      </p:sp>
      <p:sp>
        <p:nvSpPr>
          <p:cNvPr id="38" name="">
            <a:extLst xmlns:a="http://schemas.openxmlformats.org/drawingml/2006/main">
              <a:ext uri="{FF2B5EF4-FFF2-40B4-BE49-F238E27FC236}">
                <a16:creationId xmlns:a16="http://schemas.microsoft.com/office/drawing/2014/main" id="{410A6723-DBD8-40A2-8CC9-7F637647F333}"/>
              </a:ext>
            </a:extLst>
          </p:cNvPr>
          <p:cNvSpPr>
            <a:spLocks xmlns:a="http://schemas.openxmlformats.org/drawingml/2006/main" noGrp="1"/>
          </p:cNvSpPr>
          <p:nvPr/>
        </p:nvSpPr>
        <p:spPr>
          <a:xfrm xmlns:a="http://schemas.openxmlformats.org/drawingml/2006/main">
            <a:off x="571500" y="4210050"/>
            <a:ext cx="3810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788" b="0">
                <a:solidFill>
                  <a:srgbClr val="EEF5FF"/>
                </a:solidFill>
                <a:latin typeface="微软雅黑"/>
                <a:ea typeface="微软雅黑"/>
                <a:cs typeface="微软雅黑"/>
              </a:defRPr>
            </a:pPr>
            <a:r>
              <a:rPr sz="788" b="0">
                <a:solidFill>
                  <a:srgbClr val="EEF5FF"/>
                </a:solidFill>
                <a:latin typeface="微软雅黑"/>
                <a:ea typeface="微软雅黑"/>
                <a:cs typeface="微软雅黑"/>
              </a:rPr>
              <a:t>继保：</a:t>
            </a:r>
            <a:r>
              <a:rPr sz="788" b="0">
                <a:solidFill>
                  <a:srgbClr val="EEF5FF"/>
                </a:solidFill>
                <a:latin typeface="微软雅黑"/>
                <a:ea typeface="微软雅黑"/>
                <a:cs typeface="微软雅黑"/>
              </a:rPr>
              <a:t>3 </a:t>
            </a:r>
            <a:r>
              <a:rPr sz="788" b="0">
                <a:solidFill>
                  <a:srgbClr val="EEF5FF"/>
                </a:solidFill>
                <a:latin typeface="微软雅黑"/>
                <a:ea typeface="微软雅黑"/>
                <a:cs typeface="微软雅黑"/>
              </a:rPr>
              <a:t>人转岗（</a:t>
            </a:r>
            <a:r>
              <a:rPr sz="788" b="0">
                <a:solidFill>
                  <a:srgbClr val="EEF5FF"/>
                </a:solidFill>
                <a:latin typeface="微软雅黑"/>
                <a:ea typeface="微软雅黑"/>
                <a:cs typeface="微软雅黑"/>
              </a:rPr>
              <a:t>6 </a:t>
            </a:r>
            <a:r>
              <a:rPr sz="788" b="0">
                <a:solidFill>
                  <a:srgbClr val="EEF5FF"/>
                </a:solidFill>
                <a:latin typeface="微软雅黑"/>
                <a:ea typeface="微软雅黑"/>
                <a:cs typeface="微软雅黑"/>
              </a:rPr>
              <a:t>万）</a:t>
            </a:r>
            <a:r>
              <a:rPr sz="788" b="0">
                <a:solidFill>
                  <a:srgbClr val="EEF5FF"/>
                </a:solidFill>
                <a:latin typeface="微软雅黑"/>
                <a:ea typeface="微软雅黑"/>
                <a:cs typeface="微软雅黑"/>
              </a:rPr>
              <a:t>+ 1 </a:t>
            </a:r>
            <a:r>
              <a:rPr sz="788" b="0">
                <a:solidFill>
                  <a:srgbClr val="EEF5FF"/>
                </a:solidFill>
                <a:latin typeface="微软雅黑"/>
                <a:ea typeface="微软雅黑"/>
                <a:cs typeface="微软雅黑"/>
              </a:rPr>
              <a:t>人招聘（</a:t>
            </a:r>
            <a:r>
              <a:rPr sz="788" b="0">
                <a:solidFill>
                  <a:srgbClr val="EEF5FF"/>
                </a:solidFill>
                <a:latin typeface="微软雅黑"/>
                <a:ea typeface="微软雅黑"/>
                <a:cs typeface="微软雅黑"/>
              </a:rPr>
              <a:t>8 </a:t>
            </a:r>
            <a:r>
              <a:rPr sz="788" b="0">
                <a:solidFill>
                  <a:srgbClr val="EEF5FF"/>
                </a:solidFill>
                <a:latin typeface="微软雅黑"/>
                <a:ea typeface="微软雅黑"/>
                <a:cs typeface="微软雅黑"/>
              </a:rPr>
              <a:t>万）</a:t>
            </a:r>
            <a:r>
              <a:rPr sz="788" b="0">
                <a:solidFill>
                  <a:srgbClr val="EEF5FF"/>
                </a:solidFill>
                <a:latin typeface="微软雅黑"/>
                <a:ea typeface="微软雅黑"/>
                <a:cs typeface="微软雅黑"/>
              </a:rPr>
              <a:t>= 14 </a:t>
            </a:r>
            <a:r>
              <a:rPr sz="788" b="0">
                <a:solidFill>
                  <a:srgbClr val="EEF5FF"/>
                </a:solidFill>
                <a:latin typeface="微软雅黑"/>
                <a:ea typeface="微软雅黑"/>
                <a:cs typeface="微软雅黑"/>
              </a:rPr>
              <a:t>万</a:t>
            </a:r>
          </a:p>
        </p:txBody>
      </p:sp>
      <p:sp>
        <p:nvSpPr>
          <p:cNvPr id="39" name="">
            <a:extLst xmlns:a="http://schemas.openxmlformats.org/drawingml/2006/main">
              <a:ext uri="{FF2B5EF4-FFF2-40B4-BE49-F238E27FC236}">
                <a16:creationId xmlns:a16="http://schemas.microsoft.com/office/drawing/2014/main" id="{981A0EBF-B8AD-4F13-B472-565B7ACE78A3}"/>
              </a:ext>
            </a:extLst>
          </p:cNvPr>
          <p:cNvSpPr>
            <a:spLocks xmlns:a="http://schemas.openxmlformats.org/drawingml/2006/main" noGrp="1"/>
          </p:cNvSpPr>
          <p:nvPr/>
        </p:nvSpPr>
        <p:spPr>
          <a:xfrm xmlns:a="http://schemas.openxmlformats.org/drawingml/2006/main">
            <a:off x="4305300" y="4114800"/>
            <a:ext cx="14097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5FE3A1"/>
                </a:solidFill>
                <a:latin typeface="微软雅黑"/>
                <a:ea typeface="微软雅黑"/>
                <a:cs typeface="微软雅黑"/>
              </a:defRPr>
            </a:pPr>
            <a:r>
              <a:rPr sz="975" b="1">
                <a:solidFill>
                  <a:srgbClr val="5FE3A1"/>
                </a:solidFill>
                <a:latin typeface="微软雅黑"/>
                <a:ea typeface="微软雅黑"/>
                <a:cs typeface="微软雅黑"/>
              </a:rPr>
              <a:t>14 </a:t>
            </a:r>
            <a:r>
              <a:rPr sz="975" b="1">
                <a:solidFill>
                  <a:srgbClr val="5FE3A1"/>
                </a:solidFill>
                <a:latin typeface="微软雅黑"/>
                <a:ea typeface="微软雅黑"/>
                <a:cs typeface="微软雅黑"/>
              </a:rPr>
              <a:t>万元 </a:t>
            </a:r>
            <a:r>
              <a:rPr sz="975" b="1">
                <a:solidFill>
                  <a:srgbClr val="5FE3A1"/>
                </a:solidFill>
                <a:latin typeface="微软雅黑"/>
                <a:ea typeface="微软雅黑"/>
                <a:cs typeface="微软雅黑"/>
              </a:rPr>
              <a:t>/ </a:t>
            </a:r>
            <a:r>
              <a:rPr sz="975" b="1">
                <a:solidFill>
                  <a:srgbClr val="5FE3A1"/>
                </a:solidFill>
                <a:latin typeface="微软雅黑"/>
                <a:ea typeface="微软雅黑"/>
                <a:cs typeface="微软雅黑"/>
              </a:rPr>
              <a:t>年</a:t>
            </a:r>
          </a:p>
        </p:txBody>
      </p:sp>
      <p:sp>
        <p:nvSpPr>
          <p:cNvPr id="40" name="">
            <a:extLst xmlns:a="http://schemas.openxmlformats.org/drawingml/2006/main">
              <a:ext uri="{FF2B5EF4-FFF2-40B4-BE49-F238E27FC236}">
                <a16:creationId xmlns:a16="http://schemas.microsoft.com/office/drawing/2014/main" id="{2EDACFA4-41A6-4511-B7F4-0CD07B29CC91}"/>
              </a:ext>
            </a:extLst>
          </p:cNvPr>
          <p:cNvSpPr>
            <a:spLocks xmlns:a="http://schemas.openxmlformats.org/drawingml/2006/main" noGrp="1"/>
          </p:cNvSpPr>
          <p:nvPr/>
        </p:nvSpPr>
        <p:spPr>
          <a:xfrm xmlns:a="http://schemas.openxmlformats.org/drawingml/2006/main">
            <a:off x="457200" y="4457700"/>
            <a:ext cx="5372100" cy="400050"/>
          </a:xfrm>
          <a:prstGeom xmlns:a="http://schemas.openxmlformats.org/drawingml/2006/main" prst="roundRect">
            <a:avLst>
              <a:gd name="adj" fmla="val 21429"/>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1763B8"/>
            </a:solidFill>
            <a:prstDash val="solid"/>
          </a:ln>
        </p:spPr>
      </p:sp>
      <p:sp>
        <p:nvSpPr>
          <p:cNvPr id="41" name="">
            <a:extLst xmlns:a="http://schemas.openxmlformats.org/drawingml/2006/main">
              <a:ext uri="{FF2B5EF4-FFF2-40B4-BE49-F238E27FC236}">
                <a16:creationId xmlns:a16="http://schemas.microsoft.com/office/drawing/2014/main" id="{748CB453-D582-4DE9-B467-8949A027D8F5}"/>
              </a:ext>
            </a:extLst>
          </p:cNvPr>
          <p:cNvSpPr>
            <a:spLocks xmlns:a="http://schemas.openxmlformats.org/drawingml/2006/main" noGrp="1"/>
          </p:cNvSpPr>
          <p:nvPr/>
        </p:nvSpPr>
        <p:spPr>
          <a:xfrm xmlns:a="http://schemas.openxmlformats.org/drawingml/2006/main">
            <a:off x="571500" y="4495800"/>
            <a:ext cx="219075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r>
              <a:rPr b="1">
                <a:solidFill>
                  <a:srgbClr val="FFD24A"/>
                </a:solidFill>
              </a:rPr>
              <a:t/>
            </a:r>
          </a:p>
        </p:txBody>
      </p:sp>
      <p:sp>
        <p:nvSpPr>
          <p:cNvPr id="42" name="">
            <a:extLst xmlns:a="http://schemas.openxmlformats.org/drawingml/2006/main">
              <a:ext uri="{FF2B5EF4-FFF2-40B4-BE49-F238E27FC236}">
                <a16:creationId xmlns:a16="http://schemas.microsoft.com/office/drawing/2014/main" id="{5DAE866F-9CBD-4F42-B81A-06D25095ECAD}"/>
              </a:ext>
            </a:extLst>
          </p:cNvPr>
          <p:cNvSpPr>
            <a:spLocks xmlns:a="http://schemas.openxmlformats.org/drawingml/2006/main" noGrp="1"/>
          </p:cNvSpPr>
          <p:nvPr/>
        </p:nvSpPr>
        <p:spPr>
          <a:xfrm xmlns:a="http://schemas.openxmlformats.org/drawingml/2006/main">
            <a:off x="571500" y="4667250"/>
            <a:ext cx="3810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788" b="0">
                <a:solidFill>
                  <a:srgbClr val="EEF5FF"/>
                </a:solidFill>
                <a:latin typeface="微软雅黑"/>
                <a:ea typeface="微软雅黑"/>
                <a:cs typeface="微软雅黑"/>
              </a:defRPr>
            </a:pPr>
            <a:r>
              <a:rPr sz="788" b="0">
                <a:solidFill>
                  <a:srgbClr val="EEF5FF"/>
                </a:solidFill>
                <a:latin typeface="微软雅黑"/>
                <a:ea typeface="微软雅黑"/>
                <a:cs typeface="微软雅黑"/>
              </a:rPr>
              <a:t>高压试验：</a:t>
            </a:r>
            <a:r>
              <a:rPr sz="788" b="0">
                <a:solidFill>
                  <a:srgbClr val="EEF5FF"/>
                </a:solidFill>
                <a:latin typeface="微软雅黑"/>
                <a:ea typeface="微软雅黑"/>
                <a:cs typeface="微软雅黑"/>
              </a:rPr>
              <a:t>2 </a:t>
            </a:r>
            <a:r>
              <a:rPr sz="788" b="0">
                <a:solidFill>
                  <a:srgbClr val="EEF5FF"/>
                </a:solidFill>
                <a:latin typeface="微软雅黑"/>
                <a:ea typeface="微软雅黑"/>
                <a:cs typeface="微软雅黑"/>
              </a:rPr>
              <a:t>人招聘（</a:t>
            </a:r>
            <a:r>
              <a:rPr sz="788" b="0">
                <a:solidFill>
                  <a:srgbClr val="EEF5FF"/>
                </a:solidFill>
                <a:latin typeface="微软雅黑"/>
                <a:ea typeface="微软雅黑"/>
                <a:cs typeface="微软雅黑"/>
              </a:rPr>
              <a:t>16 </a:t>
            </a:r>
            <a:r>
              <a:rPr sz="788" b="0">
                <a:solidFill>
                  <a:srgbClr val="EEF5FF"/>
                </a:solidFill>
                <a:latin typeface="微软雅黑"/>
                <a:ea typeface="微软雅黑"/>
                <a:cs typeface="微软雅黑"/>
              </a:rPr>
              <a:t>万）</a:t>
            </a:r>
            <a:r>
              <a:rPr sz="788" b="0">
                <a:solidFill>
                  <a:srgbClr val="EEF5FF"/>
                </a:solidFill>
                <a:latin typeface="微软雅黑"/>
                <a:ea typeface="微软雅黑"/>
                <a:cs typeface="微软雅黑"/>
              </a:rPr>
              <a:t>+ 1 </a:t>
            </a:r>
            <a:r>
              <a:rPr sz="788" b="0">
                <a:solidFill>
                  <a:srgbClr val="EEF5FF"/>
                </a:solidFill>
                <a:latin typeface="微软雅黑"/>
                <a:ea typeface="微软雅黑"/>
                <a:cs typeface="微软雅黑"/>
              </a:rPr>
              <a:t>人外委（</a:t>
            </a:r>
            <a:r>
              <a:rPr sz="788" b="0">
                <a:solidFill>
                  <a:srgbClr val="EEF5FF"/>
                </a:solidFill>
                <a:latin typeface="微软雅黑"/>
                <a:ea typeface="微软雅黑"/>
                <a:cs typeface="微软雅黑"/>
              </a:rPr>
              <a:t>18 </a:t>
            </a:r>
            <a:r>
              <a:rPr sz="788" b="0">
                <a:solidFill>
                  <a:srgbClr val="EEF5FF"/>
                </a:solidFill>
                <a:latin typeface="微软雅黑"/>
                <a:ea typeface="微软雅黑"/>
                <a:cs typeface="微软雅黑"/>
              </a:rPr>
              <a:t>万）</a:t>
            </a:r>
            <a:r>
              <a:rPr sz="788" b="0">
                <a:solidFill>
                  <a:srgbClr val="EEF5FF"/>
                </a:solidFill>
                <a:latin typeface="微软雅黑"/>
                <a:ea typeface="微软雅黑"/>
                <a:cs typeface="微软雅黑"/>
              </a:rPr>
              <a:t>= 34 </a:t>
            </a:r>
            <a:r>
              <a:rPr sz="788" b="0">
                <a:solidFill>
                  <a:srgbClr val="EEF5FF"/>
                </a:solidFill>
                <a:latin typeface="微软雅黑"/>
                <a:ea typeface="微软雅黑"/>
                <a:cs typeface="微软雅黑"/>
              </a:rPr>
              <a:t>万</a:t>
            </a:r>
          </a:p>
        </p:txBody>
      </p:sp>
      <p:sp>
        <p:nvSpPr>
          <p:cNvPr id="43" name="">
            <a:extLst xmlns:a="http://schemas.openxmlformats.org/drawingml/2006/main">
              <a:ext uri="{FF2B5EF4-FFF2-40B4-BE49-F238E27FC236}">
                <a16:creationId xmlns:a16="http://schemas.microsoft.com/office/drawing/2014/main" id="{22D9C5AA-6A39-412B-A665-0C1F17F1EBFC}"/>
              </a:ext>
            </a:extLst>
          </p:cNvPr>
          <p:cNvSpPr>
            <a:spLocks xmlns:a="http://schemas.openxmlformats.org/drawingml/2006/main" noGrp="1"/>
          </p:cNvSpPr>
          <p:nvPr/>
        </p:nvSpPr>
        <p:spPr>
          <a:xfrm xmlns:a="http://schemas.openxmlformats.org/drawingml/2006/main">
            <a:off x="4305300" y="4572000"/>
            <a:ext cx="14097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微软雅黑"/>
                <a:ea typeface="微软雅黑"/>
                <a:cs typeface="微软雅黑"/>
              </a:defRPr>
            </a:pPr>
            <a:r>
              <a:rPr sz="975" b="1">
                <a:solidFill>
                  <a:srgbClr val="FFD24A"/>
                </a:solidFill>
                <a:latin typeface="微软雅黑"/>
                <a:ea typeface="微软雅黑"/>
                <a:cs typeface="微软雅黑"/>
              </a:rPr>
              <a:t>34 </a:t>
            </a:r>
            <a:r>
              <a:rPr sz="975" b="1">
                <a:solidFill>
                  <a:srgbClr val="FFD24A"/>
                </a:solidFill>
                <a:latin typeface="微软雅黑"/>
                <a:ea typeface="微软雅黑"/>
                <a:cs typeface="微软雅黑"/>
              </a:rPr>
              <a:t>万元 </a:t>
            </a:r>
            <a:r>
              <a:rPr sz="975" b="1">
                <a:solidFill>
                  <a:srgbClr val="FFD24A"/>
                </a:solidFill>
                <a:latin typeface="微软雅黑"/>
                <a:ea typeface="微软雅黑"/>
                <a:cs typeface="微软雅黑"/>
              </a:rPr>
              <a:t>/ </a:t>
            </a:r>
            <a:r>
              <a:rPr sz="975" b="1">
                <a:solidFill>
                  <a:srgbClr val="FFD24A"/>
                </a:solidFill>
                <a:latin typeface="微软雅黑"/>
                <a:ea typeface="微软雅黑"/>
                <a:cs typeface="微软雅黑"/>
              </a:rPr>
              <a:t>年</a:t>
            </a:r>
          </a:p>
        </p:txBody>
      </p:sp>
      <p:sp>
        <p:nvSpPr>
          <p:cNvPr id="44" name="">
            <a:extLst xmlns:a="http://schemas.openxmlformats.org/drawingml/2006/main">
              <a:ext uri="{FF2B5EF4-FFF2-40B4-BE49-F238E27FC236}">
                <a16:creationId xmlns:a16="http://schemas.microsoft.com/office/drawing/2014/main" id="{73955ED5-54F0-41E9-A880-43C467924264}"/>
              </a:ext>
            </a:extLst>
          </p:cNvPr>
          <p:cNvSpPr>
            <a:spLocks xmlns:a="http://schemas.openxmlformats.org/drawingml/2006/main" noGrp="1"/>
          </p:cNvSpPr>
          <p:nvPr/>
        </p:nvSpPr>
        <p:spPr>
          <a:xfrm xmlns:a="http://schemas.openxmlformats.org/drawingml/2006/main">
            <a:off x="457200" y="4914900"/>
            <a:ext cx="5372100" cy="400050"/>
          </a:xfrm>
          <a:prstGeom xmlns:a="http://schemas.openxmlformats.org/drawingml/2006/main" prst="roundRect">
            <a:avLst>
              <a:gd name="adj" fmla="val 21429"/>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E3A1"/>
            </a:solidFill>
            <a:prstDash val="solid"/>
          </a:ln>
        </p:spPr>
      </p:sp>
      <p:sp>
        <p:nvSpPr>
          <p:cNvPr id="45" name="">
            <a:extLst xmlns:a="http://schemas.openxmlformats.org/drawingml/2006/main">
              <a:ext uri="{FF2B5EF4-FFF2-40B4-BE49-F238E27FC236}">
                <a16:creationId xmlns:a16="http://schemas.microsoft.com/office/drawing/2014/main" id="{3128D26C-4E1D-47B1-A6CA-15B57D89E3A4}"/>
              </a:ext>
            </a:extLst>
          </p:cNvPr>
          <p:cNvSpPr>
            <a:spLocks xmlns:a="http://schemas.openxmlformats.org/drawingml/2006/main" noGrp="1"/>
          </p:cNvSpPr>
          <p:nvPr/>
        </p:nvSpPr>
        <p:spPr>
          <a:xfrm xmlns:a="http://schemas.openxmlformats.org/drawingml/2006/main">
            <a:off x="571500" y="4953000"/>
            <a:ext cx="219075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5FE3A1"/>
                </a:solidFill>
                <a:latin typeface="微软雅黑"/>
                <a:ea typeface="微软雅黑"/>
                <a:cs typeface="微软雅黑"/>
              </a:defRPr>
            </a:pPr>
            <a:r>
              <a:rPr sz="825" b="1">
                <a:solidFill>
                  <a:srgbClr val="5FE3A1"/>
                </a:solidFill>
                <a:latin typeface="微软雅黑"/>
                <a:ea typeface="微软雅黑"/>
                <a:cs typeface="微软雅黑"/>
              </a:rPr>
              <a:t>差额</a:t>
            </a:r>
          </a:p>
        </p:txBody>
      </p:sp>
      <p:sp>
        <p:nvSpPr>
          <p:cNvPr id="46" name="">
            <a:extLst xmlns:a="http://schemas.openxmlformats.org/drawingml/2006/main">
              <a:ext uri="{FF2B5EF4-FFF2-40B4-BE49-F238E27FC236}">
                <a16:creationId xmlns:a16="http://schemas.microsoft.com/office/drawing/2014/main" id="{E75C4405-8352-4D2B-A6BB-5C34BA69C5DD}"/>
              </a:ext>
            </a:extLst>
          </p:cNvPr>
          <p:cNvSpPr>
            <a:spLocks xmlns:a="http://schemas.openxmlformats.org/drawingml/2006/main" noGrp="1"/>
          </p:cNvSpPr>
          <p:nvPr/>
        </p:nvSpPr>
        <p:spPr>
          <a:xfrm xmlns:a="http://schemas.openxmlformats.org/drawingml/2006/main">
            <a:off x="571500" y="5124450"/>
            <a:ext cx="3810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788" b="0">
                <a:solidFill>
                  <a:srgbClr val="EEF5FF"/>
                </a:solidFill>
                <a:latin typeface="微软雅黑"/>
                <a:ea typeface="微软雅黑"/>
                <a:cs typeface="微软雅黑"/>
              </a:defRPr>
            </a:pPr>
            <a:r>
              <a:rPr sz="788" b="0">
                <a:solidFill>
                  <a:srgbClr val="EEF5FF"/>
                </a:solidFill>
                <a:latin typeface="微软雅黑"/>
                <a:ea typeface="微软雅黑"/>
                <a:cs typeface="微软雅黑"/>
              </a:rPr>
              <a:t>口径 </a:t>
            </a:r>
            <a:r>
              <a:rPr sz="788" b="0">
                <a:solidFill>
                  <a:srgbClr val="EEF5FF"/>
                </a:solidFill>
                <a:latin typeface="微软雅黑"/>
                <a:ea typeface="微软雅黑"/>
                <a:cs typeface="微软雅黑"/>
              </a:rPr>
              <a:t>B </a:t>
            </a:r>
            <a:r>
              <a:rPr sz="788" b="0">
                <a:solidFill>
                  <a:srgbClr val="EEF5FF"/>
                </a:solidFill>
                <a:latin typeface="微软雅黑"/>
                <a:ea typeface="微软雅黑"/>
                <a:cs typeface="微软雅黑"/>
              </a:rPr>
              <a:t>相对口径 </a:t>
            </a:r>
            <a:r>
              <a:rPr sz="788" b="0">
                <a:solidFill>
                  <a:srgbClr val="EEF5FF"/>
                </a:solidFill>
                <a:latin typeface="微软雅黑"/>
                <a:ea typeface="微软雅黑"/>
                <a:cs typeface="微软雅黑"/>
              </a:rPr>
              <a:t>A </a:t>
            </a:r>
            <a:r>
              <a:rPr sz="788" b="0">
                <a:solidFill>
                  <a:srgbClr val="EEF5FF"/>
                </a:solidFill>
                <a:latin typeface="微软雅黑"/>
                <a:ea typeface="微软雅黑"/>
                <a:cs typeface="微软雅黑"/>
              </a:rPr>
              <a:t>的净变化</a:t>
            </a:r>
          </a:p>
        </p:txBody>
      </p:sp>
      <p:sp>
        <p:nvSpPr>
          <p:cNvPr id="47" name="">
            <a:extLst xmlns:a="http://schemas.openxmlformats.org/drawingml/2006/main">
              <a:ext uri="{FF2B5EF4-FFF2-40B4-BE49-F238E27FC236}">
                <a16:creationId xmlns:a16="http://schemas.microsoft.com/office/drawing/2014/main" id="{E8719E7C-5127-4223-A6A3-50CF71855D30}"/>
              </a:ext>
            </a:extLst>
          </p:cNvPr>
          <p:cNvSpPr>
            <a:spLocks xmlns:a="http://schemas.openxmlformats.org/drawingml/2006/main" noGrp="1"/>
          </p:cNvSpPr>
          <p:nvPr/>
        </p:nvSpPr>
        <p:spPr>
          <a:xfrm xmlns:a="http://schemas.openxmlformats.org/drawingml/2006/main">
            <a:off x="4305300" y="5029200"/>
            <a:ext cx="14097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5FE3A1"/>
                </a:solidFill>
                <a:latin typeface="微软雅黑"/>
                <a:ea typeface="微软雅黑"/>
                <a:cs typeface="微软雅黑"/>
              </a:defRPr>
            </a:pPr>
            <a:r>
              <a:rPr sz="975" b="1">
                <a:solidFill>
                  <a:srgbClr val="5FE3A1"/>
                </a:solidFill>
                <a:latin typeface="微软雅黑"/>
                <a:ea typeface="微软雅黑"/>
                <a:cs typeface="微软雅黑"/>
              </a:rPr>
              <a:t>节约 </a:t>
            </a:r>
            <a:r>
              <a:rPr sz="975" b="1">
                <a:solidFill>
                  <a:srgbClr val="5FE3A1"/>
                </a:solidFill>
                <a:latin typeface="微软雅黑"/>
                <a:ea typeface="微软雅黑"/>
                <a:cs typeface="微软雅黑"/>
              </a:rPr>
              <a:t>8 </a:t>
            </a:r>
            <a:r>
              <a:rPr sz="975" b="1">
                <a:solidFill>
                  <a:srgbClr val="5FE3A1"/>
                </a:solidFill>
                <a:latin typeface="微软雅黑"/>
                <a:ea typeface="微软雅黑"/>
                <a:cs typeface="微软雅黑"/>
              </a:rPr>
              <a:t>万元 </a:t>
            </a:r>
            <a:r>
              <a:rPr sz="975" b="1">
                <a:solidFill>
                  <a:srgbClr val="5FE3A1"/>
                </a:solidFill>
                <a:latin typeface="微软雅黑"/>
                <a:ea typeface="微软雅黑"/>
                <a:cs typeface="微软雅黑"/>
              </a:rPr>
              <a:t>/ </a:t>
            </a:r>
            <a:r>
              <a:rPr sz="975" b="1">
                <a:solidFill>
                  <a:srgbClr val="5FE3A1"/>
                </a:solidFill>
                <a:latin typeface="微软雅黑"/>
                <a:ea typeface="微软雅黑"/>
                <a:cs typeface="微软雅黑"/>
              </a:rPr>
              <a:t>年</a:t>
            </a:r>
          </a:p>
        </p:txBody>
      </p:sp>
      <p:sp>
        <p:nvSpPr>
          <p:cNvPr id="48" name="">
            <a:extLst xmlns:a="http://schemas.openxmlformats.org/drawingml/2006/main">
              <a:ext uri="{FF2B5EF4-FFF2-40B4-BE49-F238E27FC236}">
                <a16:creationId xmlns:a16="http://schemas.microsoft.com/office/drawing/2014/main" id="{36D434B4-9522-4491-AC34-C6BB9EA564B4}"/>
              </a:ext>
            </a:extLst>
          </p:cNvPr>
          <p:cNvSpPr>
            <a:spLocks xmlns:a="http://schemas.openxmlformats.org/drawingml/2006/main" noGrp="1"/>
          </p:cNvSpPr>
          <p:nvPr/>
        </p:nvSpPr>
        <p:spPr>
          <a:xfrm xmlns:a="http://schemas.openxmlformats.org/drawingml/2006/main">
            <a:off x="457200" y="5429250"/>
            <a:ext cx="53911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30000"/>
              </a:lnSpc>
              <a:buNone/>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注：外委单价高但响应快，适合临时窗口；系统会如实给出「该组合不一定更省」的结论，而不是一味推荐内部消化。</a:t>
            </a:r>
          </a:p>
        </p:txBody>
      </p:sp>
      <p:sp>
        <p:nvSpPr>
          <p:cNvPr id="49" name="">
            <a:extLst xmlns:a="http://schemas.openxmlformats.org/drawingml/2006/main">
              <a:ext uri="{FF2B5EF4-FFF2-40B4-BE49-F238E27FC236}">
                <a16:creationId xmlns:a16="http://schemas.microsoft.com/office/drawing/2014/main" id="{ADD7DAB4-DFBE-4F4C-A94D-44858D634CBB}"/>
              </a:ext>
            </a:extLst>
          </p:cNvPr>
          <p:cNvSpPr>
            <a:spLocks xmlns:a="http://schemas.openxmlformats.org/drawingml/2006/main" noGrp="1"/>
          </p:cNvSpPr>
          <p:nvPr/>
        </p:nvSpPr>
        <p:spPr>
          <a:xfrm xmlns:a="http://schemas.openxmlformats.org/drawingml/2006/main">
            <a:off x="6229350" y="1333500"/>
            <a:ext cx="5715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FFD24A"/>
                </a:solidFill>
                <a:latin typeface="微软雅黑"/>
                <a:ea typeface="微软雅黑"/>
                <a:cs typeface="微软雅黑"/>
              </a:defRPr>
            </a:pPr>
            <a:r>
              <a:rPr sz="1050" b="1">
                <a:solidFill>
                  <a:srgbClr val="FFD24A"/>
                </a:solidFill>
                <a:latin typeface="微软雅黑"/>
                <a:ea typeface="微软雅黑"/>
                <a:cs typeface="微软雅黑"/>
              </a:rPr>
              <a:t>回收期模型（把客户真实参数代入即可算）</a:t>
            </a:r>
          </a:p>
        </p:txBody>
      </p:sp>
      <p:sp>
        <p:nvSpPr>
          <p:cNvPr id="50" name="">
            <a:extLst xmlns:a="http://schemas.openxmlformats.org/drawingml/2006/main">
              <a:ext uri="{FF2B5EF4-FFF2-40B4-BE49-F238E27FC236}">
                <a16:creationId xmlns:a16="http://schemas.microsoft.com/office/drawing/2014/main" id="{25745812-7FA9-4189-8721-C373E1D955B7}"/>
              </a:ext>
            </a:extLst>
          </p:cNvPr>
          <p:cNvSpPr>
            <a:spLocks xmlns:a="http://schemas.openxmlformats.org/drawingml/2006/main" noGrp="1"/>
          </p:cNvSpPr>
          <p:nvPr/>
        </p:nvSpPr>
        <p:spPr>
          <a:xfrm xmlns:a="http://schemas.openxmlformats.org/drawingml/2006/main">
            <a:off x="6229350" y="1638300"/>
            <a:ext cx="5676900" cy="914400"/>
          </a:xfrm>
          <a:prstGeom xmlns:a="http://schemas.openxmlformats.org/drawingml/2006/main" prst="roundRect">
            <a:avLst>
              <a:gd name="adj" fmla="val 9375"/>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13335">
            <a:solidFill>
              <a:srgbClr val="FFD24A"/>
            </a:solidFill>
            <a:prstDash val="solid"/>
          </a:ln>
        </p:spPr>
      </p:sp>
      <p:sp>
        <p:nvSpPr>
          <p:cNvPr id="51" name="">
            <a:extLst xmlns:a="http://schemas.openxmlformats.org/drawingml/2006/main">
              <a:ext uri="{FF2B5EF4-FFF2-40B4-BE49-F238E27FC236}">
                <a16:creationId xmlns:a16="http://schemas.microsoft.com/office/drawing/2014/main" id="{B97A1B28-C72D-4437-BB02-4E377B7F5373}"/>
              </a:ext>
            </a:extLst>
          </p:cNvPr>
          <p:cNvSpPr>
            <a:spLocks xmlns:a="http://schemas.openxmlformats.org/drawingml/2006/main" noGrp="1"/>
          </p:cNvSpPr>
          <p:nvPr/>
        </p:nvSpPr>
        <p:spPr>
          <a:xfrm xmlns:a="http://schemas.openxmlformats.org/drawingml/2006/main">
            <a:off x="6400800" y="1771650"/>
            <a:ext cx="5353050" cy="666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60000"/>
              </a:lnSpc>
              <a:buNone/>
              <a:defRPr sz="938">
                <a:solidFill>
                  <a:srgbClr val="EEF5FF"/>
                </a:solidFill>
                <a:latin typeface="微软雅黑"/>
                <a:ea typeface="微软雅黑"/>
                <a:cs typeface="微软雅黑"/>
              </a:defRPr>
            </a:pPr>
            <a:r>
              <a:rPr sz="938" b="1">
                <a:solidFill>
                  <a:srgbClr val="EEF5FF"/>
                </a:solidFill>
                <a:latin typeface="微软雅黑"/>
                <a:ea typeface="微软雅黑"/>
                <a:cs typeface="微软雅黑"/>
              </a:rPr>
              <a:t>年可量化节省 </a:t>
            </a:r>
            <a:r>
              <a:rPr sz="938" b="1">
                <a:solidFill>
                  <a:srgbClr val="EEF5FF"/>
                </a:solidFill>
                <a:latin typeface="微软雅黑"/>
                <a:ea typeface="微软雅黑"/>
                <a:cs typeface="微软雅黑"/>
              </a:rPr>
              <a:t>S = </a:t>
            </a:r>
            <a:r>
              <a:rPr sz="938">
                <a:solidFill>
                  <a:srgbClr val="EEF5FF"/>
                </a:solidFill>
                <a:latin typeface="微软雅黑"/>
                <a:ea typeface="微软雅黑"/>
                <a:cs typeface="微软雅黑"/>
              </a:rPr>
              <a:t>人力决策节省 </a:t>
            </a: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停机带教工时节省 </a:t>
            </a: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重复培训工时节省 </a:t>
            </a: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台账人工节省</a:t>
            </a:r>
          </a:p>
          <a:p xmlns:a="http://schemas.openxmlformats.org/drawingml/2006/main">
            <a:pPr algn="l">
              <a:lnSpc>
                <a:spcPct val="160000"/>
              </a:lnSpc>
              <a:buNone/>
              <a:defRPr sz="938">
                <a:solidFill>
                  <a:srgbClr val="EEF5FF"/>
                </a:solidFill>
                <a:latin typeface="微软雅黑"/>
                <a:ea typeface="微软雅黑"/>
                <a:cs typeface="微软雅黑"/>
              </a:defRPr>
            </a:pPr>
            <a:r>
              <a:rPr sz="938" b="1">
                <a:solidFill>
                  <a:srgbClr val="EEF5FF"/>
                </a:solidFill>
                <a:latin typeface="微软雅黑"/>
                <a:ea typeface="微软雅黑"/>
                <a:cs typeface="微软雅黑"/>
              </a:rPr>
              <a:t>回收期 </a:t>
            </a:r>
            <a:r>
              <a:rPr sz="938" b="1">
                <a:solidFill>
                  <a:srgbClr val="EEF5FF"/>
                </a:solidFill>
                <a:latin typeface="微软雅黑"/>
                <a:ea typeface="微软雅黑"/>
                <a:cs typeface="微软雅黑"/>
              </a:rPr>
              <a:t>T = </a:t>
            </a:r>
            <a:r>
              <a:rPr sz="938">
                <a:solidFill>
                  <a:srgbClr val="EEF5FF"/>
                </a:solidFill>
                <a:latin typeface="微软雅黑"/>
                <a:ea typeface="微软雅黑"/>
                <a:cs typeface="微软雅黑"/>
              </a:rPr>
              <a:t>系统年费 </a:t>
            </a:r>
            <a:r>
              <a:rPr sz="938">
                <a:solidFill>
                  <a:srgbClr val="EEF5FF"/>
                </a:solidFill>
                <a:latin typeface="微软雅黑"/>
                <a:ea typeface="微软雅黑"/>
                <a:cs typeface="微软雅黑"/>
              </a:rPr>
              <a:t>÷ S　</a:t>
            </a:r>
            <a:r>
              <a:rPr sz="938">
                <a:solidFill>
                  <a:srgbClr val="EEF5FF"/>
                </a:solidFill>
                <a:latin typeface="微软雅黑"/>
                <a:ea typeface="微软雅黑"/>
                <a:cs typeface="微软雅黑"/>
              </a:rPr>
              <a:t>（按客户真实人均工时成本代入）</a:t>
            </a:r>
          </a:p>
        </p:txBody>
      </p:sp>
      <p:sp>
        <p:nvSpPr>
          <p:cNvPr id="52" name="">
            <a:extLst xmlns:a="http://schemas.openxmlformats.org/drawingml/2006/main">
              <a:ext uri="{FF2B5EF4-FFF2-40B4-BE49-F238E27FC236}">
                <a16:creationId xmlns:a16="http://schemas.microsoft.com/office/drawing/2014/main" id="{CFDCD969-AD4D-4E78-8369-34AAEC4D3EBC}"/>
              </a:ext>
            </a:extLst>
          </p:cNvPr>
          <p:cNvSpPr>
            <a:spLocks xmlns:a="http://schemas.openxmlformats.org/drawingml/2006/main" noGrp="1"/>
          </p:cNvSpPr>
          <p:nvPr/>
        </p:nvSpPr>
        <p:spPr>
          <a:xfrm xmlns:a="http://schemas.openxmlformats.org/drawingml/2006/main">
            <a:off x="6229350" y="2705100"/>
            <a:ext cx="5676900" cy="628650"/>
          </a:xfrm>
          <a:prstGeom xmlns:a="http://schemas.openxmlformats.org/drawingml/2006/main" prst="roundRect">
            <a:avLst>
              <a:gd name="adj" fmla="val 13636"/>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53" name="">
            <a:extLst xmlns:a="http://schemas.openxmlformats.org/drawingml/2006/main">
              <a:ext uri="{FF2B5EF4-FFF2-40B4-BE49-F238E27FC236}">
                <a16:creationId xmlns:a16="http://schemas.microsoft.com/office/drawing/2014/main" id="{86A17597-E2EB-4833-A378-9E8B0DEF1AC3}"/>
              </a:ext>
            </a:extLst>
          </p:cNvPr>
          <p:cNvSpPr>
            <a:spLocks xmlns:a="http://schemas.openxmlformats.org/drawingml/2006/main" noGrp="1"/>
          </p:cNvSpPr>
          <p:nvPr/>
        </p:nvSpPr>
        <p:spPr>
          <a:xfrm xmlns:a="http://schemas.openxmlformats.org/drawingml/2006/main">
            <a:off x="6229350" y="2705100"/>
            <a:ext cx="38100" cy="628650"/>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54" name="">
            <a:extLst xmlns:a="http://schemas.openxmlformats.org/drawingml/2006/main">
              <a:ext uri="{FF2B5EF4-FFF2-40B4-BE49-F238E27FC236}">
                <a16:creationId xmlns:a16="http://schemas.microsoft.com/office/drawing/2014/main" id="{02CAC039-81CB-493C-BDD6-5BED1FD8DD60}"/>
              </a:ext>
            </a:extLst>
          </p:cNvPr>
          <p:cNvSpPr>
            <a:spLocks xmlns:a="http://schemas.openxmlformats.org/drawingml/2006/main" noGrp="1"/>
          </p:cNvSpPr>
          <p:nvPr/>
        </p:nvSpPr>
        <p:spPr>
          <a:xfrm xmlns:a="http://schemas.openxmlformats.org/drawingml/2006/main">
            <a:off x="6400800" y="2781300"/>
            <a:ext cx="2857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人力决策节省</a:t>
            </a:r>
          </a:p>
        </p:txBody>
      </p:sp>
      <p:sp>
        <p:nvSpPr>
          <p:cNvPr id="55" name="">
            <a:extLst xmlns:a="http://schemas.openxmlformats.org/drawingml/2006/main">
              <a:ext uri="{FF2B5EF4-FFF2-40B4-BE49-F238E27FC236}">
                <a16:creationId xmlns:a16="http://schemas.microsoft.com/office/drawing/2014/main" id="{EB406837-785D-400E-8683-06D4AE6FE529}"/>
              </a:ext>
            </a:extLst>
          </p:cNvPr>
          <p:cNvSpPr>
            <a:spLocks xmlns:a="http://schemas.openxmlformats.org/drawingml/2006/main" noGrp="1"/>
          </p:cNvSpPr>
          <p:nvPr/>
        </p:nvSpPr>
        <p:spPr>
          <a:xfrm xmlns:a="http://schemas.openxmlformats.org/drawingml/2006/main">
            <a:off x="6400800" y="3009900"/>
            <a:ext cx="3619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788" b="0">
                <a:solidFill>
                  <a:srgbClr val="EEF5FF"/>
                </a:solidFill>
                <a:latin typeface="微软雅黑"/>
                <a:ea typeface="微软雅黑"/>
                <a:cs typeface="微软雅黑"/>
              </a:defRPr>
            </a:pPr>
            <a:r>
              <a:rPr sz="788" b="0">
                <a:solidFill>
                  <a:srgbClr val="EEF5FF"/>
                </a:solidFill>
                <a:latin typeface="微软雅黑"/>
                <a:ea typeface="微软雅黑"/>
                <a:cs typeface="微软雅黑"/>
              </a:rPr>
              <a:t>按转岗 </a:t>
            </a:r>
            <a:r>
              <a:rPr sz="788" b="0">
                <a:solidFill>
                  <a:srgbClr val="EEF5FF"/>
                </a:solidFill>
                <a:latin typeface="微软雅黑"/>
                <a:ea typeface="微软雅黑"/>
                <a:cs typeface="微软雅黑"/>
              </a:rPr>
              <a:t>/ </a:t>
            </a:r>
            <a:r>
              <a:rPr sz="788" b="0">
                <a:solidFill>
                  <a:srgbClr val="EEF5FF"/>
                </a:solidFill>
                <a:latin typeface="微软雅黑"/>
                <a:ea typeface="微软雅黑"/>
                <a:cs typeface="微软雅黑"/>
              </a:rPr>
              <a:t>招聘 </a:t>
            </a:r>
            <a:r>
              <a:rPr sz="788" b="0">
                <a:solidFill>
                  <a:srgbClr val="EEF5FF"/>
                </a:solidFill>
                <a:latin typeface="微软雅黑"/>
                <a:ea typeface="微软雅黑"/>
                <a:cs typeface="微软雅黑"/>
              </a:rPr>
              <a:t>/ </a:t>
            </a:r>
            <a:r>
              <a:rPr sz="788" b="0">
                <a:solidFill>
                  <a:srgbClr val="EEF5FF"/>
                </a:solidFill>
                <a:latin typeface="微软雅黑"/>
                <a:ea typeface="微软雅黑"/>
                <a:cs typeface="微软雅黑"/>
              </a:rPr>
              <a:t>外委组合与全外招口径之差计算</a:t>
            </a:r>
          </a:p>
        </p:txBody>
      </p:sp>
      <p:sp>
        <p:nvSpPr>
          <p:cNvPr id="56" name="">
            <a:extLst xmlns:a="http://schemas.openxmlformats.org/drawingml/2006/main">
              <a:ext uri="{FF2B5EF4-FFF2-40B4-BE49-F238E27FC236}">
                <a16:creationId xmlns:a16="http://schemas.microsoft.com/office/drawing/2014/main" id="{F6C9B88B-7158-4841-83FA-DC1D130033C2}"/>
              </a:ext>
            </a:extLst>
          </p:cNvPr>
          <p:cNvSpPr>
            <a:spLocks xmlns:a="http://schemas.openxmlformats.org/drawingml/2006/main" noGrp="1"/>
          </p:cNvSpPr>
          <p:nvPr/>
        </p:nvSpPr>
        <p:spPr>
          <a:xfrm xmlns:a="http://schemas.openxmlformats.org/drawingml/2006/main">
            <a:off x="10001250" y="2895600"/>
            <a:ext cx="17716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1">
                <a:solidFill>
                  <a:srgbClr val="FFD24A"/>
                </a:solidFill>
                <a:latin typeface="微软雅黑"/>
                <a:ea typeface="微软雅黑"/>
                <a:cs typeface="微软雅黑"/>
              </a:defRPr>
            </a:pPr>
            <a:r>
              <a:rPr sz="825" b="1">
                <a:solidFill>
                  <a:srgbClr val="FFD24A"/>
                </a:solidFill>
                <a:latin typeface="微软雅黑"/>
                <a:ea typeface="微软雅黑"/>
                <a:cs typeface="微软雅黑"/>
              </a:rPr>
              <a:t>本次示范 </a:t>
            </a:r>
            <a:r>
              <a:rPr sz="825" b="1">
                <a:solidFill>
                  <a:srgbClr val="FFD24A"/>
                </a:solidFill>
                <a:latin typeface="微软雅黑"/>
                <a:ea typeface="微软雅黑"/>
                <a:cs typeface="微软雅黑"/>
              </a:rPr>
              <a:t>8 </a:t>
            </a:r>
            <a:r>
              <a:rPr sz="825" b="1">
                <a:solidFill>
                  <a:srgbClr val="FFD24A"/>
                </a:solidFill>
                <a:latin typeface="微软雅黑"/>
                <a:ea typeface="微软雅黑"/>
                <a:cs typeface="微软雅黑"/>
              </a:rPr>
              <a:t>万元 </a:t>
            </a:r>
            <a:r>
              <a:rPr sz="825" b="1">
                <a:solidFill>
                  <a:srgbClr val="FFD24A"/>
                </a:solidFill>
                <a:latin typeface="微软雅黑"/>
                <a:ea typeface="微软雅黑"/>
                <a:cs typeface="微软雅黑"/>
              </a:rPr>
              <a:t>/ </a:t>
            </a:r>
            <a:r>
              <a:rPr sz="825" b="1">
                <a:solidFill>
                  <a:srgbClr val="FFD24A"/>
                </a:solidFill>
                <a:latin typeface="微软雅黑"/>
                <a:ea typeface="微软雅黑"/>
                <a:cs typeface="微软雅黑"/>
              </a:rPr>
              <a:t>年</a:t>
            </a:r>
          </a:p>
        </p:txBody>
      </p:sp>
      <p:sp>
        <p:nvSpPr>
          <p:cNvPr id="57" name="">
            <a:extLst xmlns:a="http://schemas.openxmlformats.org/drawingml/2006/main">
              <a:ext uri="{FF2B5EF4-FFF2-40B4-BE49-F238E27FC236}">
                <a16:creationId xmlns:a16="http://schemas.microsoft.com/office/drawing/2014/main" id="{AA0B1EEF-E91C-4027-A189-8D9A11D6D7BF}"/>
              </a:ext>
            </a:extLst>
          </p:cNvPr>
          <p:cNvSpPr>
            <a:spLocks xmlns:a="http://schemas.openxmlformats.org/drawingml/2006/main" noGrp="1"/>
          </p:cNvSpPr>
          <p:nvPr/>
        </p:nvSpPr>
        <p:spPr>
          <a:xfrm xmlns:a="http://schemas.openxmlformats.org/drawingml/2006/main">
            <a:off x="6229350" y="3409950"/>
            <a:ext cx="5676900" cy="628650"/>
          </a:xfrm>
          <a:prstGeom xmlns:a="http://schemas.openxmlformats.org/drawingml/2006/main" prst="roundRect">
            <a:avLst>
              <a:gd name="adj" fmla="val 13636"/>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58" name="">
            <a:extLst xmlns:a="http://schemas.openxmlformats.org/drawingml/2006/main">
              <a:ext uri="{FF2B5EF4-FFF2-40B4-BE49-F238E27FC236}">
                <a16:creationId xmlns:a16="http://schemas.microsoft.com/office/drawing/2014/main" id="{5C27CB5B-88D2-4785-A4FF-7FD7FD485C21}"/>
              </a:ext>
            </a:extLst>
          </p:cNvPr>
          <p:cNvSpPr>
            <a:spLocks xmlns:a="http://schemas.openxmlformats.org/drawingml/2006/main" noGrp="1"/>
          </p:cNvSpPr>
          <p:nvPr/>
        </p:nvSpPr>
        <p:spPr>
          <a:xfrm xmlns:a="http://schemas.openxmlformats.org/drawingml/2006/main">
            <a:off x="6229350" y="3409950"/>
            <a:ext cx="38100" cy="628650"/>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59" name="">
            <a:extLst xmlns:a="http://schemas.openxmlformats.org/drawingml/2006/main">
              <a:ext uri="{FF2B5EF4-FFF2-40B4-BE49-F238E27FC236}">
                <a16:creationId xmlns:a16="http://schemas.microsoft.com/office/drawing/2014/main" id="{87C185B7-58A9-4D26-A180-16B92F0F1367}"/>
              </a:ext>
            </a:extLst>
          </p:cNvPr>
          <p:cNvSpPr>
            <a:spLocks xmlns:a="http://schemas.openxmlformats.org/drawingml/2006/main" noGrp="1"/>
          </p:cNvSpPr>
          <p:nvPr/>
        </p:nvSpPr>
        <p:spPr>
          <a:xfrm xmlns:a="http://schemas.openxmlformats.org/drawingml/2006/main">
            <a:off x="6400800" y="3486150"/>
            <a:ext cx="2857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停机带教工时</a:t>
            </a:r>
          </a:p>
        </p:txBody>
      </p:sp>
      <p:sp>
        <p:nvSpPr>
          <p:cNvPr id="60" name="">
            <a:extLst xmlns:a="http://schemas.openxmlformats.org/drawingml/2006/main">
              <a:ext uri="{FF2B5EF4-FFF2-40B4-BE49-F238E27FC236}">
                <a16:creationId xmlns:a16="http://schemas.microsoft.com/office/drawing/2014/main" id="{70268825-8DEA-4162-B5AE-A9D23244005E}"/>
              </a:ext>
            </a:extLst>
          </p:cNvPr>
          <p:cNvSpPr>
            <a:spLocks xmlns:a="http://schemas.openxmlformats.org/drawingml/2006/main" noGrp="1"/>
          </p:cNvSpPr>
          <p:nvPr/>
        </p:nvSpPr>
        <p:spPr>
          <a:xfrm xmlns:a="http://schemas.openxmlformats.org/drawingml/2006/main">
            <a:off x="6400800" y="3714750"/>
            <a:ext cx="3619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788" b="0">
                <a:solidFill>
                  <a:srgbClr val="EEF5FF"/>
                </a:solidFill>
                <a:latin typeface="微软雅黑"/>
                <a:ea typeface="微软雅黑"/>
                <a:cs typeface="微软雅黑"/>
              </a:defRPr>
            </a:pPr>
            <a:r>
              <a:rPr sz="788" b="0">
                <a:solidFill>
                  <a:srgbClr val="EEF5FF"/>
                </a:solidFill>
                <a:latin typeface="微软雅黑"/>
                <a:ea typeface="微软雅黑"/>
                <a:cs typeface="微软雅黑"/>
              </a:rPr>
              <a:t>按「带教人数 </a:t>
            </a:r>
            <a:r>
              <a:rPr sz="788" b="0">
                <a:solidFill>
                  <a:srgbClr val="EEF5FF"/>
                </a:solidFill>
                <a:latin typeface="微软雅黑"/>
                <a:ea typeface="微软雅黑"/>
                <a:cs typeface="微软雅黑"/>
              </a:rPr>
              <a:t>× </a:t>
            </a:r>
            <a:r>
              <a:rPr sz="788" b="0">
                <a:solidFill>
                  <a:srgbClr val="EEF5FF"/>
                </a:solidFill>
                <a:latin typeface="微软雅黑"/>
                <a:ea typeface="微软雅黑"/>
                <a:cs typeface="微软雅黑"/>
              </a:rPr>
              <a:t>年带教工时 </a:t>
            </a:r>
            <a:r>
              <a:rPr sz="788" b="0">
                <a:solidFill>
                  <a:srgbClr val="EEF5FF"/>
                </a:solidFill>
                <a:latin typeface="微软雅黑"/>
                <a:ea typeface="微软雅黑"/>
                <a:cs typeface="微软雅黑"/>
              </a:rPr>
              <a:t>× </a:t>
            </a:r>
            <a:r>
              <a:rPr sz="788" b="0">
                <a:solidFill>
                  <a:srgbClr val="EEF5FF"/>
                </a:solidFill>
                <a:latin typeface="微软雅黑"/>
                <a:ea typeface="微软雅黑"/>
                <a:cs typeface="微软雅黑"/>
              </a:rPr>
              <a:t>客户人均工时成本」计算</a:t>
            </a:r>
          </a:p>
        </p:txBody>
      </p:sp>
      <p:sp>
        <p:nvSpPr>
          <p:cNvPr id="61" name="">
            <a:extLst xmlns:a="http://schemas.openxmlformats.org/drawingml/2006/main">
              <a:ext uri="{FF2B5EF4-FFF2-40B4-BE49-F238E27FC236}">
                <a16:creationId xmlns:a16="http://schemas.microsoft.com/office/drawing/2014/main" id="{7CC37974-842F-41BD-A2F3-39559649B8A5}"/>
              </a:ext>
            </a:extLst>
          </p:cNvPr>
          <p:cNvSpPr>
            <a:spLocks xmlns:a="http://schemas.openxmlformats.org/drawingml/2006/main" noGrp="1"/>
          </p:cNvSpPr>
          <p:nvPr/>
        </p:nvSpPr>
        <p:spPr>
          <a:xfrm xmlns:a="http://schemas.openxmlformats.org/drawingml/2006/main">
            <a:off x="10001250" y="3600450"/>
            <a:ext cx="17716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1">
                <a:solidFill>
                  <a:srgbClr val="FFD24A"/>
                </a:solidFill>
                <a:latin typeface="微软雅黑"/>
                <a:ea typeface="微软雅黑"/>
                <a:cs typeface="微软雅黑"/>
              </a:defRPr>
            </a:pPr>
            <a:r>
              <a:rPr sz="825" b="1">
                <a:solidFill>
                  <a:srgbClr val="FFD24A"/>
                </a:solidFill>
                <a:latin typeface="微软雅黑"/>
                <a:ea typeface="微软雅黑"/>
                <a:cs typeface="微软雅黑"/>
              </a:rPr>
              <a:t>参数待客户代入</a:t>
            </a:r>
          </a:p>
        </p:txBody>
      </p:sp>
      <p:sp>
        <p:nvSpPr>
          <p:cNvPr id="62" name="">
            <a:extLst xmlns:a="http://schemas.openxmlformats.org/drawingml/2006/main">
              <a:ext uri="{FF2B5EF4-FFF2-40B4-BE49-F238E27FC236}">
                <a16:creationId xmlns:a16="http://schemas.microsoft.com/office/drawing/2014/main" id="{3921CAAB-9C32-4ECA-9C3A-DA8419D04877}"/>
              </a:ext>
            </a:extLst>
          </p:cNvPr>
          <p:cNvSpPr>
            <a:spLocks xmlns:a="http://schemas.openxmlformats.org/drawingml/2006/main" noGrp="1"/>
          </p:cNvSpPr>
          <p:nvPr/>
        </p:nvSpPr>
        <p:spPr>
          <a:xfrm xmlns:a="http://schemas.openxmlformats.org/drawingml/2006/main">
            <a:off x="6229350" y="4114800"/>
            <a:ext cx="5676900" cy="628650"/>
          </a:xfrm>
          <a:prstGeom xmlns:a="http://schemas.openxmlformats.org/drawingml/2006/main" prst="roundRect">
            <a:avLst>
              <a:gd name="adj" fmla="val 13636"/>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63" name="">
            <a:extLst xmlns:a="http://schemas.openxmlformats.org/drawingml/2006/main">
              <a:ext uri="{FF2B5EF4-FFF2-40B4-BE49-F238E27FC236}">
                <a16:creationId xmlns:a16="http://schemas.microsoft.com/office/drawing/2014/main" id="{4821A54E-2434-48D8-8229-E619066EFCB3}"/>
              </a:ext>
            </a:extLst>
          </p:cNvPr>
          <p:cNvSpPr>
            <a:spLocks xmlns:a="http://schemas.openxmlformats.org/drawingml/2006/main" noGrp="1"/>
          </p:cNvSpPr>
          <p:nvPr/>
        </p:nvSpPr>
        <p:spPr>
          <a:xfrm xmlns:a="http://schemas.openxmlformats.org/drawingml/2006/main">
            <a:off x="6229350" y="4114800"/>
            <a:ext cx="38100" cy="628650"/>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4" name="">
            <a:extLst xmlns:a="http://schemas.openxmlformats.org/drawingml/2006/main">
              <a:ext uri="{FF2B5EF4-FFF2-40B4-BE49-F238E27FC236}">
                <a16:creationId xmlns:a16="http://schemas.microsoft.com/office/drawing/2014/main" id="{BE9C084A-472B-4ABF-B40A-C07D81483ECC}"/>
              </a:ext>
            </a:extLst>
          </p:cNvPr>
          <p:cNvSpPr>
            <a:spLocks xmlns:a="http://schemas.openxmlformats.org/drawingml/2006/main" noGrp="1"/>
          </p:cNvSpPr>
          <p:nvPr/>
        </p:nvSpPr>
        <p:spPr>
          <a:xfrm xmlns:a="http://schemas.openxmlformats.org/drawingml/2006/main">
            <a:off x="6400800" y="4191000"/>
            <a:ext cx="2857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重复培训工时</a:t>
            </a:r>
          </a:p>
        </p:txBody>
      </p:sp>
      <p:sp>
        <p:nvSpPr>
          <p:cNvPr id="65" name="">
            <a:extLst xmlns:a="http://schemas.openxmlformats.org/drawingml/2006/main">
              <a:ext uri="{FF2B5EF4-FFF2-40B4-BE49-F238E27FC236}">
                <a16:creationId xmlns:a16="http://schemas.microsoft.com/office/drawing/2014/main" id="{731E3DE8-B55E-4A58-B5C4-903013F5C674}"/>
              </a:ext>
            </a:extLst>
          </p:cNvPr>
          <p:cNvSpPr>
            <a:spLocks xmlns:a="http://schemas.openxmlformats.org/drawingml/2006/main" noGrp="1"/>
          </p:cNvSpPr>
          <p:nvPr/>
        </p:nvSpPr>
        <p:spPr>
          <a:xfrm xmlns:a="http://schemas.openxmlformats.org/drawingml/2006/main">
            <a:off x="6400800" y="4419600"/>
            <a:ext cx="3619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788" b="0">
                <a:solidFill>
                  <a:srgbClr val="EEF5FF"/>
                </a:solidFill>
                <a:latin typeface="微软雅黑"/>
                <a:ea typeface="微软雅黑"/>
                <a:cs typeface="微软雅黑"/>
              </a:defRPr>
            </a:pPr>
            <a:r>
              <a:rPr sz="788" b="0">
                <a:solidFill>
                  <a:srgbClr val="EEF5FF"/>
                </a:solidFill>
                <a:latin typeface="微软雅黑"/>
                <a:ea typeface="微软雅黑"/>
                <a:cs typeface="微软雅黑"/>
              </a:rPr>
              <a:t>按「重复培训人数 </a:t>
            </a:r>
            <a:r>
              <a:rPr sz="788" b="0">
                <a:solidFill>
                  <a:srgbClr val="EEF5FF"/>
                </a:solidFill>
                <a:latin typeface="微软雅黑"/>
                <a:ea typeface="微软雅黑"/>
                <a:cs typeface="微软雅黑"/>
              </a:rPr>
              <a:t>× </a:t>
            </a:r>
            <a:r>
              <a:rPr sz="788" b="0">
                <a:solidFill>
                  <a:srgbClr val="EEF5FF"/>
                </a:solidFill>
                <a:latin typeface="微软雅黑"/>
                <a:ea typeface="微软雅黑"/>
                <a:cs typeface="微软雅黑"/>
              </a:rPr>
              <a:t>课时 </a:t>
            </a:r>
            <a:r>
              <a:rPr sz="788" b="0">
                <a:solidFill>
                  <a:srgbClr val="EEF5FF"/>
                </a:solidFill>
                <a:latin typeface="微软雅黑"/>
                <a:ea typeface="微软雅黑"/>
                <a:cs typeface="微软雅黑"/>
              </a:rPr>
              <a:t>× </a:t>
            </a:r>
            <a:r>
              <a:rPr sz="788" b="0">
                <a:solidFill>
                  <a:srgbClr val="EEF5FF"/>
                </a:solidFill>
                <a:latin typeface="微软雅黑"/>
                <a:ea typeface="微软雅黑"/>
                <a:cs typeface="微软雅黑"/>
              </a:rPr>
              <a:t>人均工时成本」计算</a:t>
            </a:r>
          </a:p>
        </p:txBody>
      </p:sp>
      <p:sp>
        <p:nvSpPr>
          <p:cNvPr id="66" name="">
            <a:extLst xmlns:a="http://schemas.openxmlformats.org/drawingml/2006/main">
              <a:ext uri="{FF2B5EF4-FFF2-40B4-BE49-F238E27FC236}">
                <a16:creationId xmlns:a16="http://schemas.microsoft.com/office/drawing/2014/main" id="{841A479C-633D-43B6-81FC-FE6246410E44}"/>
              </a:ext>
            </a:extLst>
          </p:cNvPr>
          <p:cNvSpPr>
            <a:spLocks xmlns:a="http://schemas.openxmlformats.org/drawingml/2006/main" noGrp="1"/>
          </p:cNvSpPr>
          <p:nvPr/>
        </p:nvSpPr>
        <p:spPr>
          <a:xfrm xmlns:a="http://schemas.openxmlformats.org/drawingml/2006/main">
            <a:off x="10001250" y="4305300"/>
            <a:ext cx="17716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1">
                <a:solidFill>
                  <a:srgbClr val="FFD24A"/>
                </a:solidFill>
                <a:latin typeface="微软雅黑"/>
                <a:ea typeface="微软雅黑"/>
                <a:cs typeface="微软雅黑"/>
              </a:defRPr>
            </a:pPr>
            <a:r>
              <a:rPr sz="825" b="1">
                <a:solidFill>
                  <a:srgbClr val="FFD24A"/>
                </a:solidFill>
                <a:latin typeface="微软雅黑"/>
                <a:ea typeface="微软雅黑"/>
                <a:cs typeface="微软雅黑"/>
              </a:rPr>
              <a:t>参数待客户代入</a:t>
            </a:r>
          </a:p>
        </p:txBody>
      </p:sp>
      <p:sp>
        <p:nvSpPr>
          <p:cNvPr id="67" name="">
            <a:extLst xmlns:a="http://schemas.openxmlformats.org/drawingml/2006/main">
              <a:ext uri="{FF2B5EF4-FFF2-40B4-BE49-F238E27FC236}">
                <a16:creationId xmlns:a16="http://schemas.microsoft.com/office/drawing/2014/main" id="{F8934795-E96D-4393-9505-E540C2A41BF7}"/>
              </a:ext>
            </a:extLst>
          </p:cNvPr>
          <p:cNvSpPr>
            <a:spLocks xmlns:a="http://schemas.openxmlformats.org/drawingml/2006/main" noGrp="1"/>
          </p:cNvSpPr>
          <p:nvPr/>
        </p:nvSpPr>
        <p:spPr>
          <a:xfrm xmlns:a="http://schemas.openxmlformats.org/drawingml/2006/main">
            <a:off x="6229350" y="4819650"/>
            <a:ext cx="5676900" cy="628650"/>
          </a:xfrm>
          <a:prstGeom xmlns:a="http://schemas.openxmlformats.org/drawingml/2006/main" prst="roundRect">
            <a:avLst>
              <a:gd name="adj" fmla="val 13636"/>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68" name="">
            <a:extLst xmlns:a="http://schemas.openxmlformats.org/drawingml/2006/main">
              <a:ext uri="{FF2B5EF4-FFF2-40B4-BE49-F238E27FC236}">
                <a16:creationId xmlns:a16="http://schemas.microsoft.com/office/drawing/2014/main" id="{AE9A51CB-4B41-4E5C-AA17-067F3696D519}"/>
              </a:ext>
            </a:extLst>
          </p:cNvPr>
          <p:cNvSpPr>
            <a:spLocks xmlns:a="http://schemas.openxmlformats.org/drawingml/2006/main" noGrp="1"/>
          </p:cNvSpPr>
          <p:nvPr/>
        </p:nvSpPr>
        <p:spPr>
          <a:xfrm xmlns:a="http://schemas.openxmlformats.org/drawingml/2006/main">
            <a:off x="6229350" y="4819650"/>
            <a:ext cx="38100" cy="628650"/>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9" name="">
            <a:extLst xmlns:a="http://schemas.openxmlformats.org/drawingml/2006/main">
              <a:ext uri="{FF2B5EF4-FFF2-40B4-BE49-F238E27FC236}">
                <a16:creationId xmlns:a16="http://schemas.microsoft.com/office/drawing/2014/main" id="{C9F3DB8D-9718-44D5-B6D0-8295E5728200}"/>
              </a:ext>
            </a:extLst>
          </p:cNvPr>
          <p:cNvSpPr>
            <a:spLocks xmlns:a="http://schemas.openxmlformats.org/drawingml/2006/main" noGrp="1"/>
          </p:cNvSpPr>
          <p:nvPr/>
        </p:nvSpPr>
        <p:spPr>
          <a:xfrm xmlns:a="http://schemas.openxmlformats.org/drawingml/2006/main">
            <a:off x="6400800" y="4895850"/>
            <a:ext cx="2857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4FD8FF"/>
                </a:solidFill>
                <a:latin typeface="微软雅黑"/>
                <a:ea typeface="微软雅黑"/>
                <a:cs typeface="微软雅黑"/>
              </a:defRPr>
            </a:pPr>
            <a:r>
              <a:rPr sz="938" b="1">
                <a:solidFill>
                  <a:srgbClr val="4FD8FF"/>
                </a:solidFill>
                <a:latin typeface="微软雅黑"/>
                <a:ea typeface="微软雅黑"/>
                <a:cs typeface="微软雅黑"/>
              </a:rPr>
              <a:t>台账与取证人工</a:t>
            </a:r>
          </a:p>
        </p:txBody>
      </p:sp>
      <p:sp>
        <p:nvSpPr>
          <p:cNvPr id="70" name="">
            <a:extLst xmlns:a="http://schemas.openxmlformats.org/drawingml/2006/main">
              <a:ext uri="{FF2B5EF4-FFF2-40B4-BE49-F238E27FC236}">
                <a16:creationId xmlns:a16="http://schemas.microsoft.com/office/drawing/2014/main" id="{5F37396E-A71D-44B8-963B-84C4BDEB60F0}"/>
              </a:ext>
            </a:extLst>
          </p:cNvPr>
          <p:cNvSpPr>
            <a:spLocks xmlns:a="http://schemas.openxmlformats.org/drawingml/2006/main" noGrp="1"/>
          </p:cNvSpPr>
          <p:nvPr/>
        </p:nvSpPr>
        <p:spPr>
          <a:xfrm xmlns:a="http://schemas.openxmlformats.org/drawingml/2006/main">
            <a:off x="6400800" y="5124450"/>
            <a:ext cx="3619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788" b="0">
                <a:solidFill>
                  <a:srgbClr val="EEF5FF"/>
                </a:solidFill>
                <a:latin typeface="微软雅黑"/>
                <a:ea typeface="微软雅黑"/>
                <a:cs typeface="微软雅黑"/>
              </a:defRPr>
            </a:pPr>
            <a:r>
              <a:rPr sz="788" b="0">
                <a:solidFill>
                  <a:srgbClr val="EEF5FF"/>
                </a:solidFill>
                <a:latin typeface="微软雅黑"/>
                <a:ea typeface="微软雅黑"/>
                <a:cs typeface="微软雅黑"/>
              </a:rPr>
              <a:t>按「专人月均天数 </a:t>
            </a:r>
            <a:r>
              <a:rPr sz="788" b="0">
                <a:solidFill>
                  <a:srgbClr val="EEF5FF"/>
                </a:solidFill>
                <a:latin typeface="微软雅黑"/>
                <a:ea typeface="微软雅黑"/>
                <a:cs typeface="微软雅黑"/>
              </a:rPr>
              <a:t>× 12 × </a:t>
            </a:r>
            <a:r>
              <a:rPr sz="788" b="0">
                <a:solidFill>
                  <a:srgbClr val="EEF5FF"/>
                </a:solidFill>
                <a:latin typeface="微软雅黑"/>
                <a:ea typeface="微软雅黑"/>
                <a:cs typeface="微软雅黑"/>
              </a:rPr>
              <a:t>日均人工成本」计算</a:t>
            </a:r>
          </a:p>
        </p:txBody>
      </p:sp>
      <p:sp>
        <p:nvSpPr>
          <p:cNvPr id="71" name="">
            <a:extLst xmlns:a="http://schemas.openxmlformats.org/drawingml/2006/main">
              <a:ext uri="{FF2B5EF4-FFF2-40B4-BE49-F238E27FC236}">
                <a16:creationId xmlns:a16="http://schemas.microsoft.com/office/drawing/2014/main" id="{B88A8866-613E-454E-AE4D-ABA7E6F1FA37}"/>
              </a:ext>
            </a:extLst>
          </p:cNvPr>
          <p:cNvSpPr>
            <a:spLocks xmlns:a="http://schemas.openxmlformats.org/drawingml/2006/main" noGrp="1"/>
          </p:cNvSpPr>
          <p:nvPr/>
        </p:nvSpPr>
        <p:spPr>
          <a:xfrm xmlns:a="http://schemas.openxmlformats.org/drawingml/2006/main">
            <a:off x="10001250" y="5010150"/>
            <a:ext cx="17716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1">
                <a:solidFill>
                  <a:srgbClr val="FFD24A"/>
                </a:solidFill>
                <a:latin typeface="微软雅黑"/>
                <a:ea typeface="微软雅黑"/>
                <a:cs typeface="微软雅黑"/>
              </a:defRPr>
            </a:pPr>
            <a:r>
              <a:rPr sz="825" b="1">
                <a:solidFill>
                  <a:srgbClr val="FFD24A"/>
                </a:solidFill>
                <a:latin typeface="微软雅黑"/>
                <a:ea typeface="微软雅黑"/>
                <a:cs typeface="微软雅黑"/>
              </a:rPr>
              <a:t>参数待客户代入</a:t>
            </a:r>
          </a:p>
        </p:txBody>
      </p:sp>
      <p:sp>
        <p:nvSpPr>
          <p:cNvPr id="72" name="">
            <a:extLst xmlns:a="http://schemas.openxmlformats.org/drawingml/2006/main">
              <a:ext uri="{FF2B5EF4-FFF2-40B4-BE49-F238E27FC236}">
                <a16:creationId xmlns:a16="http://schemas.microsoft.com/office/drawing/2014/main" id="{2DFD0BB5-1583-4FD6-9591-BEA7E768C8E2}"/>
              </a:ext>
            </a:extLst>
          </p:cNvPr>
          <p:cNvSpPr>
            <a:spLocks xmlns:a="http://schemas.openxmlformats.org/drawingml/2006/main" noGrp="1"/>
          </p:cNvSpPr>
          <p:nvPr/>
        </p:nvSpPr>
        <p:spPr>
          <a:xfrm xmlns:a="http://schemas.openxmlformats.org/drawingml/2006/main">
            <a:off x="6229350" y="5524500"/>
            <a:ext cx="5676900" cy="628650"/>
          </a:xfrm>
          <a:prstGeom xmlns:a="http://schemas.openxmlformats.org/drawingml/2006/main" prst="roundRect">
            <a:avLst>
              <a:gd name="adj" fmla="val 13636"/>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73" name="">
            <a:extLst xmlns:a="http://schemas.openxmlformats.org/drawingml/2006/main">
              <a:ext uri="{FF2B5EF4-FFF2-40B4-BE49-F238E27FC236}">
                <a16:creationId xmlns:a16="http://schemas.microsoft.com/office/drawing/2014/main" id="{28215B53-A50E-4F22-8380-B975D0C0FA1E}"/>
              </a:ext>
            </a:extLst>
          </p:cNvPr>
          <p:cNvSpPr>
            <a:spLocks xmlns:a="http://schemas.openxmlformats.org/drawingml/2006/main" noGrp="1"/>
          </p:cNvSpPr>
          <p:nvPr/>
        </p:nvSpPr>
        <p:spPr>
          <a:xfrm xmlns:a="http://schemas.openxmlformats.org/drawingml/2006/main">
            <a:off x="6229350" y="5524500"/>
            <a:ext cx="38100" cy="628650"/>
          </a:xfrm>
          <a:prstGeom xmlns:a="http://schemas.openxmlformats.org/drawingml/2006/main" prst="rect">
            <a:avLst/>
          </a:prstGeom>
          <a:solidFill xmlns:a="http://schemas.openxmlformats.org/drawingml/2006/main">
            <a:srgbClr val="FF7A6B"/>
          </a:solidFill>
          <a:ln xmlns:a="http://schemas.openxmlformats.org/drawingml/2006/main">
            <a:noFill/>
          </a:ln>
        </p:spPr>
      </p:sp>
      <p:sp>
        <p:nvSpPr>
          <p:cNvPr id="74" name="">
            <a:extLst xmlns:a="http://schemas.openxmlformats.org/drawingml/2006/main">
              <a:ext uri="{FF2B5EF4-FFF2-40B4-BE49-F238E27FC236}">
                <a16:creationId xmlns:a16="http://schemas.microsoft.com/office/drawing/2014/main" id="{61711CDC-649B-4DA7-8B2C-B1F9E64BCFB7}"/>
              </a:ext>
            </a:extLst>
          </p:cNvPr>
          <p:cNvSpPr>
            <a:spLocks xmlns:a="http://schemas.openxmlformats.org/drawingml/2006/main" noGrp="1"/>
          </p:cNvSpPr>
          <p:nvPr/>
        </p:nvSpPr>
        <p:spPr>
          <a:xfrm xmlns:a="http://schemas.openxmlformats.org/drawingml/2006/main">
            <a:off x="6400800" y="5600700"/>
            <a:ext cx="2857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38" b="1">
                <a:solidFill>
                  <a:srgbClr val="FF7A6B"/>
                </a:solidFill>
                <a:latin typeface="微软雅黑"/>
                <a:ea typeface="微软雅黑"/>
                <a:cs typeface="微软雅黑"/>
              </a:defRPr>
            </a:pPr>
            <a:r>
              <a:rPr sz="938" b="1">
                <a:solidFill>
                  <a:srgbClr val="FF7A6B"/>
                </a:solidFill>
                <a:latin typeface="微软雅黑"/>
                <a:ea typeface="微软雅黑"/>
                <a:cs typeface="微软雅黑"/>
              </a:rPr>
              <a:t>事故与漏检风险</a:t>
            </a:r>
          </a:p>
        </p:txBody>
      </p:sp>
      <p:sp>
        <p:nvSpPr>
          <p:cNvPr id="75" name="">
            <a:extLst xmlns:a="http://schemas.openxmlformats.org/drawingml/2006/main">
              <a:ext uri="{FF2B5EF4-FFF2-40B4-BE49-F238E27FC236}">
                <a16:creationId xmlns:a16="http://schemas.microsoft.com/office/drawing/2014/main" id="{E5A3846C-55C3-452D-9052-BB508255561A}"/>
              </a:ext>
            </a:extLst>
          </p:cNvPr>
          <p:cNvSpPr>
            <a:spLocks xmlns:a="http://schemas.openxmlformats.org/drawingml/2006/main" noGrp="1"/>
          </p:cNvSpPr>
          <p:nvPr/>
        </p:nvSpPr>
        <p:spPr>
          <a:xfrm xmlns:a="http://schemas.openxmlformats.org/drawingml/2006/main">
            <a:off x="6400800" y="5829300"/>
            <a:ext cx="3619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20000"/>
              </a:lnSpc>
              <a:buNone/>
              <a:defRPr sz="788" b="0">
                <a:solidFill>
                  <a:srgbClr val="EEF5FF"/>
                </a:solidFill>
                <a:latin typeface="微软雅黑"/>
                <a:ea typeface="微软雅黑"/>
                <a:cs typeface="微软雅黑"/>
              </a:defRPr>
            </a:pPr>
            <a:r>
              <a:rPr sz="788" b="0">
                <a:solidFill>
                  <a:srgbClr val="EEF5FF"/>
                </a:solidFill>
                <a:latin typeface="微软雅黑"/>
                <a:ea typeface="微软雅黑"/>
                <a:cs typeface="微软雅黑"/>
              </a:rPr>
              <a:t>按行业风险成本口径估算，属机会成本</a:t>
            </a:r>
          </a:p>
        </p:txBody>
      </p:sp>
      <p:sp>
        <p:nvSpPr>
          <p:cNvPr id="76" name="">
            <a:extLst xmlns:a="http://schemas.openxmlformats.org/drawingml/2006/main">
              <a:ext uri="{FF2B5EF4-FFF2-40B4-BE49-F238E27FC236}">
                <a16:creationId xmlns:a16="http://schemas.microsoft.com/office/drawing/2014/main" id="{DF5ABC8E-6F89-4839-9EEE-86E3721E3B07}"/>
              </a:ext>
            </a:extLst>
          </p:cNvPr>
          <p:cNvSpPr>
            <a:spLocks xmlns:a="http://schemas.openxmlformats.org/drawingml/2006/main" noGrp="1"/>
          </p:cNvSpPr>
          <p:nvPr/>
        </p:nvSpPr>
        <p:spPr>
          <a:xfrm xmlns:a="http://schemas.openxmlformats.org/drawingml/2006/main">
            <a:off x="10001250" y="5715000"/>
            <a:ext cx="17716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1">
                <a:solidFill>
                  <a:srgbClr val="FFD24A"/>
                </a:solidFill>
                <a:latin typeface="微软雅黑"/>
                <a:ea typeface="微软雅黑"/>
                <a:cs typeface="微软雅黑"/>
              </a:defRPr>
            </a:pPr>
            <a:r>
              <a:rPr sz="825" b="1">
                <a:solidFill>
                  <a:srgbClr val="FFD24A"/>
                </a:solidFill>
                <a:latin typeface="微软雅黑"/>
                <a:ea typeface="微软雅黑"/>
                <a:cs typeface="微软雅黑"/>
              </a:rPr>
              <a:t>不计入回收期，单独提示</a:t>
            </a:r>
          </a:p>
        </p:txBody>
      </p:sp>
      <p:sp>
        <p:nvSpPr>
          <p:cNvPr id="77" name="">
            <a:extLst xmlns:a="http://schemas.openxmlformats.org/drawingml/2006/main">
              <a:ext uri="{FF2B5EF4-FFF2-40B4-BE49-F238E27FC236}">
                <a16:creationId xmlns:a16="http://schemas.microsoft.com/office/drawing/2014/main" id="{8CE1C9FE-66DD-4E4F-BCB0-6C2BE7562A6F}"/>
              </a:ext>
            </a:extLst>
          </p:cNvPr>
          <p:cNvSpPr>
            <a:spLocks xmlns:a="http://schemas.openxmlformats.org/drawingml/2006/main" noGrp="1"/>
          </p:cNvSpPr>
          <p:nvPr/>
        </p:nvSpPr>
        <p:spPr>
          <a:xfrm xmlns:a="http://schemas.openxmlformats.org/drawingml/2006/main">
            <a:off x="6229350" y="6248400"/>
            <a:ext cx="5676900" cy="0"/>
          </a:xfrm>
          <a:prstGeom xmlns:a="http://schemas.openxmlformats.org/drawingml/2006/main" prst="roundRect">
            <a:avLst/>
          </a:prstGeom>
          <a:noFill xmlns:a="http://schemas.openxmlformats.org/drawingml/2006/main"/>
          <a:ln xmlns:a="http://schemas.openxmlformats.org/drawingml/2006/main">
            <a:noFill/>
          </a:ln>
        </p:spPr>
      </p:sp>
      <p:sp>
        <p:nvSpPr>
          <p:cNvPr id="78" name="">
            <a:extLst xmlns:a="http://schemas.openxmlformats.org/drawingml/2006/main">
              <a:ext uri="{FF2B5EF4-FFF2-40B4-BE49-F238E27FC236}">
                <a16:creationId xmlns:a16="http://schemas.microsoft.com/office/drawing/2014/main" id="{79CC19DD-3995-4CD4-8A0B-777FC8C8ED6D}"/>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79" name="">
            <a:extLst xmlns:a="http://schemas.openxmlformats.org/drawingml/2006/main">
              <a:ext uri="{FF2B5EF4-FFF2-40B4-BE49-F238E27FC236}">
                <a16:creationId xmlns:a16="http://schemas.microsoft.com/office/drawing/2014/main" id="{28A6B1F8-F628-4185-A8EA-C913B91DE3E0}"/>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80" name="">
            <a:extLst xmlns:a="http://schemas.openxmlformats.org/drawingml/2006/main">
              <a:ext uri="{FF2B5EF4-FFF2-40B4-BE49-F238E27FC236}">
                <a16:creationId xmlns:a16="http://schemas.microsoft.com/office/drawing/2014/main" id="{96EFDECD-1B4F-403E-B073-41F696B3B6A0}"/>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81" name="">
            <a:extLst xmlns:a="http://schemas.openxmlformats.org/drawingml/2006/main">
              <a:ext uri="{FF2B5EF4-FFF2-40B4-BE49-F238E27FC236}">
                <a16:creationId xmlns:a16="http://schemas.microsoft.com/office/drawing/2014/main" id="{475A7C0C-B2A7-4C99-8CF8-149CA66CC8BF}"/>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82" name="">
            <a:extLst xmlns:a="http://schemas.openxmlformats.org/drawingml/2006/main">
              <a:ext uri="{FF2B5EF4-FFF2-40B4-BE49-F238E27FC236}">
                <a16:creationId xmlns:a16="http://schemas.microsoft.com/office/drawing/2014/main" id="{925FF485-1F5C-43A6-815B-6AC2BBC289DB}"/>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38</a:t>
            </a:r>
          </a:p>
        </p:txBody>
      </p:sp>
    </p:spTree>
    <p:extLst>
      <p:ext uri="{BB962C8B-B14F-4D97-AF65-F5344CB8AC3E}">
        <p14:creationId xmlns:p14="http://schemas.microsoft.com/office/powerpoint/2010/main" val="882395488"/>
      </p:ext>
    </p:extLst>
  </p:cSld>
</p:sld>
</file>

<file path=ppt/slides/slide39.xml><?xml version="1.0" encoding="utf-8"?>
<p:sld xmlns:p="http://schemas.openxmlformats.org/presentationml/2006/main">
  <p:cSld>
    <p:bg>
      <p:bgPr>
        <a:gradFill xmlns:a="http://schemas.openxmlformats.org/drawingml/2006/main">
          <a:gsLst>
            <a:gs pos="0">
              <a:srgbClr val="0B3D8F"/>
            </a:gs>
            <a:gs pos="42000">
              <a:srgbClr val="1868C6"/>
            </a:gs>
            <a:gs pos="100000">
              <a:srgbClr val="0A2A66"/>
            </a:gs>
          </a:gsLst>
          <a:lin ang="8100000"/>
        </a:gradFill>
      </p:bgPr>
    </p:bg>
    <p:spTree>
      <p:nvGrpSpPr>
        <p:cNvPr id="1" name=""/>
        <p:cNvGrpSpPr/>
        <p:nvPr/>
      </p:nvGrpSpPr>
      <p:grpSpPr>
        <a:xfrm xmlns:a="http://schemas.openxmlformats.org/drawingml/2006/main"/>
      </p:grpSpPr>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e605c5011d344d09"/>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29494B1-6C04-4C00-8434-6DFEF9B13DD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F426DC33-BB30-4E47-A676-9AE508756478}"/>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41FCBD1D-9AB4-4FD7-9453-4A45C9B5F249}"/>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703834F7-E0E5-468E-87A1-23CAA85B827C}"/>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5DC4D956-C7BE-45AE-A3D7-5BD6FDA3C671}"/>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2794EF84-6453-4FB8-BD58-E9AE72B17A8C}"/>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AEA90EF6-354B-4742-9761-B63B548D6C5E}"/>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2FDD66A1-9EFE-4215-B75A-AB173C6BC937}"/>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10" name="">
            <a:extLst xmlns:a="http://schemas.openxmlformats.org/drawingml/2006/main">
              <a:ext uri="{FF2B5EF4-FFF2-40B4-BE49-F238E27FC236}">
                <a16:creationId xmlns:a16="http://schemas.microsoft.com/office/drawing/2014/main" id="{7A1E1692-A2AC-4F5E-9707-F72445877724}"/>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5FE3A1">
              <a:alpha val="75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35EA9C60-E91B-4453-B759-07C705B7F97A}"/>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5FE3A1">
              <a:alpha val="60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4ABD6189-F1C5-4DD8-AD64-1F315D9A971B}"/>
              </a:ext>
            </a:extLst>
          </p:cNvPr>
          <p:cNvSpPr>
            <a:spLocks xmlns:a="http://schemas.openxmlformats.org/drawingml/2006/main" noGrp="1"/>
          </p:cNvSpPr>
          <p:nvPr/>
        </p:nvSpPr>
        <p:spPr>
          <a:xfrm xmlns:a="http://schemas.openxmlformats.org/drawingml/2006/main">
            <a:off x="285750" y="123825"/>
            <a:ext cx="57150" cy="419100"/>
          </a:xfrm>
          <a:prstGeom xmlns:a="http://schemas.openxmlformats.org/drawingml/2006/main" prst="rect">
            <a:avLst/>
          </a:prstGeom>
          <a:gradFill xmlns:a="http://schemas.openxmlformats.org/drawingml/2006/main">
            <a:gsLst>
              <a:gs pos="0">
                <a:srgbClr val="E4F3FF"/>
              </a:gs>
              <a:gs pos="100000">
                <a:srgbClr val="2E86E0"/>
              </a:gs>
            </a:gsLst>
            <a:lin ang="5400000"/>
          </a:gra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EB936E86-2F74-403C-B797-AF3BE89BD824}"/>
              </a:ext>
            </a:extLst>
          </p:cNvPr>
          <p:cNvSpPr>
            <a:spLocks xmlns:a="http://schemas.openxmlformats.org/drawingml/2006/main" noGrp="1"/>
          </p:cNvSpPr>
          <p:nvPr/>
        </p:nvSpPr>
        <p:spPr>
          <a:xfrm xmlns:a="http://schemas.openxmlformats.org/drawingml/2006/main">
            <a:off x="447675" y="104775"/>
            <a:ext cx="60960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863" b="1" spc="1">
                <a:solidFill>
                  <a:srgbClr val="5FE3A1"/>
                </a:solidFill>
                <a:latin typeface="微软雅黑"/>
                <a:ea typeface="微软雅黑"/>
                <a:cs typeface="微软雅黑"/>
              </a:defRPr>
            </a:pPr>
            <a:r>
              <a:rPr sz="863" b="1" spc="1">
                <a:solidFill>
                  <a:srgbClr val="5FE3A1"/>
                </a:solidFill>
                <a:latin typeface="微软雅黑"/>
                <a:ea typeface="微软雅黑"/>
                <a:cs typeface="微软雅黑"/>
              </a:rPr>
              <a:t>06　</a:t>
            </a:r>
            <a:r>
              <a:rPr sz="863" b="1" spc="1">
                <a:solidFill>
                  <a:srgbClr val="5FE3A1"/>
                </a:solidFill>
                <a:latin typeface="微软雅黑"/>
                <a:ea typeface="微软雅黑"/>
                <a:cs typeface="微软雅黑"/>
              </a:rPr>
              <a:t>成果与价值</a:t>
            </a:r>
          </a:p>
        </p:txBody>
      </p:sp>
      <p:sp>
        <p:nvSpPr>
          <p:cNvPr id="14" name="">
            <a:extLst xmlns:a="http://schemas.openxmlformats.org/drawingml/2006/main">
              <a:ext uri="{FF2B5EF4-FFF2-40B4-BE49-F238E27FC236}">
                <a16:creationId xmlns:a16="http://schemas.microsoft.com/office/drawing/2014/main" id="{47991E64-28DA-49E0-876E-B05B5BD84D71}"/>
              </a:ext>
            </a:extLst>
          </p:cNvPr>
          <p:cNvSpPr>
            <a:spLocks xmlns:a="http://schemas.openxmlformats.org/drawingml/2006/main" noGrp="1"/>
          </p:cNvSpPr>
          <p:nvPr/>
        </p:nvSpPr>
        <p:spPr>
          <a:xfrm xmlns:a="http://schemas.openxmlformats.org/drawingml/2006/main">
            <a:off x="447675" y="247650"/>
            <a:ext cx="8382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spc="1">
                <a:solidFill>
                  <a:srgbClr val="FFFFFF"/>
                </a:solidFill>
                <a:latin typeface="微软雅黑"/>
                <a:ea typeface="微软雅黑"/>
                <a:cs typeface="微软雅黑"/>
              </a:defRPr>
            </a:pPr>
            <a:r>
              <a:rPr sz="1800" b="1" spc="1">
                <a:solidFill>
                  <a:srgbClr val="FFFFFF"/>
                </a:solidFill>
                <a:latin typeface="微软雅黑"/>
                <a:ea typeface="微软雅黑"/>
                <a:cs typeface="微软雅黑"/>
              </a:rPr>
              <a:t>未来展望：三阶段演进</a:t>
            </a:r>
          </a:p>
        </p:txBody>
      </p:sp>
      <p:sp>
        <p:nvSpPr>
          <p:cNvPr id="15" name="">
            <a:extLst xmlns:a="http://schemas.openxmlformats.org/drawingml/2006/main">
              <a:ext uri="{FF2B5EF4-FFF2-40B4-BE49-F238E27FC236}">
                <a16:creationId xmlns:a16="http://schemas.microsoft.com/office/drawing/2014/main" id="{7FC5751D-EE84-4F6A-97C4-C5B3FC7178FB}"/>
              </a:ext>
            </a:extLst>
          </p:cNvPr>
          <p:cNvSpPr>
            <a:spLocks xmlns:a="http://schemas.openxmlformats.org/drawingml/2006/main" noGrp="1"/>
          </p:cNvSpPr>
          <p:nvPr/>
        </p:nvSpPr>
        <p:spPr>
          <a:xfrm xmlns:a="http://schemas.openxmlformats.org/drawingml/2006/main">
            <a:off x="9182100" y="285750"/>
            <a:ext cx="2724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825" b="0">
                <a:solidFill>
                  <a:srgbClr val="9DBEE8"/>
                </a:solidFill>
                <a:latin typeface="微软雅黑"/>
                <a:ea typeface="微软雅黑"/>
                <a:cs typeface="微软雅黑"/>
              </a:defRPr>
            </a:pPr>
            <a:r>
              <a:rPr sz="825" b="0">
                <a:solidFill>
                  <a:srgbClr val="9DBEE8"/>
                </a:solidFill>
                <a:latin typeface="微软雅黑"/>
                <a:ea typeface="微软雅黑"/>
                <a:cs typeface="微软雅黑"/>
              </a:rPr>
              <a:t>广东科技学院 </a:t>
            </a:r>
            <a:r>
              <a:rPr sz="825" b="0">
                <a:solidFill>
                  <a:srgbClr val="9DBEE8"/>
                </a:solidFill>
                <a:latin typeface="微软雅黑"/>
                <a:ea typeface="微软雅黑"/>
                <a:cs typeface="微软雅黑"/>
              </a:rPr>
              <a:t>· </a:t>
            </a:r>
            <a:r>
              <a:rPr sz="825" b="0">
                <a:solidFill>
                  <a:srgbClr val="9DBEE8"/>
                </a:solidFill>
                <a:latin typeface="微软雅黑"/>
                <a:ea typeface="微软雅黑"/>
                <a:cs typeface="微软雅黑"/>
              </a:rPr>
              <a:t>逐光造梦</a:t>
            </a:r>
          </a:p>
        </p:txBody>
      </p:sp>
      <p:sp>
        <p:nvSpPr>
          <p:cNvPr id="16" name="">
            <a:extLst xmlns:a="http://schemas.openxmlformats.org/drawingml/2006/main">
              <a:ext uri="{FF2B5EF4-FFF2-40B4-BE49-F238E27FC236}">
                <a16:creationId xmlns:a16="http://schemas.microsoft.com/office/drawing/2014/main" id="{33AC14B3-F863-48A8-A9F7-A5F57FCAF01A}"/>
              </a:ext>
            </a:extLst>
          </p:cNvPr>
          <p:cNvSpPr>
            <a:spLocks xmlns:a="http://schemas.openxmlformats.org/drawingml/2006/main" noGrp="1"/>
          </p:cNvSpPr>
          <p:nvPr/>
        </p:nvSpPr>
        <p:spPr>
          <a:xfrm xmlns:a="http://schemas.openxmlformats.org/drawingml/2006/main">
            <a:off x="285750" y="609600"/>
            <a:ext cx="11620500" cy="14478"/>
          </a:xfrm>
          <a:prstGeom xmlns:a="http://schemas.openxmlformats.org/drawingml/2006/main" prst="rect">
            <a:avLst/>
          </a:prstGeom>
          <a:gradFill xmlns:a="http://schemas.openxmlformats.org/drawingml/2006/main">
            <a:gsLst>
              <a:gs pos="0">
                <a:srgbClr val="CFE9FF"/>
              </a:gs>
              <a:gs pos="38000">
                <a:srgbClr val="7FC4FF">
                  <a:alpha val="45000"/>
                </a:srgbClr>
              </a:gs>
              <a:gs pos="100000">
                <a:srgbClr val="7FC4FF">
                  <a:alpha val="0"/>
                </a:srgbClr>
              </a:gs>
            </a:gsLst>
            <a:lin ang="0"/>
          </a:gra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9925BD7F-A119-48B1-B679-7AB99CC35EB1}"/>
              </a:ext>
            </a:extLst>
          </p:cNvPr>
          <p:cNvSpPr>
            <a:spLocks xmlns:a="http://schemas.openxmlformats.org/drawingml/2006/main" noGrp="1"/>
          </p:cNvSpPr>
          <p:nvPr/>
        </p:nvSpPr>
        <p:spPr>
          <a:xfrm xmlns:a="http://schemas.openxmlformats.org/drawingml/2006/main">
            <a:off x="228600" y="742950"/>
            <a:ext cx="11734800" cy="457200"/>
          </a:xfrm>
          <a:prstGeom xmlns:a="http://schemas.openxmlformats.org/drawingml/2006/main" prst="roundRect">
            <a:avLst>
              <a:gd name="adj" fmla="val 20833"/>
            </a:avLst>
          </a:prstGeom>
          <a:gradFill xmlns:a="http://schemas.openxmlformats.org/drawingml/2006/main">
            <a:gsLst>
              <a:gs pos="0">
                <a:srgbClr val="265390"/>
              </a:gs>
              <a:gs pos="62000">
                <a:srgbClr val="0B3E82"/>
              </a:gs>
              <a:gs pos="100000">
                <a:srgbClr val="093065"/>
              </a:gs>
            </a:gsLst>
            <a:lin ang="8100000"/>
          </a:gradFill>
          <a:ln xmlns:a="http://schemas.openxmlformats.org/drawingml/2006/main" w="12383">
            <a:solidFill>
              <a:srgbClr val="FFD24A">
                <a:alpha val="85000"/>
              </a:srgbClr>
            </a:solidFill>
            <a:prstDash val="solid"/>
          </a:ln>
        </p:spPr>
      </p:sp>
      <p:sp>
        <p:nvSpPr>
          <p:cNvPr id="18" name="">
            <a:extLst xmlns:a="http://schemas.openxmlformats.org/drawingml/2006/main">
              <a:ext uri="{FF2B5EF4-FFF2-40B4-BE49-F238E27FC236}">
                <a16:creationId xmlns:a16="http://schemas.microsoft.com/office/drawing/2014/main" id="{877F8C5A-5064-4A2F-9672-03B15B5306F5}"/>
              </a:ext>
            </a:extLst>
          </p:cNvPr>
          <p:cNvSpPr>
            <a:spLocks xmlns:a="http://schemas.openxmlformats.org/drawingml/2006/main" noGrp="1"/>
          </p:cNvSpPr>
          <p:nvPr/>
        </p:nvSpPr>
        <p:spPr>
          <a:xfrm xmlns:a="http://schemas.openxmlformats.org/drawingml/2006/main">
            <a:off x="247650" y="819150"/>
            <a:ext cx="47625" cy="3048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D37B00AA-A93F-4C17-961F-B1EB28AC958E}"/>
              </a:ext>
            </a:extLst>
          </p:cNvPr>
          <p:cNvSpPr>
            <a:spLocks xmlns:a="http://schemas.openxmlformats.org/drawingml/2006/main" noGrp="1"/>
          </p:cNvSpPr>
          <p:nvPr/>
        </p:nvSpPr>
        <p:spPr>
          <a:xfrm xmlns:a="http://schemas.openxmlformats.org/drawingml/2006/main">
            <a:off x="419100" y="742950"/>
            <a:ext cx="113157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38">
                <a:latin typeface="微软雅黑"/>
                <a:ea typeface="微软雅黑"/>
                <a:cs typeface="微软雅黑"/>
              </a:defRPr>
            </a:pPr>
            <a:r>
              <a:rPr sz="1238" b="1">
                <a:solidFill>
                  <a:srgbClr val="FFD24A"/>
                </a:solidFill>
                <a:latin typeface="微软雅黑"/>
                <a:ea typeface="微软雅黑"/>
                <a:cs typeface="微软雅黑"/>
              </a:rPr>
              <a:t>本页结论</a:t>
            </a:r>
            <a:r>
              <a:rPr sz="1238">
                <a:solidFill>
                  <a:srgbClr val="FFD24A">
                    <a:alpha val="80000"/>
                  </a:srgbClr>
                </a:solidFill>
                <a:latin typeface="微软雅黑"/>
                <a:ea typeface="微软雅黑"/>
                <a:cs typeface="微软雅黑"/>
              </a:rPr>
              <a:t>　◆　</a:t>
            </a:r>
            <a:r>
              <a:rPr sz="1238">
                <a:solidFill>
                  <a:srgbClr val="FFFFFF"/>
                </a:solidFill>
                <a:latin typeface="微软雅黑"/>
                <a:ea typeface="微软雅黑"/>
                <a:cs typeface="微软雅黑"/>
              </a:rPr>
              <a:t>第一阶段把规则底座铺满，第二阶段让模型增强并在接口不变的前提下替换，第三阶段才谈行业训练 </a:t>
            </a:r>
            <a:r>
              <a:rPr sz="1238">
                <a:solidFill>
                  <a:srgbClr val="FFFFFF"/>
                </a:solidFill>
                <a:latin typeface="微软雅黑"/>
                <a:ea typeface="微软雅黑"/>
                <a:cs typeface="微软雅黑"/>
              </a:rPr>
              <a:t>Agent</a:t>
            </a:r>
            <a:r>
              <a:rPr sz="1238">
                <a:solidFill>
                  <a:srgbClr val="FFFFFF"/>
                </a:solidFill>
                <a:latin typeface="微软雅黑"/>
                <a:ea typeface="微软雅黑"/>
                <a:cs typeface="微软雅黑"/>
              </a:rPr>
              <a:t>。</a:t>
            </a:r>
          </a:p>
        </p:txBody>
      </p:sp>
      <p:sp>
        <p:nvSpPr>
          <p:cNvPr id="20" name="">
            <a:extLst xmlns:a="http://schemas.openxmlformats.org/drawingml/2006/main">
              <a:ext uri="{FF2B5EF4-FFF2-40B4-BE49-F238E27FC236}">
                <a16:creationId xmlns:a16="http://schemas.microsoft.com/office/drawing/2014/main" id="{D1F8CBD6-78CA-4FF8-9E36-02CA84B16E92}"/>
              </a:ext>
            </a:extLst>
          </p:cNvPr>
          <p:cNvSpPr>
            <a:spLocks xmlns:a="http://schemas.openxmlformats.org/drawingml/2006/main" noGrp="1"/>
          </p:cNvSpPr>
          <p:nvPr/>
        </p:nvSpPr>
        <p:spPr>
          <a:xfrm xmlns:a="http://schemas.openxmlformats.org/drawingml/2006/main">
            <a:off x="285750" y="1333500"/>
            <a:ext cx="3771900" cy="4381500"/>
          </a:xfrm>
          <a:prstGeom xmlns:a="http://schemas.openxmlformats.org/drawingml/2006/main" prst="roundRect">
            <a:avLst>
              <a:gd name="adj" fmla="val 2273"/>
            </a:avLst>
          </a:prstGeom>
          <a:gradFill xmlns:a="http://schemas.openxmlformats.org/drawingml/2006/main">
            <a:gsLst>
              <a:gs pos="0">
                <a:srgbClr val="275996"/>
              </a:gs>
              <a:gs pos="62000">
                <a:srgbClr val="0C4489"/>
              </a:gs>
              <a:gs pos="100000">
                <a:srgbClr val="09356B"/>
              </a:gs>
            </a:gsLst>
            <a:lin ang="8100000"/>
          </a:gradFill>
          <a:ln xmlns:a="http://schemas.openxmlformats.org/drawingml/2006/main" w="9525">
            <a:solidFill>
              <a:srgbClr val="5FE3A1"/>
            </a:solidFill>
            <a:prstDash val="solid"/>
          </a:ln>
        </p:spPr>
      </p:sp>
      <p:sp>
        <p:nvSpPr>
          <p:cNvPr id="21" name="">
            <a:extLst xmlns:a="http://schemas.openxmlformats.org/drawingml/2006/main">
              <a:ext uri="{FF2B5EF4-FFF2-40B4-BE49-F238E27FC236}">
                <a16:creationId xmlns:a16="http://schemas.microsoft.com/office/drawing/2014/main" id="{832BD817-CF65-402D-ACB7-F9B5A68D2DC0}"/>
              </a:ext>
            </a:extLst>
          </p:cNvPr>
          <p:cNvSpPr>
            <a:spLocks xmlns:a="http://schemas.openxmlformats.org/drawingml/2006/main" noGrp="1"/>
          </p:cNvSpPr>
          <p:nvPr/>
        </p:nvSpPr>
        <p:spPr>
          <a:xfrm xmlns:a="http://schemas.openxmlformats.org/drawingml/2006/main">
            <a:off x="285750" y="1333500"/>
            <a:ext cx="3771900" cy="57150"/>
          </a:xfrm>
          <a:prstGeom xmlns:a="http://schemas.openxmlformats.org/drawingml/2006/main" prst="rect">
            <a:avLst/>
          </a:prstGeom>
          <a:solidFill xmlns:a="http://schemas.openxmlformats.org/drawingml/2006/main">
            <a:srgbClr val="5FE3A1"/>
          </a:soli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CC8163DE-05B6-49B0-93E0-AF89014CC2E5}"/>
              </a:ext>
            </a:extLst>
          </p:cNvPr>
          <p:cNvSpPr>
            <a:spLocks xmlns:a="http://schemas.openxmlformats.org/drawingml/2006/main" noGrp="1"/>
          </p:cNvSpPr>
          <p:nvPr/>
        </p:nvSpPr>
        <p:spPr>
          <a:xfrm xmlns:a="http://schemas.openxmlformats.org/drawingml/2006/main">
            <a:off x="495300" y="1504950"/>
            <a:ext cx="19050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9DBEE8"/>
                </a:solidFill>
                <a:latin typeface="微软雅黑"/>
                <a:ea typeface="微软雅黑"/>
                <a:cs typeface="微软雅黑"/>
              </a:defRPr>
            </a:pPr>
            <a:r>
              <a:rPr sz="975" b="1">
                <a:solidFill>
                  <a:srgbClr val="9DBEE8"/>
                </a:solidFill>
                <a:latin typeface="微软雅黑"/>
                <a:ea typeface="微软雅黑"/>
                <a:cs typeface="微软雅黑"/>
              </a:rPr>
              <a:t>阶段一</a:t>
            </a:r>
          </a:p>
        </p:txBody>
      </p:sp>
      <p:sp>
        <p:nvSpPr>
          <p:cNvPr id="23" name="">
            <a:extLst xmlns:a="http://schemas.openxmlformats.org/drawingml/2006/main">
              <a:ext uri="{FF2B5EF4-FFF2-40B4-BE49-F238E27FC236}">
                <a16:creationId xmlns:a16="http://schemas.microsoft.com/office/drawing/2014/main" id="{4AE62E10-5521-4BD5-92CD-BB04997F6DBB}"/>
              </a:ext>
            </a:extLst>
          </p:cNvPr>
          <p:cNvSpPr>
            <a:spLocks xmlns:a="http://schemas.openxmlformats.org/drawingml/2006/main" noGrp="1"/>
          </p:cNvSpPr>
          <p:nvPr/>
        </p:nvSpPr>
        <p:spPr>
          <a:xfrm xmlns:a="http://schemas.openxmlformats.org/drawingml/2006/main">
            <a:off x="495300" y="1809750"/>
            <a:ext cx="33909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FFFFF"/>
                </a:solidFill>
                <a:latin typeface="微软雅黑"/>
                <a:ea typeface="微软雅黑"/>
                <a:cs typeface="微软雅黑"/>
              </a:defRPr>
            </a:pPr>
            <a:r>
              <a:rPr sz="1650" b="1">
                <a:solidFill>
                  <a:srgbClr val="FFFFFF"/>
                </a:solidFill>
                <a:latin typeface="微软雅黑"/>
                <a:ea typeface="微软雅黑"/>
                <a:cs typeface="微软雅黑"/>
              </a:rPr>
              <a:t>规则底座全面落地</a:t>
            </a:r>
          </a:p>
        </p:txBody>
      </p:sp>
      <p:sp>
        <p:nvSpPr>
          <p:cNvPr id="24" name="">
            <a:extLst xmlns:a="http://schemas.openxmlformats.org/drawingml/2006/main">
              <a:ext uri="{FF2B5EF4-FFF2-40B4-BE49-F238E27FC236}">
                <a16:creationId xmlns:a16="http://schemas.microsoft.com/office/drawing/2014/main" id="{74FC5ED0-527F-4889-BA93-C104EAEA2D6E}"/>
              </a:ext>
            </a:extLst>
          </p:cNvPr>
          <p:cNvSpPr>
            <a:spLocks xmlns:a="http://schemas.openxmlformats.org/drawingml/2006/main" noGrp="1"/>
          </p:cNvSpPr>
          <p:nvPr/>
        </p:nvSpPr>
        <p:spPr>
          <a:xfrm xmlns:a="http://schemas.openxmlformats.org/drawingml/2006/main">
            <a:off x="495300" y="2266950"/>
            <a:ext cx="1143000" cy="266700"/>
          </a:xfrm>
          <a:prstGeom xmlns:a="http://schemas.openxmlformats.org/drawingml/2006/main" prst="roundRect">
            <a:avLst>
              <a:gd name="adj" fmla="val 50000"/>
            </a:avLst>
          </a:prstGeom>
          <a:noFill xmlns:a="http://schemas.openxmlformats.org/drawingml/2006/main"/>
          <a:ln xmlns:a="http://schemas.openxmlformats.org/drawingml/2006/main" w="9525">
            <a:solidFill>
              <a:srgbClr val="5FE3A1"/>
            </a:solidFill>
            <a:prstDash val="solid"/>
          </a:ln>
        </p:spPr>
      </p:sp>
      <p:sp>
        <p:nvSpPr>
          <p:cNvPr id="25" name="">
            <a:extLst xmlns:a="http://schemas.openxmlformats.org/drawingml/2006/main">
              <a:ext uri="{FF2B5EF4-FFF2-40B4-BE49-F238E27FC236}">
                <a16:creationId xmlns:a16="http://schemas.microsoft.com/office/drawing/2014/main" id="{AC2519C3-8B7F-4DDF-9B13-F7B8A124FB9E}"/>
              </a:ext>
            </a:extLst>
          </p:cNvPr>
          <p:cNvSpPr>
            <a:spLocks xmlns:a="http://schemas.openxmlformats.org/drawingml/2006/main" noGrp="1"/>
          </p:cNvSpPr>
          <p:nvPr/>
        </p:nvSpPr>
        <p:spPr>
          <a:xfrm xmlns:a="http://schemas.openxmlformats.org/drawingml/2006/main">
            <a:off x="495300" y="2266950"/>
            <a:ext cx="11430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5FE3A1"/>
                </a:solidFill>
                <a:latin typeface="微软雅黑"/>
                <a:ea typeface="微软雅黑"/>
                <a:cs typeface="微软雅黑"/>
              </a:defRPr>
            </a:pPr>
            <a:r>
              <a:rPr sz="900" b="1">
                <a:solidFill>
                  <a:srgbClr val="5FE3A1"/>
                </a:solidFill>
                <a:latin typeface="微软雅黑"/>
                <a:ea typeface="微软雅黑"/>
                <a:cs typeface="微软雅黑"/>
              </a:rPr>
              <a:t>现在（已完成主体）</a:t>
            </a:r>
          </a:p>
        </p:txBody>
      </p:sp>
      <p:sp>
        <p:nvSpPr>
          <p:cNvPr id="26" name="">
            <a:extLst xmlns:a="http://schemas.openxmlformats.org/drawingml/2006/main">
              <a:ext uri="{FF2B5EF4-FFF2-40B4-BE49-F238E27FC236}">
                <a16:creationId xmlns:a16="http://schemas.microsoft.com/office/drawing/2014/main" id="{98930C4F-A669-4596-91E6-C689F960E5E6}"/>
              </a:ext>
            </a:extLst>
          </p:cNvPr>
          <p:cNvSpPr>
            <a:spLocks xmlns:a="http://schemas.openxmlformats.org/drawingml/2006/main" noGrp="1"/>
          </p:cNvSpPr>
          <p:nvPr/>
        </p:nvSpPr>
        <p:spPr>
          <a:xfrm xmlns:a="http://schemas.openxmlformats.org/drawingml/2006/main">
            <a:off x="495300" y="2743200"/>
            <a:ext cx="3390900" cy="2762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场景全部接入规则引擎，支持规则新增、修改、停用与试算</a:t>
            </a:r>
          </a:p>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三个 </a:t>
            </a:r>
            <a:r>
              <a:rPr sz="938">
                <a:solidFill>
                  <a:srgbClr val="EEF5FF"/>
                </a:solidFill>
                <a:latin typeface="微软雅黑"/>
                <a:ea typeface="微软雅黑"/>
                <a:cs typeface="微软雅黑"/>
              </a:rPr>
              <a:t>Agent </a:t>
            </a:r>
            <a:r>
              <a:rPr sz="938">
                <a:solidFill>
                  <a:srgbClr val="EEF5FF"/>
                </a:solidFill>
                <a:latin typeface="微软雅黑"/>
                <a:ea typeface="微软雅黑"/>
                <a:cs typeface="微软雅黑"/>
              </a:rPr>
              <a:t>桩接入规则 </a:t>
            </a:r>
            <a:r>
              <a:rPr sz="938">
                <a:solidFill>
                  <a:srgbClr val="EEF5FF"/>
                </a:solidFill>
                <a:latin typeface="微软雅黑"/>
                <a:ea typeface="微软雅黑"/>
                <a:cs typeface="微软雅黑"/>
              </a:rPr>
              <a:t>Service</a:t>
            </a:r>
            <a:r>
              <a:rPr sz="938">
                <a:solidFill>
                  <a:srgbClr val="EEF5FF"/>
                </a:solidFill>
                <a:latin typeface="微软雅黑"/>
                <a:ea typeface="微软雅黑"/>
                <a:cs typeface="微软雅黑"/>
              </a:rPr>
              <a:t>，保留命中依据、置信度与人工确认</a:t>
            </a:r>
          </a:p>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阶段结果：核心业务离线可运行，结论可复算、可追溯</a:t>
            </a:r>
          </a:p>
        </p:txBody>
      </p:sp>
      <p:sp>
        <p:nvSpPr>
          <p:cNvPr id="27" name="">
            <a:extLst xmlns:a="http://schemas.openxmlformats.org/drawingml/2006/main">
              <a:ext uri="{FF2B5EF4-FFF2-40B4-BE49-F238E27FC236}">
                <a16:creationId xmlns:a16="http://schemas.microsoft.com/office/drawing/2014/main" id="{31CC1E1A-5EBA-4F3E-A9CF-013667E5C078}"/>
              </a:ext>
            </a:extLst>
          </p:cNvPr>
          <p:cNvSpPr>
            <a:spLocks xmlns:a="http://schemas.openxmlformats.org/drawingml/2006/main" noGrp="1"/>
          </p:cNvSpPr>
          <p:nvPr/>
        </p:nvSpPr>
        <p:spPr>
          <a:xfrm xmlns:a="http://schemas.openxmlformats.org/drawingml/2006/main">
            <a:off x="4229100" y="1333500"/>
            <a:ext cx="3771900" cy="4381500"/>
          </a:xfrm>
          <a:prstGeom xmlns:a="http://schemas.openxmlformats.org/drawingml/2006/main" prst="roundRect">
            <a:avLst>
              <a:gd name="adj" fmla="val 227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28" name="">
            <a:extLst xmlns:a="http://schemas.openxmlformats.org/drawingml/2006/main">
              <a:ext uri="{FF2B5EF4-FFF2-40B4-BE49-F238E27FC236}">
                <a16:creationId xmlns:a16="http://schemas.microsoft.com/office/drawing/2014/main" id="{1BC153ED-80CF-4447-89C8-0FBC05253324}"/>
              </a:ext>
            </a:extLst>
          </p:cNvPr>
          <p:cNvSpPr>
            <a:spLocks xmlns:a="http://schemas.openxmlformats.org/drawingml/2006/main" noGrp="1"/>
          </p:cNvSpPr>
          <p:nvPr/>
        </p:nvSpPr>
        <p:spPr>
          <a:xfrm xmlns:a="http://schemas.openxmlformats.org/drawingml/2006/main">
            <a:off x="4229100" y="1333500"/>
            <a:ext cx="3771900" cy="5715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29" name="">
            <a:extLst xmlns:a="http://schemas.openxmlformats.org/drawingml/2006/main">
              <a:ext uri="{FF2B5EF4-FFF2-40B4-BE49-F238E27FC236}">
                <a16:creationId xmlns:a16="http://schemas.microsoft.com/office/drawing/2014/main" id="{9C529683-87F9-4835-9C63-57175D4FF10B}"/>
              </a:ext>
            </a:extLst>
          </p:cNvPr>
          <p:cNvSpPr>
            <a:spLocks xmlns:a="http://schemas.openxmlformats.org/drawingml/2006/main" noGrp="1"/>
          </p:cNvSpPr>
          <p:nvPr/>
        </p:nvSpPr>
        <p:spPr>
          <a:xfrm xmlns:a="http://schemas.openxmlformats.org/drawingml/2006/main">
            <a:off x="4438650" y="1504950"/>
            <a:ext cx="19050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9DBEE8"/>
                </a:solidFill>
                <a:latin typeface="微软雅黑"/>
                <a:ea typeface="微软雅黑"/>
                <a:cs typeface="微软雅黑"/>
              </a:defRPr>
            </a:pPr>
            <a:r>
              <a:rPr sz="975" b="1">
                <a:solidFill>
                  <a:srgbClr val="9DBEE8"/>
                </a:solidFill>
                <a:latin typeface="微软雅黑"/>
                <a:ea typeface="微软雅黑"/>
                <a:cs typeface="微软雅黑"/>
              </a:rPr>
              <a:t>阶段二</a:t>
            </a:r>
          </a:p>
        </p:txBody>
      </p:sp>
      <p:sp>
        <p:nvSpPr>
          <p:cNvPr id="30" name="">
            <a:extLst xmlns:a="http://schemas.openxmlformats.org/drawingml/2006/main">
              <a:ext uri="{FF2B5EF4-FFF2-40B4-BE49-F238E27FC236}">
                <a16:creationId xmlns:a16="http://schemas.microsoft.com/office/drawing/2014/main" id="{2C5B851E-EE1E-42EF-BC3D-3CF6A3DE6992}"/>
              </a:ext>
            </a:extLst>
          </p:cNvPr>
          <p:cNvSpPr>
            <a:spLocks xmlns:a="http://schemas.openxmlformats.org/drawingml/2006/main" noGrp="1"/>
          </p:cNvSpPr>
          <p:nvPr/>
        </p:nvSpPr>
        <p:spPr>
          <a:xfrm xmlns:a="http://schemas.openxmlformats.org/drawingml/2006/main">
            <a:off x="4438650" y="1809750"/>
            <a:ext cx="33909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FFFFF"/>
                </a:solidFill>
                <a:latin typeface="微软雅黑"/>
                <a:ea typeface="微软雅黑"/>
                <a:cs typeface="微软雅黑"/>
              </a:defRPr>
            </a:pPr>
            <a:r>
              <a:rPr sz="1650" b="1">
                <a:solidFill>
                  <a:srgbClr val="FFFFFF"/>
                </a:solidFill>
                <a:latin typeface="微软雅黑"/>
                <a:ea typeface="微软雅黑"/>
                <a:cs typeface="微软雅黑"/>
              </a:rPr>
              <a:t>模型增强与数据回流</a:t>
            </a:r>
          </a:p>
        </p:txBody>
      </p:sp>
      <p:sp>
        <p:nvSpPr>
          <p:cNvPr id="31" name="">
            <a:extLst xmlns:a="http://schemas.openxmlformats.org/drawingml/2006/main">
              <a:ext uri="{FF2B5EF4-FFF2-40B4-BE49-F238E27FC236}">
                <a16:creationId xmlns:a16="http://schemas.microsoft.com/office/drawing/2014/main" id="{3D6E1D01-0682-42F4-B122-7AC4CA1A6FA3}"/>
              </a:ext>
            </a:extLst>
          </p:cNvPr>
          <p:cNvSpPr>
            <a:spLocks xmlns:a="http://schemas.openxmlformats.org/drawingml/2006/main" noGrp="1"/>
          </p:cNvSpPr>
          <p:nvPr/>
        </p:nvSpPr>
        <p:spPr>
          <a:xfrm xmlns:a="http://schemas.openxmlformats.org/drawingml/2006/main">
            <a:off x="4438650" y="2266950"/>
            <a:ext cx="1143000" cy="266700"/>
          </a:xfrm>
          <a:prstGeom xmlns:a="http://schemas.openxmlformats.org/drawingml/2006/main" prst="roundRect">
            <a:avLst>
              <a:gd name="adj" fmla="val 50000"/>
            </a:avLst>
          </a:prstGeom>
          <a:noFill xmlns:a="http://schemas.openxmlformats.org/drawingml/2006/main"/>
          <a:ln xmlns:a="http://schemas.openxmlformats.org/drawingml/2006/main" w="9525">
            <a:solidFill>
              <a:srgbClr val="FFD24A"/>
            </a:solidFill>
            <a:prstDash val="solid"/>
          </a:ln>
        </p:spPr>
      </p:sp>
      <p:sp>
        <p:nvSpPr>
          <p:cNvPr id="32" name="">
            <a:extLst xmlns:a="http://schemas.openxmlformats.org/drawingml/2006/main">
              <a:ext uri="{FF2B5EF4-FFF2-40B4-BE49-F238E27FC236}">
                <a16:creationId xmlns:a16="http://schemas.microsoft.com/office/drawing/2014/main" id="{B00D8F3B-61FE-46DE-901B-55B5CD528D9F}"/>
              </a:ext>
            </a:extLst>
          </p:cNvPr>
          <p:cNvSpPr>
            <a:spLocks xmlns:a="http://schemas.openxmlformats.org/drawingml/2006/main" noGrp="1"/>
          </p:cNvSpPr>
          <p:nvPr/>
        </p:nvSpPr>
        <p:spPr>
          <a:xfrm xmlns:a="http://schemas.openxmlformats.org/drawingml/2006/main">
            <a:off x="4438650" y="2266950"/>
            <a:ext cx="11430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24A"/>
                </a:solidFill>
                <a:latin typeface="微软雅黑"/>
                <a:ea typeface="微软雅黑"/>
                <a:cs typeface="微软雅黑"/>
              </a:defRPr>
            </a:pPr>
            <a:r>
              <a:rPr sz="900" b="1">
                <a:solidFill>
                  <a:srgbClr val="FFD24A"/>
                </a:solidFill>
                <a:latin typeface="微软雅黑"/>
                <a:ea typeface="微软雅黑"/>
                <a:cs typeface="微软雅黑"/>
              </a:rPr>
              <a:t>下一步</a:t>
            </a:r>
          </a:p>
        </p:txBody>
      </p:sp>
      <p:sp>
        <p:nvSpPr>
          <p:cNvPr id="33" name="">
            <a:extLst xmlns:a="http://schemas.openxmlformats.org/drawingml/2006/main">
              <a:ext uri="{FF2B5EF4-FFF2-40B4-BE49-F238E27FC236}">
                <a16:creationId xmlns:a16="http://schemas.microsoft.com/office/drawing/2014/main" id="{9394563D-4ECC-4F15-A4C4-C4A27B0B2280}"/>
              </a:ext>
            </a:extLst>
          </p:cNvPr>
          <p:cNvSpPr>
            <a:spLocks xmlns:a="http://schemas.openxmlformats.org/drawingml/2006/main" noGrp="1"/>
          </p:cNvSpPr>
          <p:nvPr/>
        </p:nvSpPr>
        <p:spPr>
          <a:xfrm xmlns:a="http://schemas.openxmlformats.org/drawingml/2006/main">
            <a:off x="4438650" y="2743200"/>
            <a:ext cx="3390900" cy="2762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不改接口与前端，增加 </a:t>
            </a:r>
            <a:r>
              <a:rPr sz="938">
                <a:solidFill>
                  <a:srgbClr val="EEF5FF"/>
                </a:solidFill>
                <a:latin typeface="微软雅黑"/>
                <a:ea typeface="微软雅黑"/>
                <a:cs typeface="微软雅黑"/>
              </a:rPr>
              <a:t>source=model </a:t>
            </a:r>
            <a:r>
              <a:rPr sz="938">
                <a:solidFill>
                  <a:srgbClr val="EEF5FF"/>
                </a:solidFill>
                <a:latin typeface="微软雅黑"/>
                <a:ea typeface="微软雅黑"/>
                <a:cs typeface="微软雅黑"/>
              </a:rPr>
              <a:t>的 </a:t>
            </a:r>
            <a:r>
              <a:rPr sz="938">
                <a:solidFill>
                  <a:srgbClr val="EEF5FF"/>
                </a:solidFill>
                <a:latin typeface="微软雅黑"/>
                <a:ea typeface="微软雅黑"/>
                <a:cs typeface="微软雅黑"/>
              </a:rPr>
              <a:t>Service</a:t>
            </a:r>
            <a:r>
              <a:rPr sz="938">
                <a:solidFill>
                  <a:srgbClr val="EEF5FF"/>
                </a:solidFill>
                <a:latin typeface="微软雅黑"/>
                <a:ea typeface="微软雅黑"/>
                <a:cs typeface="微软雅黑"/>
              </a:rPr>
              <a:t>，规则始终兜底</a:t>
            </a:r>
          </a:p>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用岗位、课程、考试、实操与历史决策构建训练知识库</a:t>
            </a:r>
          </a:p>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人工确认结果沉淀为训练标签，形成「越用越准」的数据飞轮</a:t>
            </a:r>
          </a:p>
        </p:txBody>
      </p:sp>
      <p:sp>
        <p:nvSpPr>
          <p:cNvPr id="34" name="">
            <a:extLst xmlns:a="http://schemas.openxmlformats.org/drawingml/2006/main">
              <a:ext uri="{FF2B5EF4-FFF2-40B4-BE49-F238E27FC236}">
                <a16:creationId xmlns:a16="http://schemas.microsoft.com/office/drawing/2014/main" id="{42E2F199-1499-4F1B-ACF2-4C28ABF0E108}"/>
              </a:ext>
            </a:extLst>
          </p:cNvPr>
          <p:cNvSpPr>
            <a:spLocks xmlns:a="http://schemas.openxmlformats.org/drawingml/2006/main" noGrp="1"/>
          </p:cNvSpPr>
          <p:nvPr/>
        </p:nvSpPr>
        <p:spPr>
          <a:xfrm xmlns:a="http://schemas.openxmlformats.org/drawingml/2006/main">
            <a:off x="8172450" y="1333500"/>
            <a:ext cx="3771900" cy="4381500"/>
          </a:xfrm>
          <a:prstGeom xmlns:a="http://schemas.openxmlformats.org/drawingml/2006/main" prst="roundRect">
            <a:avLst>
              <a:gd name="adj" fmla="val 2273"/>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5FA8E8"/>
            </a:solidFill>
            <a:prstDash val="solid"/>
          </a:ln>
        </p:spPr>
      </p:sp>
      <p:sp>
        <p:nvSpPr>
          <p:cNvPr id="35" name="">
            <a:extLst xmlns:a="http://schemas.openxmlformats.org/drawingml/2006/main">
              <a:ext uri="{FF2B5EF4-FFF2-40B4-BE49-F238E27FC236}">
                <a16:creationId xmlns:a16="http://schemas.microsoft.com/office/drawing/2014/main" id="{D50E8A4B-67CC-47E6-BFCA-A4DEE0D70367}"/>
              </a:ext>
            </a:extLst>
          </p:cNvPr>
          <p:cNvSpPr>
            <a:spLocks xmlns:a="http://schemas.openxmlformats.org/drawingml/2006/main" noGrp="1"/>
          </p:cNvSpPr>
          <p:nvPr/>
        </p:nvSpPr>
        <p:spPr>
          <a:xfrm xmlns:a="http://schemas.openxmlformats.org/drawingml/2006/main">
            <a:off x="8172450" y="1333500"/>
            <a:ext cx="3771900" cy="57150"/>
          </a:xfrm>
          <a:prstGeom xmlns:a="http://schemas.openxmlformats.org/drawingml/2006/main" prst="rect">
            <a:avLst/>
          </a:prstGeom>
          <a:solidFill xmlns:a="http://schemas.openxmlformats.org/drawingml/2006/main">
            <a:srgbClr val="B7A6FF"/>
          </a:solidFill>
          <a:ln xmlns:a="http://schemas.openxmlformats.org/drawingml/2006/main">
            <a:noFill/>
          </a:ln>
        </p:spPr>
      </p:sp>
      <p:sp>
        <p:nvSpPr>
          <p:cNvPr id="36" name="">
            <a:extLst xmlns:a="http://schemas.openxmlformats.org/drawingml/2006/main">
              <a:ext uri="{FF2B5EF4-FFF2-40B4-BE49-F238E27FC236}">
                <a16:creationId xmlns:a16="http://schemas.microsoft.com/office/drawing/2014/main" id="{83065791-4E23-472F-92DC-92A48C2CD140}"/>
              </a:ext>
            </a:extLst>
          </p:cNvPr>
          <p:cNvSpPr>
            <a:spLocks xmlns:a="http://schemas.openxmlformats.org/drawingml/2006/main" noGrp="1"/>
          </p:cNvSpPr>
          <p:nvPr/>
        </p:nvSpPr>
        <p:spPr>
          <a:xfrm xmlns:a="http://schemas.openxmlformats.org/drawingml/2006/main">
            <a:off x="8382000" y="1504950"/>
            <a:ext cx="19050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9DBEE8"/>
                </a:solidFill>
                <a:latin typeface="微软雅黑"/>
                <a:ea typeface="微软雅黑"/>
                <a:cs typeface="微软雅黑"/>
              </a:defRPr>
            </a:pPr>
            <a:r>
              <a:rPr sz="975" b="1">
                <a:solidFill>
                  <a:srgbClr val="9DBEE8"/>
                </a:solidFill>
                <a:latin typeface="微软雅黑"/>
                <a:ea typeface="微软雅黑"/>
                <a:cs typeface="微软雅黑"/>
              </a:rPr>
              <a:t>阶段三</a:t>
            </a:r>
          </a:p>
        </p:txBody>
      </p:sp>
      <p:sp>
        <p:nvSpPr>
          <p:cNvPr id="37" name="">
            <a:extLst xmlns:a="http://schemas.openxmlformats.org/drawingml/2006/main">
              <a:ext uri="{FF2B5EF4-FFF2-40B4-BE49-F238E27FC236}">
                <a16:creationId xmlns:a16="http://schemas.microsoft.com/office/drawing/2014/main" id="{4E87342B-D117-4A25-A44E-FABD108104EE}"/>
              </a:ext>
            </a:extLst>
          </p:cNvPr>
          <p:cNvSpPr>
            <a:spLocks xmlns:a="http://schemas.openxmlformats.org/drawingml/2006/main" noGrp="1"/>
          </p:cNvSpPr>
          <p:nvPr/>
        </p:nvSpPr>
        <p:spPr>
          <a:xfrm xmlns:a="http://schemas.openxmlformats.org/drawingml/2006/main">
            <a:off x="8382000" y="1809750"/>
            <a:ext cx="33909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FFFFF"/>
                </a:solidFill>
                <a:latin typeface="微软雅黑"/>
                <a:ea typeface="微软雅黑"/>
                <a:cs typeface="微软雅黑"/>
              </a:defRPr>
            </a:pPr>
            <a:r>
              <a:rPr sz="1650" b="1">
                <a:solidFill>
                  <a:srgbClr val="FFFFFF"/>
                </a:solidFill>
                <a:latin typeface="微软雅黑"/>
                <a:ea typeface="微软雅黑"/>
                <a:cs typeface="微软雅黑"/>
              </a:rPr>
              <a:t>行业训练 </a:t>
            </a:r>
            <a:r>
              <a:rPr sz="1650" b="1">
                <a:solidFill>
                  <a:srgbClr val="FFFFFF"/>
                </a:solidFill>
                <a:latin typeface="微软雅黑"/>
                <a:ea typeface="微软雅黑"/>
                <a:cs typeface="微软雅黑"/>
              </a:rPr>
              <a:t>Agent</a:t>
            </a:r>
          </a:p>
        </p:txBody>
      </p:sp>
      <p:sp>
        <p:nvSpPr>
          <p:cNvPr id="38" name="">
            <a:extLst xmlns:a="http://schemas.openxmlformats.org/drawingml/2006/main">
              <a:ext uri="{FF2B5EF4-FFF2-40B4-BE49-F238E27FC236}">
                <a16:creationId xmlns:a16="http://schemas.microsoft.com/office/drawing/2014/main" id="{39741FFC-BDEA-4BB1-BDF2-A09E04535D2B}"/>
              </a:ext>
            </a:extLst>
          </p:cNvPr>
          <p:cNvSpPr>
            <a:spLocks xmlns:a="http://schemas.openxmlformats.org/drawingml/2006/main" noGrp="1"/>
          </p:cNvSpPr>
          <p:nvPr/>
        </p:nvSpPr>
        <p:spPr>
          <a:xfrm xmlns:a="http://schemas.openxmlformats.org/drawingml/2006/main">
            <a:off x="8382000" y="2266950"/>
            <a:ext cx="1143000" cy="266700"/>
          </a:xfrm>
          <a:prstGeom xmlns:a="http://schemas.openxmlformats.org/drawingml/2006/main" prst="roundRect">
            <a:avLst>
              <a:gd name="adj" fmla="val 50000"/>
            </a:avLst>
          </a:prstGeom>
          <a:noFill xmlns:a="http://schemas.openxmlformats.org/drawingml/2006/main"/>
          <a:ln xmlns:a="http://schemas.openxmlformats.org/drawingml/2006/main" w="9525">
            <a:solidFill>
              <a:srgbClr val="B7A6FF"/>
            </a:solidFill>
            <a:prstDash val="solid"/>
          </a:ln>
        </p:spPr>
      </p:sp>
      <p:sp>
        <p:nvSpPr>
          <p:cNvPr id="39" name="">
            <a:extLst xmlns:a="http://schemas.openxmlformats.org/drawingml/2006/main">
              <a:ext uri="{FF2B5EF4-FFF2-40B4-BE49-F238E27FC236}">
                <a16:creationId xmlns:a16="http://schemas.microsoft.com/office/drawing/2014/main" id="{B95E7A0D-7995-41BA-81AD-C7D99CCB8C89}"/>
              </a:ext>
            </a:extLst>
          </p:cNvPr>
          <p:cNvSpPr>
            <a:spLocks xmlns:a="http://schemas.openxmlformats.org/drawingml/2006/main" noGrp="1"/>
          </p:cNvSpPr>
          <p:nvPr/>
        </p:nvSpPr>
        <p:spPr>
          <a:xfrm xmlns:a="http://schemas.openxmlformats.org/drawingml/2006/main">
            <a:off x="8382000" y="2266950"/>
            <a:ext cx="11430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B7A6FF"/>
                </a:solidFill>
                <a:latin typeface="微软雅黑"/>
                <a:ea typeface="微软雅黑"/>
                <a:cs typeface="微软雅黑"/>
              </a:defRPr>
            </a:pPr>
            <a:r>
              <a:rPr sz="900" b="1">
                <a:solidFill>
                  <a:srgbClr val="B7A6FF"/>
                </a:solidFill>
                <a:latin typeface="微软雅黑"/>
                <a:ea typeface="微软雅黑"/>
                <a:cs typeface="微软雅黑"/>
              </a:rPr>
              <a:t>中长期</a:t>
            </a:r>
          </a:p>
        </p:txBody>
      </p:sp>
      <p:sp>
        <p:nvSpPr>
          <p:cNvPr id="40" name="">
            <a:extLst xmlns:a="http://schemas.openxmlformats.org/drawingml/2006/main">
              <a:ext uri="{FF2B5EF4-FFF2-40B4-BE49-F238E27FC236}">
                <a16:creationId xmlns:a16="http://schemas.microsoft.com/office/drawing/2014/main" id="{0173E79C-DC29-4C61-9DE0-61237998D9D5}"/>
              </a:ext>
            </a:extLst>
          </p:cNvPr>
          <p:cNvSpPr>
            <a:spLocks xmlns:a="http://schemas.openxmlformats.org/drawingml/2006/main" noGrp="1"/>
          </p:cNvSpPr>
          <p:nvPr/>
        </p:nvSpPr>
        <p:spPr>
          <a:xfrm xmlns:a="http://schemas.openxmlformats.org/drawingml/2006/main">
            <a:off x="8382000" y="2743200"/>
            <a:ext cx="3390900" cy="2762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融合岗位、技能、课程、考试、实操、带教与成本数据，形成企业训练知识底座</a:t>
            </a:r>
          </a:p>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Agent </a:t>
            </a:r>
            <a:r>
              <a:rPr sz="938">
                <a:solidFill>
                  <a:srgbClr val="EEF5FF"/>
                </a:solidFill>
                <a:latin typeface="微软雅黑"/>
                <a:ea typeface="微软雅黑"/>
                <a:cs typeface="微软雅黑"/>
              </a:rPr>
              <a:t>能识别缺口、生成计划、推荐带教并安排复训</a:t>
            </a:r>
          </a:p>
          <a:p xmlns:a="http://schemas.openxmlformats.org/drawingml/2006/main">
            <a:pPr algn="l">
              <a:lnSpc>
                <a:spcPct val="180000"/>
              </a:lnSpc>
              <a:buNone/>
              <a:defRPr sz="938">
                <a:solidFill>
                  <a:srgbClr val="EEF5FF"/>
                </a:solidFill>
                <a:latin typeface="微软雅黑"/>
                <a:ea typeface="微软雅黑"/>
                <a:cs typeface="微软雅黑"/>
              </a:defRPr>
            </a:pPr>
            <a:r>
              <a:rPr sz="938">
                <a:solidFill>
                  <a:srgbClr val="EEF5FF"/>
                </a:solidFill>
                <a:latin typeface="微软雅黑"/>
                <a:ea typeface="微软雅黑"/>
                <a:cs typeface="微软雅黑"/>
              </a:rPr>
              <a:t>· </a:t>
            </a:r>
            <a:r>
              <a:rPr sz="938">
                <a:solidFill>
                  <a:srgbClr val="EEF5FF"/>
                </a:solidFill>
                <a:latin typeface="微软雅黑"/>
                <a:ea typeface="微软雅黑"/>
                <a:cs typeface="微软雅黑"/>
              </a:rPr>
              <a:t>最终形态：越用越懂岗位、员工和训练闭环的行业训练 </a:t>
            </a:r>
            <a:r>
              <a:rPr sz="938">
                <a:solidFill>
                  <a:srgbClr val="EEF5FF"/>
                </a:solidFill>
                <a:latin typeface="微软雅黑"/>
                <a:ea typeface="微软雅黑"/>
                <a:cs typeface="微软雅黑"/>
              </a:rPr>
              <a:t>Agent</a:t>
            </a:r>
          </a:p>
        </p:txBody>
      </p:sp>
      <p:sp>
        <p:nvSpPr>
          <p:cNvPr id="41" name="">
            <a:extLst xmlns:a="http://schemas.openxmlformats.org/drawingml/2006/main">
              <a:ext uri="{FF2B5EF4-FFF2-40B4-BE49-F238E27FC236}">
                <a16:creationId xmlns:a16="http://schemas.microsoft.com/office/drawing/2014/main" id="{10359A95-148B-47D4-8418-58B174F2B82F}"/>
              </a:ext>
            </a:extLst>
          </p:cNvPr>
          <p:cNvSpPr>
            <a:spLocks xmlns:a="http://schemas.openxmlformats.org/drawingml/2006/main" noGrp="1"/>
          </p:cNvSpPr>
          <p:nvPr/>
        </p:nvSpPr>
        <p:spPr>
          <a:xfrm xmlns:a="http://schemas.openxmlformats.org/drawingml/2006/main">
            <a:off x="285750" y="5924550"/>
            <a:ext cx="11620500" cy="571500"/>
          </a:xfrm>
          <a:prstGeom xmlns:a="http://schemas.openxmlformats.org/drawingml/2006/main" prst="roundRect">
            <a:avLst>
              <a:gd name="adj" fmla="val 15000"/>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42" name="">
            <a:extLst xmlns:a="http://schemas.openxmlformats.org/drawingml/2006/main">
              <a:ext uri="{FF2B5EF4-FFF2-40B4-BE49-F238E27FC236}">
                <a16:creationId xmlns:a16="http://schemas.microsoft.com/office/drawing/2014/main" id="{DC8764BD-507B-47B4-89E4-D15036C5DF38}"/>
              </a:ext>
            </a:extLst>
          </p:cNvPr>
          <p:cNvSpPr>
            <a:spLocks xmlns:a="http://schemas.openxmlformats.org/drawingml/2006/main" noGrp="1"/>
          </p:cNvSpPr>
          <p:nvPr/>
        </p:nvSpPr>
        <p:spPr>
          <a:xfrm xmlns:a="http://schemas.openxmlformats.org/drawingml/2006/main">
            <a:off x="457200" y="5924550"/>
            <a:ext cx="11239500" cy="57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lnSpc>
                <a:spcPct val="135000"/>
              </a:lnSpc>
              <a:buNone/>
              <a:defRPr sz="975" b="0">
                <a:solidFill>
                  <a:srgbClr val="EEF5FF"/>
                </a:solidFill>
                <a:latin typeface="微软雅黑"/>
                <a:ea typeface="微软雅黑"/>
                <a:cs typeface="微软雅黑"/>
              </a:defRPr>
            </a:pPr>
            <a:r>
              <a:rPr sz="975" b="0">
                <a:solidFill>
                  <a:srgbClr val="EEF5FF"/>
                </a:solidFill>
                <a:latin typeface="微软雅黑"/>
                <a:ea typeface="微软雅黑"/>
                <a:cs typeface="微软雅黑"/>
              </a:rPr>
              <a:t>规则全面落地　</a:t>
            </a:r>
            <a:r>
              <a:rPr sz="975" b="0">
                <a:solidFill>
                  <a:srgbClr val="EEF5FF"/>
                </a:solidFill>
                <a:latin typeface="微软雅黑"/>
                <a:ea typeface="微软雅黑"/>
                <a:cs typeface="微软雅黑"/>
              </a:rPr>
              <a:t>→　</a:t>
            </a:r>
            <a:r>
              <a:rPr sz="975" b="0">
                <a:solidFill>
                  <a:srgbClr val="EEF5FF"/>
                </a:solidFill>
                <a:latin typeface="微软雅黑"/>
                <a:ea typeface="微软雅黑"/>
                <a:cs typeface="微软雅黑"/>
              </a:rPr>
              <a:t>模型增强与数据回流　</a:t>
            </a:r>
            <a:r>
              <a:rPr sz="975" b="0">
                <a:solidFill>
                  <a:srgbClr val="EEF5FF"/>
                </a:solidFill>
                <a:latin typeface="微软雅黑"/>
                <a:ea typeface="微软雅黑"/>
                <a:cs typeface="微软雅黑"/>
              </a:rPr>
              <a:t>→　</a:t>
            </a:r>
            <a:r>
              <a:rPr sz="975" b="0">
                <a:solidFill>
                  <a:srgbClr val="EEF5FF"/>
                </a:solidFill>
                <a:latin typeface="微软雅黑"/>
                <a:ea typeface="微软雅黑"/>
                <a:cs typeface="微软雅黑"/>
              </a:rPr>
              <a:t>行业训练 </a:t>
            </a:r>
            <a:r>
              <a:rPr sz="975" b="0">
                <a:solidFill>
                  <a:srgbClr val="EEF5FF"/>
                </a:solidFill>
                <a:latin typeface="微软雅黑"/>
                <a:ea typeface="微软雅黑"/>
                <a:cs typeface="微软雅黑"/>
              </a:rPr>
              <a:t>Agent　　</a:t>
            </a:r>
            <a:r>
              <a:rPr sz="975" b="0">
                <a:solidFill>
                  <a:srgbClr val="EEF5FF"/>
                </a:solidFill>
                <a:latin typeface="微软雅黑"/>
                <a:ea typeface="微软雅黑"/>
                <a:cs typeface="微软雅黑"/>
              </a:rPr>
              <a:t>演进过程不改接口、不改前端、不改变结论的可追溯要求。</a:t>
            </a:r>
          </a:p>
        </p:txBody>
      </p:sp>
      <p:sp>
        <p:nvSpPr>
          <p:cNvPr id="43" name="">
            <a:extLst xmlns:a="http://schemas.openxmlformats.org/drawingml/2006/main">
              <a:ext uri="{FF2B5EF4-FFF2-40B4-BE49-F238E27FC236}">
                <a16:creationId xmlns:a16="http://schemas.microsoft.com/office/drawing/2014/main" id="{80E2E498-2856-412E-BC4F-DAB9096B51ED}"/>
              </a:ext>
            </a:extLst>
          </p:cNvPr>
          <p:cNvSpPr>
            <a:spLocks xmlns:a="http://schemas.openxmlformats.org/drawingml/2006/main" noGrp="1"/>
          </p:cNvSpPr>
          <p:nvPr/>
        </p:nvSpPr>
        <p:spPr>
          <a:xfrm xmlns:a="http://schemas.openxmlformats.org/drawingml/2006/main">
            <a:off x="285750" y="6572250"/>
            <a:ext cx="11620500" cy="9525"/>
          </a:xfrm>
          <a:prstGeom xmlns:a="http://schemas.openxmlformats.org/drawingml/2006/main" prst="rect">
            <a:avLst/>
          </a:prstGeom>
          <a:gradFill xmlns:a="http://schemas.openxmlformats.org/drawingml/2006/main">
            <a:gsLst>
              <a:gs pos="0">
                <a:srgbClr val="CFE9FF">
                  <a:alpha val="45000"/>
                </a:srgbClr>
              </a:gs>
              <a:gs pos="62000">
                <a:srgbClr val="7FC4FF">
                  <a:alpha val="28000"/>
                </a:srgbClr>
              </a:gs>
              <a:gs pos="100000">
                <a:srgbClr val="7FC4FF">
                  <a:alpha val="0"/>
                </a:srgbClr>
              </a:gs>
            </a:gsLst>
            <a:lin ang="0"/>
          </a:gradFill>
          <a:ln xmlns:a="http://schemas.openxmlformats.org/drawingml/2006/main">
            <a:noFill/>
          </a:ln>
        </p:spPr>
      </p:sp>
      <p:sp>
        <p:nvSpPr>
          <p:cNvPr id="44" name="">
            <a:extLst xmlns:a="http://schemas.openxmlformats.org/drawingml/2006/main">
              <a:ext uri="{FF2B5EF4-FFF2-40B4-BE49-F238E27FC236}">
                <a16:creationId xmlns:a16="http://schemas.microsoft.com/office/drawing/2014/main" id="{2F3840D8-D302-4F1C-A7BF-86A09C449B41}"/>
              </a:ext>
            </a:extLst>
          </p:cNvPr>
          <p:cNvSpPr>
            <a:spLocks xmlns:a="http://schemas.openxmlformats.org/drawingml/2006/main" noGrp="1"/>
          </p:cNvSpPr>
          <p:nvPr/>
        </p:nvSpPr>
        <p:spPr>
          <a:xfrm xmlns:a="http://schemas.openxmlformats.org/drawingml/2006/main">
            <a:off x="285750" y="6534150"/>
            <a:ext cx="28575" cy="762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45" name="">
            <a:extLst xmlns:a="http://schemas.openxmlformats.org/drawingml/2006/main">
              <a:ext uri="{FF2B5EF4-FFF2-40B4-BE49-F238E27FC236}">
                <a16:creationId xmlns:a16="http://schemas.microsoft.com/office/drawing/2014/main" id="{28370F01-60C9-447B-835A-36F8169FE9B8}"/>
              </a:ext>
            </a:extLst>
          </p:cNvPr>
          <p:cNvSpPr>
            <a:spLocks xmlns:a="http://schemas.openxmlformats.org/drawingml/2006/main" noGrp="1"/>
          </p:cNvSpPr>
          <p:nvPr/>
        </p:nvSpPr>
        <p:spPr>
          <a:xfrm xmlns:a="http://schemas.openxmlformats.org/drawingml/2006/main">
            <a:off x="419100" y="6600825"/>
            <a:ext cx="66675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788" b="0">
                <a:solidFill>
                  <a:srgbClr val="9DBEE8"/>
                </a:solidFill>
                <a:latin typeface="微软雅黑"/>
                <a:ea typeface="微软雅黑"/>
                <a:cs typeface="微软雅黑"/>
              </a:defRPr>
            </a:pPr>
            <a:r>
              <a:rPr sz="788" b="0">
                <a:solidFill>
                  <a:srgbClr val="9DBEE8"/>
                </a:solidFill>
                <a:latin typeface="微软雅黑"/>
                <a:ea typeface="微软雅黑"/>
                <a:cs typeface="微软雅黑"/>
              </a:rPr>
              <a:t>工业智训 </a:t>
            </a:r>
            <a:r>
              <a:rPr sz="788" b="0">
                <a:solidFill>
                  <a:srgbClr val="9DBEE8"/>
                </a:solidFill>
                <a:latin typeface="微软雅黑"/>
                <a:ea typeface="微软雅黑"/>
                <a:cs typeface="微软雅黑"/>
              </a:rPr>
              <a:t>· </a:t>
            </a:r>
            <a:r>
              <a:rPr sz="788" b="0">
                <a:solidFill>
                  <a:srgbClr val="9DBEE8"/>
                </a:solidFill>
                <a:latin typeface="微软雅黑"/>
                <a:ea typeface="微软雅黑"/>
                <a:cs typeface="微软雅黑"/>
              </a:rPr>
              <a:t>面向变电运维的可解释智能人才培养平台</a:t>
            </a:r>
          </a:p>
        </p:txBody>
      </p:sp>
      <p:sp>
        <p:nvSpPr>
          <p:cNvPr id="46" name="">
            <a:extLst xmlns:a="http://schemas.openxmlformats.org/drawingml/2006/main">
              <a:ext uri="{FF2B5EF4-FFF2-40B4-BE49-F238E27FC236}">
                <a16:creationId xmlns:a16="http://schemas.microsoft.com/office/drawing/2014/main" id="{5CDAD5F9-E5A1-4530-B954-C19B2CB6BF8F}"/>
              </a:ext>
            </a:extLst>
          </p:cNvPr>
          <p:cNvSpPr>
            <a:spLocks xmlns:a="http://schemas.openxmlformats.org/drawingml/2006/main" noGrp="1"/>
          </p:cNvSpPr>
          <p:nvPr/>
        </p:nvSpPr>
        <p:spPr>
          <a:xfrm xmlns:a="http://schemas.openxmlformats.org/drawingml/2006/main">
            <a:off x="11068050" y="6648450"/>
            <a:ext cx="533400" cy="14478"/>
          </a:xfrm>
          <a:prstGeom xmlns:a="http://schemas.openxmlformats.org/drawingml/2006/main" prst="rect">
            <a:avLst/>
          </a:prstGeom>
          <a:gradFill xmlns:a="http://schemas.openxmlformats.org/drawingml/2006/main">
            <a:gsLst>
              <a:gs pos="0">
                <a:srgbClr val="FFD24A">
                  <a:alpha val="0"/>
                </a:srgbClr>
              </a:gs>
              <a:gs pos="100000">
                <a:srgbClr val="FFD24A"/>
              </a:gs>
            </a:gsLst>
            <a:lin ang="0"/>
          </a:gradFill>
          <a:ln xmlns:a="http://schemas.openxmlformats.org/drawingml/2006/main">
            <a:noFill/>
          </a:ln>
        </p:spPr>
      </p:sp>
      <p:sp>
        <p:nvSpPr>
          <p:cNvPr id="47" name="">
            <a:extLst xmlns:a="http://schemas.openxmlformats.org/drawingml/2006/main">
              <a:ext uri="{FF2B5EF4-FFF2-40B4-BE49-F238E27FC236}">
                <a16:creationId xmlns:a16="http://schemas.microsoft.com/office/drawing/2014/main" id="{C399CF0C-ABDA-44CD-826F-6442A879986A}"/>
              </a:ext>
            </a:extLst>
          </p:cNvPr>
          <p:cNvSpPr>
            <a:spLocks xmlns:a="http://schemas.openxmlformats.org/drawingml/2006/main" noGrp="1"/>
          </p:cNvSpPr>
          <p:nvPr/>
        </p:nvSpPr>
        <p:spPr>
          <a:xfrm xmlns:a="http://schemas.openxmlformats.org/drawingml/2006/main">
            <a:off x="11144250" y="6591300"/>
            <a:ext cx="762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D24A"/>
                </a:solidFill>
                <a:latin typeface="Bahnschrift SemiBold"/>
                <a:ea typeface="Bahnschrift SemiBold"/>
                <a:cs typeface="Bahnschrift SemiBold"/>
              </a:defRPr>
            </a:pPr>
            <a:r>
              <a:rPr sz="975" b="1">
                <a:solidFill>
                  <a:srgbClr val="FFD24A"/>
                </a:solidFill>
                <a:latin typeface="Bahnschrift SemiBold"/>
                <a:ea typeface="Bahnschrift SemiBold"/>
                <a:cs typeface="Bahnschrift SemiBold"/>
              </a:rPr>
              <a:t>39</a:t>
            </a:r>
          </a:p>
        </p:txBody>
      </p:sp>
    </p:spTree>
    <p:extLst>
      <p:ext uri="{BB962C8B-B14F-4D97-AF65-F5344CB8AC3E}">
        <p14:creationId xmlns:p14="http://schemas.microsoft.com/office/powerpoint/2010/main" val="1949928137"/>
      </p:ext>
    </p:extLst>
  </p:cSld>
</p:sld>
</file>

<file path=ppt/slides/slide40.xml><?xml version="1.0" encoding="utf-8"?>
<p:sld xmlns:p="http://schemas.openxmlformats.org/presentationml/2006/main">
  <p:cSld>
    <p:bg>
      <p:bgPr>
        <a:gradFill xmlns:a="http://schemas.openxmlformats.org/drawingml/2006/main">
          <a:gsLst>
            <a:gs pos="0">
              <a:srgbClr val="0D4489"/>
            </a:gs>
            <a:gs pos="100000">
              <a:srgbClr val="061C3F"/>
            </a:gs>
          </a:gsLst>
          <a:lin ang="7200000"/>
        </a:gradFill>
      </p:bgPr>
    </p:bg>
    <p:spTree>
      <p:nvGrpSpPr>
        <p:cNvPr id="1" name=""/>
        <p:cNvGrpSpPr/>
        <p:nvPr/>
      </p:nvGrpSpPr>
      <p:grpSpPr>
        <a:xfrm xmlns:a="http://schemas.openxmlformats.org/drawingml/2006/main"/>
      </p:grpSpPr>
      <p:pic>
        <p:nvPicPr>
          <p:cNvPr id="102" name=""/>
          <p:cNvPicPr>
            <a:picLocks xmlns:a="http://schemas.openxmlformats.org/drawingml/2006/main" noChangeAspect="1"/>
          </p:cNvPicPr>
          <p:nvPr/>
        </p:nvPicPr>
        <p:blipFill>
          <a:blip xmlns:r="http://schemas.openxmlformats.org/officeDocument/2006/relationships" xmlns:a="http://schemas.openxmlformats.org/drawingml/2006/main" r:embed="Ra084a66370fb481c"/>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5A41F3B-6E20-478F-B469-B009DEC9AB7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62F">
              <a:alpha val="18000"/>
            </a:srgbClr>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806BAF80-BC9F-4BCD-9344-C092DD13272B}"/>
              </a:ext>
            </a:extLst>
          </p:cNvPr>
          <p:cNvSpPr>
            <a:spLocks xmlns:a="http://schemas.openxmlformats.org/drawingml/2006/main" noGrp="1"/>
          </p:cNvSpPr>
          <p:nvPr/>
        </p:nvSpPr>
        <p:spPr>
          <a:xfrm xmlns:a="http://schemas.openxmlformats.org/drawingml/2006/main">
            <a:off x="4572000" y="762000"/>
            <a:ext cx="7620000" cy="6096000"/>
          </a:xfrm>
          <a:prstGeom xmlns:a="http://schemas.openxmlformats.org/drawingml/2006/main" prst="ellipse">
            <a:avLst/>
          </a:prstGeom>
          <a:gradFill xmlns:a="http://schemas.openxmlformats.org/drawingml/2006/main">
            <a:gsLst>
              <a:gs pos="0">
                <a:srgbClr val="7FD4FF">
                  <a:alpha val="10000"/>
                </a:srgbClr>
              </a:gs>
              <a:gs pos="45000">
                <a:srgbClr val="7FD4FF">
                  <a:alpha val="4000"/>
                </a:srgbClr>
              </a:gs>
              <a:gs pos="100000">
                <a:srgbClr val="7FD4FF">
                  <a:alpha val="0"/>
                </a:srgbClr>
              </a:gs>
            </a:gsLst>
            <a:path path="shape"/>
          </a:gra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0361A9B0-420C-4329-BE73-533F8B2D4CDF}"/>
              </a:ext>
            </a:extLst>
          </p:cNvPr>
          <p:cNvSpPr>
            <a:spLocks xmlns:a="http://schemas.openxmlformats.org/drawingml/2006/main" noGrp="1"/>
          </p:cNvSpPr>
          <p:nvPr/>
        </p:nvSpPr>
        <p:spPr>
          <a:xfrm xmlns:a="http://schemas.openxmlformats.org/drawingml/2006/main">
            <a:off x="0" y="2476500"/>
            <a:ext cx="4762500" cy="4381500"/>
          </a:xfrm>
          <a:prstGeom xmlns:a="http://schemas.openxmlformats.org/drawingml/2006/main" prst="ellipse">
            <a:avLst/>
          </a:prstGeom>
          <a:gradFill xmlns:a="http://schemas.openxmlformats.org/drawingml/2006/main">
            <a:gsLst>
              <a:gs pos="0">
                <a:srgbClr val="08234F">
                  <a:alpha val="24000"/>
                </a:srgbClr>
              </a:gs>
              <a:gs pos="45000">
                <a:srgbClr val="08234F">
                  <a:alpha val="10000"/>
                </a:srgbClr>
              </a:gs>
              <a:gs pos="100000">
                <a:srgbClr val="08234F">
                  <a:alpha val="0"/>
                </a:srgbClr>
              </a:gs>
            </a:gsLst>
            <a:path path="shape"/>
          </a:gra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2B678300-0F36-43BF-83D3-1144B3948F15}"/>
              </a:ext>
            </a:extLst>
          </p:cNvPr>
          <p:cNvSpPr>
            <a:spLocks xmlns:a="http://schemas.openxmlformats.org/drawingml/2006/main" noGrp="1"/>
          </p:cNvSpPr>
          <p:nvPr/>
        </p:nvSpPr>
        <p:spPr>
          <a:xfrm xmlns:a="http://schemas.openxmlformats.org/drawingml/2006/main">
            <a:off x="0" y="0"/>
            <a:ext cx="12192000" cy="33528"/>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1E215D56-EC6D-4FB3-8B12-579C8DABCCFD}"/>
              </a:ext>
            </a:extLst>
          </p:cNvPr>
          <p:cNvSpPr>
            <a:spLocks xmlns:a="http://schemas.openxmlformats.org/drawingml/2006/main" noGrp="1"/>
          </p:cNvSpPr>
          <p:nvPr/>
        </p:nvSpPr>
        <p:spPr>
          <a:xfrm xmlns:a="http://schemas.openxmlformats.org/drawingml/2006/main">
            <a:off x="0" y="0"/>
            <a:ext cx="28575" cy="6858000"/>
          </a:xfrm>
          <a:prstGeom xmlns:a="http://schemas.openxmlformats.org/drawingml/2006/main" prst="rect">
            <a:avLst/>
          </a:prstGeom>
          <a:solidFill xmlns:a="http://schemas.openxmlformats.org/drawingml/2006/main">
            <a:srgbClr val="D8EEFF">
              <a:alpha val="22000"/>
            </a:srgbClr>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019A7815-0814-45A9-81F1-DB6D93D6F22E}"/>
              </a:ext>
            </a:extLst>
          </p:cNvPr>
          <p:cNvSpPr>
            <a:spLocks xmlns:a="http://schemas.openxmlformats.org/drawingml/2006/main" noGrp="1"/>
          </p:cNvSpPr>
          <p:nvPr/>
        </p:nvSpPr>
        <p:spPr>
          <a:xfrm xmlns:a="http://schemas.openxmlformats.org/drawingml/2006/main">
            <a:off x="12144375" y="0"/>
            <a:ext cx="47625" cy="6858000"/>
          </a:xfrm>
          <a:prstGeom xmlns:a="http://schemas.openxmlformats.org/drawingml/2006/main" prst="rect">
            <a:avLst/>
          </a:prstGeom>
          <a:gradFill xmlns:a="http://schemas.openxmlformats.org/drawingml/2006/main">
            <a:gsLst>
              <a:gs pos="0">
                <a:srgbClr val="9FE6FF">
                  <a:alpha val="42000"/>
                </a:srgbClr>
              </a:gs>
              <a:gs pos="100000">
                <a:srgbClr val="2E86E0">
                  <a:alpha val="12000"/>
                </a:srgbClr>
              </a:gs>
            </a:gsLst>
            <a:lin ang="5400000"/>
          </a:gra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8C3616E6-D5B9-4F4B-88CE-75DA5BA98CE4}"/>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82247"/>
          </a:solidFill>
          <a:ln xmlns:a="http://schemas.openxmlformats.org/drawingml/2006/main">
            <a:noFill/>
          </a:ln>
        </p:spPr>
      </p:sp>
      <p:sp>
        <p:nvSpPr>
          <p:cNvPr id="9" name="">
            <a:extLst xmlns:a="http://schemas.openxmlformats.org/drawingml/2006/main">
              <a:ext uri="{FF2B5EF4-FFF2-40B4-BE49-F238E27FC236}">
                <a16:creationId xmlns:a16="http://schemas.microsoft.com/office/drawing/2014/main" id="{6092A7BC-A991-4938-B5B1-95549275B75F}"/>
              </a:ext>
            </a:extLst>
          </p:cNvPr>
          <p:cNvSpPr>
            <a:spLocks xmlns:a="http://schemas.openxmlformats.org/drawingml/2006/main" noGrp="1"/>
          </p:cNvSpPr>
          <p:nvPr/>
        </p:nvSpPr>
        <p:spPr>
          <a:xfrm xmlns:a="http://schemas.openxmlformats.org/drawingml/2006/main">
            <a:off x="7810500" y="0"/>
            <a:ext cx="4381500" cy="4762500"/>
          </a:xfrm>
          <a:prstGeom xmlns:a="http://schemas.openxmlformats.org/drawingml/2006/main" prst="ellipse">
            <a:avLst/>
          </a:prstGeom>
          <a:gradFill xmlns:a="http://schemas.openxmlformats.org/drawingml/2006/main">
            <a:gsLst>
              <a:gs pos="0">
                <a:srgbClr val="3E8AD8">
                  <a:alpha val="40000"/>
                </a:srgbClr>
              </a:gs>
              <a:gs pos="45000">
                <a:srgbClr val="3E8AD8">
                  <a:alpha val="16000"/>
                </a:srgbClr>
              </a:gs>
              <a:gs pos="100000">
                <a:srgbClr val="3E8AD8">
                  <a:alpha val="0"/>
                </a:srgbClr>
              </a:gs>
            </a:gsLst>
            <a:path path="shape"/>
          </a:gradFill>
          <a:ln xmlns:a="http://schemas.openxmlformats.org/drawingml/2006/main">
            <a:noFill/>
          </a:ln>
        </p:spPr>
      </p:sp>
      <p:sp>
        <p:nvSpPr>
          <p:cNvPr id="10" name="">
            <a:extLst xmlns:a="http://schemas.openxmlformats.org/drawingml/2006/main">
              <a:ext uri="{FF2B5EF4-FFF2-40B4-BE49-F238E27FC236}">
                <a16:creationId xmlns:a16="http://schemas.microsoft.com/office/drawing/2014/main" id="{B2FECC66-CAF8-4711-BA75-449F5E8EA998}"/>
              </a:ext>
            </a:extLst>
          </p:cNvPr>
          <p:cNvSpPr>
            <a:spLocks xmlns:a="http://schemas.openxmlformats.org/drawingml/2006/main" noGrp="1"/>
          </p:cNvSpPr>
          <p:nvPr/>
        </p:nvSpPr>
        <p:spPr>
          <a:xfrm xmlns:a="http://schemas.openxmlformats.org/drawingml/2006/main">
            <a:off x="9620250" y="14287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1EC97749-55CA-4A6F-B949-BC1238DFA156}"/>
              </a:ext>
            </a:extLst>
          </p:cNvPr>
          <p:cNvSpPr>
            <a:spLocks xmlns:a="http://schemas.openxmlformats.org/drawingml/2006/main" noGrp="1"/>
          </p:cNvSpPr>
          <p:nvPr/>
        </p:nvSpPr>
        <p:spPr>
          <a:xfrm xmlns:a="http://schemas.openxmlformats.org/drawingml/2006/main">
            <a:off x="9620250" y="1590675"/>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1C3963F8-ACB5-4A9B-B446-DCBDF3994707}"/>
              </a:ext>
            </a:extLst>
          </p:cNvPr>
          <p:cNvSpPr>
            <a:spLocks xmlns:a="http://schemas.openxmlformats.org/drawingml/2006/main" noGrp="1"/>
          </p:cNvSpPr>
          <p:nvPr/>
        </p:nvSpPr>
        <p:spPr>
          <a:xfrm xmlns:a="http://schemas.openxmlformats.org/drawingml/2006/main">
            <a:off x="9620250" y="175260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13" name="">
            <a:extLst xmlns:a="http://schemas.openxmlformats.org/drawingml/2006/main">
              <a:ext uri="{FF2B5EF4-FFF2-40B4-BE49-F238E27FC236}">
                <a16:creationId xmlns:a16="http://schemas.microsoft.com/office/drawing/2014/main" id="{1C3F4D4C-B4AE-4F26-8D84-42B636F04BE1}"/>
              </a:ext>
            </a:extLst>
          </p:cNvPr>
          <p:cNvSpPr>
            <a:spLocks xmlns:a="http://schemas.openxmlformats.org/drawingml/2006/main" noGrp="1"/>
          </p:cNvSpPr>
          <p:nvPr/>
        </p:nvSpPr>
        <p:spPr>
          <a:xfrm xmlns:a="http://schemas.openxmlformats.org/drawingml/2006/main">
            <a:off x="9782175" y="14287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14" name="">
            <a:extLst xmlns:a="http://schemas.openxmlformats.org/drawingml/2006/main">
              <a:ext uri="{FF2B5EF4-FFF2-40B4-BE49-F238E27FC236}">
                <a16:creationId xmlns:a16="http://schemas.microsoft.com/office/drawing/2014/main" id="{4E66334F-3F7A-4EB5-A7EC-BCD95A3A3813}"/>
              </a:ext>
            </a:extLst>
          </p:cNvPr>
          <p:cNvSpPr>
            <a:spLocks xmlns:a="http://schemas.openxmlformats.org/drawingml/2006/main" noGrp="1"/>
          </p:cNvSpPr>
          <p:nvPr/>
        </p:nvSpPr>
        <p:spPr>
          <a:xfrm xmlns:a="http://schemas.openxmlformats.org/drawingml/2006/main">
            <a:off x="9782175" y="1590675"/>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15" name="">
            <a:extLst xmlns:a="http://schemas.openxmlformats.org/drawingml/2006/main">
              <a:ext uri="{FF2B5EF4-FFF2-40B4-BE49-F238E27FC236}">
                <a16:creationId xmlns:a16="http://schemas.microsoft.com/office/drawing/2014/main" id="{C0F67498-36BD-442E-A768-53982787A030}"/>
              </a:ext>
            </a:extLst>
          </p:cNvPr>
          <p:cNvSpPr>
            <a:spLocks xmlns:a="http://schemas.openxmlformats.org/drawingml/2006/main" noGrp="1"/>
          </p:cNvSpPr>
          <p:nvPr/>
        </p:nvSpPr>
        <p:spPr>
          <a:xfrm xmlns:a="http://schemas.openxmlformats.org/drawingml/2006/main">
            <a:off x="9782175" y="175260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16" name="">
            <a:extLst xmlns:a="http://schemas.openxmlformats.org/drawingml/2006/main">
              <a:ext uri="{FF2B5EF4-FFF2-40B4-BE49-F238E27FC236}">
                <a16:creationId xmlns:a16="http://schemas.microsoft.com/office/drawing/2014/main" id="{241E3A9D-B93E-4F35-8B62-ACCCA4997C1F}"/>
              </a:ext>
            </a:extLst>
          </p:cNvPr>
          <p:cNvSpPr>
            <a:spLocks xmlns:a="http://schemas.openxmlformats.org/drawingml/2006/main" noGrp="1"/>
          </p:cNvSpPr>
          <p:nvPr/>
        </p:nvSpPr>
        <p:spPr>
          <a:xfrm xmlns:a="http://schemas.openxmlformats.org/drawingml/2006/main">
            <a:off x="9944100" y="14287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69386080-305D-4F31-9A1B-707AA3F1157D}"/>
              </a:ext>
            </a:extLst>
          </p:cNvPr>
          <p:cNvSpPr>
            <a:spLocks xmlns:a="http://schemas.openxmlformats.org/drawingml/2006/main" noGrp="1"/>
          </p:cNvSpPr>
          <p:nvPr/>
        </p:nvSpPr>
        <p:spPr>
          <a:xfrm xmlns:a="http://schemas.openxmlformats.org/drawingml/2006/main">
            <a:off x="9944100" y="1590675"/>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18" name="">
            <a:extLst xmlns:a="http://schemas.openxmlformats.org/drawingml/2006/main">
              <a:ext uri="{FF2B5EF4-FFF2-40B4-BE49-F238E27FC236}">
                <a16:creationId xmlns:a16="http://schemas.microsoft.com/office/drawing/2014/main" id="{CCB21598-6C44-47EE-AF37-E461D3C79995}"/>
              </a:ext>
            </a:extLst>
          </p:cNvPr>
          <p:cNvSpPr>
            <a:spLocks xmlns:a="http://schemas.openxmlformats.org/drawingml/2006/main" noGrp="1"/>
          </p:cNvSpPr>
          <p:nvPr/>
        </p:nvSpPr>
        <p:spPr>
          <a:xfrm xmlns:a="http://schemas.openxmlformats.org/drawingml/2006/main">
            <a:off x="9944100" y="175260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AF451019-0DD7-4108-8298-40A708F5AD37}"/>
              </a:ext>
            </a:extLst>
          </p:cNvPr>
          <p:cNvSpPr>
            <a:spLocks xmlns:a="http://schemas.openxmlformats.org/drawingml/2006/main" noGrp="1"/>
          </p:cNvSpPr>
          <p:nvPr/>
        </p:nvSpPr>
        <p:spPr>
          <a:xfrm xmlns:a="http://schemas.openxmlformats.org/drawingml/2006/main">
            <a:off x="10106025" y="14287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20" name="">
            <a:extLst xmlns:a="http://schemas.openxmlformats.org/drawingml/2006/main">
              <a:ext uri="{FF2B5EF4-FFF2-40B4-BE49-F238E27FC236}">
                <a16:creationId xmlns:a16="http://schemas.microsoft.com/office/drawing/2014/main" id="{AB091DD5-BB7E-41F6-A6BA-9BB6364B6A8F}"/>
              </a:ext>
            </a:extLst>
          </p:cNvPr>
          <p:cNvSpPr>
            <a:spLocks xmlns:a="http://schemas.openxmlformats.org/drawingml/2006/main" noGrp="1"/>
          </p:cNvSpPr>
          <p:nvPr/>
        </p:nvSpPr>
        <p:spPr>
          <a:xfrm xmlns:a="http://schemas.openxmlformats.org/drawingml/2006/main">
            <a:off x="10106025" y="1590675"/>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21" name="">
            <a:extLst xmlns:a="http://schemas.openxmlformats.org/drawingml/2006/main">
              <a:ext uri="{FF2B5EF4-FFF2-40B4-BE49-F238E27FC236}">
                <a16:creationId xmlns:a16="http://schemas.microsoft.com/office/drawing/2014/main" id="{150E28AA-1F5D-4928-83C2-A6D45BDDFA58}"/>
              </a:ext>
            </a:extLst>
          </p:cNvPr>
          <p:cNvSpPr>
            <a:spLocks xmlns:a="http://schemas.openxmlformats.org/drawingml/2006/main" noGrp="1"/>
          </p:cNvSpPr>
          <p:nvPr/>
        </p:nvSpPr>
        <p:spPr>
          <a:xfrm xmlns:a="http://schemas.openxmlformats.org/drawingml/2006/main">
            <a:off x="10106025" y="175260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8598B880-2168-4509-A58E-6364DAC8D05D}"/>
              </a:ext>
            </a:extLst>
          </p:cNvPr>
          <p:cNvSpPr>
            <a:spLocks xmlns:a="http://schemas.openxmlformats.org/drawingml/2006/main" noGrp="1"/>
          </p:cNvSpPr>
          <p:nvPr/>
        </p:nvSpPr>
        <p:spPr>
          <a:xfrm xmlns:a="http://schemas.openxmlformats.org/drawingml/2006/main">
            <a:off x="10267950" y="142875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23" name="">
            <a:extLst xmlns:a="http://schemas.openxmlformats.org/drawingml/2006/main">
              <a:ext uri="{FF2B5EF4-FFF2-40B4-BE49-F238E27FC236}">
                <a16:creationId xmlns:a16="http://schemas.microsoft.com/office/drawing/2014/main" id="{0AFBEAFD-D568-4A67-B260-2C8E108D4E5A}"/>
              </a:ext>
            </a:extLst>
          </p:cNvPr>
          <p:cNvSpPr>
            <a:spLocks xmlns:a="http://schemas.openxmlformats.org/drawingml/2006/main" noGrp="1"/>
          </p:cNvSpPr>
          <p:nvPr/>
        </p:nvSpPr>
        <p:spPr>
          <a:xfrm xmlns:a="http://schemas.openxmlformats.org/drawingml/2006/main">
            <a:off x="10267950" y="1590675"/>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24" name="">
            <a:extLst xmlns:a="http://schemas.openxmlformats.org/drawingml/2006/main">
              <a:ext uri="{FF2B5EF4-FFF2-40B4-BE49-F238E27FC236}">
                <a16:creationId xmlns:a16="http://schemas.microsoft.com/office/drawing/2014/main" id="{BFE7BFA4-56E1-45BE-9996-9636946AB1A2}"/>
              </a:ext>
            </a:extLst>
          </p:cNvPr>
          <p:cNvSpPr>
            <a:spLocks xmlns:a="http://schemas.openxmlformats.org/drawingml/2006/main" noGrp="1"/>
          </p:cNvSpPr>
          <p:nvPr/>
        </p:nvSpPr>
        <p:spPr>
          <a:xfrm xmlns:a="http://schemas.openxmlformats.org/drawingml/2006/main">
            <a:off x="10267950" y="1752600"/>
            <a:ext cx="22860" cy="22860"/>
          </a:xfrm>
          <a:prstGeom xmlns:a="http://schemas.openxmlformats.org/drawingml/2006/main" prst="ellipse">
            <a:avLst/>
          </a:prstGeom>
          <a:solidFill xmlns:a="http://schemas.openxmlformats.org/drawingml/2006/main">
            <a:srgbClr val="9FE6FF">
              <a:alpha val="26000"/>
            </a:srgbClr>
          </a:solidFill>
          <a:ln xmlns:a="http://schemas.openxmlformats.org/drawingml/2006/main">
            <a:noFill/>
          </a:ln>
        </p:spPr>
      </p:sp>
      <p:sp>
        <p:nvSpPr>
          <p:cNvPr id="25" name="">
            <a:extLst xmlns:a="http://schemas.openxmlformats.org/drawingml/2006/main">
              <a:ext uri="{FF2B5EF4-FFF2-40B4-BE49-F238E27FC236}">
                <a16:creationId xmlns:a16="http://schemas.microsoft.com/office/drawing/2014/main" id="{198EBEE9-9C2F-4903-9E08-60A3432A575F}"/>
              </a:ext>
            </a:extLst>
          </p:cNvPr>
          <p:cNvSpPr>
            <a:spLocks xmlns:a="http://schemas.openxmlformats.org/drawingml/2006/main" noGrp="1"/>
          </p:cNvSpPr>
          <p:nvPr/>
        </p:nvSpPr>
        <p:spPr>
          <a:xfrm xmlns:a="http://schemas.openxmlformats.org/drawingml/2006/main">
            <a:off x="10668000" y="1866900"/>
            <a:ext cx="22860" cy="22860"/>
          </a:xfrm>
          <a:prstGeom xmlns:a="http://schemas.openxmlformats.org/drawingml/2006/main" prst="ellipse">
            <a:avLst/>
          </a:prstGeom>
          <a:solidFill xmlns:a="http://schemas.openxmlformats.org/drawingml/2006/main">
            <a:srgbClr val="FFE49A">
              <a:alpha val="22000"/>
            </a:srgbClr>
          </a:solidFill>
          <a:ln xmlns:a="http://schemas.openxmlformats.org/drawingml/2006/main">
            <a:noFill/>
          </a:ln>
        </p:spPr>
      </p:sp>
      <p:sp>
        <p:nvSpPr>
          <p:cNvPr id="26" name="">
            <a:extLst xmlns:a="http://schemas.openxmlformats.org/drawingml/2006/main">
              <a:ext uri="{FF2B5EF4-FFF2-40B4-BE49-F238E27FC236}">
                <a16:creationId xmlns:a16="http://schemas.microsoft.com/office/drawing/2014/main" id="{AF03B36A-8356-4883-9C98-1763A6EDE355}"/>
              </a:ext>
            </a:extLst>
          </p:cNvPr>
          <p:cNvSpPr>
            <a:spLocks xmlns:a="http://schemas.openxmlformats.org/drawingml/2006/main" noGrp="1"/>
          </p:cNvSpPr>
          <p:nvPr/>
        </p:nvSpPr>
        <p:spPr>
          <a:xfrm xmlns:a="http://schemas.openxmlformats.org/drawingml/2006/main">
            <a:off x="10668000" y="2000250"/>
            <a:ext cx="22860" cy="22860"/>
          </a:xfrm>
          <a:prstGeom xmlns:a="http://schemas.openxmlformats.org/drawingml/2006/main" prst="ellipse">
            <a:avLst/>
          </a:prstGeom>
          <a:solidFill xmlns:a="http://schemas.openxmlformats.org/drawingml/2006/main">
            <a:srgbClr val="FFE49A">
              <a:alpha val="22000"/>
            </a:srgbClr>
          </a:solidFill>
          <a:ln xmlns:a="http://schemas.openxmlformats.org/drawingml/2006/main">
            <a:noFill/>
          </a:ln>
        </p:spPr>
      </p:sp>
      <p:sp>
        <p:nvSpPr>
          <p:cNvPr id="27" name="">
            <a:extLst xmlns:a="http://schemas.openxmlformats.org/drawingml/2006/main">
              <a:ext uri="{FF2B5EF4-FFF2-40B4-BE49-F238E27FC236}">
                <a16:creationId xmlns:a16="http://schemas.microsoft.com/office/drawing/2014/main" id="{F27C2E66-7210-45DE-A838-010633530452}"/>
              </a:ext>
            </a:extLst>
          </p:cNvPr>
          <p:cNvSpPr>
            <a:spLocks xmlns:a="http://schemas.openxmlformats.org/drawingml/2006/main" noGrp="1"/>
          </p:cNvSpPr>
          <p:nvPr/>
        </p:nvSpPr>
        <p:spPr>
          <a:xfrm xmlns:a="http://schemas.openxmlformats.org/drawingml/2006/main">
            <a:off x="10668000" y="2133600"/>
            <a:ext cx="22860" cy="22860"/>
          </a:xfrm>
          <a:prstGeom xmlns:a="http://schemas.openxmlformats.org/drawingml/2006/main" prst="ellipse">
            <a:avLst/>
          </a:prstGeom>
          <a:solidFill xmlns:a="http://schemas.openxmlformats.org/drawingml/2006/main">
            <a:srgbClr val="FFE49A">
              <a:alpha val="22000"/>
            </a:srgbClr>
          </a:solidFill>
          <a:ln xmlns:a="http://schemas.openxmlformats.org/drawingml/2006/main">
            <a:noFill/>
          </a:ln>
        </p:spPr>
      </p:sp>
      <p:sp>
        <p:nvSpPr>
          <p:cNvPr id="28" name="">
            <a:extLst xmlns:a="http://schemas.openxmlformats.org/drawingml/2006/main">
              <a:ext uri="{FF2B5EF4-FFF2-40B4-BE49-F238E27FC236}">
                <a16:creationId xmlns:a16="http://schemas.microsoft.com/office/drawing/2014/main" id="{2552C5DF-69EA-42DB-BE7F-963B28C09815}"/>
              </a:ext>
            </a:extLst>
          </p:cNvPr>
          <p:cNvSpPr>
            <a:spLocks xmlns:a="http://schemas.openxmlformats.org/drawingml/2006/main" noGrp="1"/>
          </p:cNvSpPr>
          <p:nvPr/>
        </p:nvSpPr>
        <p:spPr>
          <a:xfrm xmlns:a="http://schemas.openxmlformats.org/drawingml/2006/main">
            <a:off x="10801350" y="1866900"/>
            <a:ext cx="22860" cy="22860"/>
          </a:xfrm>
          <a:prstGeom xmlns:a="http://schemas.openxmlformats.org/drawingml/2006/main" prst="ellipse">
            <a:avLst/>
          </a:prstGeom>
          <a:solidFill xmlns:a="http://schemas.openxmlformats.org/drawingml/2006/main">
            <a:srgbClr val="FFE49A">
              <a:alpha val="22000"/>
            </a:srgbClr>
          </a:solidFill>
          <a:ln xmlns:a="http://schemas.openxmlformats.org/drawingml/2006/main">
            <a:noFill/>
          </a:ln>
        </p:spPr>
      </p:sp>
      <p:sp>
        <p:nvSpPr>
          <p:cNvPr id="29" name="">
            <a:extLst xmlns:a="http://schemas.openxmlformats.org/drawingml/2006/main">
              <a:ext uri="{FF2B5EF4-FFF2-40B4-BE49-F238E27FC236}">
                <a16:creationId xmlns:a16="http://schemas.microsoft.com/office/drawing/2014/main" id="{A64D95D2-6AC6-4072-9887-33AAB27A6EDA}"/>
              </a:ext>
            </a:extLst>
          </p:cNvPr>
          <p:cNvSpPr>
            <a:spLocks xmlns:a="http://schemas.openxmlformats.org/drawingml/2006/main" noGrp="1"/>
          </p:cNvSpPr>
          <p:nvPr/>
        </p:nvSpPr>
        <p:spPr>
          <a:xfrm xmlns:a="http://schemas.openxmlformats.org/drawingml/2006/main">
            <a:off x="10801350" y="2000250"/>
            <a:ext cx="22860" cy="22860"/>
          </a:xfrm>
          <a:prstGeom xmlns:a="http://schemas.openxmlformats.org/drawingml/2006/main" prst="ellipse">
            <a:avLst/>
          </a:prstGeom>
          <a:solidFill xmlns:a="http://schemas.openxmlformats.org/drawingml/2006/main">
            <a:srgbClr val="FFE49A">
              <a:alpha val="22000"/>
            </a:srgbClr>
          </a:solidFill>
          <a:ln xmlns:a="http://schemas.openxmlformats.org/drawingml/2006/main">
            <a:noFill/>
          </a:ln>
        </p:spPr>
      </p:sp>
      <p:sp>
        <p:nvSpPr>
          <p:cNvPr id="30" name="">
            <a:extLst xmlns:a="http://schemas.openxmlformats.org/drawingml/2006/main">
              <a:ext uri="{FF2B5EF4-FFF2-40B4-BE49-F238E27FC236}">
                <a16:creationId xmlns:a16="http://schemas.microsoft.com/office/drawing/2014/main" id="{25C13F9B-1D44-4373-BB27-2425AFD9DC18}"/>
              </a:ext>
            </a:extLst>
          </p:cNvPr>
          <p:cNvSpPr>
            <a:spLocks xmlns:a="http://schemas.openxmlformats.org/drawingml/2006/main" noGrp="1"/>
          </p:cNvSpPr>
          <p:nvPr/>
        </p:nvSpPr>
        <p:spPr>
          <a:xfrm xmlns:a="http://schemas.openxmlformats.org/drawingml/2006/main">
            <a:off x="10801350" y="2133600"/>
            <a:ext cx="22860" cy="22860"/>
          </a:xfrm>
          <a:prstGeom xmlns:a="http://schemas.openxmlformats.org/drawingml/2006/main" prst="ellipse">
            <a:avLst/>
          </a:prstGeom>
          <a:solidFill xmlns:a="http://schemas.openxmlformats.org/drawingml/2006/main">
            <a:srgbClr val="FFE49A">
              <a:alpha val="22000"/>
            </a:srgbClr>
          </a:solidFill>
          <a:ln xmlns:a="http://schemas.openxmlformats.org/drawingml/2006/main">
            <a:noFill/>
          </a:ln>
        </p:spPr>
      </p:sp>
      <p:sp>
        <p:nvSpPr>
          <p:cNvPr id="31" name="">
            <a:extLst xmlns:a="http://schemas.openxmlformats.org/drawingml/2006/main">
              <a:ext uri="{FF2B5EF4-FFF2-40B4-BE49-F238E27FC236}">
                <a16:creationId xmlns:a16="http://schemas.microsoft.com/office/drawing/2014/main" id="{72B2C906-14C4-41D8-968C-2DFDB85C20E9}"/>
              </a:ext>
            </a:extLst>
          </p:cNvPr>
          <p:cNvSpPr>
            <a:spLocks xmlns:a="http://schemas.openxmlformats.org/drawingml/2006/main" noGrp="1"/>
          </p:cNvSpPr>
          <p:nvPr/>
        </p:nvSpPr>
        <p:spPr>
          <a:xfrm xmlns:a="http://schemas.openxmlformats.org/drawingml/2006/main">
            <a:off x="10934700" y="1866900"/>
            <a:ext cx="22860" cy="22860"/>
          </a:xfrm>
          <a:prstGeom xmlns:a="http://schemas.openxmlformats.org/drawingml/2006/main" prst="ellipse">
            <a:avLst/>
          </a:prstGeom>
          <a:solidFill xmlns:a="http://schemas.openxmlformats.org/drawingml/2006/main">
            <a:srgbClr val="FFE49A">
              <a:alpha val="22000"/>
            </a:srgbClr>
          </a:solidFill>
          <a:ln xmlns:a="http://schemas.openxmlformats.org/drawingml/2006/main">
            <a:noFill/>
          </a:ln>
        </p:spPr>
      </p:sp>
      <p:sp>
        <p:nvSpPr>
          <p:cNvPr id="32" name="">
            <a:extLst xmlns:a="http://schemas.openxmlformats.org/drawingml/2006/main">
              <a:ext uri="{FF2B5EF4-FFF2-40B4-BE49-F238E27FC236}">
                <a16:creationId xmlns:a16="http://schemas.microsoft.com/office/drawing/2014/main" id="{1650B93E-81E3-4F90-BF8B-F365DA0AAD00}"/>
              </a:ext>
            </a:extLst>
          </p:cNvPr>
          <p:cNvSpPr>
            <a:spLocks xmlns:a="http://schemas.openxmlformats.org/drawingml/2006/main" noGrp="1"/>
          </p:cNvSpPr>
          <p:nvPr/>
        </p:nvSpPr>
        <p:spPr>
          <a:xfrm xmlns:a="http://schemas.openxmlformats.org/drawingml/2006/main">
            <a:off x="10934700" y="2000250"/>
            <a:ext cx="22860" cy="22860"/>
          </a:xfrm>
          <a:prstGeom xmlns:a="http://schemas.openxmlformats.org/drawingml/2006/main" prst="ellipse">
            <a:avLst/>
          </a:prstGeom>
          <a:solidFill xmlns:a="http://schemas.openxmlformats.org/drawingml/2006/main">
            <a:srgbClr val="FFE49A">
              <a:alpha val="22000"/>
            </a:srgbClr>
          </a:solidFill>
          <a:ln xmlns:a="http://schemas.openxmlformats.org/drawingml/2006/main">
            <a:noFill/>
          </a:ln>
        </p:spPr>
      </p:sp>
      <p:sp>
        <p:nvSpPr>
          <p:cNvPr id="33" name="">
            <a:extLst xmlns:a="http://schemas.openxmlformats.org/drawingml/2006/main">
              <a:ext uri="{FF2B5EF4-FFF2-40B4-BE49-F238E27FC236}">
                <a16:creationId xmlns:a16="http://schemas.microsoft.com/office/drawing/2014/main" id="{2BE50E79-D2AB-40D3-8A86-7C4BFC1CA675}"/>
              </a:ext>
            </a:extLst>
          </p:cNvPr>
          <p:cNvSpPr>
            <a:spLocks xmlns:a="http://schemas.openxmlformats.org/drawingml/2006/main" noGrp="1"/>
          </p:cNvSpPr>
          <p:nvPr/>
        </p:nvSpPr>
        <p:spPr>
          <a:xfrm xmlns:a="http://schemas.openxmlformats.org/drawingml/2006/main">
            <a:off x="10934700" y="2133600"/>
            <a:ext cx="22860" cy="22860"/>
          </a:xfrm>
          <a:prstGeom xmlns:a="http://schemas.openxmlformats.org/drawingml/2006/main" prst="ellipse">
            <a:avLst/>
          </a:prstGeom>
          <a:solidFill xmlns:a="http://schemas.openxmlformats.org/drawingml/2006/main">
            <a:srgbClr val="FFE49A">
              <a:alpha val="22000"/>
            </a:srgbClr>
          </a:solidFill>
          <a:ln xmlns:a="http://schemas.openxmlformats.org/drawingml/2006/main">
            <a:noFill/>
          </a:ln>
        </p:spPr>
      </p:sp>
      <p:sp>
        <p:nvSpPr>
          <p:cNvPr id="34" name="">
            <a:extLst xmlns:a="http://schemas.openxmlformats.org/drawingml/2006/main">
              <a:ext uri="{FF2B5EF4-FFF2-40B4-BE49-F238E27FC236}">
                <a16:creationId xmlns:a16="http://schemas.microsoft.com/office/drawing/2014/main" id="{18CFF8C7-86B0-4A8E-BF52-7A6B09E40562}"/>
              </a:ext>
            </a:extLst>
          </p:cNvPr>
          <p:cNvSpPr>
            <a:spLocks xmlns:a="http://schemas.openxmlformats.org/drawingml/2006/main" noGrp="1"/>
          </p:cNvSpPr>
          <p:nvPr/>
        </p:nvSpPr>
        <p:spPr>
          <a:xfrm xmlns:a="http://schemas.openxmlformats.org/drawingml/2006/main">
            <a:off x="11068050" y="1866900"/>
            <a:ext cx="22860" cy="22860"/>
          </a:xfrm>
          <a:prstGeom xmlns:a="http://schemas.openxmlformats.org/drawingml/2006/main" prst="ellipse">
            <a:avLst/>
          </a:prstGeom>
          <a:solidFill xmlns:a="http://schemas.openxmlformats.org/drawingml/2006/main">
            <a:srgbClr val="FFE49A">
              <a:alpha val="22000"/>
            </a:srgbClr>
          </a:solidFill>
          <a:ln xmlns:a="http://schemas.openxmlformats.org/drawingml/2006/main">
            <a:noFill/>
          </a:ln>
        </p:spPr>
      </p:sp>
      <p:sp>
        <p:nvSpPr>
          <p:cNvPr id="35" name="">
            <a:extLst xmlns:a="http://schemas.openxmlformats.org/drawingml/2006/main">
              <a:ext uri="{FF2B5EF4-FFF2-40B4-BE49-F238E27FC236}">
                <a16:creationId xmlns:a16="http://schemas.microsoft.com/office/drawing/2014/main" id="{7AB30708-996E-4617-BF74-253F6CBA81B2}"/>
              </a:ext>
            </a:extLst>
          </p:cNvPr>
          <p:cNvSpPr>
            <a:spLocks xmlns:a="http://schemas.openxmlformats.org/drawingml/2006/main" noGrp="1"/>
          </p:cNvSpPr>
          <p:nvPr/>
        </p:nvSpPr>
        <p:spPr>
          <a:xfrm xmlns:a="http://schemas.openxmlformats.org/drawingml/2006/main">
            <a:off x="11068050" y="2000250"/>
            <a:ext cx="22860" cy="22860"/>
          </a:xfrm>
          <a:prstGeom xmlns:a="http://schemas.openxmlformats.org/drawingml/2006/main" prst="ellipse">
            <a:avLst/>
          </a:prstGeom>
          <a:solidFill xmlns:a="http://schemas.openxmlformats.org/drawingml/2006/main">
            <a:srgbClr val="FFE49A">
              <a:alpha val="22000"/>
            </a:srgbClr>
          </a:solidFill>
          <a:ln xmlns:a="http://schemas.openxmlformats.org/drawingml/2006/main">
            <a:noFill/>
          </a:ln>
        </p:spPr>
      </p:sp>
      <p:sp>
        <p:nvSpPr>
          <p:cNvPr id="36" name="">
            <a:extLst xmlns:a="http://schemas.openxmlformats.org/drawingml/2006/main">
              <a:ext uri="{FF2B5EF4-FFF2-40B4-BE49-F238E27FC236}">
                <a16:creationId xmlns:a16="http://schemas.microsoft.com/office/drawing/2014/main" id="{7746654A-9C89-4319-9FD3-957DB40AD4C0}"/>
              </a:ext>
            </a:extLst>
          </p:cNvPr>
          <p:cNvSpPr>
            <a:spLocks xmlns:a="http://schemas.openxmlformats.org/drawingml/2006/main" noGrp="1"/>
          </p:cNvSpPr>
          <p:nvPr/>
        </p:nvSpPr>
        <p:spPr>
          <a:xfrm xmlns:a="http://schemas.openxmlformats.org/drawingml/2006/main">
            <a:off x="11068050" y="2133600"/>
            <a:ext cx="22860" cy="22860"/>
          </a:xfrm>
          <a:prstGeom xmlns:a="http://schemas.openxmlformats.org/drawingml/2006/main" prst="ellipse">
            <a:avLst/>
          </a:prstGeom>
          <a:solidFill xmlns:a="http://schemas.openxmlformats.org/drawingml/2006/main">
            <a:srgbClr val="FFE49A">
              <a:alpha val="22000"/>
            </a:srgbClr>
          </a:solidFill>
          <a:ln xmlns:a="http://schemas.openxmlformats.org/drawingml/2006/main">
            <a:noFill/>
          </a:ln>
        </p:spPr>
      </p:sp>
      <p:sp>
        <p:nvSpPr>
          <p:cNvPr id="37" name="">
            <a:extLst xmlns:a="http://schemas.openxmlformats.org/drawingml/2006/main">
              <a:ext uri="{FF2B5EF4-FFF2-40B4-BE49-F238E27FC236}">
                <a16:creationId xmlns:a16="http://schemas.microsoft.com/office/drawing/2014/main" id="{92003ACF-4324-425C-9615-4BE208BE5BE6}"/>
              </a:ext>
            </a:extLst>
          </p:cNvPr>
          <p:cNvSpPr>
            <a:spLocks xmlns:a="http://schemas.openxmlformats.org/drawingml/2006/main" noGrp="1"/>
          </p:cNvSpPr>
          <p:nvPr/>
        </p:nvSpPr>
        <p:spPr>
          <a:xfrm xmlns:a="http://schemas.openxmlformats.org/drawingml/2006/main">
            <a:off x="11201400" y="1866900"/>
            <a:ext cx="22860" cy="22860"/>
          </a:xfrm>
          <a:prstGeom xmlns:a="http://schemas.openxmlformats.org/drawingml/2006/main" prst="ellipse">
            <a:avLst/>
          </a:prstGeom>
          <a:solidFill xmlns:a="http://schemas.openxmlformats.org/drawingml/2006/main">
            <a:srgbClr val="FFE49A">
              <a:alpha val="22000"/>
            </a:srgbClr>
          </a:solidFill>
          <a:ln xmlns:a="http://schemas.openxmlformats.org/drawingml/2006/main">
            <a:noFill/>
          </a:ln>
        </p:spPr>
      </p:sp>
      <p:sp>
        <p:nvSpPr>
          <p:cNvPr id="38" name="">
            <a:extLst xmlns:a="http://schemas.openxmlformats.org/drawingml/2006/main">
              <a:ext uri="{FF2B5EF4-FFF2-40B4-BE49-F238E27FC236}">
                <a16:creationId xmlns:a16="http://schemas.microsoft.com/office/drawing/2014/main" id="{77F4B6FC-8287-4665-B087-470C35B18BB2}"/>
              </a:ext>
            </a:extLst>
          </p:cNvPr>
          <p:cNvSpPr>
            <a:spLocks xmlns:a="http://schemas.openxmlformats.org/drawingml/2006/main" noGrp="1"/>
          </p:cNvSpPr>
          <p:nvPr/>
        </p:nvSpPr>
        <p:spPr>
          <a:xfrm xmlns:a="http://schemas.openxmlformats.org/drawingml/2006/main">
            <a:off x="11201400" y="2000250"/>
            <a:ext cx="22860" cy="22860"/>
          </a:xfrm>
          <a:prstGeom xmlns:a="http://schemas.openxmlformats.org/drawingml/2006/main" prst="ellipse">
            <a:avLst/>
          </a:prstGeom>
          <a:solidFill xmlns:a="http://schemas.openxmlformats.org/drawingml/2006/main">
            <a:srgbClr val="FFE49A">
              <a:alpha val="22000"/>
            </a:srgbClr>
          </a:solidFill>
          <a:ln xmlns:a="http://schemas.openxmlformats.org/drawingml/2006/main">
            <a:noFill/>
          </a:ln>
        </p:spPr>
      </p:sp>
      <p:sp>
        <p:nvSpPr>
          <p:cNvPr id="39" name="">
            <a:extLst xmlns:a="http://schemas.openxmlformats.org/drawingml/2006/main">
              <a:ext uri="{FF2B5EF4-FFF2-40B4-BE49-F238E27FC236}">
                <a16:creationId xmlns:a16="http://schemas.microsoft.com/office/drawing/2014/main" id="{C8B38BD5-9731-4549-9C39-F8AAE67674D3}"/>
              </a:ext>
            </a:extLst>
          </p:cNvPr>
          <p:cNvSpPr>
            <a:spLocks xmlns:a="http://schemas.openxmlformats.org/drawingml/2006/main" noGrp="1"/>
          </p:cNvSpPr>
          <p:nvPr/>
        </p:nvSpPr>
        <p:spPr>
          <a:xfrm xmlns:a="http://schemas.openxmlformats.org/drawingml/2006/main">
            <a:off x="11201400" y="2133600"/>
            <a:ext cx="22860" cy="22860"/>
          </a:xfrm>
          <a:prstGeom xmlns:a="http://schemas.openxmlformats.org/drawingml/2006/main" prst="ellipse">
            <a:avLst/>
          </a:prstGeom>
          <a:solidFill xmlns:a="http://schemas.openxmlformats.org/drawingml/2006/main">
            <a:srgbClr val="FFE49A">
              <a:alpha val="22000"/>
            </a:srgbClr>
          </a:solidFill>
          <a:ln xmlns:a="http://schemas.openxmlformats.org/drawingml/2006/main">
            <a:noFill/>
          </a:ln>
        </p:spPr>
      </p:sp>
      <p:sp>
        <p:nvSpPr>
          <p:cNvPr id="40" name="">
            <a:extLst xmlns:a="http://schemas.openxmlformats.org/drawingml/2006/main">
              <a:ext uri="{FF2B5EF4-FFF2-40B4-BE49-F238E27FC236}">
                <a16:creationId xmlns:a16="http://schemas.microsoft.com/office/drawing/2014/main" id="{C2FA5249-DAD3-4217-BC90-90E063B4C0A7}"/>
              </a:ext>
            </a:extLst>
          </p:cNvPr>
          <p:cNvSpPr>
            <a:spLocks xmlns:a="http://schemas.openxmlformats.org/drawingml/2006/main" noGrp="1"/>
          </p:cNvSpPr>
          <p:nvPr/>
        </p:nvSpPr>
        <p:spPr>
          <a:xfrm xmlns:a="http://schemas.openxmlformats.org/drawingml/2006/main">
            <a:off x="9525000" y="2381250"/>
            <a:ext cx="1714500" cy="419100"/>
          </a:xfrm>
          <a:prstGeom xmlns:a="http://schemas.openxmlformats.org/drawingml/2006/main" prst="rect">
            <a:avLst/>
          </a:prstGeom>
          <a:pattFill xmlns:a="http://schemas.openxmlformats.org/drawingml/2006/main" prst="dotGrid">
            <a:fgClr>
              <a:srgbClr val="7FC4FF">
                <a:alpha val="42000"/>
              </a:srgbClr>
            </a:fgClr>
            <a:bgClr>
              <a:srgbClr val="0A2F6B"/>
            </a:bgClr>
          </a:pattFill>
          <a:ln xmlns:a="http://schemas.openxmlformats.org/drawingml/2006/main">
            <a:noFill/>
          </a:ln>
        </p:spPr>
      </p:sp>
      <p:sp>
        <p:nvSpPr>
          <p:cNvPr id="41" name="">
            <a:extLst xmlns:a="http://schemas.openxmlformats.org/drawingml/2006/main">
              <a:ext uri="{FF2B5EF4-FFF2-40B4-BE49-F238E27FC236}">
                <a16:creationId xmlns:a16="http://schemas.microsoft.com/office/drawing/2014/main" id="{646B84A0-581D-4175-8F94-34B8603063AA}"/>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E86E0"/>
          </a:solidFill>
          <a:ln xmlns:a="http://schemas.openxmlformats.org/drawingml/2006/main">
            <a:noFill/>
          </a:ln>
        </p:spPr>
      </p:sp>
      <p:sp>
        <p:nvSpPr>
          <p:cNvPr id="42" name="">
            <a:extLst xmlns:a="http://schemas.openxmlformats.org/drawingml/2006/main">
              <a:ext uri="{FF2B5EF4-FFF2-40B4-BE49-F238E27FC236}">
                <a16:creationId xmlns:a16="http://schemas.microsoft.com/office/drawing/2014/main" id="{D5441FAA-E546-4BC8-9C2A-25F9663EC713}"/>
              </a:ext>
            </a:extLst>
          </p:cNvPr>
          <p:cNvSpPr>
            <a:spLocks xmlns:a="http://schemas.openxmlformats.org/drawingml/2006/main" noGrp="1"/>
          </p:cNvSpPr>
          <p:nvPr/>
        </p:nvSpPr>
        <p:spPr>
          <a:xfrm xmlns:a="http://schemas.openxmlformats.org/drawingml/2006/main">
            <a:off x="0" y="38100"/>
            <a:ext cx="4000500" cy="1905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43" name="">
            <a:extLst xmlns:a="http://schemas.openxmlformats.org/drawingml/2006/main">
              <a:ext uri="{FF2B5EF4-FFF2-40B4-BE49-F238E27FC236}">
                <a16:creationId xmlns:a16="http://schemas.microsoft.com/office/drawing/2014/main" id="{4C8CFDAB-6433-44D1-9174-B0F8E1891F84}"/>
              </a:ext>
            </a:extLst>
          </p:cNvPr>
          <p:cNvSpPr>
            <a:spLocks xmlns:a="http://schemas.openxmlformats.org/drawingml/2006/main" noGrp="1"/>
          </p:cNvSpPr>
          <p:nvPr/>
        </p:nvSpPr>
        <p:spPr>
          <a:xfrm xmlns:a="http://schemas.openxmlformats.org/drawingml/2006/main">
            <a:off x="85725" y="85725"/>
            <a:ext cx="12020550" cy="6686550"/>
          </a:xfrm>
          <a:prstGeom xmlns:a="http://schemas.openxmlformats.org/drawingml/2006/main" prst="roundRect">
            <a:avLst>
              <a:gd name="adj" fmla="val 1709"/>
            </a:avLst>
          </a:prstGeom>
          <a:noFill xmlns:a="http://schemas.openxmlformats.org/drawingml/2006/main"/>
          <a:ln xmlns:a="http://schemas.openxmlformats.org/drawingml/2006/main" w="9525">
            <a:solidFill>
              <a:srgbClr val="CFE9FF">
                <a:alpha val="18000"/>
              </a:srgbClr>
            </a:solidFill>
            <a:prstDash val="solid"/>
          </a:ln>
        </p:spPr>
      </p:sp>
      <p:sp>
        <p:nvSpPr>
          <p:cNvPr id="44" name="">
            <a:extLst xmlns:a="http://schemas.openxmlformats.org/drawingml/2006/main">
              <a:ext uri="{FF2B5EF4-FFF2-40B4-BE49-F238E27FC236}">
                <a16:creationId xmlns:a16="http://schemas.microsoft.com/office/drawing/2014/main" id="{89F14A5C-FB2A-4537-8BCD-1AFFADA1183C}"/>
              </a:ext>
            </a:extLst>
          </p:cNvPr>
          <p:cNvSpPr>
            <a:spLocks xmlns:a="http://schemas.openxmlformats.org/drawingml/2006/main" noGrp="1"/>
          </p:cNvSpPr>
          <p:nvPr/>
        </p:nvSpPr>
        <p:spPr>
          <a:xfrm xmlns:a="http://schemas.openxmlformats.org/drawingml/2006/main">
            <a:off x="85725" y="85725"/>
            <a:ext cx="838200" cy="19050"/>
          </a:xfrm>
          <a:prstGeom xmlns:a="http://schemas.openxmlformats.org/drawingml/2006/main" prst="rect">
            <a:avLst/>
          </a:prstGeom>
          <a:solidFill xmlns:a="http://schemas.openxmlformats.org/drawingml/2006/main">
            <a:srgbClr val="FFD24A">
              <a:alpha val="75000"/>
            </a:srgbClr>
          </a:solidFill>
          <a:ln xmlns:a="http://schemas.openxmlformats.org/drawingml/2006/main">
            <a:noFill/>
          </a:ln>
        </p:spPr>
      </p:sp>
      <p:sp>
        <p:nvSpPr>
          <p:cNvPr id="45" name="">
            <a:extLst xmlns:a="http://schemas.openxmlformats.org/drawingml/2006/main">
              <a:ext uri="{FF2B5EF4-FFF2-40B4-BE49-F238E27FC236}">
                <a16:creationId xmlns:a16="http://schemas.microsoft.com/office/drawing/2014/main" id="{1E447733-2506-45DD-8D9B-5202AFB466C4}"/>
              </a:ext>
            </a:extLst>
          </p:cNvPr>
          <p:cNvSpPr>
            <a:spLocks xmlns:a="http://schemas.openxmlformats.org/drawingml/2006/main" noGrp="1"/>
          </p:cNvSpPr>
          <p:nvPr/>
        </p:nvSpPr>
        <p:spPr>
          <a:xfrm xmlns:a="http://schemas.openxmlformats.org/drawingml/2006/main">
            <a:off x="11268075" y="6753225"/>
            <a:ext cx="838200" cy="19050"/>
          </a:xfrm>
          <a:prstGeom xmlns:a="http://schemas.openxmlformats.org/drawingml/2006/main" prst="rect">
            <a:avLst/>
          </a:prstGeom>
          <a:solidFill xmlns:a="http://schemas.openxmlformats.org/drawingml/2006/main">
            <a:srgbClr val="FFD24A">
              <a:alpha val="60000"/>
            </a:srgbClr>
          </a:solidFill>
          <a:ln xmlns:a="http://schemas.openxmlformats.org/drawingml/2006/main">
            <a:noFill/>
          </a:ln>
        </p:spPr>
      </p:sp>
      <p:sp>
        <p:nvSpPr>
          <p:cNvPr id="46" name="">
            <a:extLst xmlns:a="http://schemas.openxmlformats.org/drawingml/2006/main">
              <a:ext uri="{FF2B5EF4-FFF2-40B4-BE49-F238E27FC236}">
                <a16:creationId xmlns:a16="http://schemas.microsoft.com/office/drawing/2014/main" id="{FA69043C-BB3B-4D64-AAE6-84134D300DDE}"/>
              </a:ext>
            </a:extLst>
          </p:cNvPr>
          <p:cNvSpPr>
            <a:spLocks xmlns:a="http://schemas.openxmlformats.org/drawingml/2006/main" noGrp="1"/>
          </p:cNvSpPr>
          <p:nvPr/>
        </p:nvSpPr>
        <p:spPr>
          <a:xfrm xmlns:a="http://schemas.openxmlformats.org/drawingml/2006/main">
            <a:off x="857250" y="1219200"/>
            <a:ext cx="10477500" cy="952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5400" b="1" spc="6">
                <a:solidFill>
                  <a:srgbClr val="FFFFFF"/>
                </a:solidFill>
                <a:latin typeface="微软雅黑"/>
                <a:ea typeface="微软雅黑"/>
                <a:cs typeface="微软雅黑"/>
              </a:defRPr>
            </a:pPr>
            <a:r>
              <a:rPr sz="5400" b="1" spc="6">
                <a:solidFill>
                  <a:srgbClr val="FFFFFF"/>
                </a:solidFill>
                <a:latin typeface="微软雅黑"/>
                <a:ea typeface="微软雅黑"/>
                <a:cs typeface="微软雅黑"/>
              </a:rPr>
              <a:t>感谢聆听</a:t>
            </a:r>
          </a:p>
        </p:txBody>
      </p:sp>
      <p:sp>
        <p:nvSpPr>
          <p:cNvPr id="47" name="">
            <a:extLst xmlns:a="http://schemas.openxmlformats.org/drawingml/2006/main">
              <a:ext uri="{FF2B5EF4-FFF2-40B4-BE49-F238E27FC236}">
                <a16:creationId xmlns:a16="http://schemas.microsoft.com/office/drawing/2014/main" id="{AEE970FC-672E-42D3-A09A-DA166670FA20}"/>
              </a:ext>
            </a:extLst>
          </p:cNvPr>
          <p:cNvSpPr>
            <a:spLocks xmlns:a="http://schemas.openxmlformats.org/drawingml/2006/main" noGrp="1"/>
          </p:cNvSpPr>
          <p:nvPr/>
        </p:nvSpPr>
        <p:spPr>
          <a:xfrm xmlns:a="http://schemas.openxmlformats.org/drawingml/2006/main">
            <a:off x="895350" y="2305050"/>
            <a:ext cx="104775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4FD8FF"/>
                </a:solidFill>
                <a:latin typeface="微软雅黑"/>
                <a:ea typeface="微软雅黑"/>
                <a:cs typeface="微软雅黑"/>
              </a:defRPr>
            </a:pPr>
            <a:r>
              <a:rPr sz="1800" b="1">
                <a:solidFill>
                  <a:srgbClr val="4FD8FF"/>
                </a:solidFill>
                <a:latin typeface="微软雅黑"/>
                <a:ea typeface="微软雅黑"/>
                <a:cs typeface="微软雅黑"/>
              </a:rPr>
              <a:t>面向变电运维的可解释智能人才培养平台</a:t>
            </a:r>
          </a:p>
        </p:txBody>
      </p:sp>
      <p:sp>
        <p:nvSpPr>
          <p:cNvPr id="48" name="">
            <a:extLst xmlns:a="http://schemas.openxmlformats.org/drawingml/2006/main">
              <a:ext uri="{FF2B5EF4-FFF2-40B4-BE49-F238E27FC236}">
                <a16:creationId xmlns:a16="http://schemas.microsoft.com/office/drawing/2014/main" id="{6802BBA0-BDD4-48C9-A15D-CE52DDE58303}"/>
              </a:ext>
            </a:extLst>
          </p:cNvPr>
          <p:cNvSpPr>
            <a:spLocks xmlns:a="http://schemas.openxmlformats.org/drawingml/2006/main" noGrp="1"/>
          </p:cNvSpPr>
          <p:nvPr/>
        </p:nvSpPr>
        <p:spPr>
          <a:xfrm xmlns:a="http://schemas.openxmlformats.org/drawingml/2006/main">
            <a:off x="895350" y="2743200"/>
            <a:ext cx="1028700" cy="24003"/>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49" name="">
            <a:extLst xmlns:a="http://schemas.openxmlformats.org/drawingml/2006/main">
              <a:ext uri="{FF2B5EF4-FFF2-40B4-BE49-F238E27FC236}">
                <a16:creationId xmlns:a16="http://schemas.microsoft.com/office/drawing/2014/main" id="{991EAFCA-F0A1-4CD4-8633-22E6958C6EED}"/>
              </a:ext>
            </a:extLst>
          </p:cNvPr>
          <p:cNvSpPr>
            <a:spLocks xmlns:a="http://schemas.openxmlformats.org/drawingml/2006/main" noGrp="1"/>
          </p:cNvSpPr>
          <p:nvPr/>
        </p:nvSpPr>
        <p:spPr>
          <a:xfrm xmlns:a="http://schemas.openxmlformats.org/drawingml/2006/main">
            <a:off x="2038350" y="2686050"/>
            <a:ext cx="8572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FFD24A"/>
                </a:solidFill>
                <a:latin typeface="微软雅黑"/>
                <a:ea typeface="微软雅黑"/>
                <a:cs typeface="微软雅黑"/>
              </a:defRPr>
            </a:pPr>
            <a:r>
              <a:rPr sz="1200" b="0">
                <a:solidFill>
                  <a:srgbClr val="FFD24A"/>
                </a:solidFill>
                <a:latin typeface="微软雅黑"/>
                <a:ea typeface="微软雅黑"/>
                <a:cs typeface="微软雅黑"/>
              </a:rPr>
              <a:t>规则先行 </a:t>
            </a:r>
            <a:r>
              <a:rPr sz="1200" b="0">
                <a:solidFill>
                  <a:srgbClr val="FFD24A"/>
                </a:solidFill>
                <a:latin typeface="微软雅黑"/>
                <a:ea typeface="微软雅黑"/>
                <a:cs typeface="微软雅黑"/>
              </a:rPr>
              <a:t>· </a:t>
            </a:r>
            <a:r>
              <a:rPr sz="1200" b="0">
                <a:solidFill>
                  <a:srgbClr val="FFD24A"/>
                </a:solidFill>
                <a:latin typeface="微软雅黑"/>
                <a:ea typeface="微软雅黑"/>
                <a:cs typeface="微软雅黑"/>
              </a:rPr>
              <a:t>模型后置 </a:t>
            </a:r>
            <a:r>
              <a:rPr sz="1200" b="0">
                <a:solidFill>
                  <a:srgbClr val="FFD24A"/>
                </a:solidFill>
                <a:latin typeface="微软雅黑"/>
                <a:ea typeface="微软雅黑"/>
                <a:cs typeface="微软雅黑"/>
              </a:rPr>
              <a:t>· </a:t>
            </a:r>
            <a:r>
              <a:rPr sz="1200" b="0">
                <a:solidFill>
                  <a:srgbClr val="FFD24A"/>
                </a:solidFill>
                <a:latin typeface="微软雅黑"/>
                <a:ea typeface="微软雅黑"/>
                <a:cs typeface="微软雅黑"/>
              </a:rPr>
              <a:t>结论可追溯 </a:t>
            </a:r>
            <a:r>
              <a:rPr sz="1200" b="0">
                <a:solidFill>
                  <a:srgbClr val="FFD24A"/>
                </a:solidFill>
                <a:latin typeface="微软雅黑"/>
                <a:ea typeface="微软雅黑"/>
                <a:cs typeface="微软雅黑"/>
              </a:rPr>
              <a:t>· </a:t>
            </a:r>
            <a:r>
              <a:rPr sz="1200" b="0">
                <a:solidFill>
                  <a:srgbClr val="FFD24A"/>
                </a:solidFill>
                <a:latin typeface="微软雅黑"/>
                <a:ea typeface="微软雅黑"/>
                <a:cs typeface="微软雅黑"/>
              </a:rPr>
              <a:t>离线可运行</a:t>
            </a:r>
          </a:p>
        </p:txBody>
      </p:sp>
      <p:sp>
        <p:nvSpPr>
          <p:cNvPr id="50" name="">
            <a:extLst xmlns:a="http://schemas.openxmlformats.org/drawingml/2006/main">
              <a:ext uri="{FF2B5EF4-FFF2-40B4-BE49-F238E27FC236}">
                <a16:creationId xmlns:a16="http://schemas.microsoft.com/office/drawing/2014/main" id="{973668C8-7CAD-4732-B843-57E2731CE0B5}"/>
              </a:ext>
            </a:extLst>
          </p:cNvPr>
          <p:cNvSpPr>
            <a:spLocks xmlns:a="http://schemas.openxmlformats.org/drawingml/2006/main" noGrp="1"/>
          </p:cNvSpPr>
          <p:nvPr/>
        </p:nvSpPr>
        <p:spPr>
          <a:xfrm xmlns:a="http://schemas.openxmlformats.org/drawingml/2006/main">
            <a:off x="857250" y="3143250"/>
            <a:ext cx="10477500" cy="590550"/>
          </a:xfrm>
          <a:prstGeom xmlns:a="http://schemas.openxmlformats.org/drawingml/2006/main" prst="roundRect">
            <a:avLst>
              <a:gd name="adj" fmla="val 14516"/>
            </a:avLst>
          </a:prstGeom>
          <a:gradFill xmlns:a="http://schemas.openxmlformats.org/drawingml/2006/main">
            <a:gsLst>
              <a:gs pos="0">
                <a:srgbClr val="2961A9"/>
              </a:gs>
              <a:gs pos="62000">
                <a:srgbClr val="0F4E9E"/>
              </a:gs>
              <a:gs pos="100000">
                <a:srgbClr val="0C3D7B"/>
              </a:gs>
            </a:gsLst>
            <a:lin ang="8100000"/>
          </a:gradFill>
          <a:ln xmlns:a="http://schemas.openxmlformats.org/drawingml/2006/main" w="9525">
            <a:solidFill>
              <a:srgbClr val="7FC4FF"/>
            </a:solidFill>
            <a:prstDash val="solid"/>
          </a:ln>
        </p:spPr>
      </p:sp>
      <p:sp>
        <p:nvSpPr>
          <p:cNvPr id="51" name="">
            <a:extLst xmlns:a="http://schemas.openxmlformats.org/drawingml/2006/main">
              <a:ext uri="{FF2B5EF4-FFF2-40B4-BE49-F238E27FC236}">
                <a16:creationId xmlns:a16="http://schemas.microsoft.com/office/drawing/2014/main" id="{FEC63D99-A4A8-4298-80CC-1FB1418E3EBF}"/>
              </a:ext>
            </a:extLst>
          </p:cNvPr>
          <p:cNvSpPr>
            <a:spLocks xmlns:a="http://schemas.openxmlformats.org/drawingml/2006/main" noGrp="1"/>
          </p:cNvSpPr>
          <p:nvPr/>
        </p:nvSpPr>
        <p:spPr>
          <a:xfrm xmlns:a="http://schemas.openxmlformats.org/drawingml/2006/main">
            <a:off x="876300" y="3200400"/>
            <a:ext cx="38100" cy="47625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52" name="">
            <a:extLst xmlns:a="http://schemas.openxmlformats.org/drawingml/2006/main">
              <a:ext uri="{FF2B5EF4-FFF2-40B4-BE49-F238E27FC236}">
                <a16:creationId xmlns:a16="http://schemas.microsoft.com/office/drawing/2014/main" id="{DE75A58A-821D-4C1F-B733-99F1CCB59712}"/>
              </a:ext>
            </a:extLst>
          </p:cNvPr>
          <p:cNvSpPr>
            <a:spLocks xmlns:a="http://schemas.openxmlformats.org/drawingml/2006/main" noGrp="1"/>
          </p:cNvSpPr>
          <p:nvPr/>
        </p:nvSpPr>
        <p:spPr>
          <a:xfrm xmlns:a="http://schemas.openxmlformats.org/drawingml/2006/main">
            <a:off x="1085850" y="3143250"/>
            <a:ext cx="100965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lnSpc>
                <a:spcPct val="140000"/>
              </a:lnSpc>
              <a:buNone/>
              <a:defRPr sz="1125" b="0">
                <a:solidFill>
                  <a:srgbClr val="EEF5FF"/>
                </a:solidFill>
                <a:latin typeface="微软雅黑"/>
                <a:ea typeface="微软雅黑"/>
                <a:cs typeface="微软雅黑"/>
              </a:defRPr>
            </a:pPr>
            <a:r>
              <a:rPr sz="1125" b="0">
                <a:solidFill>
                  <a:srgbClr val="EEF5FF"/>
                </a:solidFill>
                <a:latin typeface="微软雅黑"/>
                <a:ea typeface="微软雅黑"/>
                <a:cs typeface="微软雅黑"/>
              </a:rPr>
              <a:t>把智能放在可审计的位置：每一条建议都能说清命中了哪条规则、依据了哪个数据点、由谁确认。</a:t>
            </a:r>
          </a:p>
        </p:txBody>
      </p:sp>
      <p:sp>
        <p:nvSpPr>
          <p:cNvPr id="53" name="">
            <a:extLst xmlns:a="http://schemas.openxmlformats.org/drawingml/2006/main">
              <a:ext uri="{FF2B5EF4-FFF2-40B4-BE49-F238E27FC236}">
                <a16:creationId xmlns:a16="http://schemas.microsoft.com/office/drawing/2014/main" id="{4BF3E3AC-9DAE-4916-A955-8E899DB79750}"/>
              </a:ext>
            </a:extLst>
          </p:cNvPr>
          <p:cNvSpPr>
            <a:spLocks xmlns:a="http://schemas.openxmlformats.org/drawingml/2006/main" noGrp="1"/>
          </p:cNvSpPr>
          <p:nvPr/>
        </p:nvSpPr>
        <p:spPr>
          <a:xfrm xmlns:a="http://schemas.openxmlformats.org/drawingml/2006/main">
            <a:off x="857250" y="3962400"/>
            <a:ext cx="2552700" cy="1028700"/>
          </a:xfrm>
          <a:prstGeom xmlns:a="http://schemas.openxmlformats.org/drawingml/2006/main" prst="roundRect">
            <a:avLst>
              <a:gd name="adj" fmla="val 8333"/>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5FA8E8"/>
            </a:solidFill>
            <a:prstDash val="solid"/>
          </a:ln>
        </p:spPr>
      </p:sp>
      <p:sp>
        <p:nvSpPr>
          <p:cNvPr id="54" name="">
            <a:extLst xmlns:a="http://schemas.openxmlformats.org/drawingml/2006/main">
              <a:ext uri="{FF2B5EF4-FFF2-40B4-BE49-F238E27FC236}">
                <a16:creationId xmlns:a16="http://schemas.microsoft.com/office/drawing/2014/main" id="{84F6E943-54C3-4A47-A774-D7E848D4BFA7}"/>
              </a:ext>
            </a:extLst>
          </p:cNvPr>
          <p:cNvSpPr>
            <a:spLocks xmlns:a="http://schemas.openxmlformats.org/drawingml/2006/main" noGrp="1"/>
          </p:cNvSpPr>
          <p:nvPr/>
        </p:nvSpPr>
        <p:spPr>
          <a:xfrm xmlns:a="http://schemas.openxmlformats.org/drawingml/2006/main">
            <a:off x="857250" y="3962400"/>
            <a:ext cx="2552700" cy="38100"/>
          </a:xfrm>
          <a:prstGeom xmlns:a="http://schemas.openxmlformats.org/drawingml/2006/main" prst="rect">
            <a:avLst/>
          </a:prstGeom>
          <a:solidFill xmlns:a="http://schemas.openxmlformats.org/drawingml/2006/main">
            <a:srgbClr val="4FD8FF"/>
          </a:solidFill>
          <a:ln xmlns:a="http://schemas.openxmlformats.org/drawingml/2006/main">
            <a:noFill/>
          </a:ln>
        </p:spPr>
      </p:sp>
      <p:sp>
        <p:nvSpPr>
          <p:cNvPr id="55" name="">
            <a:extLst xmlns:a="http://schemas.openxmlformats.org/drawingml/2006/main">
              <a:ext uri="{FF2B5EF4-FFF2-40B4-BE49-F238E27FC236}">
                <a16:creationId xmlns:a16="http://schemas.microsoft.com/office/drawing/2014/main" id="{1C0A339B-2963-419B-AC0E-4F3AB3E0EAEA}"/>
              </a:ext>
            </a:extLst>
          </p:cNvPr>
          <p:cNvSpPr>
            <a:spLocks xmlns:a="http://schemas.openxmlformats.org/drawingml/2006/main" noGrp="1"/>
          </p:cNvSpPr>
          <p:nvPr/>
        </p:nvSpPr>
        <p:spPr>
          <a:xfrm xmlns:a="http://schemas.openxmlformats.org/drawingml/2006/main">
            <a:off x="3009900" y="4114800"/>
            <a:ext cx="28575" cy="28575"/>
          </a:xfrm>
          <a:prstGeom xmlns:a="http://schemas.openxmlformats.org/drawingml/2006/main" prst="ellipse">
            <a:avLst/>
          </a:prstGeom>
          <a:solidFill xmlns:a="http://schemas.openxmlformats.org/drawingml/2006/main">
            <a:srgbClr val="4FD8FF">
              <a:alpha val="45000"/>
            </a:srgbClr>
          </a:solidFill>
          <a:ln xmlns:a="http://schemas.openxmlformats.org/drawingml/2006/main">
            <a:noFill/>
          </a:ln>
        </p:spPr>
      </p:sp>
      <p:sp>
        <p:nvSpPr>
          <p:cNvPr id="56" name="">
            <a:extLst xmlns:a="http://schemas.openxmlformats.org/drawingml/2006/main">
              <a:ext uri="{FF2B5EF4-FFF2-40B4-BE49-F238E27FC236}">
                <a16:creationId xmlns:a16="http://schemas.microsoft.com/office/drawing/2014/main" id="{6F759800-9A2A-40C5-B7D0-81E0FA55A1F1}"/>
              </a:ext>
            </a:extLst>
          </p:cNvPr>
          <p:cNvSpPr>
            <a:spLocks xmlns:a="http://schemas.openxmlformats.org/drawingml/2006/main" noGrp="1"/>
          </p:cNvSpPr>
          <p:nvPr/>
        </p:nvSpPr>
        <p:spPr>
          <a:xfrm xmlns:a="http://schemas.openxmlformats.org/drawingml/2006/main">
            <a:off x="3009900" y="4229100"/>
            <a:ext cx="28575" cy="28575"/>
          </a:xfrm>
          <a:prstGeom xmlns:a="http://schemas.openxmlformats.org/drawingml/2006/main" prst="ellipse">
            <a:avLst/>
          </a:prstGeom>
          <a:solidFill xmlns:a="http://schemas.openxmlformats.org/drawingml/2006/main">
            <a:srgbClr val="4FD8FF">
              <a:alpha val="45000"/>
            </a:srgbClr>
          </a:solidFill>
          <a:ln xmlns:a="http://schemas.openxmlformats.org/drawingml/2006/main">
            <a:noFill/>
          </a:ln>
        </p:spPr>
      </p:sp>
      <p:sp>
        <p:nvSpPr>
          <p:cNvPr id="57" name="">
            <a:extLst xmlns:a="http://schemas.openxmlformats.org/drawingml/2006/main">
              <a:ext uri="{FF2B5EF4-FFF2-40B4-BE49-F238E27FC236}">
                <a16:creationId xmlns:a16="http://schemas.microsoft.com/office/drawing/2014/main" id="{D6BC6F4E-DA01-4F3E-BA94-800FF91B5DD2}"/>
              </a:ext>
            </a:extLst>
          </p:cNvPr>
          <p:cNvSpPr>
            <a:spLocks xmlns:a="http://schemas.openxmlformats.org/drawingml/2006/main" noGrp="1"/>
          </p:cNvSpPr>
          <p:nvPr/>
        </p:nvSpPr>
        <p:spPr>
          <a:xfrm xmlns:a="http://schemas.openxmlformats.org/drawingml/2006/main">
            <a:off x="3124200" y="4114800"/>
            <a:ext cx="28575" cy="28575"/>
          </a:xfrm>
          <a:prstGeom xmlns:a="http://schemas.openxmlformats.org/drawingml/2006/main" prst="ellipse">
            <a:avLst/>
          </a:prstGeom>
          <a:solidFill xmlns:a="http://schemas.openxmlformats.org/drawingml/2006/main">
            <a:srgbClr val="4FD8FF">
              <a:alpha val="45000"/>
            </a:srgbClr>
          </a:solidFill>
          <a:ln xmlns:a="http://schemas.openxmlformats.org/drawingml/2006/main">
            <a:noFill/>
          </a:ln>
        </p:spPr>
      </p:sp>
      <p:sp>
        <p:nvSpPr>
          <p:cNvPr id="58" name="">
            <a:extLst xmlns:a="http://schemas.openxmlformats.org/drawingml/2006/main">
              <a:ext uri="{FF2B5EF4-FFF2-40B4-BE49-F238E27FC236}">
                <a16:creationId xmlns:a16="http://schemas.microsoft.com/office/drawing/2014/main" id="{7B0107E1-2266-4DC8-821B-5BCA87515C6F}"/>
              </a:ext>
            </a:extLst>
          </p:cNvPr>
          <p:cNvSpPr>
            <a:spLocks xmlns:a="http://schemas.openxmlformats.org/drawingml/2006/main" noGrp="1"/>
          </p:cNvSpPr>
          <p:nvPr/>
        </p:nvSpPr>
        <p:spPr>
          <a:xfrm xmlns:a="http://schemas.openxmlformats.org/drawingml/2006/main">
            <a:off x="3124200" y="4229100"/>
            <a:ext cx="28575" cy="28575"/>
          </a:xfrm>
          <a:prstGeom xmlns:a="http://schemas.openxmlformats.org/drawingml/2006/main" prst="ellipse">
            <a:avLst/>
          </a:prstGeom>
          <a:solidFill xmlns:a="http://schemas.openxmlformats.org/drawingml/2006/main">
            <a:srgbClr val="4FD8FF">
              <a:alpha val="45000"/>
            </a:srgbClr>
          </a:solidFill>
          <a:ln xmlns:a="http://schemas.openxmlformats.org/drawingml/2006/main">
            <a:noFill/>
          </a:ln>
        </p:spPr>
      </p:sp>
      <p:sp>
        <p:nvSpPr>
          <p:cNvPr id="59" name="">
            <a:extLst xmlns:a="http://schemas.openxmlformats.org/drawingml/2006/main">
              <a:ext uri="{FF2B5EF4-FFF2-40B4-BE49-F238E27FC236}">
                <a16:creationId xmlns:a16="http://schemas.microsoft.com/office/drawing/2014/main" id="{A1CD50AC-B9D0-4121-A199-DEEE0BBC6EF7}"/>
              </a:ext>
            </a:extLst>
          </p:cNvPr>
          <p:cNvSpPr>
            <a:spLocks xmlns:a="http://schemas.openxmlformats.org/drawingml/2006/main" noGrp="1"/>
          </p:cNvSpPr>
          <p:nvPr/>
        </p:nvSpPr>
        <p:spPr>
          <a:xfrm xmlns:a="http://schemas.openxmlformats.org/drawingml/2006/main">
            <a:off x="3238500" y="4114800"/>
            <a:ext cx="28575" cy="28575"/>
          </a:xfrm>
          <a:prstGeom xmlns:a="http://schemas.openxmlformats.org/drawingml/2006/main" prst="ellipse">
            <a:avLst/>
          </a:prstGeom>
          <a:solidFill xmlns:a="http://schemas.openxmlformats.org/drawingml/2006/main">
            <a:srgbClr val="4FD8FF">
              <a:alpha val="45000"/>
            </a:srgbClr>
          </a:solidFill>
          <a:ln xmlns:a="http://schemas.openxmlformats.org/drawingml/2006/main">
            <a:noFill/>
          </a:ln>
        </p:spPr>
      </p:sp>
      <p:sp>
        <p:nvSpPr>
          <p:cNvPr id="60" name="">
            <a:extLst xmlns:a="http://schemas.openxmlformats.org/drawingml/2006/main">
              <a:ext uri="{FF2B5EF4-FFF2-40B4-BE49-F238E27FC236}">
                <a16:creationId xmlns:a16="http://schemas.microsoft.com/office/drawing/2014/main" id="{44CBA304-E451-4700-A744-AB82AD5E83FE}"/>
              </a:ext>
            </a:extLst>
          </p:cNvPr>
          <p:cNvSpPr>
            <a:spLocks xmlns:a="http://schemas.openxmlformats.org/drawingml/2006/main" noGrp="1"/>
          </p:cNvSpPr>
          <p:nvPr/>
        </p:nvSpPr>
        <p:spPr>
          <a:xfrm xmlns:a="http://schemas.openxmlformats.org/drawingml/2006/main">
            <a:off x="3238500" y="4229100"/>
            <a:ext cx="28575" cy="28575"/>
          </a:xfrm>
          <a:prstGeom xmlns:a="http://schemas.openxmlformats.org/drawingml/2006/main" prst="ellipse">
            <a:avLst/>
          </a:prstGeom>
          <a:solidFill xmlns:a="http://schemas.openxmlformats.org/drawingml/2006/main">
            <a:srgbClr val="4FD8FF">
              <a:alpha val="45000"/>
            </a:srgbClr>
          </a:solidFill>
          <a:ln xmlns:a="http://schemas.openxmlformats.org/drawingml/2006/main">
            <a:noFill/>
          </a:ln>
        </p:spPr>
      </p:sp>
      <p:sp>
        <p:nvSpPr>
          <p:cNvPr id="61" name="">
            <a:extLst xmlns:a="http://schemas.openxmlformats.org/drawingml/2006/main">
              <a:ext uri="{FF2B5EF4-FFF2-40B4-BE49-F238E27FC236}">
                <a16:creationId xmlns:a16="http://schemas.microsoft.com/office/drawing/2014/main" id="{5D26009B-8CEC-48C9-A214-74374CC3013B}"/>
              </a:ext>
            </a:extLst>
          </p:cNvPr>
          <p:cNvSpPr>
            <a:spLocks xmlns:a="http://schemas.openxmlformats.org/drawingml/2006/main" noGrp="1"/>
          </p:cNvSpPr>
          <p:nvPr/>
        </p:nvSpPr>
        <p:spPr>
          <a:xfrm xmlns:a="http://schemas.openxmlformats.org/drawingml/2006/main">
            <a:off x="1009650" y="4114800"/>
            <a:ext cx="22479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4FD8FF"/>
                </a:solidFill>
                <a:latin typeface="微软雅黑"/>
                <a:ea typeface="微软雅黑"/>
                <a:cs typeface="微软雅黑"/>
              </a:defRPr>
            </a:pPr>
            <a:r>
              <a:rPr sz="1125" b="1">
                <a:solidFill>
                  <a:srgbClr val="4FD8FF"/>
                </a:solidFill>
                <a:latin typeface="微软雅黑"/>
                <a:ea typeface="微软雅黑"/>
                <a:cs typeface="微软雅黑"/>
              </a:rPr>
              <a:t>问题真</a:t>
            </a:r>
          </a:p>
        </p:txBody>
      </p:sp>
      <p:sp>
        <p:nvSpPr>
          <p:cNvPr id="62" name="">
            <a:extLst xmlns:a="http://schemas.openxmlformats.org/drawingml/2006/main">
              <a:ext uri="{FF2B5EF4-FFF2-40B4-BE49-F238E27FC236}">
                <a16:creationId xmlns:a16="http://schemas.microsoft.com/office/drawing/2014/main" id="{E0D32D42-BDDD-433F-8998-EDBC962A8380}"/>
              </a:ext>
            </a:extLst>
          </p:cNvPr>
          <p:cNvSpPr>
            <a:spLocks xmlns:a="http://schemas.openxmlformats.org/drawingml/2006/main" noGrp="1"/>
          </p:cNvSpPr>
          <p:nvPr/>
        </p:nvSpPr>
        <p:spPr>
          <a:xfrm xmlns:a="http://schemas.openxmlformats.org/drawingml/2006/main">
            <a:off x="1009650" y="4419600"/>
            <a:ext cx="22669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标准原文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四本账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三条痛点，先立住真问题</a:t>
            </a:r>
          </a:p>
        </p:txBody>
      </p:sp>
      <p:sp>
        <p:nvSpPr>
          <p:cNvPr id="63" name="">
            <a:extLst xmlns:a="http://schemas.openxmlformats.org/drawingml/2006/main">
              <a:ext uri="{FF2B5EF4-FFF2-40B4-BE49-F238E27FC236}">
                <a16:creationId xmlns:a16="http://schemas.microsoft.com/office/drawing/2014/main" id="{516287A9-211A-428E-850F-99877763FD68}"/>
              </a:ext>
            </a:extLst>
          </p:cNvPr>
          <p:cNvSpPr>
            <a:spLocks xmlns:a="http://schemas.openxmlformats.org/drawingml/2006/main" noGrp="1"/>
          </p:cNvSpPr>
          <p:nvPr/>
        </p:nvSpPr>
        <p:spPr>
          <a:xfrm xmlns:a="http://schemas.openxmlformats.org/drawingml/2006/main">
            <a:off x="3562350" y="3962400"/>
            <a:ext cx="2552700" cy="1028700"/>
          </a:xfrm>
          <a:prstGeom xmlns:a="http://schemas.openxmlformats.org/drawingml/2006/main" prst="roundRect">
            <a:avLst>
              <a:gd name="adj" fmla="val 8333"/>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5FA8E8"/>
            </a:solidFill>
            <a:prstDash val="solid"/>
          </a:ln>
        </p:spPr>
      </p:sp>
      <p:sp>
        <p:nvSpPr>
          <p:cNvPr id="64" name="">
            <a:extLst xmlns:a="http://schemas.openxmlformats.org/drawingml/2006/main">
              <a:ext uri="{FF2B5EF4-FFF2-40B4-BE49-F238E27FC236}">
                <a16:creationId xmlns:a16="http://schemas.microsoft.com/office/drawing/2014/main" id="{F007F0F7-A9F7-4B68-A1ED-34451C25D2DA}"/>
              </a:ext>
            </a:extLst>
          </p:cNvPr>
          <p:cNvSpPr>
            <a:spLocks xmlns:a="http://schemas.openxmlformats.org/drawingml/2006/main" noGrp="1"/>
          </p:cNvSpPr>
          <p:nvPr/>
        </p:nvSpPr>
        <p:spPr>
          <a:xfrm xmlns:a="http://schemas.openxmlformats.org/drawingml/2006/main">
            <a:off x="3562350" y="3962400"/>
            <a:ext cx="2552700" cy="38100"/>
          </a:xfrm>
          <a:prstGeom xmlns:a="http://schemas.openxmlformats.org/drawingml/2006/main" prst="rect">
            <a:avLst/>
          </a:prstGeom>
          <a:solidFill xmlns:a="http://schemas.openxmlformats.org/drawingml/2006/main">
            <a:srgbClr val="2E86E0"/>
          </a:solidFill>
          <a:ln xmlns:a="http://schemas.openxmlformats.org/drawingml/2006/main">
            <a:noFill/>
          </a:ln>
        </p:spPr>
      </p:sp>
      <p:sp>
        <p:nvSpPr>
          <p:cNvPr id="65" name="">
            <a:extLst xmlns:a="http://schemas.openxmlformats.org/drawingml/2006/main">
              <a:ext uri="{FF2B5EF4-FFF2-40B4-BE49-F238E27FC236}">
                <a16:creationId xmlns:a16="http://schemas.microsoft.com/office/drawing/2014/main" id="{F77DF576-FAD9-4227-B5D0-CD51266B4E39}"/>
              </a:ext>
            </a:extLst>
          </p:cNvPr>
          <p:cNvSpPr>
            <a:spLocks xmlns:a="http://schemas.openxmlformats.org/drawingml/2006/main" noGrp="1"/>
          </p:cNvSpPr>
          <p:nvPr/>
        </p:nvSpPr>
        <p:spPr>
          <a:xfrm xmlns:a="http://schemas.openxmlformats.org/drawingml/2006/main">
            <a:off x="5715000" y="4114800"/>
            <a:ext cx="28575" cy="28575"/>
          </a:xfrm>
          <a:prstGeom xmlns:a="http://schemas.openxmlformats.org/drawingml/2006/main" prst="ellipse">
            <a:avLst/>
          </a:prstGeom>
          <a:solidFill xmlns:a="http://schemas.openxmlformats.org/drawingml/2006/main">
            <a:srgbClr val="2E86E0">
              <a:alpha val="45000"/>
            </a:srgbClr>
          </a:solidFill>
          <a:ln xmlns:a="http://schemas.openxmlformats.org/drawingml/2006/main">
            <a:noFill/>
          </a:ln>
        </p:spPr>
      </p:sp>
      <p:sp>
        <p:nvSpPr>
          <p:cNvPr id="66" name="">
            <a:extLst xmlns:a="http://schemas.openxmlformats.org/drawingml/2006/main">
              <a:ext uri="{FF2B5EF4-FFF2-40B4-BE49-F238E27FC236}">
                <a16:creationId xmlns:a16="http://schemas.microsoft.com/office/drawing/2014/main" id="{76F7225D-95D6-4CA1-BD85-F56EDD87195B}"/>
              </a:ext>
            </a:extLst>
          </p:cNvPr>
          <p:cNvSpPr>
            <a:spLocks xmlns:a="http://schemas.openxmlformats.org/drawingml/2006/main" noGrp="1"/>
          </p:cNvSpPr>
          <p:nvPr/>
        </p:nvSpPr>
        <p:spPr>
          <a:xfrm xmlns:a="http://schemas.openxmlformats.org/drawingml/2006/main">
            <a:off x="5715000" y="4229100"/>
            <a:ext cx="28575" cy="28575"/>
          </a:xfrm>
          <a:prstGeom xmlns:a="http://schemas.openxmlformats.org/drawingml/2006/main" prst="ellipse">
            <a:avLst/>
          </a:prstGeom>
          <a:solidFill xmlns:a="http://schemas.openxmlformats.org/drawingml/2006/main">
            <a:srgbClr val="2E86E0">
              <a:alpha val="45000"/>
            </a:srgbClr>
          </a:solidFill>
          <a:ln xmlns:a="http://schemas.openxmlformats.org/drawingml/2006/main">
            <a:noFill/>
          </a:ln>
        </p:spPr>
      </p:sp>
      <p:sp>
        <p:nvSpPr>
          <p:cNvPr id="67" name="">
            <a:extLst xmlns:a="http://schemas.openxmlformats.org/drawingml/2006/main">
              <a:ext uri="{FF2B5EF4-FFF2-40B4-BE49-F238E27FC236}">
                <a16:creationId xmlns:a16="http://schemas.microsoft.com/office/drawing/2014/main" id="{079881E1-1ED0-4AA2-B2FE-E99E68B8B6C9}"/>
              </a:ext>
            </a:extLst>
          </p:cNvPr>
          <p:cNvSpPr>
            <a:spLocks xmlns:a="http://schemas.openxmlformats.org/drawingml/2006/main" noGrp="1"/>
          </p:cNvSpPr>
          <p:nvPr/>
        </p:nvSpPr>
        <p:spPr>
          <a:xfrm xmlns:a="http://schemas.openxmlformats.org/drawingml/2006/main">
            <a:off x="5829300" y="4114800"/>
            <a:ext cx="28575" cy="28575"/>
          </a:xfrm>
          <a:prstGeom xmlns:a="http://schemas.openxmlformats.org/drawingml/2006/main" prst="ellipse">
            <a:avLst/>
          </a:prstGeom>
          <a:solidFill xmlns:a="http://schemas.openxmlformats.org/drawingml/2006/main">
            <a:srgbClr val="2E86E0">
              <a:alpha val="45000"/>
            </a:srgbClr>
          </a:solidFill>
          <a:ln xmlns:a="http://schemas.openxmlformats.org/drawingml/2006/main">
            <a:noFill/>
          </a:ln>
        </p:spPr>
      </p:sp>
      <p:sp>
        <p:nvSpPr>
          <p:cNvPr id="68" name="">
            <a:extLst xmlns:a="http://schemas.openxmlformats.org/drawingml/2006/main">
              <a:ext uri="{FF2B5EF4-FFF2-40B4-BE49-F238E27FC236}">
                <a16:creationId xmlns:a16="http://schemas.microsoft.com/office/drawing/2014/main" id="{9C38845E-3820-4870-87ED-550A735B7225}"/>
              </a:ext>
            </a:extLst>
          </p:cNvPr>
          <p:cNvSpPr>
            <a:spLocks xmlns:a="http://schemas.openxmlformats.org/drawingml/2006/main" noGrp="1"/>
          </p:cNvSpPr>
          <p:nvPr/>
        </p:nvSpPr>
        <p:spPr>
          <a:xfrm xmlns:a="http://schemas.openxmlformats.org/drawingml/2006/main">
            <a:off x="5829300" y="4229100"/>
            <a:ext cx="28575" cy="28575"/>
          </a:xfrm>
          <a:prstGeom xmlns:a="http://schemas.openxmlformats.org/drawingml/2006/main" prst="ellipse">
            <a:avLst/>
          </a:prstGeom>
          <a:solidFill xmlns:a="http://schemas.openxmlformats.org/drawingml/2006/main">
            <a:srgbClr val="2E86E0">
              <a:alpha val="45000"/>
            </a:srgbClr>
          </a:solidFill>
          <a:ln xmlns:a="http://schemas.openxmlformats.org/drawingml/2006/main">
            <a:noFill/>
          </a:ln>
        </p:spPr>
      </p:sp>
      <p:sp>
        <p:nvSpPr>
          <p:cNvPr id="69" name="">
            <a:extLst xmlns:a="http://schemas.openxmlformats.org/drawingml/2006/main">
              <a:ext uri="{FF2B5EF4-FFF2-40B4-BE49-F238E27FC236}">
                <a16:creationId xmlns:a16="http://schemas.microsoft.com/office/drawing/2014/main" id="{ECF853AA-0B9F-4701-A920-B913055FB361}"/>
              </a:ext>
            </a:extLst>
          </p:cNvPr>
          <p:cNvSpPr>
            <a:spLocks xmlns:a="http://schemas.openxmlformats.org/drawingml/2006/main" noGrp="1"/>
          </p:cNvSpPr>
          <p:nvPr/>
        </p:nvSpPr>
        <p:spPr>
          <a:xfrm xmlns:a="http://schemas.openxmlformats.org/drawingml/2006/main">
            <a:off x="5943600" y="4114800"/>
            <a:ext cx="28575" cy="28575"/>
          </a:xfrm>
          <a:prstGeom xmlns:a="http://schemas.openxmlformats.org/drawingml/2006/main" prst="ellipse">
            <a:avLst/>
          </a:prstGeom>
          <a:solidFill xmlns:a="http://schemas.openxmlformats.org/drawingml/2006/main">
            <a:srgbClr val="2E86E0">
              <a:alpha val="45000"/>
            </a:srgbClr>
          </a:solidFill>
          <a:ln xmlns:a="http://schemas.openxmlformats.org/drawingml/2006/main">
            <a:noFill/>
          </a:ln>
        </p:spPr>
      </p:sp>
      <p:sp>
        <p:nvSpPr>
          <p:cNvPr id="70" name="">
            <a:extLst xmlns:a="http://schemas.openxmlformats.org/drawingml/2006/main">
              <a:ext uri="{FF2B5EF4-FFF2-40B4-BE49-F238E27FC236}">
                <a16:creationId xmlns:a16="http://schemas.microsoft.com/office/drawing/2014/main" id="{8E425A2F-D7AE-4B02-AFB8-F3A2820E021F}"/>
              </a:ext>
            </a:extLst>
          </p:cNvPr>
          <p:cNvSpPr>
            <a:spLocks xmlns:a="http://schemas.openxmlformats.org/drawingml/2006/main" noGrp="1"/>
          </p:cNvSpPr>
          <p:nvPr/>
        </p:nvSpPr>
        <p:spPr>
          <a:xfrm xmlns:a="http://schemas.openxmlformats.org/drawingml/2006/main">
            <a:off x="5943600" y="4229100"/>
            <a:ext cx="28575" cy="28575"/>
          </a:xfrm>
          <a:prstGeom xmlns:a="http://schemas.openxmlformats.org/drawingml/2006/main" prst="ellipse">
            <a:avLst/>
          </a:prstGeom>
          <a:solidFill xmlns:a="http://schemas.openxmlformats.org/drawingml/2006/main">
            <a:srgbClr val="2E86E0">
              <a:alpha val="45000"/>
            </a:srgbClr>
          </a:solidFill>
          <a:ln xmlns:a="http://schemas.openxmlformats.org/drawingml/2006/main">
            <a:noFill/>
          </a:ln>
        </p:spPr>
      </p:sp>
      <p:sp>
        <p:nvSpPr>
          <p:cNvPr id="71" name="">
            <a:extLst xmlns:a="http://schemas.openxmlformats.org/drawingml/2006/main">
              <a:ext uri="{FF2B5EF4-FFF2-40B4-BE49-F238E27FC236}">
                <a16:creationId xmlns:a16="http://schemas.microsoft.com/office/drawing/2014/main" id="{1328E068-1B54-416D-9CC8-DB262BFB0A57}"/>
              </a:ext>
            </a:extLst>
          </p:cNvPr>
          <p:cNvSpPr>
            <a:spLocks xmlns:a="http://schemas.openxmlformats.org/drawingml/2006/main" noGrp="1"/>
          </p:cNvSpPr>
          <p:nvPr/>
        </p:nvSpPr>
        <p:spPr>
          <a:xfrm xmlns:a="http://schemas.openxmlformats.org/drawingml/2006/main">
            <a:off x="3714750" y="4114800"/>
            <a:ext cx="22479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2E86E0"/>
                </a:solidFill>
                <a:latin typeface="微软雅黑"/>
                <a:ea typeface="微软雅黑"/>
                <a:cs typeface="微软雅黑"/>
              </a:defRPr>
            </a:pPr>
            <a:r>
              <a:rPr sz="1125" b="1">
                <a:solidFill>
                  <a:srgbClr val="2E86E0"/>
                </a:solidFill>
                <a:latin typeface="微软雅黑"/>
                <a:ea typeface="微软雅黑"/>
                <a:cs typeface="微软雅黑"/>
              </a:rPr>
              <a:t>方案清</a:t>
            </a:r>
          </a:p>
        </p:txBody>
      </p:sp>
      <p:sp>
        <p:nvSpPr>
          <p:cNvPr id="72" name="">
            <a:extLst xmlns:a="http://schemas.openxmlformats.org/drawingml/2006/main">
              <a:ext uri="{FF2B5EF4-FFF2-40B4-BE49-F238E27FC236}">
                <a16:creationId xmlns:a16="http://schemas.microsoft.com/office/drawing/2014/main" id="{28F01F7F-6F5C-4087-891E-579A54F5F843}"/>
              </a:ext>
            </a:extLst>
          </p:cNvPr>
          <p:cNvSpPr>
            <a:spLocks xmlns:a="http://schemas.openxmlformats.org/drawingml/2006/main" noGrp="1"/>
          </p:cNvSpPr>
          <p:nvPr/>
        </p:nvSpPr>
        <p:spPr>
          <a:xfrm xmlns:a="http://schemas.openxmlformats.org/drawingml/2006/main">
            <a:off x="3714750" y="4419600"/>
            <a:ext cx="22669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五层架构 </a:t>
            </a:r>
            <a:r>
              <a:rPr sz="863" b="0">
                <a:solidFill>
                  <a:srgbClr val="EEF5FF"/>
                </a:solidFill>
                <a:latin typeface="微软雅黑"/>
                <a:ea typeface="微软雅黑"/>
                <a:cs typeface="微软雅黑"/>
              </a:rPr>
              <a:t>+ 18 </a:t>
            </a:r>
            <a:r>
              <a:rPr sz="863" b="0">
                <a:solidFill>
                  <a:srgbClr val="EEF5FF"/>
                </a:solidFill>
                <a:latin typeface="微软雅黑"/>
                <a:ea typeface="微软雅黑"/>
                <a:cs typeface="微软雅黑"/>
              </a:rPr>
              <a:t>条规则 </a:t>
            </a:r>
            <a:r>
              <a:rPr sz="863" b="0">
                <a:solidFill>
                  <a:srgbClr val="EEF5FF"/>
                </a:solidFill>
                <a:latin typeface="微软雅黑"/>
                <a:ea typeface="微软雅黑"/>
                <a:cs typeface="微软雅黑"/>
              </a:rPr>
              <a:t>+ 3 </a:t>
            </a:r>
            <a:r>
              <a:rPr sz="863" b="0">
                <a:solidFill>
                  <a:srgbClr val="EEF5FF"/>
                </a:solidFill>
                <a:latin typeface="微软雅黑"/>
                <a:ea typeface="微软雅黑"/>
                <a:cs typeface="微软雅黑"/>
              </a:rPr>
              <a:t>个稳定 </a:t>
            </a:r>
            <a:r>
              <a:rPr sz="863" b="0">
                <a:solidFill>
                  <a:srgbClr val="EEF5FF"/>
                </a:solidFill>
                <a:latin typeface="微软雅黑"/>
                <a:ea typeface="微软雅黑"/>
                <a:cs typeface="微软雅黑"/>
              </a:rPr>
              <a:t>Agent </a:t>
            </a:r>
            <a:r>
              <a:rPr sz="863" b="0">
                <a:solidFill>
                  <a:srgbClr val="EEF5FF"/>
                </a:solidFill>
                <a:latin typeface="微软雅黑"/>
                <a:ea typeface="微软雅黑"/>
                <a:cs typeface="微软雅黑"/>
              </a:rPr>
              <a:t>接口</a:t>
            </a:r>
          </a:p>
        </p:txBody>
      </p:sp>
      <p:sp>
        <p:nvSpPr>
          <p:cNvPr id="73" name="">
            <a:extLst xmlns:a="http://schemas.openxmlformats.org/drawingml/2006/main">
              <a:ext uri="{FF2B5EF4-FFF2-40B4-BE49-F238E27FC236}">
                <a16:creationId xmlns:a16="http://schemas.microsoft.com/office/drawing/2014/main" id="{E4E138B4-1A12-46F9-BE94-81D290F1ACD9}"/>
              </a:ext>
            </a:extLst>
          </p:cNvPr>
          <p:cNvSpPr>
            <a:spLocks xmlns:a="http://schemas.openxmlformats.org/drawingml/2006/main" noGrp="1"/>
          </p:cNvSpPr>
          <p:nvPr/>
        </p:nvSpPr>
        <p:spPr>
          <a:xfrm xmlns:a="http://schemas.openxmlformats.org/drawingml/2006/main">
            <a:off x="6267450" y="3962400"/>
            <a:ext cx="2552700" cy="1028700"/>
          </a:xfrm>
          <a:prstGeom xmlns:a="http://schemas.openxmlformats.org/drawingml/2006/main" prst="roundRect">
            <a:avLst>
              <a:gd name="adj" fmla="val 8333"/>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5FA8E8"/>
            </a:solidFill>
            <a:prstDash val="solid"/>
          </a:ln>
        </p:spPr>
      </p:sp>
      <p:sp>
        <p:nvSpPr>
          <p:cNvPr id="74" name="">
            <a:extLst xmlns:a="http://schemas.openxmlformats.org/drawingml/2006/main">
              <a:ext uri="{FF2B5EF4-FFF2-40B4-BE49-F238E27FC236}">
                <a16:creationId xmlns:a16="http://schemas.microsoft.com/office/drawing/2014/main" id="{6AEBAA7C-AE00-46CC-9746-6B5448869808}"/>
              </a:ext>
            </a:extLst>
          </p:cNvPr>
          <p:cNvSpPr>
            <a:spLocks xmlns:a="http://schemas.openxmlformats.org/drawingml/2006/main" noGrp="1"/>
          </p:cNvSpPr>
          <p:nvPr/>
        </p:nvSpPr>
        <p:spPr>
          <a:xfrm xmlns:a="http://schemas.openxmlformats.org/drawingml/2006/main">
            <a:off x="6267450" y="3962400"/>
            <a:ext cx="2552700" cy="38100"/>
          </a:xfrm>
          <a:prstGeom xmlns:a="http://schemas.openxmlformats.org/drawingml/2006/main" prst="rect">
            <a:avLst/>
          </a:prstGeom>
          <a:solidFill xmlns:a="http://schemas.openxmlformats.org/drawingml/2006/main">
            <a:srgbClr val="5FE3A1"/>
          </a:solidFill>
          <a:ln xmlns:a="http://schemas.openxmlformats.org/drawingml/2006/main">
            <a:noFill/>
          </a:ln>
        </p:spPr>
      </p:sp>
      <p:sp>
        <p:nvSpPr>
          <p:cNvPr id="75" name="">
            <a:extLst xmlns:a="http://schemas.openxmlformats.org/drawingml/2006/main">
              <a:ext uri="{FF2B5EF4-FFF2-40B4-BE49-F238E27FC236}">
                <a16:creationId xmlns:a16="http://schemas.microsoft.com/office/drawing/2014/main" id="{4107DC3C-D9AD-48FA-A611-0C16353260E7}"/>
              </a:ext>
            </a:extLst>
          </p:cNvPr>
          <p:cNvSpPr>
            <a:spLocks xmlns:a="http://schemas.openxmlformats.org/drawingml/2006/main" noGrp="1"/>
          </p:cNvSpPr>
          <p:nvPr/>
        </p:nvSpPr>
        <p:spPr>
          <a:xfrm xmlns:a="http://schemas.openxmlformats.org/drawingml/2006/main">
            <a:off x="8420100" y="4114800"/>
            <a:ext cx="28575" cy="28575"/>
          </a:xfrm>
          <a:prstGeom xmlns:a="http://schemas.openxmlformats.org/drawingml/2006/main" prst="ellipse">
            <a:avLst/>
          </a:prstGeom>
          <a:solidFill xmlns:a="http://schemas.openxmlformats.org/drawingml/2006/main">
            <a:srgbClr val="5FE3A1">
              <a:alpha val="45000"/>
            </a:srgbClr>
          </a:solidFill>
          <a:ln xmlns:a="http://schemas.openxmlformats.org/drawingml/2006/main">
            <a:noFill/>
          </a:ln>
        </p:spPr>
      </p:sp>
      <p:sp>
        <p:nvSpPr>
          <p:cNvPr id="76" name="">
            <a:extLst xmlns:a="http://schemas.openxmlformats.org/drawingml/2006/main">
              <a:ext uri="{FF2B5EF4-FFF2-40B4-BE49-F238E27FC236}">
                <a16:creationId xmlns:a16="http://schemas.microsoft.com/office/drawing/2014/main" id="{7BCC7D70-F0A6-42D3-A936-9BF5808D8548}"/>
              </a:ext>
            </a:extLst>
          </p:cNvPr>
          <p:cNvSpPr>
            <a:spLocks xmlns:a="http://schemas.openxmlformats.org/drawingml/2006/main" noGrp="1"/>
          </p:cNvSpPr>
          <p:nvPr/>
        </p:nvSpPr>
        <p:spPr>
          <a:xfrm xmlns:a="http://schemas.openxmlformats.org/drawingml/2006/main">
            <a:off x="8420100" y="4229100"/>
            <a:ext cx="28575" cy="28575"/>
          </a:xfrm>
          <a:prstGeom xmlns:a="http://schemas.openxmlformats.org/drawingml/2006/main" prst="ellipse">
            <a:avLst/>
          </a:prstGeom>
          <a:solidFill xmlns:a="http://schemas.openxmlformats.org/drawingml/2006/main">
            <a:srgbClr val="5FE3A1">
              <a:alpha val="45000"/>
            </a:srgbClr>
          </a:solidFill>
          <a:ln xmlns:a="http://schemas.openxmlformats.org/drawingml/2006/main">
            <a:noFill/>
          </a:ln>
        </p:spPr>
      </p:sp>
      <p:sp>
        <p:nvSpPr>
          <p:cNvPr id="77" name="">
            <a:extLst xmlns:a="http://schemas.openxmlformats.org/drawingml/2006/main">
              <a:ext uri="{FF2B5EF4-FFF2-40B4-BE49-F238E27FC236}">
                <a16:creationId xmlns:a16="http://schemas.microsoft.com/office/drawing/2014/main" id="{20C180FE-D542-4EE0-A421-60AC9D2E11F0}"/>
              </a:ext>
            </a:extLst>
          </p:cNvPr>
          <p:cNvSpPr>
            <a:spLocks xmlns:a="http://schemas.openxmlformats.org/drawingml/2006/main" noGrp="1"/>
          </p:cNvSpPr>
          <p:nvPr/>
        </p:nvSpPr>
        <p:spPr>
          <a:xfrm xmlns:a="http://schemas.openxmlformats.org/drawingml/2006/main">
            <a:off x="8534400" y="4114800"/>
            <a:ext cx="28575" cy="28575"/>
          </a:xfrm>
          <a:prstGeom xmlns:a="http://schemas.openxmlformats.org/drawingml/2006/main" prst="ellipse">
            <a:avLst/>
          </a:prstGeom>
          <a:solidFill xmlns:a="http://schemas.openxmlformats.org/drawingml/2006/main">
            <a:srgbClr val="5FE3A1">
              <a:alpha val="45000"/>
            </a:srgbClr>
          </a:solidFill>
          <a:ln xmlns:a="http://schemas.openxmlformats.org/drawingml/2006/main">
            <a:noFill/>
          </a:ln>
        </p:spPr>
      </p:sp>
      <p:sp>
        <p:nvSpPr>
          <p:cNvPr id="78" name="">
            <a:extLst xmlns:a="http://schemas.openxmlformats.org/drawingml/2006/main">
              <a:ext uri="{FF2B5EF4-FFF2-40B4-BE49-F238E27FC236}">
                <a16:creationId xmlns:a16="http://schemas.microsoft.com/office/drawing/2014/main" id="{700AE353-593D-4D2D-A62B-74D2BAC4E2EB}"/>
              </a:ext>
            </a:extLst>
          </p:cNvPr>
          <p:cNvSpPr>
            <a:spLocks xmlns:a="http://schemas.openxmlformats.org/drawingml/2006/main" noGrp="1"/>
          </p:cNvSpPr>
          <p:nvPr/>
        </p:nvSpPr>
        <p:spPr>
          <a:xfrm xmlns:a="http://schemas.openxmlformats.org/drawingml/2006/main">
            <a:off x="8534400" y="4229100"/>
            <a:ext cx="28575" cy="28575"/>
          </a:xfrm>
          <a:prstGeom xmlns:a="http://schemas.openxmlformats.org/drawingml/2006/main" prst="ellipse">
            <a:avLst/>
          </a:prstGeom>
          <a:solidFill xmlns:a="http://schemas.openxmlformats.org/drawingml/2006/main">
            <a:srgbClr val="5FE3A1">
              <a:alpha val="45000"/>
            </a:srgbClr>
          </a:solidFill>
          <a:ln xmlns:a="http://schemas.openxmlformats.org/drawingml/2006/main">
            <a:noFill/>
          </a:ln>
        </p:spPr>
      </p:sp>
      <p:sp>
        <p:nvSpPr>
          <p:cNvPr id="79" name="">
            <a:extLst xmlns:a="http://schemas.openxmlformats.org/drawingml/2006/main">
              <a:ext uri="{FF2B5EF4-FFF2-40B4-BE49-F238E27FC236}">
                <a16:creationId xmlns:a16="http://schemas.microsoft.com/office/drawing/2014/main" id="{EE2317EF-E4B2-40C1-81D1-9545F344044C}"/>
              </a:ext>
            </a:extLst>
          </p:cNvPr>
          <p:cNvSpPr>
            <a:spLocks xmlns:a="http://schemas.openxmlformats.org/drawingml/2006/main" noGrp="1"/>
          </p:cNvSpPr>
          <p:nvPr/>
        </p:nvSpPr>
        <p:spPr>
          <a:xfrm xmlns:a="http://schemas.openxmlformats.org/drawingml/2006/main">
            <a:off x="8648700" y="4114800"/>
            <a:ext cx="28575" cy="28575"/>
          </a:xfrm>
          <a:prstGeom xmlns:a="http://schemas.openxmlformats.org/drawingml/2006/main" prst="ellipse">
            <a:avLst/>
          </a:prstGeom>
          <a:solidFill xmlns:a="http://schemas.openxmlformats.org/drawingml/2006/main">
            <a:srgbClr val="5FE3A1">
              <a:alpha val="45000"/>
            </a:srgbClr>
          </a:solidFill>
          <a:ln xmlns:a="http://schemas.openxmlformats.org/drawingml/2006/main">
            <a:noFill/>
          </a:ln>
        </p:spPr>
      </p:sp>
      <p:sp>
        <p:nvSpPr>
          <p:cNvPr id="80" name="">
            <a:extLst xmlns:a="http://schemas.openxmlformats.org/drawingml/2006/main">
              <a:ext uri="{FF2B5EF4-FFF2-40B4-BE49-F238E27FC236}">
                <a16:creationId xmlns:a16="http://schemas.microsoft.com/office/drawing/2014/main" id="{BF28E1C3-E79A-457A-BF19-F98C098265C1}"/>
              </a:ext>
            </a:extLst>
          </p:cNvPr>
          <p:cNvSpPr>
            <a:spLocks xmlns:a="http://schemas.openxmlformats.org/drawingml/2006/main" noGrp="1"/>
          </p:cNvSpPr>
          <p:nvPr/>
        </p:nvSpPr>
        <p:spPr>
          <a:xfrm xmlns:a="http://schemas.openxmlformats.org/drawingml/2006/main">
            <a:off x="8648700" y="4229100"/>
            <a:ext cx="28575" cy="28575"/>
          </a:xfrm>
          <a:prstGeom xmlns:a="http://schemas.openxmlformats.org/drawingml/2006/main" prst="ellipse">
            <a:avLst/>
          </a:prstGeom>
          <a:solidFill xmlns:a="http://schemas.openxmlformats.org/drawingml/2006/main">
            <a:srgbClr val="5FE3A1">
              <a:alpha val="45000"/>
            </a:srgbClr>
          </a:solidFill>
          <a:ln xmlns:a="http://schemas.openxmlformats.org/drawingml/2006/main">
            <a:noFill/>
          </a:ln>
        </p:spPr>
      </p:sp>
      <p:sp>
        <p:nvSpPr>
          <p:cNvPr id="81" name="">
            <a:extLst xmlns:a="http://schemas.openxmlformats.org/drawingml/2006/main">
              <a:ext uri="{FF2B5EF4-FFF2-40B4-BE49-F238E27FC236}">
                <a16:creationId xmlns:a16="http://schemas.microsoft.com/office/drawing/2014/main" id="{EBB1B55B-A2BB-4C7F-8C1E-7CDF87B534DF}"/>
              </a:ext>
            </a:extLst>
          </p:cNvPr>
          <p:cNvSpPr>
            <a:spLocks xmlns:a="http://schemas.openxmlformats.org/drawingml/2006/main" noGrp="1"/>
          </p:cNvSpPr>
          <p:nvPr/>
        </p:nvSpPr>
        <p:spPr>
          <a:xfrm xmlns:a="http://schemas.openxmlformats.org/drawingml/2006/main">
            <a:off x="6419850" y="4114800"/>
            <a:ext cx="22479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FE3A1"/>
                </a:solidFill>
                <a:latin typeface="微软雅黑"/>
                <a:ea typeface="微软雅黑"/>
                <a:cs typeface="微软雅黑"/>
              </a:defRPr>
            </a:pPr>
            <a:r>
              <a:rPr sz="1125" b="1">
                <a:solidFill>
                  <a:srgbClr val="5FE3A1"/>
                </a:solidFill>
                <a:latin typeface="微软雅黑"/>
                <a:ea typeface="微软雅黑"/>
                <a:cs typeface="微软雅黑"/>
              </a:rPr>
              <a:t>可复算</a:t>
            </a:r>
          </a:p>
        </p:txBody>
      </p:sp>
      <p:sp>
        <p:nvSpPr>
          <p:cNvPr id="82" name="">
            <a:extLst xmlns:a="http://schemas.openxmlformats.org/drawingml/2006/main">
              <a:ext uri="{FF2B5EF4-FFF2-40B4-BE49-F238E27FC236}">
                <a16:creationId xmlns:a16="http://schemas.microsoft.com/office/drawing/2014/main" id="{9536EACF-7DA4-49B9-A96D-84030A383CBB}"/>
              </a:ext>
            </a:extLst>
          </p:cNvPr>
          <p:cNvSpPr>
            <a:spLocks xmlns:a="http://schemas.openxmlformats.org/drawingml/2006/main" noGrp="1"/>
          </p:cNvSpPr>
          <p:nvPr/>
        </p:nvSpPr>
        <p:spPr>
          <a:xfrm xmlns:a="http://schemas.openxmlformats.org/drawingml/2006/main">
            <a:off x="6419850" y="4419600"/>
            <a:ext cx="22669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同一输入复跑 </a:t>
            </a:r>
            <a:r>
              <a:rPr sz="863" b="0">
                <a:solidFill>
                  <a:srgbClr val="EEF5FF"/>
                </a:solidFill>
                <a:latin typeface="微软雅黑"/>
                <a:ea typeface="微软雅黑"/>
                <a:cs typeface="微软雅黑"/>
              </a:rPr>
              <a:t>200 </a:t>
            </a:r>
            <a:r>
              <a:rPr sz="863" b="0">
                <a:solidFill>
                  <a:srgbClr val="EEF5FF"/>
                </a:solidFill>
                <a:latin typeface="微软雅黑"/>
                <a:ea typeface="微软雅黑"/>
                <a:cs typeface="微软雅黑"/>
              </a:rPr>
              <a:t>次，</a:t>
            </a:r>
            <a:r>
              <a:rPr sz="863" b="0">
                <a:solidFill>
                  <a:srgbClr val="EEF5FF"/>
                </a:solidFill>
                <a:latin typeface="微软雅黑"/>
                <a:ea typeface="微软雅黑"/>
                <a:cs typeface="微软雅黑"/>
              </a:rPr>
              <a:t>rule_refs </a:t>
            </a:r>
            <a:r>
              <a:rPr sz="863" b="0">
                <a:solidFill>
                  <a:srgbClr val="EEF5FF"/>
                </a:solidFill>
                <a:latin typeface="微软雅黑"/>
                <a:ea typeface="微软雅黑"/>
                <a:cs typeface="微软雅黑"/>
              </a:rPr>
              <a:t>完全一致</a:t>
            </a:r>
          </a:p>
        </p:txBody>
      </p:sp>
      <p:sp>
        <p:nvSpPr>
          <p:cNvPr id="83" name="">
            <a:extLst xmlns:a="http://schemas.openxmlformats.org/drawingml/2006/main">
              <a:ext uri="{FF2B5EF4-FFF2-40B4-BE49-F238E27FC236}">
                <a16:creationId xmlns:a16="http://schemas.microsoft.com/office/drawing/2014/main" id="{44BE95A7-A40E-438A-BBD2-86016A39D1C8}"/>
              </a:ext>
            </a:extLst>
          </p:cNvPr>
          <p:cNvSpPr>
            <a:spLocks xmlns:a="http://schemas.openxmlformats.org/drawingml/2006/main" noGrp="1"/>
          </p:cNvSpPr>
          <p:nvPr/>
        </p:nvSpPr>
        <p:spPr>
          <a:xfrm xmlns:a="http://schemas.openxmlformats.org/drawingml/2006/main">
            <a:off x="8972550" y="3962400"/>
            <a:ext cx="2552700" cy="1028700"/>
          </a:xfrm>
          <a:prstGeom xmlns:a="http://schemas.openxmlformats.org/drawingml/2006/main" prst="roundRect">
            <a:avLst>
              <a:gd name="adj" fmla="val 8333"/>
            </a:avLst>
          </a:prstGeom>
          <a:gradFill xmlns:a="http://schemas.openxmlformats.org/drawingml/2006/main">
            <a:gsLst>
              <a:gs pos="0">
                <a:srgbClr val="285996"/>
              </a:gs>
              <a:gs pos="62000">
                <a:srgbClr val="0D4489"/>
              </a:gs>
              <a:gs pos="100000">
                <a:srgbClr val="0A356B"/>
              </a:gs>
            </a:gsLst>
            <a:lin ang="8100000"/>
          </a:gradFill>
          <a:ln xmlns:a="http://schemas.openxmlformats.org/drawingml/2006/main" w="9525">
            <a:solidFill>
              <a:srgbClr val="5FA8E8"/>
            </a:solidFill>
            <a:prstDash val="solid"/>
          </a:ln>
        </p:spPr>
      </p:sp>
      <p:sp>
        <p:nvSpPr>
          <p:cNvPr id="84" name="">
            <a:extLst xmlns:a="http://schemas.openxmlformats.org/drawingml/2006/main">
              <a:ext uri="{FF2B5EF4-FFF2-40B4-BE49-F238E27FC236}">
                <a16:creationId xmlns:a16="http://schemas.microsoft.com/office/drawing/2014/main" id="{5B59F3C8-324B-4464-8275-4280CB766082}"/>
              </a:ext>
            </a:extLst>
          </p:cNvPr>
          <p:cNvSpPr>
            <a:spLocks xmlns:a="http://schemas.openxmlformats.org/drawingml/2006/main" noGrp="1"/>
          </p:cNvSpPr>
          <p:nvPr/>
        </p:nvSpPr>
        <p:spPr>
          <a:xfrm xmlns:a="http://schemas.openxmlformats.org/drawingml/2006/main">
            <a:off x="8972550" y="3962400"/>
            <a:ext cx="2552700" cy="38100"/>
          </a:xfrm>
          <a:prstGeom xmlns:a="http://schemas.openxmlformats.org/drawingml/2006/main" prst="rect">
            <a:avLst/>
          </a:prstGeom>
          <a:solidFill xmlns:a="http://schemas.openxmlformats.org/drawingml/2006/main">
            <a:srgbClr val="FFD24A"/>
          </a:solidFill>
          <a:ln xmlns:a="http://schemas.openxmlformats.org/drawingml/2006/main">
            <a:noFill/>
          </a:ln>
        </p:spPr>
      </p:sp>
      <p:sp>
        <p:nvSpPr>
          <p:cNvPr id="85" name="">
            <a:extLst xmlns:a="http://schemas.openxmlformats.org/drawingml/2006/main">
              <a:ext uri="{FF2B5EF4-FFF2-40B4-BE49-F238E27FC236}">
                <a16:creationId xmlns:a16="http://schemas.microsoft.com/office/drawing/2014/main" id="{0868FEA5-A74F-49ED-89CC-A4EF8B1CB31C}"/>
              </a:ext>
            </a:extLst>
          </p:cNvPr>
          <p:cNvSpPr>
            <a:spLocks xmlns:a="http://schemas.openxmlformats.org/drawingml/2006/main" noGrp="1"/>
          </p:cNvSpPr>
          <p:nvPr/>
        </p:nvSpPr>
        <p:spPr>
          <a:xfrm xmlns:a="http://schemas.openxmlformats.org/drawingml/2006/main">
            <a:off x="11125200" y="4114800"/>
            <a:ext cx="28575" cy="28575"/>
          </a:xfrm>
          <a:prstGeom xmlns:a="http://schemas.openxmlformats.org/drawingml/2006/main" prst="ellipse">
            <a:avLst/>
          </a:prstGeom>
          <a:solidFill xmlns:a="http://schemas.openxmlformats.org/drawingml/2006/main">
            <a:srgbClr val="FFD24A">
              <a:alpha val="45000"/>
            </a:srgbClr>
          </a:solidFill>
          <a:ln xmlns:a="http://schemas.openxmlformats.org/drawingml/2006/main">
            <a:noFill/>
          </a:ln>
        </p:spPr>
      </p:sp>
      <p:sp>
        <p:nvSpPr>
          <p:cNvPr id="86" name="">
            <a:extLst xmlns:a="http://schemas.openxmlformats.org/drawingml/2006/main">
              <a:ext uri="{FF2B5EF4-FFF2-40B4-BE49-F238E27FC236}">
                <a16:creationId xmlns:a16="http://schemas.microsoft.com/office/drawing/2014/main" id="{4B484447-5FA4-468E-9527-428FB6FAD281}"/>
              </a:ext>
            </a:extLst>
          </p:cNvPr>
          <p:cNvSpPr>
            <a:spLocks xmlns:a="http://schemas.openxmlformats.org/drawingml/2006/main" noGrp="1"/>
          </p:cNvSpPr>
          <p:nvPr/>
        </p:nvSpPr>
        <p:spPr>
          <a:xfrm xmlns:a="http://schemas.openxmlformats.org/drawingml/2006/main">
            <a:off x="11125200" y="4229100"/>
            <a:ext cx="28575" cy="28575"/>
          </a:xfrm>
          <a:prstGeom xmlns:a="http://schemas.openxmlformats.org/drawingml/2006/main" prst="ellipse">
            <a:avLst/>
          </a:prstGeom>
          <a:solidFill xmlns:a="http://schemas.openxmlformats.org/drawingml/2006/main">
            <a:srgbClr val="FFD24A">
              <a:alpha val="45000"/>
            </a:srgbClr>
          </a:solidFill>
          <a:ln xmlns:a="http://schemas.openxmlformats.org/drawingml/2006/main">
            <a:noFill/>
          </a:ln>
        </p:spPr>
      </p:sp>
      <p:sp>
        <p:nvSpPr>
          <p:cNvPr id="87" name="">
            <a:extLst xmlns:a="http://schemas.openxmlformats.org/drawingml/2006/main">
              <a:ext uri="{FF2B5EF4-FFF2-40B4-BE49-F238E27FC236}">
                <a16:creationId xmlns:a16="http://schemas.microsoft.com/office/drawing/2014/main" id="{9ADB7F12-1564-49C4-A4C4-3BF6856B1347}"/>
              </a:ext>
            </a:extLst>
          </p:cNvPr>
          <p:cNvSpPr>
            <a:spLocks xmlns:a="http://schemas.openxmlformats.org/drawingml/2006/main" noGrp="1"/>
          </p:cNvSpPr>
          <p:nvPr/>
        </p:nvSpPr>
        <p:spPr>
          <a:xfrm xmlns:a="http://schemas.openxmlformats.org/drawingml/2006/main">
            <a:off x="11239500" y="4114800"/>
            <a:ext cx="28575" cy="28575"/>
          </a:xfrm>
          <a:prstGeom xmlns:a="http://schemas.openxmlformats.org/drawingml/2006/main" prst="ellipse">
            <a:avLst/>
          </a:prstGeom>
          <a:solidFill xmlns:a="http://schemas.openxmlformats.org/drawingml/2006/main">
            <a:srgbClr val="FFD24A">
              <a:alpha val="45000"/>
            </a:srgbClr>
          </a:solidFill>
          <a:ln xmlns:a="http://schemas.openxmlformats.org/drawingml/2006/main">
            <a:noFill/>
          </a:ln>
        </p:spPr>
      </p:sp>
      <p:sp>
        <p:nvSpPr>
          <p:cNvPr id="88" name="">
            <a:extLst xmlns:a="http://schemas.openxmlformats.org/drawingml/2006/main">
              <a:ext uri="{FF2B5EF4-FFF2-40B4-BE49-F238E27FC236}">
                <a16:creationId xmlns:a16="http://schemas.microsoft.com/office/drawing/2014/main" id="{2EF23D5E-AF6D-4B3F-A482-A78CE7E720AD}"/>
              </a:ext>
            </a:extLst>
          </p:cNvPr>
          <p:cNvSpPr>
            <a:spLocks xmlns:a="http://schemas.openxmlformats.org/drawingml/2006/main" noGrp="1"/>
          </p:cNvSpPr>
          <p:nvPr/>
        </p:nvSpPr>
        <p:spPr>
          <a:xfrm xmlns:a="http://schemas.openxmlformats.org/drawingml/2006/main">
            <a:off x="11239500" y="4229100"/>
            <a:ext cx="28575" cy="28575"/>
          </a:xfrm>
          <a:prstGeom xmlns:a="http://schemas.openxmlformats.org/drawingml/2006/main" prst="ellipse">
            <a:avLst/>
          </a:prstGeom>
          <a:solidFill xmlns:a="http://schemas.openxmlformats.org/drawingml/2006/main">
            <a:srgbClr val="FFD24A">
              <a:alpha val="45000"/>
            </a:srgbClr>
          </a:solidFill>
          <a:ln xmlns:a="http://schemas.openxmlformats.org/drawingml/2006/main">
            <a:noFill/>
          </a:ln>
        </p:spPr>
      </p:sp>
      <p:sp>
        <p:nvSpPr>
          <p:cNvPr id="89" name="">
            <a:extLst xmlns:a="http://schemas.openxmlformats.org/drawingml/2006/main">
              <a:ext uri="{FF2B5EF4-FFF2-40B4-BE49-F238E27FC236}">
                <a16:creationId xmlns:a16="http://schemas.microsoft.com/office/drawing/2014/main" id="{0CE0B8F1-C5D6-4D9F-8D51-B87896A378A4}"/>
              </a:ext>
            </a:extLst>
          </p:cNvPr>
          <p:cNvSpPr>
            <a:spLocks xmlns:a="http://schemas.openxmlformats.org/drawingml/2006/main" noGrp="1"/>
          </p:cNvSpPr>
          <p:nvPr/>
        </p:nvSpPr>
        <p:spPr>
          <a:xfrm xmlns:a="http://schemas.openxmlformats.org/drawingml/2006/main">
            <a:off x="11353800" y="4114800"/>
            <a:ext cx="28575" cy="28575"/>
          </a:xfrm>
          <a:prstGeom xmlns:a="http://schemas.openxmlformats.org/drawingml/2006/main" prst="ellipse">
            <a:avLst/>
          </a:prstGeom>
          <a:solidFill xmlns:a="http://schemas.openxmlformats.org/drawingml/2006/main">
            <a:srgbClr val="FFD24A">
              <a:alpha val="45000"/>
            </a:srgbClr>
          </a:solidFill>
          <a:ln xmlns:a="http://schemas.openxmlformats.org/drawingml/2006/main">
            <a:noFill/>
          </a:ln>
        </p:spPr>
      </p:sp>
      <p:sp>
        <p:nvSpPr>
          <p:cNvPr id="90" name="">
            <a:extLst xmlns:a="http://schemas.openxmlformats.org/drawingml/2006/main">
              <a:ext uri="{FF2B5EF4-FFF2-40B4-BE49-F238E27FC236}">
                <a16:creationId xmlns:a16="http://schemas.microsoft.com/office/drawing/2014/main" id="{FD028C2D-5EEA-4302-8907-7FF329A0E25D}"/>
              </a:ext>
            </a:extLst>
          </p:cNvPr>
          <p:cNvSpPr>
            <a:spLocks xmlns:a="http://schemas.openxmlformats.org/drawingml/2006/main" noGrp="1"/>
          </p:cNvSpPr>
          <p:nvPr/>
        </p:nvSpPr>
        <p:spPr>
          <a:xfrm xmlns:a="http://schemas.openxmlformats.org/drawingml/2006/main">
            <a:off x="11353800" y="4229100"/>
            <a:ext cx="28575" cy="28575"/>
          </a:xfrm>
          <a:prstGeom xmlns:a="http://schemas.openxmlformats.org/drawingml/2006/main" prst="ellipse">
            <a:avLst/>
          </a:prstGeom>
          <a:solidFill xmlns:a="http://schemas.openxmlformats.org/drawingml/2006/main">
            <a:srgbClr val="FFD24A">
              <a:alpha val="45000"/>
            </a:srgbClr>
          </a:solidFill>
          <a:ln xmlns:a="http://schemas.openxmlformats.org/drawingml/2006/main">
            <a:noFill/>
          </a:ln>
        </p:spPr>
      </p:sp>
      <p:sp>
        <p:nvSpPr>
          <p:cNvPr id="91" name="">
            <a:extLst xmlns:a="http://schemas.openxmlformats.org/drawingml/2006/main">
              <a:ext uri="{FF2B5EF4-FFF2-40B4-BE49-F238E27FC236}">
                <a16:creationId xmlns:a16="http://schemas.microsoft.com/office/drawing/2014/main" id="{BCF51B87-A260-4EF6-90AB-27CB1214890A}"/>
              </a:ext>
            </a:extLst>
          </p:cNvPr>
          <p:cNvSpPr>
            <a:spLocks xmlns:a="http://schemas.openxmlformats.org/drawingml/2006/main" noGrp="1"/>
          </p:cNvSpPr>
          <p:nvPr/>
        </p:nvSpPr>
        <p:spPr>
          <a:xfrm xmlns:a="http://schemas.openxmlformats.org/drawingml/2006/main">
            <a:off x="9124950" y="4114800"/>
            <a:ext cx="22479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FFD24A"/>
                </a:solidFill>
                <a:latin typeface="微软雅黑"/>
                <a:ea typeface="微软雅黑"/>
                <a:cs typeface="微软雅黑"/>
              </a:defRPr>
            </a:pPr>
            <a:r>
              <a:rPr sz="1125" b="1">
                <a:solidFill>
                  <a:srgbClr val="FFD24A"/>
                </a:solidFill>
                <a:latin typeface="微软雅黑"/>
                <a:ea typeface="微软雅黑"/>
                <a:cs typeface="微软雅黑"/>
              </a:rPr>
              <a:t>算得清</a:t>
            </a:r>
          </a:p>
        </p:txBody>
      </p:sp>
      <p:sp>
        <p:nvSpPr>
          <p:cNvPr id="92" name="">
            <a:extLst xmlns:a="http://schemas.openxmlformats.org/drawingml/2006/main">
              <a:ext uri="{FF2B5EF4-FFF2-40B4-BE49-F238E27FC236}">
                <a16:creationId xmlns:a16="http://schemas.microsoft.com/office/drawing/2014/main" id="{FD7762B3-918E-491B-B863-DB39BE3D7FC0}"/>
              </a:ext>
            </a:extLst>
          </p:cNvPr>
          <p:cNvSpPr>
            <a:spLocks xmlns:a="http://schemas.openxmlformats.org/drawingml/2006/main" noGrp="1"/>
          </p:cNvSpPr>
          <p:nvPr/>
        </p:nvSpPr>
        <p:spPr>
          <a:xfrm xmlns:a="http://schemas.openxmlformats.org/drawingml/2006/main">
            <a:off x="9124950" y="4419600"/>
            <a:ext cx="22669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lnSpc>
                <a:spcPct val="140000"/>
              </a:lnSpc>
              <a:buNone/>
              <a:defRPr sz="863" b="0">
                <a:solidFill>
                  <a:srgbClr val="EEF5FF"/>
                </a:solidFill>
                <a:latin typeface="微软雅黑"/>
                <a:ea typeface="微软雅黑"/>
                <a:cs typeface="微软雅黑"/>
              </a:defRPr>
            </a:pPr>
            <a:r>
              <a:rPr sz="863" b="0">
                <a:solidFill>
                  <a:srgbClr val="EEF5FF"/>
                </a:solidFill>
                <a:latin typeface="微软雅黑"/>
                <a:ea typeface="微软雅黑"/>
                <a:cs typeface="微软雅黑"/>
              </a:rPr>
              <a:t>转岗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招聘 </a:t>
            </a:r>
            <a:r>
              <a:rPr sz="863" b="0">
                <a:solidFill>
                  <a:srgbClr val="EEF5FF"/>
                </a:solidFill>
                <a:latin typeface="微软雅黑"/>
                <a:ea typeface="微软雅黑"/>
                <a:cs typeface="微软雅黑"/>
              </a:rPr>
              <a:t>/ </a:t>
            </a:r>
            <a:r>
              <a:rPr sz="863" b="0">
                <a:solidFill>
                  <a:srgbClr val="EEF5FF"/>
                </a:solidFill>
                <a:latin typeface="微软雅黑"/>
                <a:ea typeface="微软雅黑"/>
                <a:cs typeface="微软雅黑"/>
              </a:rPr>
              <a:t>外委口径明确，回收期可代公式</a:t>
            </a:r>
          </a:p>
        </p:txBody>
      </p:sp>
      <p:sp>
        <p:nvSpPr>
          <p:cNvPr id="93" name="">
            <a:extLst xmlns:a="http://schemas.openxmlformats.org/drawingml/2006/main">
              <a:ext uri="{FF2B5EF4-FFF2-40B4-BE49-F238E27FC236}">
                <a16:creationId xmlns:a16="http://schemas.microsoft.com/office/drawing/2014/main" id="{5DF69B55-642D-44BA-B2EE-CF388B81A43C}"/>
              </a:ext>
            </a:extLst>
          </p:cNvPr>
          <p:cNvSpPr>
            <a:spLocks xmlns:a="http://schemas.openxmlformats.org/drawingml/2006/main" noGrp="1"/>
          </p:cNvSpPr>
          <p:nvPr/>
        </p:nvSpPr>
        <p:spPr>
          <a:xfrm xmlns:a="http://schemas.openxmlformats.org/drawingml/2006/main">
            <a:off x="857250" y="5257800"/>
            <a:ext cx="25717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75" b="0">
                <a:solidFill>
                  <a:srgbClr val="9DBEE8"/>
                </a:solidFill>
                <a:latin typeface="微软雅黑"/>
                <a:ea typeface="微软雅黑"/>
                <a:cs typeface="微软雅黑"/>
              </a:defRPr>
            </a:pPr>
            <a:r>
              <a:rPr sz="975" b="0">
                <a:solidFill>
                  <a:srgbClr val="9DBEE8"/>
                </a:solidFill>
                <a:latin typeface="微软雅黑"/>
                <a:ea typeface="微软雅黑"/>
                <a:cs typeface="微软雅黑"/>
              </a:rPr>
              <a:t>参赛单位</a:t>
            </a:r>
          </a:p>
        </p:txBody>
      </p:sp>
      <p:sp>
        <p:nvSpPr>
          <p:cNvPr id="94" name="">
            <a:extLst xmlns:a="http://schemas.openxmlformats.org/drawingml/2006/main">
              <a:ext uri="{FF2B5EF4-FFF2-40B4-BE49-F238E27FC236}">
                <a16:creationId xmlns:a16="http://schemas.microsoft.com/office/drawing/2014/main" id="{56377944-59B5-49C3-8650-76D68DB9915F}"/>
              </a:ext>
            </a:extLst>
          </p:cNvPr>
          <p:cNvSpPr>
            <a:spLocks xmlns:a="http://schemas.openxmlformats.org/drawingml/2006/main" noGrp="1"/>
          </p:cNvSpPr>
          <p:nvPr/>
        </p:nvSpPr>
        <p:spPr>
          <a:xfrm xmlns:a="http://schemas.openxmlformats.org/drawingml/2006/main">
            <a:off x="857250" y="5505450"/>
            <a:ext cx="2571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广东科技学院</a:t>
            </a:r>
          </a:p>
        </p:txBody>
      </p:sp>
      <p:sp>
        <p:nvSpPr>
          <p:cNvPr id="95" name="">
            <a:extLst xmlns:a="http://schemas.openxmlformats.org/drawingml/2006/main">
              <a:ext uri="{FF2B5EF4-FFF2-40B4-BE49-F238E27FC236}">
                <a16:creationId xmlns:a16="http://schemas.microsoft.com/office/drawing/2014/main" id="{69697125-FAC7-4976-ADE7-F6253CB1894E}"/>
              </a:ext>
            </a:extLst>
          </p:cNvPr>
          <p:cNvSpPr>
            <a:spLocks xmlns:a="http://schemas.openxmlformats.org/drawingml/2006/main" noGrp="1"/>
          </p:cNvSpPr>
          <p:nvPr/>
        </p:nvSpPr>
        <p:spPr>
          <a:xfrm xmlns:a="http://schemas.openxmlformats.org/drawingml/2006/main">
            <a:off x="3562350" y="5257800"/>
            <a:ext cx="25717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75" b="0">
                <a:solidFill>
                  <a:srgbClr val="9DBEE8"/>
                </a:solidFill>
                <a:latin typeface="微软雅黑"/>
                <a:ea typeface="微软雅黑"/>
                <a:cs typeface="微软雅黑"/>
              </a:defRPr>
            </a:pPr>
            <a:r>
              <a:rPr sz="975" b="0">
                <a:solidFill>
                  <a:srgbClr val="9DBEE8"/>
                </a:solidFill>
                <a:latin typeface="微软雅黑"/>
                <a:ea typeface="微软雅黑"/>
                <a:cs typeface="微软雅黑"/>
              </a:rPr>
              <a:t>赛道</a:t>
            </a:r>
          </a:p>
        </p:txBody>
      </p:sp>
      <p:sp>
        <p:nvSpPr>
          <p:cNvPr id="96" name="">
            <a:extLst xmlns:a="http://schemas.openxmlformats.org/drawingml/2006/main">
              <a:ext uri="{FF2B5EF4-FFF2-40B4-BE49-F238E27FC236}">
                <a16:creationId xmlns:a16="http://schemas.microsoft.com/office/drawing/2014/main" id="{680071C0-C2DF-41A1-90D0-8DD6DC9CB453}"/>
              </a:ext>
            </a:extLst>
          </p:cNvPr>
          <p:cNvSpPr>
            <a:spLocks xmlns:a="http://schemas.openxmlformats.org/drawingml/2006/main" noGrp="1"/>
          </p:cNvSpPr>
          <p:nvPr/>
        </p:nvSpPr>
        <p:spPr>
          <a:xfrm xmlns:a="http://schemas.openxmlformats.org/drawingml/2006/main">
            <a:off x="3562350" y="5505450"/>
            <a:ext cx="2571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场景创新 </a:t>
            </a:r>
            <a:r>
              <a:rPr sz="1275" b="1">
                <a:solidFill>
                  <a:srgbClr val="FFFFFF"/>
                </a:solidFill>
                <a:latin typeface="微软雅黑"/>
                <a:ea typeface="微软雅黑"/>
                <a:cs typeface="微软雅黑"/>
              </a:rPr>
              <a:t>· </a:t>
            </a:r>
            <a:r>
              <a:rPr sz="1275" b="1">
                <a:solidFill>
                  <a:srgbClr val="FFFFFF"/>
                </a:solidFill>
                <a:latin typeface="微软雅黑"/>
                <a:ea typeface="微软雅黑"/>
                <a:cs typeface="微软雅黑"/>
              </a:rPr>
              <a:t>软件创新</a:t>
            </a:r>
          </a:p>
        </p:txBody>
      </p:sp>
      <p:sp>
        <p:nvSpPr>
          <p:cNvPr id="97" name="">
            <a:extLst xmlns:a="http://schemas.openxmlformats.org/drawingml/2006/main">
              <a:ext uri="{FF2B5EF4-FFF2-40B4-BE49-F238E27FC236}">
                <a16:creationId xmlns:a16="http://schemas.microsoft.com/office/drawing/2014/main" id="{02661E09-5420-43B3-A100-76A59D32FA94}"/>
              </a:ext>
            </a:extLst>
          </p:cNvPr>
          <p:cNvSpPr>
            <a:spLocks xmlns:a="http://schemas.openxmlformats.org/drawingml/2006/main" noGrp="1"/>
          </p:cNvSpPr>
          <p:nvPr/>
        </p:nvSpPr>
        <p:spPr>
          <a:xfrm xmlns:a="http://schemas.openxmlformats.org/drawingml/2006/main">
            <a:off x="6267450" y="5257800"/>
            <a:ext cx="25717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75" b="0">
                <a:solidFill>
                  <a:srgbClr val="9DBEE8"/>
                </a:solidFill>
                <a:latin typeface="微软雅黑"/>
                <a:ea typeface="微软雅黑"/>
                <a:cs typeface="微软雅黑"/>
              </a:defRPr>
            </a:pPr>
            <a:r>
              <a:rPr sz="975" b="0">
                <a:solidFill>
                  <a:srgbClr val="9DBEE8"/>
                </a:solidFill>
                <a:latin typeface="微软雅黑"/>
                <a:ea typeface="微软雅黑"/>
                <a:cs typeface="微软雅黑"/>
              </a:rPr>
              <a:t>团队</a:t>
            </a:r>
          </a:p>
        </p:txBody>
      </p:sp>
      <p:sp>
        <p:nvSpPr>
          <p:cNvPr id="98" name="">
            <a:extLst xmlns:a="http://schemas.openxmlformats.org/drawingml/2006/main">
              <a:ext uri="{FF2B5EF4-FFF2-40B4-BE49-F238E27FC236}">
                <a16:creationId xmlns:a16="http://schemas.microsoft.com/office/drawing/2014/main" id="{A1707337-65E2-4FF9-B80B-82FA867835E1}"/>
              </a:ext>
            </a:extLst>
          </p:cNvPr>
          <p:cNvSpPr>
            <a:spLocks xmlns:a="http://schemas.openxmlformats.org/drawingml/2006/main" noGrp="1"/>
          </p:cNvSpPr>
          <p:nvPr/>
        </p:nvSpPr>
        <p:spPr>
          <a:xfrm xmlns:a="http://schemas.openxmlformats.org/drawingml/2006/main">
            <a:off x="6267450" y="5505450"/>
            <a:ext cx="2571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逐光造梦</a:t>
            </a:r>
          </a:p>
        </p:txBody>
      </p:sp>
      <p:sp>
        <p:nvSpPr>
          <p:cNvPr id="99" name="">
            <a:extLst xmlns:a="http://schemas.openxmlformats.org/drawingml/2006/main">
              <a:ext uri="{FF2B5EF4-FFF2-40B4-BE49-F238E27FC236}">
                <a16:creationId xmlns:a16="http://schemas.microsoft.com/office/drawing/2014/main" id="{EAE9A320-FCB5-40D6-8507-1463EA8EE358}"/>
              </a:ext>
            </a:extLst>
          </p:cNvPr>
          <p:cNvSpPr>
            <a:spLocks xmlns:a="http://schemas.openxmlformats.org/drawingml/2006/main" noGrp="1"/>
          </p:cNvSpPr>
          <p:nvPr/>
        </p:nvSpPr>
        <p:spPr>
          <a:xfrm xmlns:a="http://schemas.openxmlformats.org/drawingml/2006/main">
            <a:off x="8972550" y="5257800"/>
            <a:ext cx="25717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t">
            <a:noAutofit/>
          </a:bodyPr>
          <a:lstStyle xmlns:a="http://schemas.openxmlformats.org/drawingml/2006/main"/>
          <a:p xmlns:a="http://schemas.openxmlformats.org/drawingml/2006/main">
            <a:pPr algn="l">
              <a:defRPr sz="975" b="0">
                <a:solidFill>
                  <a:srgbClr val="9DBEE8"/>
                </a:solidFill>
                <a:latin typeface="微软雅黑"/>
                <a:ea typeface="微软雅黑"/>
                <a:cs typeface="微软雅黑"/>
              </a:defRPr>
            </a:pPr>
            <a:r>
              <a:rPr sz="975" b="0">
                <a:solidFill>
                  <a:srgbClr val="9DBEE8"/>
                </a:solidFill>
                <a:latin typeface="微软雅黑"/>
                <a:ea typeface="微软雅黑"/>
                <a:cs typeface="微软雅黑"/>
              </a:rPr>
              <a:t>指导老师</a:t>
            </a:r>
          </a:p>
        </p:txBody>
      </p:sp>
      <p:sp>
        <p:nvSpPr>
          <p:cNvPr id="100" name="">
            <a:extLst xmlns:a="http://schemas.openxmlformats.org/drawingml/2006/main">
              <a:ext uri="{FF2B5EF4-FFF2-40B4-BE49-F238E27FC236}">
                <a16:creationId xmlns:a16="http://schemas.microsoft.com/office/drawing/2014/main" id="{B76A6076-2AAD-423C-9D70-7F40BCA4710E}"/>
              </a:ext>
            </a:extLst>
          </p:cNvPr>
          <p:cNvSpPr>
            <a:spLocks xmlns:a="http://schemas.openxmlformats.org/drawingml/2006/main" noGrp="1"/>
          </p:cNvSpPr>
          <p:nvPr/>
        </p:nvSpPr>
        <p:spPr>
          <a:xfrm xmlns:a="http://schemas.openxmlformats.org/drawingml/2006/main">
            <a:off x="8972550" y="5505450"/>
            <a:ext cx="2571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FFFFFF"/>
                </a:solidFill>
                <a:latin typeface="微软雅黑"/>
                <a:ea typeface="微软雅黑"/>
                <a:cs typeface="微软雅黑"/>
              </a:defRPr>
            </a:pPr>
            <a:r>
              <a:rPr sz="1275" b="1">
                <a:solidFill>
                  <a:srgbClr val="FFFFFF"/>
                </a:solidFill>
                <a:latin typeface="微软雅黑"/>
                <a:ea typeface="微软雅黑"/>
                <a:cs typeface="微软雅黑"/>
              </a:rPr>
              <a:t>王洪元 </a:t>
            </a:r>
            <a:r>
              <a:rPr sz="1275" b="1">
                <a:solidFill>
                  <a:srgbClr val="FFFFFF"/>
                </a:solidFill>
                <a:latin typeface="微软雅黑"/>
                <a:ea typeface="微软雅黑"/>
                <a:cs typeface="微软雅黑"/>
              </a:rPr>
              <a:t>· </a:t>
            </a:r>
            <a:r>
              <a:rPr sz="1275" b="1">
                <a:solidFill>
                  <a:srgbClr val="FFFFFF"/>
                </a:solidFill>
                <a:latin typeface="微软雅黑"/>
                <a:ea typeface="微软雅黑"/>
                <a:cs typeface="微软雅黑"/>
              </a:rPr>
              <a:t>钟祖辉</a:t>
            </a:r>
          </a:p>
        </p:txBody>
      </p:sp>
      <p:sp>
        <p:nvSpPr>
          <p:cNvPr id="101" name="">
            <a:extLst xmlns:a="http://schemas.openxmlformats.org/drawingml/2006/main">
              <a:ext uri="{FF2B5EF4-FFF2-40B4-BE49-F238E27FC236}">
                <a16:creationId xmlns:a16="http://schemas.microsoft.com/office/drawing/2014/main" id="{1F473D66-18F2-4B9F-9F07-8907B7F0FE79}"/>
              </a:ext>
            </a:extLst>
          </p:cNvPr>
          <p:cNvSpPr>
            <a:spLocks xmlns:a="http://schemas.openxmlformats.org/drawingml/2006/main" noGrp="1"/>
          </p:cNvSpPr>
          <p:nvPr/>
        </p:nvSpPr>
        <p:spPr>
          <a:xfrm xmlns:a="http://schemas.openxmlformats.org/drawingml/2006/main">
            <a:off x="857250" y="6038850"/>
            <a:ext cx="10477500" cy="9525"/>
          </a:xfrm>
          <a:prstGeom xmlns:a="http://schemas.openxmlformats.org/drawingml/2006/main" prst="rect">
            <a:avLst/>
          </a:prstGeom>
          <a:gradFill xmlns:a="http://schemas.openxmlformats.org/drawingml/2006/main">
            <a:gsLst>
              <a:gs pos="0">
                <a:srgbClr val="FFD24A"/>
              </a:gs>
              <a:gs pos="70000">
                <a:srgbClr val="4FD8FF">
                  <a:alpha val="45000"/>
                </a:srgbClr>
              </a:gs>
              <a:gs pos="100000">
                <a:srgbClr val="4FD8FF">
                  <a:alpha val="0"/>
                </a:srgbClr>
              </a:gs>
            </a:gsLst>
            <a:lin ang="0"/>
          </a:gradFill>
          <a:ln xmlns:a="http://schemas.openxmlformats.org/drawingml/2006/main">
            <a:noFill/>
          </a:ln>
        </p:spPr>
      </p:sp>
    </p:spTree>
    <p:extLst>
      <p:ext uri="{BB962C8B-B14F-4D97-AF65-F5344CB8AC3E}">
        <p14:creationId xmlns:p14="http://schemas.microsoft.com/office/powerpoint/2010/main" val="1149034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2026-09-27T17:47:05.2230000Z</dcterms:created>
  <dcterms:modified xsi:type="dcterms:W3CDTF">2026-09-27T17:47:05.2230000Z</dcterms:modified>
</coreProperties>
</file>