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ae19b038254a68" /><Relationship Type="http://schemas.openxmlformats.org/officeDocument/2006/relationships/extended-properties" Target="/docProps/app.xml" Id="Re41a7db3aa8d42d1" /><Relationship Type="http://schemas.openxmlformats.org/officeDocument/2006/relationships/officeDocument" Target="/ppt/presentation.xml" Id="R8d1f10320c0b4391" /></Relationships>
</file>

<file path=ppt/presentation.xml><?xml version="1.0" encoding="utf-8"?>
<p:presentation xmlns:p="http://schemas.openxmlformats.org/presentationml/2006/main">
  <p:sldMasterIdLst>
    <p:sldMasterId xmlns:r="http://schemas.openxmlformats.org/officeDocument/2006/relationships" id="2147483648" r:id="R2411dfd66a514f3c"/>
  </p:sldMasterIdLst>
  <p:notesMasterIdLst>
    <p:notesMasterId xmlns:r="http://schemas.openxmlformats.org/officeDocument/2006/relationships" r:id="Rd1b20ea7e4324c06"/>
  </p:notesMasterIdLst>
  <p:sldIdLst>
    <p:sldId xmlns:r="http://schemas.openxmlformats.org/officeDocument/2006/relationships" id="256" r:id="R7b9dce6b1a354c11"/>
    <p:sldId xmlns:r="http://schemas.openxmlformats.org/officeDocument/2006/relationships" id="257" r:id="Ra8cfdc10ec3a42f3"/>
    <p:sldId xmlns:r="http://schemas.openxmlformats.org/officeDocument/2006/relationships" id="258" r:id="Re65b42cc5a4942c8"/>
    <p:sldId xmlns:r="http://schemas.openxmlformats.org/officeDocument/2006/relationships" id="259" r:id="Rf6b4befd76fa4304"/>
    <p:sldId xmlns:r="http://schemas.openxmlformats.org/officeDocument/2006/relationships" id="260" r:id="R68525e561b924690"/>
    <p:sldId xmlns:r="http://schemas.openxmlformats.org/officeDocument/2006/relationships" id="261" r:id="Re9001ccf06fa4f22"/>
    <p:sldId xmlns:r="http://schemas.openxmlformats.org/officeDocument/2006/relationships" id="262" r:id="Rb78471d3dbd6438c"/>
    <p:sldId xmlns:r="http://schemas.openxmlformats.org/officeDocument/2006/relationships" id="263" r:id="R2f3a26e4c4c5430b"/>
    <p:sldId xmlns:r="http://schemas.openxmlformats.org/officeDocument/2006/relationships" id="264" r:id="Red46281476544a7e"/>
    <p:sldId xmlns:r="http://schemas.openxmlformats.org/officeDocument/2006/relationships" id="265" r:id="Ra6a70263d6144066"/>
    <p:sldId xmlns:r="http://schemas.openxmlformats.org/officeDocument/2006/relationships" id="266" r:id="Rc4089bbf3acd4d4f"/>
    <p:sldId xmlns:r="http://schemas.openxmlformats.org/officeDocument/2006/relationships" id="267" r:id="R693634906fc84e15"/>
    <p:sldId xmlns:r="http://schemas.openxmlformats.org/officeDocument/2006/relationships" id="268" r:id="R3a0b3702a3274658"/>
    <p:sldId xmlns:r="http://schemas.openxmlformats.org/officeDocument/2006/relationships" id="269" r:id="R2e8c73bdae2f43ae"/>
    <p:sldId xmlns:r="http://schemas.openxmlformats.org/officeDocument/2006/relationships" id="270" r:id="Rf3d3b91d0e0c4904"/>
    <p:sldId xmlns:r="http://schemas.openxmlformats.org/officeDocument/2006/relationships" id="271" r:id="R989e28849c594add"/>
    <p:sldId xmlns:r="http://schemas.openxmlformats.org/officeDocument/2006/relationships" id="272" r:id="R91ac8d064bd5470d"/>
    <p:sldId xmlns:r="http://schemas.openxmlformats.org/officeDocument/2006/relationships" id="273" r:id="Raca3600f33b9489f"/>
    <p:sldId xmlns:r="http://schemas.openxmlformats.org/officeDocument/2006/relationships" id="274" r:id="Rce292eab3c20472f"/>
    <p:sldId xmlns:r="http://schemas.openxmlformats.org/officeDocument/2006/relationships" id="275" r:id="R5725e0b286de46f8"/>
    <p:sldId xmlns:r="http://schemas.openxmlformats.org/officeDocument/2006/relationships" id="276" r:id="R17141375d41f4ab8"/>
    <p:sldId xmlns:r="http://schemas.openxmlformats.org/officeDocument/2006/relationships" id="277" r:id="R0112e1d6d3e2411c"/>
    <p:sldId xmlns:r="http://schemas.openxmlformats.org/officeDocument/2006/relationships" id="278" r:id="Rcc7dae6df9c54c2f"/>
    <p:sldId xmlns:r="http://schemas.openxmlformats.org/officeDocument/2006/relationships" id="279" r:id="R82bd1143398c4f2e"/>
    <p:sldId xmlns:r="http://schemas.openxmlformats.org/officeDocument/2006/relationships" id="280" r:id="Re41e926e2c7a4715"/>
    <p:sldId xmlns:r="http://schemas.openxmlformats.org/officeDocument/2006/relationships" id="281" r:id="R5ef192b0c3e3476d"/>
    <p:sldId xmlns:r="http://schemas.openxmlformats.org/officeDocument/2006/relationships" id="282" r:id="R875a61d55f5841e4"/>
    <p:sldId xmlns:r="http://schemas.openxmlformats.org/officeDocument/2006/relationships" id="283" r:id="R7574258fd7a04084"/>
    <p:sldId xmlns:r="http://schemas.openxmlformats.org/officeDocument/2006/relationships" id="284" r:id="R59ffe67aa24f41ae"/>
    <p:sldId xmlns:r="http://schemas.openxmlformats.org/officeDocument/2006/relationships" id="285" r:id="Rb9e5cdaaa02740de"/>
    <p:sldId xmlns:r="http://schemas.openxmlformats.org/officeDocument/2006/relationships" id="286" r:id="Re12642aba8f84a2f"/>
    <p:sldId xmlns:r="http://schemas.openxmlformats.org/officeDocument/2006/relationships" id="287" r:id="Rf4239ec2bb1b4dbf"/>
    <p:sldId xmlns:r="http://schemas.openxmlformats.org/officeDocument/2006/relationships" id="288" r:id="R728343a1f1c64496"/>
    <p:sldId xmlns:r="http://schemas.openxmlformats.org/officeDocument/2006/relationships" id="289" r:id="Rac1fa6ed749245f4"/>
    <p:sldId xmlns:r="http://schemas.openxmlformats.org/officeDocument/2006/relationships" id="290" r:id="R90f9d85ef1b148a9"/>
    <p:sldId xmlns:r="http://schemas.openxmlformats.org/officeDocument/2006/relationships" id="291" r:id="R5fd52a6adb504395"/>
    <p:sldId xmlns:r="http://schemas.openxmlformats.org/officeDocument/2006/relationships" id="292" r:id="R37c7625b4dff43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afd726ffba4973" /><Relationship Type="http://schemas.openxmlformats.org/officeDocument/2006/relationships/slideMaster" Target="/ppt/slideMasters/slideMaster1.xml" Id="R2411dfd66a514f3c" /><Relationship Type="http://schemas.openxmlformats.org/officeDocument/2006/relationships/notesMaster" Target="/ppt/notesMasters/notesMaster1.xml" Id="Rd1b20ea7e4324c06" /><Relationship Type="http://schemas.openxmlformats.org/officeDocument/2006/relationships/presProps" Target="/ppt/presProps.xml" Id="R8bfde94163974945" /><Relationship Type="http://schemas.openxmlformats.org/officeDocument/2006/relationships/tableStyles" Target="/ppt/tableStyles.xml" Id="R5819b5d15d634ff2" /><Relationship Type="http://schemas.openxmlformats.org/officeDocument/2006/relationships/slide" Target="/ppt/slides/slide1.xml" Id="R7b9dce6b1a354c11" /><Relationship Type="http://schemas.openxmlformats.org/officeDocument/2006/relationships/slide" Target="/ppt/slides/slide2.xml" Id="Ra8cfdc10ec3a42f3" /><Relationship Type="http://schemas.openxmlformats.org/officeDocument/2006/relationships/slide" Target="/ppt/slides/slide3.xml" Id="Re65b42cc5a4942c8" /><Relationship Type="http://schemas.openxmlformats.org/officeDocument/2006/relationships/slide" Target="/ppt/slides/slide4.xml" Id="Rf6b4befd76fa4304" /><Relationship Type="http://schemas.openxmlformats.org/officeDocument/2006/relationships/slide" Target="/ppt/slides/slide5.xml" Id="R68525e561b924690" /><Relationship Type="http://schemas.openxmlformats.org/officeDocument/2006/relationships/slide" Target="/ppt/slides/slide6.xml" Id="Re9001ccf06fa4f22" /><Relationship Type="http://schemas.openxmlformats.org/officeDocument/2006/relationships/slide" Target="/ppt/slides/slide7.xml" Id="Rb78471d3dbd6438c" /><Relationship Type="http://schemas.openxmlformats.org/officeDocument/2006/relationships/slide" Target="/ppt/slides/slide8.xml" Id="R2f3a26e4c4c5430b" /><Relationship Type="http://schemas.openxmlformats.org/officeDocument/2006/relationships/slide" Target="/ppt/slides/slide9.xml" Id="Red46281476544a7e" /><Relationship Type="http://schemas.openxmlformats.org/officeDocument/2006/relationships/slide" Target="/ppt/slides/slide10.xml" Id="Ra6a70263d6144066" /><Relationship Type="http://schemas.openxmlformats.org/officeDocument/2006/relationships/slide" Target="/ppt/slides/slide11.xml" Id="Rc4089bbf3acd4d4f" /><Relationship Type="http://schemas.openxmlformats.org/officeDocument/2006/relationships/slide" Target="/ppt/slides/slide12.xml" Id="R693634906fc84e15" /><Relationship Type="http://schemas.openxmlformats.org/officeDocument/2006/relationships/slide" Target="/ppt/slides/slide13.xml" Id="R3a0b3702a3274658" /><Relationship Type="http://schemas.openxmlformats.org/officeDocument/2006/relationships/slide" Target="/ppt/slides/slide14.xml" Id="R2e8c73bdae2f43ae" /><Relationship Type="http://schemas.openxmlformats.org/officeDocument/2006/relationships/slide" Target="/ppt/slides/slide15.xml" Id="Rf3d3b91d0e0c4904" /><Relationship Type="http://schemas.openxmlformats.org/officeDocument/2006/relationships/slide" Target="/ppt/slides/slide16.xml" Id="R989e28849c594add" /><Relationship Type="http://schemas.openxmlformats.org/officeDocument/2006/relationships/slide" Target="/ppt/slides/slide17.xml" Id="R91ac8d064bd5470d" /><Relationship Type="http://schemas.openxmlformats.org/officeDocument/2006/relationships/slide" Target="/ppt/slides/slide18.xml" Id="Raca3600f33b9489f" /><Relationship Type="http://schemas.openxmlformats.org/officeDocument/2006/relationships/slide" Target="/ppt/slides/slide19.xml" Id="Rce292eab3c20472f" /><Relationship Type="http://schemas.openxmlformats.org/officeDocument/2006/relationships/slide" Target="/ppt/slides/slide20.xml" Id="R5725e0b286de46f8" /><Relationship Type="http://schemas.openxmlformats.org/officeDocument/2006/relationships/slide" Target="/ppt/slides/slide21.xml" Id="R17141375d41f4ab8" /><Relationship Type="http://schemas.openxmlformats.org/officeDocument/2006/relationships/slide" Target="/ppt/slides/slide22.xml" Id="R0112e1d6d3e2411c" /><Relationship Type="http://schemas.openxmlformats.org/officeDocument/2006/relationships/slide" Target="/ppt/slides/slide23.xml" Id="Rcc7dae6df9c54c2f" /><Relationship Type="http://schemas.openxmlformats.org/officeDocument/2006/relationships/slide" Target="/ppt/slides/slide24.xml" Id="R82bd1143398c4f2e" /><Relationship Type="http://schemas.openxmlformats.org/officeDocument/2006/relationships/slide" Target="/ppt/slides/slide25.xml" Id="Re41e926e2c7a4715" /><Relationship Type="http://schemas.openxmlformats.org/officeDocument/2006/relationships/slide" Target="/ppt/slides/slide26.xml" Id="R5ef192b0c3e3476d" /><Relationship Type="http://schemas.openxmlformats.org/officeDocument/2006/relationships/slide" Target="/ppt/slides/slide27.xml" Id="R875a61d55f5841e4" /><Relationship Type="http://schemas.openxmlformats.org/officeDocument/2006/relationships/slide" Target="/ppt/slides/slide28.xml" Id="R7574258fd7a04084" /><Relationship Type="http://schemas.openxmlformats.org/officeDocument/2006/relationships/slide" Target="/ppt/slides/slide29.xml" Id="R59ffe67aa24f41ae" /><Relationship Type="http://schemas.openxmlformats.org/officeDocument/2006/relationships/slide" Target="/ppt/slides/slide30.xml" Id="Rb9e5cdaaa02740de" /><Relationship Type="http://schemas.openxmlformats.org/officeDocument/2006/relationships/slide" Target="/ppt/slides/slide31.xml" Id="Re12642aba8f84a2f" /><Relationship Type="http://schemas.openxmlformats.org/officeDocument/2006/relationships/slide" Target="/ppt/slides/slide32.xml" Id="Rf4239ec2bb1b4dbf" /><Relationship Type="http://schemas.openxmlformats.org/officeDocument/2006/relationships/slide" Target="/ppt/slides/slide33.xml" Id="R728343a1f1c64496" /><Relationship Type="http://schemas.openxmlformats.org/officeDocument/2006/relationships/slide" Target="/ppt/slides/slide34.xml" Id="Rac1fa6ed749245f4" /><Relationship Type="http://schemas.openxmlformats.org/officeDocument/2006/relationships/slide" Target="/ppt/slides/slide35.xml" Id="R90f9d85ef1b148a9" /><Relationship Type="http://schemas.openxmlformats.org/officeDocument/2006/relationships/slide" Target="/ppt/slides/slide36.xml" Id="R5fd52a6adb504395" /><Relationship Type="http://schemas.openxmlformats.org/officeDocument/2006/relationships/slide" Target="/ppt/slides/slide37.xml" Id="R37c7625b4dff43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160d1a5f6747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e976d63bcf4731" /><Relationship Type="http://schemas.openxmlformats.org/officeDocument/2006/relationships/notesMaster" Target="/ppt/notesMasters/notesMaster1.xml" Id="R3503a11bc28149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1191a035074f99" /><Relationship Type="http://schemas.openxmlformats.org/officeDocument/2006/relationships/notesMaster" Target="/ppt/notesMasters/notesMaster1.xml" Id="R6879a60ed0f043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30914dc02143cc" /><Relationship Type="http://schemas.openxmlformats.org/officeDocument/2006/relationships/notesMaster" Target="/ppt/notesMasters/notesMaster1.xml" Id="Rf3a5ddb6e26544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d1326631934a74" /><Relationship Type="http://schemas.openxmlformats.org/officeDocument/2006/relationships/notesMaster" Target="/ppt/notesMasters/notesMaster1.xml" Id="Ra25378962b7b40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17d30ff149438c" /><Relationship Type="http://schemas.openxmlformats.org/officeDocument/2006/relationships/notesMaster" Target="/ppt/notesMasters/notesMaster1.xml" Id="R3a6ac0c7f3204e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5ae6ce461b4c31" /><Relationship Type="http://schemas.openxmlformats.org/officeDocument/2006/relationships/notesMaster" Target="/ppt/notesMasters/notesMaster1.xml" Id="R5a9faa348e7644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98d16535c44e5d" /><Relationship Type="http://schemas.openxmlformats.org/officeDocument/2006/relationships/notesMaster" Target="/ppt/notesMasters/notesMaster1.xml" Id="Rdf6e3bebd74f41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43ca2cd71f4132" /><Relationship Type="http://schemas.openxmlformats.org/officeDocument/2006/relationships/notesMaster" Target="/ppt/notesMasters/notesMaster1.xml" Id="Race29c21955749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9d90f1cdf84a71" /><Relationship Type="http://schemas.openxmlformats.org/officeDocument/2006/relationships/notesMaster" Target="/ppt/notesMasters/notesMaster1.xml" Id="Raaeb82b2abcd40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67373e34cc4043" /><Relationship Type="http://schemas.openxmlformats.org/officeDocument/2006/relationships/notesMaster" Target="/ppt/notesMasters/notesMaster1.xml" Id="Rc8310b21b54a43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b123663dd14ccc" /><Relationship Type="http://schemas.openxmlformats.org/officeDocument/2006/relationships/notesMaster" Target="/ppt/notesMasters/notesMaster1.xml" Id="R2a5e60bd70ba43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173404d9b646a6" /><Relationship Type="http://schemas.openxmlformats.org/officeDocument/2006/relationships/notesMaster" Target="/ppt/notesMasters/notesMaster1.xml" Id="R2137e840408a43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b8334f24e74caa" /><Relationship Type="http://schemas.openxmlformats.org/officeDocument/2006/relationships/notesMaster" Target="/ppt/notesMasters/notesMaster1.xml" Id="R9a0906d06f644a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e86c897d1c4d9c" /><Relationship Type="http://schemas.openxmlformats.org/officeDocument/2006/relationships/notesMaster" Target="/ppt/notesMasters/notesMaster1.xml" Id="R45d6cc20bcbb46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2dd79c56ef4c9e" /><Relationship Type="http://schemas.openxmlformats.org/officeDocument/2006/relationships/notesMaster" Target="/ppt/notesMasters/notesMaster1.xml" Id="R14c5334f6b3d4c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606c2775f244a3" /><Relationship Type="http://schemas.openxmlformats.org/officeDocument/2006/relationships/notesMaster" Target="/ppt/notesMasters/notesMaster1.xml" Id="R20bff99ca58a40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6e6eac967943b7" /><Relationship Type="http://schemas.openxmlformats.org/officeDocument/2006/relationships/notesMaster" Target="/ppt/notesMasters/notesMaster1.xml" Id="R1ca151409d7143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6e686a74b14dee" /><Relationship Type="http://schemas.openxmlformats.org/officeDocument/2006/relationships/notesMaster" Target="/ppt/notesMasters/notesMaster1.xml" Id="R000c3fd6f23b4c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3e775d513d409e" /><Relationship Type="http://schemas.openxmlformats.org/officeDocument/2006/relationships/notesMaster" Target="/ppt/notesMasters/notesMaster1.xml" Id="Rbb0fb908e69a4d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a23986307b4ab2" /><Relationship Type="http://schemas.openxmlformats.org/officeDocument/2006/relationships/notesMaster" Target="/ppt/notesMasters/notesMaster1.xml" Id="R21727aaf279c4f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4f849791ce4b11" /><Relationship Type="http://schemas.openxmlformats.org/officeDocument/2006/relationships/notesMaster" Target="/ppt/notesMasters/notesMaster1.xml" Id="R8de090b14d3f4c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13838de56e42e3" /><Relationship Type="http://schemas.openxmlformats.org/officeDocument/2006/relationships/notesMaster" Target="/ppt/notesMasters/notesMaster1.xml" Id="R3887a06fd12d4a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d3b0f16d8540cc" /><Relationship Type="http://schemas.openxmlformats.org/officeDocument/2006/relationships/notesMaster" Target="/ppt/notesMasters/notesMaster1.xml" Id="Re09364a88a8846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0cd796f7394a63" /><Relationship Type="http://schemas.openxmlformats.org/officeDocument/2006/relationships/notesMaster" Target="/ppt/notesMasters/notesMaster1.xml" Id="Rdf0ae0fabd0d4b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e4bea03879e47ee" /><Relationship Type="http://schemas.openxmlformats.org/officeDocument/2006/relationships/notesMaster" Target="/ppt/notesMasters/notesMaster1.xml" Id="Rff6bf90b292a40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6461c08b0cc4412" /><Relationship Type="http://schemas.openxmlformats.org/officeDocument/2006/relationships/notesMaster" Target="/ppt/notesMasters/notesMaster1.xml" Id="R07514130c7f145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4b4120c3984b7f" /><Relationship Type="http://schemas.openxmlformats.org/officeDocument/2006/relationships/notesMaster" Target="/ppt/notesMasters/notesMaster1.xml" Id="Rcfcfadb4b6a448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5ced1b458e4201" /><Relationship Type="http://schemas.openxmlformats.org/officeDocument/2006/relationships/notesMaster" Target="/ppt/notesMasters/notesMaster1.xml" Id="R5166aee6c9ce4a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bab9aa8c874943" /><Relationship Type="http://schemas.openxmlformats.org/officeDocument/2006/relationships/notesMaster" Target="/ppt/notesMasters/notesMaster1.xml" Id="Rab02b3af9ad548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14f0af6b5e483e" /><Relationship Type="http://schemas.openxmlformats.org/officeDocument/2006/relationships/notesMaster" Target="/ppt/notesMasters/notesMaster1.xml" Id="Rf5b6a0034d1643c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18403c924e5444c" /><Relationship Type="http://schemas.openxmlformats.org/officeDocument/2006/relationships/notesMaster" Target="/ppt/notesMasters/notesMaster1.xml" Id="R220eae4d2e9a44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a74681c1f0427c" /><Relationship Type="http://schemas.openxmlformats.org/officeDocument/2006/relationships/notesMaster" Target="/ppt/notesMasters/notesMaster1.xml" Id="R1edb4c8fcf6e403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a863f9d0bb2415d" /><Relationship Type="http://schemas.openxmlformats.org/officeDocument/2006/relationships/notesMaster" Target="/ppt/notesMasters/notesMaster1.xml" Id="R19daf1568a1e4c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0172981db2f4c68" /><Relationship Type="http://schemas.openxmlformats.org/officeDocument/2006/relationships/notesMaster" Target="/ppt/notesMasters/notesMaster1.xml" Id="R98743671cef0495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58ba6c0a12f4340" /><Relationship Type="http://schemas.openxmlformats.org/officeDocument/2006/relationships/notesMaster" Target="/ppt/notesMasters/notesMaster1.xml" Id="Re523587f26d7439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0badf555e77466e" /><Relationship Type="http://schemas.openxmlformats.org/officeDocument/2006/relationships/notesMaster" Target="/ppt/notesMasters/notesMaster1.xml" Id="Rd936ba54512845e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6c6fe95d0ae47cb" /><Relationship Type="http://schemas.openxmlformats.org/officeDocument/2006/relationships/notesMaster" Target="/ppt/notesMasters/notesMaster1.xml" Id="R93757608c47246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a021df37224d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0d6b7e250d454d" /><Relationship Type="http://schemas.openxmlformats.org/officeDocument/2006/relationships/slideLayout" Target="/ppt/slideLayouts/slideLayout1.xml" Id="Raf153f1ad14c47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153f1ad14c47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8ab98f3b464908" /><Relationship Type="http://schemas.openxmlformats.org/officeDocument/2006/relationships/image" Target="/ppt/media/image.jpeg" Id="R307a86fd91bd4610" /><Relationship Type="http://schemas.openxmlformats.org/officeDocument/2006/relationships/notesSlide" Target="/ppt/notesSlides/notesSlide1.xml" Id="R615873f4cdd340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dd5987db7f4918" /><Relationship Type="http://schemas.openxmlformats.org/officeDocument/2006/relationships/image" Target="/ppt/media/image2.jpeg" Id="R42a5e5c96e2f4bcd" /><Relationship Type="http://schemas.openxmlformats.org/officeDocument/2006/relationships/notesSlide" Target="/ppt/notesSlides/notesSlide2.xml" Id="Ra3216cec44dd4d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87f13df24e4c30" /><Relationship Type="http://schemas.openxmlformats.org/officeDocument/2006/relationships/image" Target="/ppt/media/image3.jpeg" Id="Rd2ce31599a9c4ff1" /><Relationship Type="http://schemas.openxmlformats.org/officeDocument/2006/relationships/notesSlide" Target="/ppt/notesSlides/notesSlide3.xml" Id="R2617b4310dde47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0eb39a026441b7" /><Relationship Type="http://schemas.openxmlformats.org/officeDocument/2006/relationships/image" Target="/ppt/media/image4.jpeg" Id="R03bffc387eac4c64" /><Relationship Type="http://schemas.openxmlformats.org/officeDocument/2006/relationships/notesSlide" Target="/ppt/notesSlides/notesSlide4.xml" Id="R9ad7a2d0129947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2ead360adb4678" /><Relationship Type="http://schemas.openxmlformats.org/officeDocument/2006/relationships/image" Target="/ppt/media/image5.jpeg" Id="R74efcbb0c7804d33" /><Relationship Type="http://schemas.openxmlformats.org/officeDocument/2006/relationships/notesSlide" Target="/ppt/notesSlides/notesSlide5.xml" Id="R41c2b368dfad48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2c837f1d43454d" /><Relationship Type="http://schemas.openxmlformats.org/officeDocument/2006/relationships/image" Target="/ppt/media/image6.jpeg" Id="Rd10afc95ef5e481a" /><Relationship Type="http://schemas.openxmlformats.org/officeDocument/2006/relationships/notesSlide" Target="/ppt/notesSlides/notesSlide6.xml" Id="Rc25bceae4f5841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57dc9f7b9b43d6" /><Relationship Type="http://schemas.openxmlformats.org/officeDocument/2006/relationships/image" Target="/ppt/media/image7.jpeg" Id="R1e72dbf07d1f4ea5" /><Relationship Type="http://schemas.openxmlformats.org/officeDocument/2006/relationships/notesSlide" Target="/ppt/notesSlides/notesSlide7.xml" Id="R865172b6257b45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607233df784018" /><Relationship Type="http://schemas.openxmlformats.org/officeDocument/2006/relationships/image" Target="/ppt/media/image8.jpeg" Id="Rcc6e4821094f4b53" /><Relationship Type="http://schemas.openxmlformats.org/officeDocument/2006/relationships/notesSlide" Target="/ppt/notesSlides/notesSlide8.xml" Id="R48c4767ba9dd44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e5a024257743b4" /><Relationship Type="http://schemas.openxmlformats.org/officeDocument/2006/relationships/image" Target="/ppt/media/image9.jpeg" Id="Reb3bdeb77b3d433a" /><Relationship Type="http://schemas.openxmlformats.org/officeDocument/2006/relationships/notesSlide" Target="/ppt/notesSlides/notesSlide9.xml" Id="R4050786f900d4d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fc780cc281446d" /><Relationship Type="http://schemas.openxmlformats.org/officeDocument/2006/relationships/image" Target="/ppt/media/image10.jpeg" Id="Rc1a188bd718d47e1" /><Relationship Type="http://schemas.openxmlformats.org/officeDocument/2006/relationships/notesSlide" Target="/ppt/notesSlides/notesSlide10.xml" Id="R3f65ec79685a44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88781bf59d46bb" /><Relationship Type="http://schemas.openxmlformats.org/officeDocument/2006/relationships/image" Target="/ppt/media/image11.jpeg" Id="Rf113f0849d604779" /><Relationship Type="http://schemas.openxmlformats.org/officeDocument/2006/relationships/notesSlide" Target="/ppt/notesSlides/notesSlide11.xml" Id="R74f1b5a3f41741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c31c47db2f47ac" /><Relationship Type="http://schemas.openxmlformats.org/officeDocument/2006/relationships/image" Target="/ppt/media/image12.jpeg" Id="Rd32d313b86b648b3" /><Relationship Type="http://schemas.openxmlformats.org/officeDocument/2006/relationships/notesSlide" Target="/ppt/notesSlides/notesSlide12.xml" Id="R5129dc1f1f1b40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e81ca3129b479f" /><Relationship Type="http://schemas.openxmlformats.org/officeDocument/2006/relationships/image" Target="/ppt/media/image13.jpeg" Id="R62675166af114a7a" /><Relationship Type="http://schemas.openxmlformats.org/officeDocument/2006/relationships/notesSlide" Target="/ppt/notesSlides/notesSlide13.xml" Id="Rc15c86563ae240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44325af46084dc1" /><Relationship Type="http://schemas.openxmlformats.org/officeDocument/2006/relationships/image" Target="/ppt/media/image14.jpeg" Id="Rcda0d6ea4cfd4573" /><Relationship Type="http://schemas.openxmlformats.org/officeDocument/2006/relationships/notesSlide" Target="/ppt/notesSlides/notesSlide14.xml" Id="R2b97158184734a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0e054f24bb4efe" /><Relationship Type="http://schemas.openxmlformats.org/officeDocument/2006/relationships/image" Target="/ppt/media/image15.jpeg" Id="R65048e56acc14986" /><Relationship Type="http://schemas.openxmlformats.org/officeDocument/2006/relationships/notesSlide" Target="/ppt/notesSlides/notesSlide15.xml" Id="R22d2af4fb61841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d7dd294af8745aa" /><Relationship Type="http://schemas.openxmlformats.org/officeDocument/2006/relationships/image" Target="/ppt/media/image16.jpeg" Id="Rcaf3873abfb7448e" /><Relationship Type="http://schemas.openxmlformats.org/officeDocument/2006/relationships/notesSlide" Target="/ppt/notesSlides/notesSlide16.xml" Id="R7da1a32cb9d64b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689bc4616748b5" /><Relationship Type="http://schemas.openxmlformats.org/officeDocument/2006/relationships/image" Target="/ppt/media/image17.jpeg" Id="R8a1527cc949e4b1f" /><Relationship Type="http://schemas.openxmlformats.org/officeDocument/2006/relationships/notesSlide" Target="/ppt/notesSlides/notesSlide17.xml" Id="Re835c0b07a3e4d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988b532bf34751" /><Relationship Type="http://schemas.openxmlformats.org/officeDocument/2006/relationships/image" Target="/ppt/media/image18.jpeg" Id="R4cf652d3cc6e4822" /><Relationship Type="http://schemas.openxmlformats.org/officeDocument/2006/relationships/notesSlide" Target="/ppt/notesSlides/notesSlide18.xml" Id="Ra379d382f8c347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c2086e20b7945a9" /><Relationship Type="http://schemas.openxmlformats.org/officeDocument/2006/relationships/image" Target="/ppt/media/image19.jpeg" Id="R0695d61091fc4775" /><Relationship Type="http://schemas.openxmlformats.org/officeDocument/2006/relationships/notesSlide" Target="/ppt/notesSlides/notesSlide19.xml" Id="Rc9984594e8824a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41cc6184d34bcf" /><Relationship Type="http://schemas.openxmlformats.org/officeDocument/2006/relationships/image" Target="/ppt/media/image20.jpeg" Id="R2133a834c4dc484d" /><Relationship Type="http://schemas.openxmlformats.org/officeDocument/2006/relationships/notesSlide" Target="/ppt/notesSlides/notesSlide20.xml" Id="R07601cee528e4e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86e2b760a6a451f" /><Relationship Type="http://schemas.openxmlformats.org/officeDocument/2006/relationships/image" Target="/ppt/media/image21.jpeg" Id="R531a82a1dbab4dd6" /><Relationship Type="http://schemas.openxmlformats.org/officeDocument/2006/relationships/image" Target="/ppt/media/image.png" Id="R15cccdc42d9c491f" /><Relationship Type="http://schemas.openxmlformats.org/officeDocument/2006/relationships/image" Target="/ppt/media/image2.png" Id="Rd161662f5a6f46fb" /><Relationship Type="http://schemas.openxmlformats.org/officeDocument/2006/relationships/notesSlide" Target="/ppt/notesSlides/notesSlide21.xml" Id="R6f2a40de66ee45c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71e04117fd44505" /><Relationship Type="http://schemas.openxmlformats.org/officeDocument/2006/relationships/image" Target="/ppt/media/image22.jpeg" Id="R99ba6a3e01304566" /><Relationship Type="http://schemas.openxmlformats.org/officeDocument/2006/relationships/image" Target="/ppt/media/image3.png" Id="Rc1666dc69e6342c2" /><Relationship Type="http://schemas.openxmlformats.org/officeDocument/2006/relationships/image" Target="/ppt/media/image4.png" Id="Rd85fc37312b842b3" /><Relationship Type="http://schemas.openxmlformats.org/officeDocument/2006/relationships/notesSlide" Target="/ppt/notesSlides/notesSlide22.xml" Id="R18fbe00f740f4b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81ea814999f4ca0" /><Relationship Type="http://schemas.openxmlformats.org/officeDocument/2006/relationships/image" Target="/ppt/media/image23.jpeg" Id="R9026d120e36c4f47" /><Relationship Type="http://schemas.openxmlformats.org/officeDocument/2006/relationships/image" Target="/ppt/media/image5.png" Id="R9289536ee7a047e9" /><Relationship Type="http://schemas.openxmlformats.org/officeDocument/2006/relationships/notesSlide" Target="/ppt/notesSlides/notesSlide23.xml" Id="R3dba2dd6be3140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22fc1d67cb74d57" /><Relationship Type="http://schemas.openxmlformats.org/officeDocument/2006/relationships/image" Target="/ppt/media/image24.jpeg" Id="Rf9bcdc6895fb4dd4" /><Relationship Type="http://schemas.openxmlformats.org/officeDocument/2006/relationships/image" Target="/ppt/media/image6.png" Id="Rf77d11da907c4bc1" /><Relationship Type="http://schemas.openxmlformats.org/officeDocument/2006/relationships/image" Target="/ppt/media/image7.png" Id="Rbcc564dc131a411d" /><Relationship Type="http://schemas.openxmlformats.org/officeDocument/2006/relationships/notesSlide" Target="/ppt/notesSlides/notesSlide24.xml" Id="R67349346baad4b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f8ffb3bd0654a86" /><Relationship Type="http://schemas.openxmlformats.org/officeDocument/2006/relationships/image" Target="/ppt/media/image25.jpeg" Id="R759e244a4b444407" /><Relationship Type="http://schemas.openxmlformats.org/officeDocument/2006/relationships/image" Target="/ppt/media/image8.png" Id="R56484142b3a34d33" /><Relationship Type="http://schemas.openxmlformats.org/officeDocument/2006/relationships/notesSlide" Target="/ppt/notesSlides/notesSlide25.xml" Id="R29295cb447724e4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0940d0f4e9e428b" /><Relationship Type="http://schemas.openxmlformats.org/officeDocument/2006/relationships/image" Target="/ppt/media/image26.jpeg" Id="Re369012f89754084" /><Relationship Type="http://schemas.openxmlformats.org/officeDocument/2006/relationships/notesSlide" Target="/ppt/notesSlides/notesSlide26.xml" Id="Rbf867da09fc548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60111fb89534877" /><Relationship Type="http://schemas.openxmlformats.org/officeDocument/2006/relationships/image" Target="/ppt/media/image27.jpeg" Id="R5da6e96b17c84e75" /><Relationship Type="http://schemas.openxmlformats.org/officeDocument/2006/relationships/notesSlide" Target="/ppt/notesSlides/notesSlide27.xml" Id="R3b051a707b9d4e2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e80963bc864a99" /><Relationship Type="http://schemas.openxmlformats.org/officeDocument/2006/relationships/image" Target="/ppt/media/image28.jpeg" Id="Rd40b5a0317e442bf" /><Relationship Type="http://schemas.openxmlformats.org/officeDocument/2006/relationships/notesSlide" Target="/ppt/notesSlides/notesSlide28.xml" Id="Ra0127b5297dd482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3f1393a3c964f79" /><Relationship Type="http://schemas.openxmlformats.org/officeDocument/2006/relationships/image" Target="/ppt/media/image29.jpeg" Id="R65718579bce14b94" /><Relationship Type="http://schemas.openxmlformats.org/officeDocument/2006/relationships/notesSlide" Target="/ppt/notesSlides/notesSlide29.xml" Id="R3b61224c370d404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89979a966d84f17" /><Relationship Type="http://schemas.openxmlformats.org/officeDocument/2006/relationships/image" Target="/ppt/media/image30.jpeg" Id="Rf6eab941a9c24b71" /><Relationship Type="http://schemas.openxmlformats.org/officeDocument/2006/relationships/notesSlide" Target="/ppt/notesSlides/notesSlide30.xml" Id="R4cd826d6e34343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c4929e3b3734dd5" /><Relationship Type="http://schemas.openxmlformats.org/officeDocument/2006/relationships/image" Target="/ppt/media/image31.jpeg" Id="R42108c59cb414f88" /><Relationship Type="http://schemas.openxmlformats.org/officeDocument/2006/relationships/notesSlide" Target="/ppt/notesSlides/notesSlide31.xml" Id="R82b58394e17f4e8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16f3e7bd8da4521" /><Relationship Type="http://schemas.openxmlformats.org/officeDocument/2006/relationships/image" Target="/ppt/media/image32.jpeg" Id="Rc6700e3124b34a0c" /><Relationship Type="http://schemas.openxmlformats.org/officeDocument/2006/relationships/notesSlide" Target="/ppt/notesSlides/notesSlide32.xml" Id="Rbe627e7b06b344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73bc0c7980249c1" /><Relationship Type="http://schemas.openxmlformats.org/officeDocument/2006/relationships/image" Target="/ppt/media/image33.jpeg" Id="R726a4a7c6cfd4370" /><Relationship Type="http://schemas.openxmlformats.org/officeDocument/2006/relationships/notesSlide" Target="/ppt/notesSlides/notesSlide33.xml" Id="R5e13ea541b784f6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c6c6bcd3af846b4" /><Relationship Type="http://schemas.openxmlformats.org/officeDocument/2006/relationships/image" Target="/ppt/media/image34.jpeg" Id="R144648a66cc74848" /><Relationship Type="http://schemas.openxmlformats.org/officeDocument/2006/relationships/notesSlide" Target="/ppt/notesSlides/notesSlide34.xml" Id="Rdf6d9602ad2b46f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bed68e73390455d" /><Relationship Type="http://schemas.openxmlformats.org/officeDocument/2006/relationships/image" Target="/ppt/media/image35.jpeg" Id="R5beb0efb79b04f40" /><Relationship Type="http://schemas.openxmlformats.org/officeDocument/2006/relationships/notesSlide" Target="/ppt/notesSlides/notesSlide35.xml" Id="R5caf0847121c474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ac9a56db7524674" /><Relationship Type="http://schemas.openxmlformats.org/officeDocument/2006/relationships/image" Target="/ppt/media/image36.jpeg" Id="R5de33a6c89934d73" /><Relationship Type="http://schemas.openxmlformats.org/officeDocument/2006/relationships/notesSlide" Target="/ppt/notesSlides/notesSlide36.xml" Id="R33f7f72bf92f483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86440b7a59a426d" /><Relationship Type="http://schemas.openxmlformats.org/officeDocument/2006/relationships/image" Target="/ppt/media/image37.jpeg" Id="Rde74a0f9f89d404c" /><Relationship Type="http://schemas.openxmlformats.org/officeDocument/2006/relationships/notesSlide" Target="/ppt/notesSlides/notesSlide37.xml" Id="R7ca01890e74249bd" /></Relationships>
</file>

<file path=ppt/slides/slide1.xml><?xml version="1.0" encoding="utf-8"?>
<p:sld xmlns:p="http://schemas.openxmlformats.org/presentationml/2006/main">
  <p:cSld>
    <p:bg>
      <p:bgPr>
        <a:gradFill xmlns:a="http://schemas.openxmlformats.org/drawingml/2006/main">
          <a:gsLst>
            <a:gs pos="0">
              <a:srgbClr val="0C3363"/>
            </a:gs>
            <a:gs pos="60000">
              <a:srgbClr val="071B38"/>
            </a:gs>
            <a:gs pos="100000">
              <a:srgbClr val="04101F"/>
            </a:gs>
          </a:gsLst>
          <a:lin ang="7200000"/>
        </a:gradFill>
      </p:bgPr>
    </p:bg>
    <p:spTree>
      <p:nvGrpSpPr>
        <p:cNvPr id="1" name=""/>
        <p:cNvGrpSpPr/>
        <p:nvPr/>
      </p:nvGrpSpPr>
      <p:grpSpPr>
        <a:xfrm xmlns:a="http://schemas.openxmlformats.org/drawingml/2006/main"/>
      </p:grpSpPr>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307a86fd91bd461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CE6DB2-B5F6-45F6-963E-853AC4B6B9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D342938-ABEB-497B-8551-F6534114D5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21F">
              <a:alpha val="8000"/>
            </a:srgbClr>
          </a:soli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AE610DC-38C8-437A-A055-A49DF26737BC}"/>
              </a:ext>
            </a:extLst>
          </p:cNvPr>
          <p:cNvSpPr>
            <a:spLocks xmlns:a="http://schemas.openxmlformats.org/drawingml/2006/main" noGrp="1"/>
          </p:cNvSpPr>
          <p:nvPr/>
        </p:nvSpPr>
        <p:spPr>
          <a:xfrm xmlns:a="http://schemas.openxmlformats.org/drawingml/2006/main">
            <a:off x="8382000" y="0"/>
            <a:ext cx="3810000" cy="4191000"/>
          </a:xfrm>
          <a:prstGeom xmlns:a="http://schemas.openxmlformats.org/drawingml/2006/main" prst="ellipse">
            <a:avLst/>
          </a:prstGeom>
          <a:gradFill xmlns:a="http://schemas.openxmlformats.org/drawingml/2006/main">
            <a:gsLst>
              <a:gs pos="0">
                <a:srgbClr val="1E5FA8">
                  <a:alpha val="45000"/>
                </a:srgbClr>
              </a:gs>
              <a:gs pos="45000">
                <a:srgbClr val="1E5FA8">
                  <a:alpha val="18000"/>
                </a:srgbClr>
              </a:gs>
              <a:gs pos="100000">
                <a:srgbClr val="1E5FA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947738A-57BB-4364-8A1F-4255151334EF}"/>
              </a:ext>
            </a:extLst>
          </p:cNvPr>
          <p:cNvSpPr>
            <a:spLocks xmlns:a="http://schemas.openxmlformats.org/drawingml/2006/main" noGrp="1"/>
          </p:cNvSpPr>
          <p:nvPr/>
        </p:nvSpPr>
        <p:spPr>
          <a:xfrm xmlns:a="http://schemas.openxmlformats.org/drawingml/2006/main">
            <a:off x="9620250" y="3810000"/>
            <a:ext cx="2571750" cy="3048000"/>
          </a:xfrm>
          <a:prstGeom xmlns:a="http://schemas.openxmlformats.org/drawingml/2006/main" prst="ellipse">
            <a:avLst/>
          </a:prstGeom>
          <a:gradFill xmlns:a="http://schemas.openxmlformats.org/drawingml/2006/main">
            <a:gsLst>
              <a:gs pos="0">
                <a:srgbClr val="F5C33B">
                  <a:alpha val="12000"/>
                </a:srgbClr>
              </a:gs>
              <a:gs pos="45000">
                <a:srgbClr val="F5C33B">
                  <a:alpha val="5000"/>
                </a:srgbClr>
              </a:gs>
              <a:gs pos="100000">
                <a:srgbClr val="F5C33B">
                  <a:alpha val="0"/>
                </a:srgbClr>
              </a:gs>
            </a:gsLst>
            <a:path path="shape"/>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6CBD7655-A0CD-425D-8579-8368AF1A9E4D}"/>
              </a:ext>
            </a:extLst>
          </p:cNvPr>
          <p:cNvSpPr>
            <a:spLocks xmlns:a="http://schemas.openxmlformats.org/drawingml/2006/main" noGrp="1"/>
          </p:cNvSpPr>
          <p:nvPr/>
        </p:nvSpPr>
        <p:spPr>
          <a:xfrm xmlns:a="http://schemas.openxmlformats.org/drawingml/2006/main">
            <a:off x="10363200" y="8763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7" name="">
            <a:extLst xmlns:a="http://schemas.openxmlformats.org/drawingml/2006/main">
              <a:ext uri="{FF2B5EF4-FFF2-40B4-BE49-F238E27FC236}">
                <a16:creationId xmlns:a16="http://schemas.microsoft.com/office/drawing/2014/main" id="{9EBFADE4-1752-48FA-B430-4E54C1BE6746}"/>
              </a:ext>
            </a:extLst>
          </p:cNvPr>
          <p:cNvSpPr>
            <a:spLocks xmlns:a="http://schemas.openxmlformats.org/drawingml/2006/main" noGrp="1"/>
          </p:cNvSpPr>
          <p:nvPr/>
        </p:nvSpPr>
        <p:spPr>
          <a:xfrm xmlns:a="http://schemas.openxmlformats.org/drawingml/2006/main">
            <a:off x="10936224" y="1025652"/>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8" name="">
            <a:extLst xmlns:a="http://schemas.openxmlformats.org/drawingml/2006/main">
              <a:ext uri="{FF2B5EF4-FFF2-40B4-BE49-F238E27FC236}">
                <a16:creationId xmlns:a16="http://schemas.microsoft.com/office/drawing/2014/main" id="{22825C40-ECF8-4E3D-819A-B8813F4D0913}"/>
              </a:ext>
            </a:extLst>
          </p:cNvPr>
          <p:cNvSpPr>
            <a:spLocks xmlns:a="http://schemas.openxmlformats.org/drawingml/2006/main" noGrp="1"/>
          </p:cNvSpPr>
          <p:nvPr/>
        </p:nvSpPr>
        <p:spPr>
          <a:xfrm xmlns:a="http://schemas.openxmlformats.org/drawingml/2006/main">
            <a:off x="11509248" y="8763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9" name="">
            <a:extLst xmlns:a="http://schemas.openxmlformats.org/drawingml/2006/main">
              <a:ext uri="{FF2B5EF4-FFF2-40B4-BE49-F238E27FC236}">
                <a16:creationId xmlns:a16="http://schemas.microsoft.com/office/drawing/2014/main" id="{A73C1E04-58FB-4F35-8250-500905C2EE39}"/>
              </a:ext>
            </a:extLst>
          </p:cNvPr>
          <p:cNvSpPr>
            <a:spLocks xmlns:a="http://schemas.openxmlformats.org/drawingml/2006/main" noGrp="1"/>
          </p:cNvSpPr>
          <p:nvPr/>
        </p:nvSpPr>
        <p:spPr>
          <a:xfrm xmlns:a="http://schemas.openxmlformats.org/drawingml/2006/main">
            <a:off x="10363200" y="2171700"/>
            <a:ext cx="1676400" cy="152400"/>
          </a:xfrm>
          <a:prstGeom xmlns:a="http://schemas.openxmlformats.org/drawingml/2006/main" prst="rect">
            <a:avLst/>
          </a:prstGeom>
          <a:pattFill xmlns:a="http://schemas.openxmlformats.org/drawingml/2006/main" prst="wdUpDiag">
            <a:fgClr>
              <a:srgbClr val="2A6BAE">
                <a:alpha val="45000"/>
              </a:srgbClr>
            </a:fgClr>
            <a:bgClr>
              <a:srgbClr val="0A2144"/>
            </a:bgClr>
          </a:patt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B37CA13-B977-461B-A761-1E388841BADE}"/>
              </a:ext>
            </a:extLst>
          </p:cNvPr>
          <p:cNvSpPr>
            <a:spLocks xmlns:a="http://schemas.openxmlformats.org/drawingml/2006/main" noGrp="1"/>
          </p:cNvSpPr>
          <p:nvPr/>
        </p:nvSpPr>
        <p:spPr>
          <a:xfrm xmlns:a="http://schemas.openxmlformats.org/drawingml/2006/main">
            <a:off x="1036320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06A48962-6DB8-40FE-9DDB-9975E9141395}"/>
              </a:ext>
            </a:extLst>
          </p:cNvPr>
          <p:cNvSpPr>
            <a:spLocks xmlns:a="http://schemas.openxmlformats.org/drawingml/2006/main" noGrp="1"/>
          </p:cNvSpPr>
          <p:nvPr/>
        </p:nvSpPr>
        <p:spPr>
          <a:xfrm xmlns:a="http://schemas.openxmlformats.org/drawingml/2006/main">
            <a:off x="1036320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742781E0-BD6F-4A99-A53D-95379A43CBAE}"/>
              </a:ext>
            </a:extLst>
          </p:cNvPr>
          <p:cNvSpPr>
            <a:spLocks xmlns:a="http://schemas.openxmlformats.org/drawingml/2006/main" noGrp="1"/>
          </p:cNvSpPr>
          <p:nvPr/>
        </p:nvSpPr>
        <p:spPr>
          <a:xfrm xmlns:a="http://schemas.openxmlformats.org/drawingml/2006/main">
            <a:off x="10467975"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D692198-89E0-435C-988A-6EA2C80AE95C}"/>
              </a:ext>
            </a:extLst>
          </p:cNvPr>
          <p:cNvSpPr>
            <a:spLocks xmlns:a="http://schemas.openxmlformats.org/drawingml/2006/main" noGrp="1"/>
          </p:cNvSpPr>
          <p:nvPr/>
        </p:nvSpPr>
        <p:spPr>
          <a:xfrm xmlns:a="http://schemas.openxmlformats.org/drawingml/2006/main">
            <a:off x="10467975"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A9D271CB-7E56-4724-874E-B811CBC0FBDA}"/>
              </a:ext>
            </a:extLst>
          </p:cNvPr>
          <p:cNvSpPr>
            <a:spLocks xmlns:a="http://schemas.openxmlformats.org/drawingml/2006/main" noGrp="1"/>
          </p:cNvSpPr>
          <p:nvPr/>
        </p:nvSpPr>
        <p:spPr>
          <a:xfrm xmlns:a="http://schemas.openxmlformats.org/drawingml/2006/main">
            <a:off x="1057275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72D63C47-8C2A-476B-BB6A-2D280D4A16C1}"/>
              </a:ext>
            </a:extLst>
          </p:cNvPr>
          <p:cNvSpPr>
            <a:spLocks xmlns:a="http://schemas.openxmlformats.org/drawingml/2006/main" noGrp="1"/>
          </p:cNvSpPr>
          <p:nvPr/>
        </p:nvSpPr>
        <p:spPr>
          <a:xfrm xmlns:a="http://schemas.openxmlformats.org/drawingml/2006/main">
            <a:off x="1057275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B03A686-5E9A-41E9-9C45-382FDB0003D6}"/>
              </a:ext>
            </a:extLst>
          </p:cNvPr>
          <p:cNvSpPr>
            <a:spLocks xmlns:a="http://schemas.openxmlformats.org/drawingml/2006/main" noGrp="1"/>
          </p:cNvSpPr>
          <p:nvPr/>
        </p:nvSpPr>
        <p:spPr>
          <a:xfrm xmlns:a="http://schemas.openxmlformats.org/drawingml/2006/main">
            <a:off x="10677525"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AD83281-A27A-4E78-B5A0-80BF13D17ABD}"/>
              </a:ext>
            </a:extLst>
          </p:cNvPr>
          <p:cNvSpPr>
            <a:spLocks xmlns:a="http://schemas.openxmlformats.org/drawingml/2006/main" noGrp="1"/>
          </p:cNvSpPr>
          <p:nvPr/>
        </p:nvSpPr>
        <p:spPr>
          <a:xfrm xmlns:a="http://schemas.openxmlformats.org/drawingml/2006/main">
            <a:off x="10677525"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E6BACD7-227E-499B-BAD2-B98483D709FD}"/>
              </a:ext>
            </a:extLst>
          </p:cNvPr>
          <p:cNvSpPr>
            <a:spLocks xmlns:a="http://schemas.openxmlformats.org/drawingml/2006/main" noGrp="1"/>
          </p:cNvSpPr>
          <p:nvPr/>
        </p:nvSpPr>
        <p:spPr>
          <a:xfrm xmlns:a="http://schemas.openxmlformats.org/drawingml/2006/main">
            <a:off x="10782300" y="18669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1CB45E4-152D-4ED0-B131-100107CA45C9}"/>
              </a:ext>
            </a:extLst>
          </p:cNvPr>
          <p:cNvSpPr>
            <a:spLocks xmlns:a="http://schemas.openxmlformats.org/drawingml/2006/main" noGrp="1"/>
          </p:cNvSpPr>
          <p:nvPr/>
        </p:nvSpPr>
        <p:spPr>
          <a:xfrm xmlns:a="http://schemas.openxmlformats.org/drawingml/2006/main">
            <a:off x="10782300" y="19716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5A752069-CCDC-48A5-8B42-59D0FB9AB48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54B212D9-31C1-45F5-8731-6EEE78894FD6}"/>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613350DF-FDFC-419F-852B-CCDD8EDA073D}"/>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3" name="">
            <a:extLst xmlns:a="http://schemas.openxmlformats.org/drawingml/2006/main">
              <a:ext uri="{FF2B5EF4-FFF2-40B4-BE49-F238E27FC236}">
                <a16:creationId xmlns:a16="http://schemas.microsoft.com/office/drawing/2014/main" id="{35E7D4E5-3137-43D9-A253-B18FA44811AD}"/>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4" name="">
            <a:extLst xmlns:a="http://schemas.openxmlformats.org/drawingml/2006/main">
              <a:ext uri="{FF2B5EF4-FFF2-40B4-BE49-F238E27FC236}">
                <a16:creationId xmlns:a16="http://schemas.microsoft.com/office/drawing/2014/main" id="{C806E79F-CD3F-4058-998C-5BD3D06BE158}"/>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E060971-1F6F-4D06-8D69-A2BEAB65AD8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B8D0561E-2D53-456B-AA55-657F02B23417}"/>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341EAE7-5FA8-4B34-B690-800D01955B34}"/>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96ADA46-AD47-473E-A40B-CE4AB096C27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0538CE5-E3B1-4E9B-AB8F-2DCE91406C3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31BD77B-CC97-4F76-AACA-DD1F340EA33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97781EA5-E057-44D3-93F9-2399C08B37C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1240909B-23B6-405D-AE67-2AF309CBB1DC}"/>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FBFBE6B-35FD-4897-93DD-13CFCC43823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C24C7200-5114-428C-9E6E-18DF8D2FB54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23FC487-C7EC-43BA-B430-D3E17E11053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B5DDF6B-D317-4DF6-8550-31E7AA69C1EB}"/>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FF05D77-2B0D-44BE-810D-B1EF3F73788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7E92CE9-8E06-4909-84D4-55E06C26EB77}"/>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F738ABD-7E06-4D06-AC01-9523715E16A8}"/>
              </a:ext>
            </a:extLst>
          </p:cNvPr>
          <p:cNvSpPr>
            <a:spLocks xmlns:a="http://schemas.openxmlformats.org/drawingml/2006/main" noGrp="1"/>
          </p:cNvSpPr>
          <p:nvPr/>
        </p:nvSpPr>
        <p:spPr>
          <a:xfrm xmlns:a="http://schemas.openxmlformats.org/drawingml/2006/main">
            <a:off x="723900" y="800100"/>
            <a:ext cx="57150" cy="10096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DE45442-76E9-4298-B3A8-0BEED59D9CBE}"/>
              </a:ext>
            </a:extLst>
          </p:cNvPr>
          <p:cNvSpPr>
            <a:spLocks xmlns:a="http://schemas.openxmlformats.org/drawingml/2006/main" noGrp="1"/>
          </p:cNvSpPr>
          <p:nvPr/>
        </p:nvSpPr>
        <p:spPr>
          <a:xfrm xmlns:a="http://schemas.openxmlformats.org/drawingml/2006/main">
            <a:off x="952500" y="704850"/>
            <a:ext cx="7620000" cy="1066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6600" b="1" spc="4">
                <a:solidFill>
                  <a:srgbClr val="FFFFFF"/>
                </a:solidFill>
                <a:latin typeface="微软雅黑"/>
                <a:ea typeface="微软雅黑"/>
                <a:cs typeface="微软雅黑"/>
              </a:defRPr>
            </a:pPr>
            <a:r>
              <a:rPr sz="6600" b="1" spc="4">
                <a:solidFill>
                  <a:srgbClr val="FFFFFF"/>
                </a:solidFill>
                <a:latin typeface="微软雅黑"/>
                <a:ea typeface="微软雅黑"/>
                <a:cs typeface="微软雅黑"/>
              </a:rPr>
              <a:t>工业智训</a:t>
            </a:r>
          </a:p>
        </p:txBody>
      </p:sp>
      <p:sp>
        <p:nvSpPr>
          <p:cNvPr id="41" name="">
            <a:extLst xmlns:a="http://schemas.openxmlformats.org/drawingml/2006/main">
              <a:ext uri="{FF2B5EF4-FFF2-40B4-BE49-F238E27FC236}">
                <a16:creationId xmlns:a16="http://schemas.microsoft.com/office/drawing/2014/main" id="{09A4E46C-A368-4042-829D-3D2927F9BBD9}"/>
              </a:ext>
            </a:extLst>
          </p:cNvPr>
          <p:cNvSpPr>
            <a:spLocks xmlns:a="http://schemas.openxmlformats.org/drawingml/2006/main" noGrp="1"/>
          </p:cNvSpPr>
          <p:nvPr/>
        </p:nvSpPr>
        <p:spPr>
          <a:xfrm xmlns:a="http://schemas.openxmlformats.org/drawingml/2006/main">
            <a:off x="990600" y="1752600"/>
            <a:ext cx="7810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31C7F0"/>
                </a:solidFill>
                <a:latin typeface="微软雅黑"/>
                <a:ea typeface="微软雅黑"/>
                <a:cs typeface="微软雅黑"/>
              </a:defRPr>
            </a:pPr>
            <a:r>
              <a:rPr sz="1950" b="1">
                <a:solidFill>
                  <a:srgbClr val="31C7F0"/>
                </a:solidFill>
                <a:latin typeface="微软雅黑"/>
                <a:ea typeface="微软雅黑"/>
                <a:cs typeface="微软雅黑"/>
              </a:rPr>
              <a:t>面向变电运维的可解释智能人才培养平台</a:t>
            </a:r>
          </a:p>
        </p:txBody>
      </p:sp>
      <p:sp>
        <p:nvSpPr>
          <p:cNvPr id="42" name="">
            <a:extLst xmlns:a="http://schemas.openxmlformats.org/drawingml/2006/main">
              <a:ext uri="{FF2B5EF4-FFF2-40B4-BE49-F238E27FC236}">
                <a16:creationId xmlns:a16="http://schemas.microsoft.com/office/drawing/2014/main" id="{77CF25B3-5129-4596-AD83-0D52B2B224A7}"/>
              </a:ext>
            </a:extLst>
          </p:cNvPr>
          <p:cNvSpPr>
            <a:spLocks xmlns:a="http://schemas.openxmlformats.org/drawingml/2006/main" noGrp="1"/>
          </p:cNvSpPr>
          <p:nvPr/>
        </p:nvSpPr>
        <p:spPr>
          <a:xfrm xmlns:a="http://schemas.openxmlformats.org/drawingml/2006/main">
            <a:off x="990600" y="2228850"/>
            <a:ext cx="1028700" cy="24003"/>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80ADB052-1DD2-485D-8BA8-04EF0C517143}"/>
              </a:ext>
            </a:extLst>
          </p:cNvPr>
          <p:cNvSpPr>
            <a:spLocks xmlns:a="http://schemas.openxmlformats.org/drawingml/2006/main" noGrp="1"/>
          </p:cNvSpPr>
          <p:nvPr/>
        </p:nvSpPr>
        <p:spPr>
          <a:xfrm xmlns:a="http://schemas.openxmlformats.org/drawingml/2006/main">
            <a:off x="2133600" y="217170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5C33B"/>
                </a:solidFill>
                <a:latin typeface="微软雅黑"/>
                <a:ea typeface="微软雅黑"/>
                <a:cs typeface="微软雅黑"/>
              </a:defRPr>
            </a:pPr>
            <a:r>
              <a:rPr sz="1200" b="0">
                <a:solidFill>
                  <a:srgbClr val="F5C33B"/>
                </a:solidFill>
                <a:latin typeface="微软雅黑"/>
                <a:ea typeface="微软雅黑"/>
                <a:cs typeface="微软雅黑"/>
              </a:rPr>
              <a:t>规则先行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模型后置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结论可追溯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离线可运行</a:t>
            </a:r>
          </a:p>
        </p:txBody>
      </p:sp>
      <p:sp>
        <p:nvSpPr>
          <p:cNvPr id="44" name="">
            <a:extLst xmlns:a="http://schemas.openxmlformats.org/drawingml/2006/main">
              <a:ext uri="{FF2B5EF4-FFF2-40B4-BE49-F238E27FC236}">
                <a16:creationId xmlns:a16="http://schemas.microsoft.com/office/drawing/2014/main" id="{283A2F78-93E3-4196-957A-81C5C29ED7FC}"/>
              </a:ext>
            </a:extLst>
          </p:cNvPr>
          <p:cNvSpPr>
            <a:spLocks xmlns:a="http://schemas.openxmlformats.org/drawingml/2006/main" noGrp="1"/>
          </p:cNvSpPr>
          <p:nvPr/>
        </p:nvSpPr>
        <p:spPr>
          <a:xfrm xmlns:a="http://schemas.openxmlformats.org/drawingml/2006/main">
            <a:off x="7239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5" name="">
            <a:extLst xmlns:a="http://schemas.openxmlformats.org/drawingml/2006/main">
              <a:ext uri="{FF2B5EF4-FFF2-40B4-BE49-F238E27FC236}">
                <a16:creationId xmlns:a16="http://schemas.microsoft.com/office/drawing/2014/main" id="{791FE304-8685-42A8-96A3-1E2E55E05D3F}"/>
              </a:ext>
            </a:extLst>
          </p:cNvPr>
          <p:cNvSpPr>
            <a:spLocks xmlns:a="http://schemas.openxmlformats.org/drawingml/2006/main" noGrp="1"/>
          </p:cNvSpPr>
          <p:nvPr/>
        </p:nvSpPr>
        <p:spPr>
          <a:xfrm xmlns:a="http://schemas.openxmlformats.org/drawingml/2006/main">
            <a:off x="723900" y="2914650"/>
            <a:ext cx="331470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ABD16C8-2943-4CE1-B54D-A1CD702C1A32}"/>
              </a:ext>
            </a:extLst>
          </p:cNvPr>
          <p:cNvSpPr>
            <a:spLocks xmlns:a="http://schemas.openxmlformats.org/drawingml/2006/main" noGrp="1"/>
          </p:cNvSpPr>
          <p:nvPr/>
        </p:nvSpPr>
        <p:spPr>
          <a:xfrm xmlns:a="http://schemas.openxmlformats.org/drawingml/2006/main">
            <a:off x="3448050" y="3009900"/>
            <a:ext cx="438150" cy="381000"/>
          </a:xfrm>
          <a:prstGeom xmlns:a="http://schemas.openxmlformats.org/drawingml/2006/main" prst="hexagon">
            <a:avLst/>
          </a:prstGeom>
          <a:noFill xmlns:a="http://schemas.openxmlformats.org/drawingml/2006/main"/>
          <a:ln xmlns:a="http://schemas.openxmlformats.org/drawingml/2006/main">
            <a:solidFill>
              <a:srgbClr val="31C7F0">
                <a:alpha val="70000"/>
              </a:srgbClr>
            </a:solidFill>
            <a:prstDash val="solid"/>
          </a:ln>
        </p:spPr>
      </p:sp>
      <p:sp>
        <p:nvSpPr>
          <p:cNvPr id="47" name="">
            <a:extLst xmlns:a="http://schemas.openxmlformats.org/drawingml/2006/main">
              <a:ext uri="{FF2B5EF4-FFF2-40B4-BE49-F238E27FC236}">
                <a16:creationId xmlns:a16="http://schemas.microsoft.com/office/drawing/2014/main" id="{AD0BA884-27E5-4D88-A65C-B2321C7B39BD}"/>
              </a:ext>
            </a:extLst>
          </p:cNvPr>
          <p:cNvSpPr>
            <a:spLocks xmlns:a="http://schemas.openxmlformats.org/drawingml/2006/main" noGrp="1"/>
          </p:cNvSpPr>
          <p:nvPr/>
        </p:nvSpPr>
        <p:spPr>
          <a:xfrm xmlns:a="http://schemas.openxmlformats.org/drawingml/2006/main">
            <a:off x="9334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应用场景</a:t>
            </a:r>
          </a:p>
        </p:txBody>
      </p:sp>
      <p:sp>
        <p:nvSpPr>
          <p:cNvPr id="48" name="">
            <a:extLst xmlns:a="http://schemas.openxmlformats.org/drawingml/2006/main">
              <a:ext uri="{FF2B5EF4-FFF2-40B4-BE49-F238E27FC236}">
                <a16:creationId xmlns:a16="http://schemas.microsoft.com/office/drawing/2014/main" id="{D7086B4B-DD03-464C-B62F-29E44B83113F}"/>
              </a:ext>
            </a:extLst>
          </p:cNvPr>
          <p:cNvSpPr>
            <a:spLocks xmlns:a="http://schemas.openxmlformats.org/drawingml/2006/main" noGrp="1"/>
          </p:cNvSpPr>
          <p:nvPr/>
        </p:nvSpPr>
        <p:spPr>
          <a:xfrm xmlns:a="http://schemas.openxmlformats.org/drawingml/2006/main">
            <a:off x="9334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电网变电运维
新能源场站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智能制造产线</a:t>
            </a:r>
          </a:p>
        </p:txBody>
      </p:sp>
      <p:sp>
        <p:nvSpPr>
          <p:cNvPr id="49" name="">
            <a:extLst xmlns:a="http://schemas.openxmlformats.org/drawingml/2006/main">
              <a:ext uri="{FF2B5EF4-FFF2-40B4-BE49-F238E27FC236}">
                <a16:creationId xmlns:a16="http://schemas.microsoft.com/office/drawing/2014/main" id="{0E5D46BD-AE4E-49A8-8B27-2B609C90B5C0}"/>
              </a:ext>
            </a:extLst>
          </p:cNvPr>
          <p:cNvSpPr>
            <a:spLocks xmlns:a="http://schemas.openxmlformats.org/drawingml/2006/main" noGrp="1"/>
          </p:cNvSpPr>
          <p:nvPr/>
        </p:nvSpPr>
        <p:spPr>
          <a:xfrm xmlns:a="http://schemas.openxmlformats.org/drawingml/2006/main">
            <a:off x="9334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56AC08B-AC12-4188-BA1B-F5FF038C1218}"/>
              </a:ext>
            </a:extLst>
          </p:cNvPr>
          <p:cNvSpPr>
            <a:spLocks xmlns:a="http://schemas.openxmlformats.org/drawingml/2006/main" noGrp="1"/>
          </p:cNvSpPr>
          <p:nvPr/>
        </p:nvSpPr>
        <p:spPr>
          <a:xfrm xmlns:a="http://schemas.openxmlformats.org/drawingml/2006/main">
            <a:off x="9334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标准原文与真实报告案例均来自现场</a:t>
            </a:r>
          </a:p>
        </p:txBody>
      </p:sp>
      <p:sp>
        <p:nvSpPr>
          <p:cNvPr id="51" name="">
            <a:extLst xmlns:a="http://schemas.openxmlformats.org/drawingml/2006/main">
              <a:ext uri="{FF2B5EF4-FFF2-40B4-BE49-F238E27FC236}">
                <a16:creationId xmlns:a16="http://schemas.microsoft.com/office/drawing/2014/main" id="{CF89E175-093D-4F50-8DFE-301C467D496A}"/>
              </a:ext>
            </a:extLst>
          </p:cNvPr>
          <p:cNvSpPr>
            <a:spLocks xmlns:a="http://schemas.openxmlformats.org/drawingml/2006/main" noGrp="1"/>
          </p:cNvSpPr>
          <p:nvPr/>
        </p:nvSpPr>
        <p:spPr>
          <a:xfrm xmlns:a="http://schemas.openxmlformats.org/drawingml/2006/main">
            <a:off x="43053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2" name="">
            <a:extLst xmlns:a="http://schemas.openxmlformats.org/drawingml/2006/main">
              <a:ext uri="{FF2B5EF4-FFF2-40B4-BE49-F238E27FC236}">
                <a16:creationId xmlns:a16="http://schemas.microsoft.com/office/drawing/2014/main" id="{C445C2A9-B07A-4046-BB7E-282CCC262796}"/>
              </a:ext>
            </a:extLst>
          </p:cNvPr>
          <p:cNvSpPr>
            <a:spLocks xmlns:a="http://schemas.openxmlformats.org/drawingml/2006/main" noGrp="1"/>
          </p:cNvSpPr>
          <p:nvPr/>
        </p:nvSpPr>
        <p:spPr>
          <a:xfrm xmlns:a="http://schemas.openxmlformats.org/drawingml/2006/main">
            <a:off x="4305300" y="2914650"/>
            <a:ext cx="3314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D4FE393-043C-48DD-A5CF-B9D1F21FF3C1}"/>
              </a:ext>
            </a:extLst>
          </p:cNvPr>
          <p:cNvSpPr>
            <a:spLocks xmlns:a="http://schemas.openxmlformats.org/drawingml/2006/main" noGrp="1"/>
          </p:cNvSpPr>
          <p:nvPr/>
        </p:nvSpPr>
        <p:spPr>
          <a:xfrm xmlns:a="http://schemas.openxmlformats.org/drawingml/2006/main">
            <a:off x="7029450" y="3009900"/>
            <a:ext cx="438150" cy="381000"/>
          </a:xfrm>
          <a:prstGeom xmlns:a="http://schemas.openxmlformats.org/drawingml/2006/main" prst="hexagon">
            <a:avLst/>
          </a:prstGeom>
          <a:noFill xmlns:a="http://schemas.openxmlformats.org/drawingml/2006/main"/>
          <a:ln xmlns:a="http://schemas.openxmlformats.org/drawingml/2006/main">
            <a:solidFill>
              <a:srgbClr val="2E86E8">
                <a:alpha val="70000"/>
              </a:srgbClr>
            </a:solidFill>
            <a:prstDash val="solid"/>
          </a:ln>
        </p:spPr>
      </p:sp>
      <p:sp>
        <p:nvSpPr>
          <p:cNvPr id="54" name="">
            <a:extLst xmlns:a="http://schemas.openxmlformats.org/drawingml/2006/main">
              <a:ext uri="{FF2B5EF4-FFF2-40B4-BE49-F238E27FC236}">
                <a16:creationId xmlns:a16="http://schemas.microsoft.com/office/drawing/2014/main" id="{8D7FCC23-3D44-48BE-A3C8-A34C2225E81A}"/>
              </a:ext>
            </a:extLst>
          </p:cNvPr>
          <p:cNvSpPr>
            <a:spLocks xmlns:a="http://schemas.openxmlformats.org/drawingml/2006/main" noGrp="1"/>
          </p:cNvSpPr>
          <p:nvPr/>
        </p:nvSpPr>
        <p:spPr>
          <a:xfrm xmlns:a="http://schemas.openxmlformats.org/drawingml/2006/main">
            <a:off x="45148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核心能力</a:t>
            </a:r>
          </a:p>
        </p:txBody>
      </p:sp>
      <p:sp>
        <p:nvSpPr>
          <p:cNvPr id="55" name="">
            <a:extLst xmlns:a="http://schemas.openxmlformats.org/drawingml/2006/main">
              <a:ext uri="{FF2B5EF4-FFF2-40B4-BE49-F238E27FC236}">
                <a16:creationId xmlns:a16="http://schemas.microsoft.com/office/drawing/2014/main" id="{0EDC1F9C-BB16-4BA1-B1C3-91AC2376D928}"/>
              </a:ext>
            </a:extLst>
          </p:cNvPr>
          <p:cNvSpPr>
            <a:spLocks xmlns:a="http://schemas.openxmlformats.org/drawingml/2006/main" noGrp="1"/>
          </p:cNvSpPr>
          <p:nvPr/>
        </p:nvSpPr>
        <p:spPr>
          <a:xfrm xmlns:a="http://schemas.openxmlformats.org/drawingml/2006/main">
            <a:off x="45148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规则保底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模型增强
人工确认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全程留痕</a:t>
            </a:r>
          </a:p>
        </p:txBody>
      </p:sp>
      <p:sp>
        <p:nvSpPr>
          <p:cNvPr id="56" name="">
            <a:extLst xmlns:a="http://schemas.openxmlformats.org/drawingml/2006/main">
              <a:ext uri="{FF2B5EF4-FFF2-40B4-BE49-F238E27FC236}">
                <a16:creationId xmlns:a16="http://schemas.microsoft.com/office/drawing/2014/main" id="{5225B96E-2C61-414B-A88E-0652F59D199D}"/>
              </a:ext>
            </a:extLst>
          </p:cNvPr>
          <p:cNvSpPr>
            <a:spLocks xmlns:a="http://schemas.openxmlformats.org/drawingml/2006/main" noGrp="1"/>
          </p:cNvSpPr>
          <p:nvPr/>
        </p:nvSpPr>
        <p:spPr>
          <a:xfrm xmlns:a="http://schemas.openxmlformats.org/drawingml/2006/main">
            <a:off x="45148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4672FE53-16FE-4385-92FE-2149CD366877}"/>
              </a:ext>
            </a:extLst>
          </p:cNvPr>
          <p:cNvSpPr>
            <a:spLocks xmlns:a="http://schemas.openxmlformats.org/drawingml/2006/main" noGrp="1"/>
          </p:cNvSpPr>
          <p:nvPr/>
        </p:nvSpPr>
        <p:spPr>
          <a:xfrm xmlns:a="http://schemas.openxmlformats.org/drawingml/2006/main">
            <a:off x="45148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同一输入复跑 </a:t>
            </a:r>
            <a:r>
              <a:rPr sz="863" b="0">
                <a:solidFill>
                  <a:srgbClr val="9FC2E8"/>
                </a:solidFill>
                <a:latin typeface="微软雅黑"/>
                <a:ea typeface="微软雅黑"/>
                <a:cs typeface="微软雅黑"/>
              </a:rPr>
              <a:t>200 </a:t>
            </a:r>
            <a:r>
              <a:rPr sz="863" b="0">
                <a:solidFill>
                  <a:srgbClr val="9FC2E8"/>
                </a:solidFill>
                <a:latin typeface="微软雅黑"/>
                <a:ea typeface="微软雅黑"/>
                <a:cs typeface="微软雅黑"/>
              </a:rPr>
              <a:t>次，结论完全一致</a:t>
            </a:r>
          </a:p>
        </p:txBody>
      </p:sp>
      <p:sp>
        <p:nvSpPr>
          <p:cNvPr id="58" name="">
            <a:extLst xmlns:a="http://schemas.openxmlformats.org/drawingml/2006/main">
              <a:ext uri="{FF2B5EF4-FFF2-40B4-BE49-F238E27FC236}">
                <a16:creationId xmlns:a16="http://schemas.microsoft.com/office/drawing/2014/main" id="{2724F6D0-99E5-4CC7-9B24-B2E9590C503E}"/>
              </a:ext>
            </a:extLst>
          </p:cNvPr>
          <p:cNvSpPr>
            <a:spLocks xmlns:a="http://schemas.openxmlformats.org/drawingml/2006/main" noGrp="1"/>
          </p:cNvSpPr>
          <p:nvPr/>
        </p:nvSpPr>
        <p:spPr>
          <a:xfrm xmlns:a="http://schemas.openxmlformats.org/drawingml/2006/main">
            <a:off x="7886700" y="2914650"/>
            <a:ext cx="3314700" cy="1543050"/>
          </a:xfrm>
          <a:prstGeom xmlns:a="http://schemas.openxmlformats.org/drawingml/2006/main" prst="roundRect">
            <a:avLst>
              <a:gd name="adj" fmla="val 5556"/>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9" name="">
            <a:extLst xmlns:a="http://schemas.openxmlformats.org/drawingml/2006/main">
              <a:ext uri="{FF2B5EF4-FFF2-40B4-BE49-F238E27FC236}">
                <a16:creationId xmlns:a16="http://schemas.microsoft.com/office/drawing/2014/main" id="{1445EABF-0097-4DC4-B7CA-47581C460C98}"/>
              </a:ext>
            </a:extLst>
          </p:cNvPr>
          <p:cNvSpPr>
            <a:spLocks xmlns:a="http://schemas.openxmlformats.org/drawingml/2006/main" noGrp="1"/>
          </p:cNvSpPr>
          <p:nvPr/>
        </p:nvSpPr>
        <p:spPr>
          <a:xfrm xmlns:a="http://schemas.openxmlformats.org/drawingml/2006/main">
            <a:off x="7886700" y="2914650"/>
            <a:ext cx="3314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A026DEC5-680A-4352-9895-D03F63065D15}"/>
              </a:ext>
            </a:extLst>
          </p:cNvPr>
          <p:cNvSpPr>
            <a:spLocks xmlns:a="http://schemas.openxmlformats.org/drawingml/2006/main" noGrp="1"/>
          </p:cNvSpPr>
          <p:nvPr/>
        </p:nvSpPr>
        <p:spPr>
          <a:xfrm xmlns:a="http://schemas.openxmlformats.org/drawingml/2006/main">
            <a:off x="10610850" y="3009900"/>
            <a:ext cx="438150" cy="381000"/>
          </a:xfrm>
          <a:prstGeom xmlns:a="http://schemas.openxmlformats.org/drawingml/2006/main" prst="hexagon">
            <a:avLst/>
          </a:prstGeom>
          <a:noFill xmlns:a="http://schemas.openxmlformats.org/drawingml/2006/main"/>
          <a:ln xmlns:a="http://schemas.openxmlformats.org/drawingml/2006/main">
            <a:solidFill>
              <a:srgbClr val="F5C33B">
                <a:alpha val="70000"/>
              </a:srgbClr>
            </a:solidFill>
            <a:prstDash val="solid"/>
          </a:ln>
        </p:spPr>
      </p:sp>
      <p:sp>
        <p:nvSpPr>
          <p:cNvPr id="61" name="">
            <a:extLst xmlns:a="http://schemas.openxmlformats.org/drawingml/2006/main">
              <a:ext uri="{FF2B5EF4-FFF2-40B4-BE49-F238E27FC236}">
                <a16:creationId xmlns:a16="http://schemas.microsoft.com/office/drawing/2014/main" id="{B944F1C9-7FE3-44A1-81B5-ACB53D006EE5}"/>
              </a:ext>
            </a:extLst>
          </p:cNvPr>
          <p:cNvSpPr>
            <a:spLocks xmlns:a="http://schemas.openxmlformats.org/drawingml/2006/main" noGrp="1"/>
          </p:cNvSpPr>
          <p:nvPr/>
        </p:nvSpPr>
        <p:spPr>
          <a:xfrm xmlns:a="http://schemas.openxmlformats.org/drawingml/2006/main">
            <a:off x="80962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差异化价值</a:t>
            </a:r>
          </a:p>
        </p:txBody>
      </p:sp>
      <p:sp>
        <p:nvSpPr>
          <p:cNvPr id="62" name="">
            <a:extLst xmlns:a="http://schemas.openxmlformats.org/drawingml/2006/main">
              <a:ext uri="{FF2B5EF4-FFF2-40B4-BE49-F238E27FC236}">
                <a16:creationId xmlns:a16="http://schemas.microsoft.com/office/drawing/2014/main" id="{75F56496-33CD-4A63-8355-C28B09656F3D}"/>
              </a:ext>
            </a:extLst>
          </p:cNvPr>
          <p:cNvSpPr>
            <a:spLocks xmlns:a="http://schemas.openxmlformats.org/drawingml/2006/main" noGrp="1"/>
          </p:cNvSpPr>
          <p:nvPr/>
        </p:nvSpPr>
        <p:spPr>
          <a:xfrm xmlns:a="http://schemas.openxmlformats.org/drawingml/2006/main">
            <a:off x="80962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可解释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可复算
可离线 </a:t>
            </a:r>
            <a:r>
              <a:rPr sz="1050" b="0">
                <a:solidFill>
                  <a:srgbClr val="D6E6F7"/>
                </a:solidFill>
                <a:latin typeface="微软雅黑"/>
                <a:ea typeface="微软雅黑"/>
                <a:cs typeface="微软雅黑"/>
              </a:rPr>
              <a:t>· </a:t>
            </a:r>
            <a:r>
              <a:rPr sz="1050" b="0">
                <a:solidFill>
                  <a:srgbClr val="D6E6F7"/>
                </a:solidFill>
                <a:latin typeface="微软雅黑"/>
                <a:ea typeface="微软雅黑"/>
                <a:cs typeface="微软雅黑"/>
              </a:rPr>
              <a:t>可审计</a:t>
            </a:r>
          </a:p>
        </p:txBody>
      </p:sp>
      <p:sp>
        <p:nvSpPr>
          <p:cNvPr id="63" name="">
            <a:extLst xmlns:a="http://schemas.openxmlformats.org/drawingml/2006/main">
              <a:ext uri="{FF2B5EF4-FFF2-40B4-BE49-F238E27FC236}">
                <a16:creationId xmlns:a16="http://schemas.microsoft.com/office/drawing/2014/main" id="{8B5CA72A-1C8F-46FC-8E07-C52BD4F5E17B}"/>
              </a:ext>
            </a:extLst>
          </p:cNvPr>
          <p:cNvSpPr>
            <a:spLocks xmlns:a="http://schemas.openxmlformats.org/drawingml/2006/main" noGrp="1"/>
          </p:cNvSpPr>
          <p:nvPr/>
        </p:nvSpPr>
        <p:spPr>
          <a:xfrm xmlns:a="http://schemas.openxmlformats.org/drawingml/2006/main">
            <a:off x="8096250" y="3962400"/>
            <a:ext cx="2914650" cy="9525"/>
          </a:xfrm>
          <a:prstGeom xmlns:a="http://schemas.openxmlformats.org/drawingml/2006/main" prst="rect">
            <a:avLst/>
          </a:prstGeom>
          <a:solidFill xmlns:a="http://schemas.openxmlformats.org/drawingml/2006/main">
            <a:srgbClr val="1B4C8A">
              <a:alpha val="7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B57E8EE8-597A-4815-A4D5-D66C25F14651}"/>
              </a:ext>
            </a:extLst>
          </p:cNvPr>
          <p:cNvSpPr>
            <a:spLocks xmlns:a="http://schemas.openxmlformats.org/drawingml/2006/main" noGrp="1"/>
          </p:cNvSpPr>
          <p:nvPr/>
        </p:nvSpPr>
        <p:spPr>
          <a:xfrm xmlns:a="http://schemas.openxmlformats.org/drawingml/2006/main">
            <a:off x="80962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每条建议都能回指规则与数据点</a:t>
            </a:r>
          </a:p>
        </p:txBody>
      </p:sp>
      <p:sp>
        <p:nvSpPr>
          <p:cNvPr id="65" name="">
            <a:extLst xmlns:a="http://schemas.openxmlformats.org/drawingml/2006/main">
              <a:ext uri="{FF2B5EF4-FFF2-40B4-BE49-F238E27FC236}">
                <a16:creationId xmlns:a16="http://schemas.microsoft.com/office/drawing/2014/main" id="{C17B5A70-B8CB-458E-B97C-4C3315DAFED0}"/>
              </a:ext>
            </a:extLst>
          </p:cNvPr>
          <p:cNvSpPr>
            <a:spLocks xmlns:a="http://schemas.openxmlformats.org/drawingml/2006/main" noGrp="1"/>
          </p:cNvSpPr>
          <p:nvPr/>
        </p:nvSpPr>
        <p:spPr>
          <a:xfrm xmlns:a="http://schemas.openxmlformats.org/drawingml/2006/main">
            <a:off x="742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75</a:t>
            </a:r>
          </a:p>
        </p:txBody>
      </p:sp>
      <p:sp>
        <p:nvSpPr>
          <p:cNvPr id="66" name="">
            <a:extLst xmlns:a="http://schemas.openxmlformats.org/drawingml/2006/main">
              <a:ext uri="{FF2B5EF4-FFF2-40B4-BE49-F238E27FC236}">
                <a16:creationId xmlns:a16="http://schemas.microsoft.com/office/drawing/2014/main" id="{13C57E38-427C-4765-8316-798DC40FF3B5}"/>
              </a:ext>
            </a:extLst>
          </p:cNvPr>
          <p:cNvSpPr>
            <a:spLocks xmlns:a="http://schemas.openxmlformats.org/drawingml/2006/main" noGrp="1"/>
          </p:cNvSpPr>
          <p:nvPr/>
        </p:nvSpPr>
        <p:spPr>
          <a:xfrm xmlns:a="http://schemas.openxmlformats.org/drawingml/2006/main">
            <a:off x="1485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在线接口</a:t>
            </a:r>
          </a:p>
        </p:txBody>
      </p:sp>
      <p:sp>
        <p:nvSpPr>
          <p:cNvPr id="67" name="">
            <a:extLst xmlns:a="http://schemas.openxmlformats.org/drawingml/2006/main">
              <a:ext uri="{FF2B5EF4-FFF2-40B4-BE49-F238E27FC236}">
                <a16:creationId xmlns:a16="http://schemas.microsoft.com/office/drawing/2014/main" id="{6128271F-BC6A-41E3-995E-2C51E623F6F0}"/>
              </a:ext>
            </a:extLst>
          </p:cNvPr>
          <p:cNvSpPr>
            <a:spLocks xmlns:a="http://schemas.openxmlformats.org/drawingml/2006/main" noGrp="1"/>
          </p:cNvSpPr>
          <p:nvPr/>
        </p:nvSpPr>
        <p:spPr>
          <a:xfrm xmlns:a="http://schemas.openxmlformats.org/drawingml/2006/main">
            <a:off x="3600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53</a:t>
            </a:r>
          </a:p>
        </p:txBody>
      </p:sp>
      <p:sp>
        <p:nvSpPr>
          <p:cNvPr id="68" name="">
            <a:extLst xmlns:a="http://schemas.openxmlformats.org/drawingml/2006/main">
              <a:ext uri="{FF2B5EF4-FFF2-40B4-BE49-F238E27FC236}">
                <a16:creationId xmlns:a16="http://schemas.microsoft.com/office/drawing/2014/main" id="{83593038-6D5C-4898-AF9D-BE949D621F02}"/>
              </a:ext>
            </a:extLst>
          </p:cNvPr>
          <p:cNvSpPr>
            <a:spLocks xmlns:a="http://schemas.openxmlformats.org/drawingml/2006/main" noGrp="1"/>
          </p:cNvSpPr>
          <p:nvPr/>
        </p:nvSpPr>
        <p:spPr>
          <a:xfrm xmlns:a="http://schemas.openxmlformats.org/drawingml/2006/main">
            <a:off x="4343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数据库表</a:t>
            </a:r>
          </a:p>
        </p:txBody>
      </p:sp>
      <p:sp>
        <p:nvSpPr>
          <p:cNvPr id="69" name="">
            <a:extLst xmlns:a="http://schemas.openxmlformats.org/drawingml/2006/main">
              <a:ext uri="{FF2B5EF4-FFF2-40B4-BE49-F238E27FC236}">
                <a16:creationId xmlns:a16="http://schemas.microsoft.com/office/drawing/2014/main" id="{FB322EFF-E8C0-4618-8A41-4A0F84D14170}"/>
              </a:ext>
            </a:extLst>
          </p:cNvPr>
          <p:cNvSpPr>
            <a:spLocks xmlns:a="http://schemas.openxmlformats.org/drawingml/2006/main" noGrp="1"/>
          </p:cNvSpPr>
          <p:nvPr/>
        </p:nvSpPr>
        <p:spPr>
          <a:xfrm xmlns:a="http://schemas.openxmlformats.org/drawingml/2006/main">
            <a:off x="6457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18</a:t>
            </a:r>
          </a:p>
        </p:txBody>
      </p:sp>
      <p:sp>
        <p:nvSpPr>
          <p:cNvPr id="70" name="">
            <a:extLst xmlns:a="http://schemas.openxmlformats.org/drawingml/2006/main">
              <a:ext uri="{FF2B5EF4-FFF2-40B4-BE49-F238E27FC236}">
                <a16:creationId xmlns:a16="http://schemas.microsoft.com/office/drawing/2014/main" id="{A5C7E3D3-4720-4ECC-809A-F5F9B8465D48}"/>
              </a:ext>
            </a:extLst>
          </p:cNvPr>
          <p:cNvSpPr>
            <a:spLocks xmlns:a="http://schemas.openxmlformats.org/drawingml/2006/main" noGrp="1"/>
          </p:cNvSpPr>
          <p:nvPr/>
        </p:nvSpPr>
        <p:spPr>
          <a:xfrm xmlns:a="http://schemas.openxmlformats.org/drawingml/2006/main">
            <a:off x="7200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启用规则</a:t>
            </a:r>
          </a:p>
        </p:txBody>
      </p:sp>
      <p:sp>
        <p:nvSpPr>
          <p:cNvPr id="71" name="">
            <a:extLst xmlns:a="http://schemas.openxmlformats.org/drawingml/2006/main">
              <a:ext uri="{FF2B5EF4-FFF2-40B4-BE49-F238E27FC236}">
                <a16:creationId xmlns:a16="http://schemas.microsoft.com/office/drawing/2014/main" id="{CA2CD0AE-CDCD-4A43-BC9E-9826FD4FCB67}"/>
              </a:ext>
            </a:extLst>
          </p:cNvPr>
          <p:cNvSpPr>
            <a:spLocks xmlns:a="http://schemas.openxmlformats.org/drawingml/2006/main" noGrp="1"/>
          </p:cNvSpPr>
          <p:nvPr/>
        </p:nvSpPr>
        <p:spPr>
          <a:xfrm xmlns:a="http://schemas.openxmlformats.org/drawingml/2006/main">
            <a:off x="9315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5C33B"/>
                </a:solidFill>
                <a:latin typeface="Bahnschrift"/>
                <a:ea typeface="Bahnschrift"/>
                <a:cs typeface="Bahnschrift"/>
              </a:defRPr>
            </a:pPr>
            <a:r>
              <a:rPr sz="2025" b="1">
                <a:solidFill>
                  <a:srgbClr val="F5C33B"/>
                </a:solidFill>
                <a:latin typeface="Bahnschrift"/>
                <a:ea typeface="Bahnschrift"/>
                <a:cs typeface="Bahnschrift"/>
              </a:rPr>
              <a:t>4</a:t>
            </a:r>
          </a:p>
        </p:txBody>
      </p:sp>
      <p:sp>
        <p:nvSpPr>
          <p:cNvPr id="72" name="">
            <a:extLst xmlns:a="http://schemas.openxmlformats.org/drawingml/2006/main">
              <a:ext uri="{FF2B5EF4-FFF2-40B4-BE49-F238E27FC236}">
                <a16:creationId xmlns:a16="http://schemas.microsoft.com/office/drawing/2014/main" id="{B9D7105B-9825-4403-8AA7-547CB8EB5ABA}"/>
              </a:ext>
            </a:extLst>
          </p:cNvPr>
          <p:cNvSpPr>
            <a:spLocks xmlns:a="http://schemas.openxmlformats.org/drawingml/2006/main" noGrp="1"/>
          </p:cNvSpPr>
          <p:nvPr/>
        </p:nvSpPr>
        <p:spPr>
          <a:xfrm xmlns:a="http://schemas.openxmlformats.org/drawingml/2006/main">
            <a:off x="10058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类角色</a:t>
            </a:r>
          </a:p>
        </p:txBody>
      </p:sp>
      <p:sp>
        <p:nvSpPr>
          <p:cNvPr id="73" name="">
            <a:extLst xmlns:a="http://schemas.openxmlformats.org/drawingml/2006/main">
              <a:ext uri="{FF2B5EF4-FFF2-40B4-BE49-F238E27FC236}">
                <a16:creationId xmlns:a16="http://schemas.microsoft.com/office/drawing/2014/main" id="{0DDC23AF-0194-4496-8085-5E172CE69886}"/>
              </a:ext>
            </a:extLst>
          </p:cNvPr>
          <p:cNvSpPr>
            <a:spLocks xmlns:a="http://schemas.openxmlformats.org/drawingml/2006/main" noGrp="1"/>
          </p:cNvSpPr>
          <p:nvPr/>
        </p:nvSpPr>
        <p:spPr>
          <a:xfrm xmlns:a="http://schemas.openxmlformats.org/drawingml/2006/main">
            <a:off x="723900" y="5143500"/>
            <a:ext cx="10744200" cy="9525"/>
          </a:xfrm>
          <a:prstGeom xmlns:a="http://schemas.openxmlformats.org/drawingml/2006/main" prst="rect">
            <a:avLst/>
          </a:prstGeom>
          <a:solidFill xmlns:a="http://schemas.openxmlformats.org/drawingml/2006/main">
            <a:srgbClr val="1B4C8A"/>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8C340464-4810-46C6-9EAB-2BB019971A3A}"/>
              </a:ext>
            </a:extLst>
          </p:cNvPr>
          <p:cNvSpPr>
            <a:spLocks xmlns:a="http://schemas.openxmlformats.org/drawingml/2006/main" noGrp="1"/>
          </p:cNvSpPr>
          <p:nvPr/>
        </p:nvSpPr>
        <p:spPr>
          <a:xfrm xmlns:a="http://schemas.openxmlformats.org/drawingml/2006/main">
            <a:off x="7239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75" name="">
            <a:extLst xmlns:a="http://schemas.openxmlformats.org/drawingml/2006/main">
              <a:ext uri="{FF2B5EF4-FFF2-40B4-BE49-F238E27FC236}">
                <a16:creationId xmlns:a16="http://schemas.microsoft.com/office/drawing/2014/main" id="{A0705635-4E95-4E4A-A4B4-C2C224CDC577}"/>
              </a:ext>
            </a:extLst>
          </p:cNvPr>
          <p:cNvSpPr>
            <a:spLocks xmlns:a="http://schemas.openxmlformats.org/drawingml/2006/main" noGrp="1"/>
          </p:cNvSpPr>
          <p:nvPr/>
        </p:nvSpPr>
        <p:spPr>
          <a:xfrm xmlns:a="http://schemas.openxmlformats.org/drawingml/2006/main">
            <a:off x="7239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76" name="">
            <a:extLst xmlns:a="http://schemas.openxmlformats.org/drawingml/2006/main">
              <a:ext uri="{FF2B5EF4-FFF2-40B4-BE49-F238E27FC236}">
                <a16:creationId xmlns:a16="http://schemas.microsoft.com/office/drawing/2014/main" id="{9F0CEE26-B2FB-475A-8858-2687B5F8C3E0}"/>
              </a:ext>
            </a:extLst>
          </p:cNvPr>
          <p:cNvSpPr>
            <a:spLocks xmlns:a="http://schemas.openxmlformats.org/drawingml/2006/main" noGrp="1"/>
          </p:cNvSpPr>
          <p:nvPr/>
        </p:nvSpPr>
        <p:spPr>
          <a:xfrm xmlns:a="http://schemas.openxmlformats.org/drawingml/2006/main">
            <a:off x="34671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77" name="">
            <a:extLst xmlns:a="http://schemas.openxmlformats.org/drawingml/2006/main">
              <a:ext uri="{FF2B5EF4-FFF2-40B4-BE49-F238E27FC236}">
                <a16:creationId xmlns:a16="http://schemas.microsoft.com/office/drawing/2014/main" id="{4AFEA0EF-B70A-4685-B721-AEABA6732B91}"/>
              </a:ext>
            </a:extLst>
          </p:cNvPr>
          <p:cNvSpPr>
            <a:spLocks xmlns:a="http://schemas.openxmlformats.org/drawingml/2006/main" noGrp="1"/>
          </p:cNvSpPr>
          <p:nvPr/>
        </p:nvSpPr>
        <p:spPr>
          <a:xfrm xmlns:a="http://schemas.openxmlformats.org/drawingml/2006/main">
            <a:off x="34671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78" name="">
            <a:extLst xmlns:a="http://schemas.openxmlformats.org/drawingml/2006/main">
              <a:ext uri="{FF2B5EF4-FFF2-40B4-BE49-F238E27FC236}">
                <a16:creationId xmlns:a16="http://schemas.microsoft.com/office/drawing/2014/main" id="{2D142546-1032-4795-928B-B88E3F90C4C6}"/>
              </a:ext>
            </a:extLst>
          </p:cNvPr>
          <p:cNvSpPr>
            <a:spLocks xmlns:a="http://schemas.openxmlformats.org/drawingml/2006/main" noGrp="1"/>
          </p:cNvSpPr>
          <p:nvPr/>
        </p:nvSpPr>
        <p:spPr>
          <a:xfrm xmlns:a="http://schemas.openxmlformats.org/drawingml/2006/main">
            <a:off x="62103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79" name="">
            <a:extLst xmlns:a="http://schemas.openxmlformats.org/drawingml/2006/main">
              <a:ext uri="{FF2B5EF4-FFF2-40B4-BE49-F238E27FC236}">
                <a16:creationId xmlns:a16="http://schemas.microsoft.com/office/drawing/2014/main" id="{C6B49685-E109-4ADA-B85E-2066C6E6FC53}"/>
              </a:ext>
            </a:extLst>
          </p:cNvPr>
          <p:cNvSpPr>
            <a:spLocks xmlns:a="http://schemas.openxmlformats.org/drawingml/2006/main" noGrp="1"/>
          </p:cNvSpPr>
          <p:nvPr/>
        </p:nvSpPr>
        <p:spPr>
          <a:xfrm xmlns:a="http://schemas.openxmlformats.org/drawingml/2006/main">
            <a:off x="62103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80" name="">
            <a:extLst xmlns:a="http://schemas.openxmlformats.org/drawingml/2006/main">
              <a:ext uri="{FF2B5EF4-FFF2-40B4-BE49-F238E27FC236}">
                <a16:creationId xmlns:a16="http://schemas.microsoft.com/office/drawing/2014/main" id="{626E98CB-CC9B-4027-B1DD-0E4CBEBEE85B}"/>
              </a:ext>
            </a:extLst>
          </p:cNvPr>
          <p:cNvSpPr>
            <a:spLocks xmlns:a="http://schemas.openxmlformats.org/drawingml/2006/main" noGrp="1"/>
          </p:cNvSpPr>
          <p:nvPr/>
        </p:nvSpPr>
        <p:spPr>
          <a:xfrm xmlns:a="http://schemas.openxmlformats.org/drawingml/2006/main">
            <a:off x="89535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81" name="">
            <a:extLst xmlns:a="http://schemas.openxmlformats.org/drawingml/2006/main">
              <a:ext uri="{FF2B5EF4-FFF2-40B4-BE49-F238E27FC236}">
                <a16:creationId xmlns:a16="http://schemas.microsoft.com/office/drawing/2014/main" id="{969DABA7-9D30-4F62-B00D-E667197795A7}"/>
              </a:ext>
            </a:extLst>
          </p:cNvPr>
          <p:cNvSpPr>
            <a:spLocks xmlns:a="http://schemas.openxmlformats.org/drawingml/2006/main" noGrp="1"/>
          </p:cNvSpPr>
          <p:nvPr/>
        </p:nvSpPr>
        <p:spPr>
          <a:xfrm xmlns:a="http://schemas.openxmlformats.org/drawingml/2006/main">
            <a:off x="89535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82" name="">
            <a:extLst xmlns:a="http://schemas.openxmlformats.org/drawingml/2006/main">
              <a:ext uri="{FF2B5EF4-FFF2-40B4-BE49-F238E27FC236}">
                <a16:creationId xmlns:a16="http://schemas.microsoft.com/office/drawing/2014/main" id="{988B1641-A7CF-4084-B34A-CCFAA4FD6266}"/>
              </a:ext>
            </a:extLst>
          </p:cNvPr>
          <p:cNvSpPr>
            <a:spLocks xmlns:a="http://schemas.openxmlformats.org/drawingml/2006/main" noGrp="1"/>
          </p:cNvSpPr>
          <p:nvPr/>
        </p:nvSpPr>
        <p:spPr>
          <a:xfrm xmlns:a="http://schemas.openxmlformats.org/drawingml/2006/main">
            <a:off x="723900" y="5962650"/>
            <a:ext cx="10744200" cy="514350"/>
          </a:xfrm>
          <a:prstGeom xmlns:a="http://schemas.openxmlformats.org/drawingml/2006/main" prst="roundRect">
            <a:avLst>
              <a:gd name="adj" fmla="val 1666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674DF7CD-1B37-4EEA-AAA2-803E759A4349}"/>
              </a:ext>
            </a:extLst>
          </p:cNvPr>
          <p:cNvSpPr>
            <a:spLocks xmlns:a="http://schemas.openxmlformats.org/drawingml/2006/main" noGrp="1"/>
          </p:cNvSpPr>
          <p:nvPr/>
        </p:nvSpPr>
        <p:spPr>
          <a:xfrm xmlns:a="http://schemas.openxmlformats.org/drawingml/2006/main">
            <a:off x="742950" y="6019800"/>
            <a:ext cx="38100" cy="400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66B24DCB-30C7-4C20-9903-2CA4CDFC33FD}"/>
              </a:ext>
            </a:extLst>
          </p:cNvPr>
          <p:cNvSpPr>
            <a:spLocks xmlns:a="http://schemas.openxmlformats.org/drawingml/2006/main" noGrp="1"/>
          </p:cNvSpPr>
          <p:nvPr/>
        </p:nvSpPr>
        <p:spPr>
          <a:xfrm xmlns:a="http://schemas.openxmlformats.org/drawingml/2006/main">
            <a:off x="952500" y="5962650"/>
            <a:ext cx="1028700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421684437"/>
      </p:ext>
    </p:extLst>
  </p:cSld>
</p:sld>
</file>

<file path=ppt/slides/slide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42a5e5c96e2f4b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0A0C81-9999-46D0-8C9A-AC657B7FA3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6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9F4897E-3F86-43D0-A2C8-7BF4698EFF3E}"/>
              </a:ext>
            </a:extLst>
          </p:cNvPr>
          <p:cNvSpPr>
            <a:spLocks xmlns:a="http://schemas.openxmlformats.org/drawingml/2006/main" noGrp="1"/>
          </p:cNvSpPr>
          <p:nvPr/>
        </p:nvSpPr>
        <p:spPr>
          <a:xfrm xmlns:a="http://schemas.openxmlformats.org/drawingml/2006/main">
            <a:off x="8001000" y="0"/>
            <a:ext cx="4191000" cy="33337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62A9432-4DE0-4E5A-917C-6B9BEF7B6DA7}"/>
              </a:ext>
            </a:extLst>
          </p:cNvPr>
          <p:cNvSpPr>
            <a:spLocks xmlns:a="http://schemas.openxmlformats.org/drawingml/2006/main" noGrp="1"/>
          </p:cNvSpPr>
          <p:nvPr/>
        </p:nvSpPr>
        <p:spPr>
          <a:xfrm xmlns:a="http://schemas.openxmlformats.org/drawingml/2006/main">
            <a:off x="0" y="4000500"/>
            <a:ext cx="2857500" cy="2857500"/>
          </a:xfrm>
          <a:prstGeom xmlns:a="http://schemas.openxmlformats.org/drawingml/2006/main" prst="ellipse">
            <a:avLst/>
          </a:prstGeom>
          <a:gradFill xmlns:a="http://schemas.openxmlformats.org/drawingml/2006/main">
            <a:gsLst>
              <a:gs pos="0">
                <a:srgbClr val="31C7F0">
                  <a:alpha val="11000"/>
                </a:srgbClr>
              </a:gs>
              <a:gs pos="45000">
                <a:srgbClr val="31C7F0">
                  <a:alpha val="4000"/>
                </a:srgbClr>
              </a:gs>
              <a:gs pos="100000">
                <a:srgbClr val="31C7F0">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D9D7B75-C196-489B-A77B-DB485C4AC303}"/>
              </a:ext>
            </a:extLst>
          </p:cNvPr>
          <p:cNvSpPr>
            <a:spLocks xmlns:a="http://schemas.openxmlformats.org/drawingml/2006/main" noGrp="1"/>
          </p:cNvSpPr>
          <p:nvPr/>
        </p:nvSpPr>
        <p:spPr>
          <a:xfrm xmlns:a="http://schemas.openxmlformats.org/drawingml/2006/main">
            <a:off x="10325100" y="4476750"/>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6" name="">
            <a:extLst xmlns:a="http://schemas.openxmlformats.org/drawingml/2006/main">
              <a:ext uri="{FF2B5EF4-FFF2-40B4-BE49-F238E27FC236}">
                <a16:creationId xmlns:a16="http://schemas.microsoft.com/office/drawing/2014/main" id="{C007C9FC-5609-4B52-B7A4-1BD2D10CCC54}"/>
              </a:ext>
            </a:extLst>
          </p:cNvPr>
          <p:cNvSpPr>
            <a:spLocks xmlns:a="http://schemas.openxmlformats.org/drawingml/2006/main" noGrp="1"/>
          </p:cNvSpPr>
          <p:nvPr/>
        </p:nvSpPr>
        <p:spPr>
          <a:xfrm xmlns:a="http://schemas.openxmlformats.org/drawingml/2006/main">
            <a:off x="10898124" y="4626102"/>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7" name="">
            <a:extLst xmlns:a="http://schemas.openxmlformats.org/drawingml/2006/main">
              <a:ext uri="{FF2B5EF4-FFF2-40B4-BE49-F238E27FC236}">
                <a16:creationId xmlns:a16="http://schemas.microsoft.com/office/drawing/2014/main" id="{096078BE-8CB2-435A-9DBB-ACA291518F8F}"/>
              </a:ext>
            </a:extLst>
          </p:cNvPr>
          <p:cNvSpPr>
            <a:spLocks xmlns:a="http://schemas.openxmlformats.org/drawingml/2006/main" noGrp="1"/>
          </p:cNvSpPr>
          <p:nvPr/>
        </p:nvSpPr>
        <p:spPr>
          <a:xfrm xmlns:a="http://schemas.openxmlformats.org/drawingml/2006/main">
            <a:off x="11471148" y="4476750"/>
            <a:ext cx="533400" cy="480060"/>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8" name="">
            <a:extLst xmlns:a="http://schemas.openxmlformats.org/drawingml/2006/main">
              <a:ext uri="{FF2B5EF4-FFF2-40B4-BE49-F238E27FC236}">
                <a16:creationId xmlns:a16="http://schemas.microsoft.com/office/drawing/2014/main" id="{C5D7E976-68D9-490A-A1B0-DE54E242003A}"/>
              </a:ext>
            </a:extLst>
          </p:cNvPr>
          <p:cNvSpPr>
            <a:spLocks xmlns:a="http://schemas.openxmlformats.org/drawingml/2006/main" noGrp="1"/>
          </p:cNvSpPr>
          <p:nvPr/>
        </p:nvSpPr>
        <p:spPr>
          <a:xfrm xmlns:a="http://schemas.openxmlformats.org/drawingml/2006/main">
            <a:off x="57150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4D6EA7C-9951-40F1-8D06-21397AAD23DA}"/>
              </a:ext>
            </a:extLst>
          </p:cNvPr>
          <p:cNvSpPr>
            <a:spLocks xmlns:a="http://schemas.openxmlformats.org/drawingml/2006/main" noGrp="1"/>
          </p:cNvSpPr>
          <p:nvPr/>
        </p:nvSpPr>
        <p:spPr>
          <a:xfrm xmlns:a="http://schemas.openxmlformats.org/drawingml/2006/main">
            <a:off x="57150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FF6C2FA-0046-456E-B7D6-3403CF7E5642}"/>
              </a:ext>
            </a:extLst>
          </p:cNvPr>
          <p:cNvSpPr>
            <a:spLocks xmlns:a="http://schemas.openxmlformats.org/drawingml/2006/main" noGrp="1"/>
          </p:cNvSpPr>
          <p:nvPr/>
        </p:nvSpPr>
        <p:spPr>
          <a:xfrm xmlns:a="http://schemas.openxmlformats.org/drawingml/2006/main">
            <a:off x="67627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6D6EB8EA-8532-45CD-A3CB-B9AB23B1EBCD}"/>
              </a:ext>
            </a:extLst>
          </p:cNvPr>
          <p:cNvSpPr>
            <a:spLocks xmlns:a="http://schemas.openxmlformats.org/drawingml/2006/main" noGrp="1"/>
          </p:cNvSpPr>
          <p:nvPr/>
        </p:nvSpPr>
        <p:spPr>
          <a:xfrm xmlns:a="http://schemas.openxmlformats.org/drawingml/2006/main">
            <a:off x="67627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46652C8-075B-4BA3-B281-0F5C2688421B}"/>
              </a:ext>
            </a:extLst>
          </p:cNvPr>
          <p:cNvSpPr>
            <a:spLocks xmlns:a="http://schemas.openxmlformats.org/drawingml/2006/main" noGrp="1"/>
          </p:cNvSpPr>
          <p:nvPr/>
        </p:nvSpPr>
        <p:spPr>
          <a:xfrm xmlns:a="http://schemas.openxmlformats.org/drawingml/2006/main">
            <a:off x="78105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2B37B0B-5700-4E83-AD9D-B637BAD22CE9}"/>
              </a:ext>
            </a:extLst>
          </p:cNvPr>
          <p:cNvSpPr>
            <a:spLocks xmlns:a="http://schemas.openxmlformats.org/drawingml/2006/main" noGrp="1"/>
          </p:cNvSpPr>
          <p:nvPr/>
        </p:nvSpPr>
        <p:spPr>
          <a:xfrm xmlns:a="http://schemas.openxmlformats.org/drawingml/2006/main">
            <a:off x="78105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3C18E7F1-8DF0-42DE-9482-02C781027BAE}"/>
              </a:ext>
            </a:extLst>
          </p:cNvPr>
          <p:cNvSpPr>
            <a:spLocks xmlns:a="http://schemas.openxmlformats.org/drawingml/2006/main" noGrp="1"/>
          </p:cNvSpPr>
          <p:nvPr/>
        </p:nvSpPr>
        <p:spPr>
          <a:xfrm xmlns:a="http://schemas.openxmlformats.org/drawingml/2006/main">
            <a:off x="88582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E226996-1B6C-4845-B49E-E16D40AD40FD}"/>
              </a:ext>
            </a:extLst>
          </p:cNvPr>
          <p:cNvSpPr>
            <a:spLocks xmlns:a="http://schemas.openxmlformats.org/drawingml/2006/main" noGrp="1"/>
          </p:cNvSpPr>
          <p:nvPr/>
        </p:nvSpPr>
        <p:spPr>
          <a:xfrm xmlns:a="http://schemas.openxmlformats.org/drawingml/2006/main">
            <a:off x="88582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96EB967-074D-41EF-A21B-1B48A961E4CE}"/>
              </a:ext>
            </a:extLst>
          </p:cNvPr>
          <p:cNvSpPr>
            <a:spLocks xmlns:a="http://schemas.openxmlformats.org/drawingml/2006/main" noGrp="1"/>
          </p:cNvSpPr>
          <p:nvPr/>
        </p:nvSpPr>
        <p:spPr>
          <a:xfrm xmlns:a="http://schemas.openxmlformats.org/drawingml/2006/main">
            <a:off x="99060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0F4C013-B8CA-40FC-8420-A1DD7451AA6A}"/>
              </a:ext>
            </a:extLst>
          </p:cNvPr>
          <p:cNvSpPr>
            <a:spLocks xmlns:a="http://schemas.openxmlformats.org/drawingml/2006/main" noGrp="1"/>
          </p:cNvSpPr>
          <p:nvPr/>
        </p:nvSpPr>
        <p:spPr>
          <a:xfrm xmlns:a="http://schemas.openxmlformats.org/drawingml/2006/main">
            <a:off x="99060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6C2977E-7586-41EB-A4B2-54D70B5324CE}"/>
              </a:ext>
            </a:extLst>
          </p:cNvPr>
          <p:cNvSpPr>
            <a:spLocks xmlns:a="http://schemas.openxmlformats.org/drawingml/2006/main" noGrp="1"/>
          </p:cNvSpPr>
          <p:nvPr/>
        </p:nvSpPr>
        <p:spPr>
          <a:xfrm xmlns:a="http://schemas.openxmlformats.org/drawingml/2006/main">
            <a:off x="109537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AB9E487-887A-4C64-B700-BBF5B333CABE}"/>
              </a:ext>
            </a:extLst>
          </p:cNvPr>
          <p:cNvSpPr>
            <a:spLocks xmlns:a="http://schemas.openxmlformats.org/drawingml/2006/main" noGrp="1"/>
          </p:cNvSpPr>
          <p:nvPr/>
        </p:nvSpPr>
        <p:spPr>
          <a:xfrm xmlns:a="http://schemas.openxmlformats.org/drawingml/2006/main">
            <a:off x="109537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A37EB29-BDB8-4676-924F-BF0D7A71DB65}"/>
              </a:ext>
            </a:extLst>
          </p:cNvPr>
          <p:cNvSpPr>
            <a:spLocks xmlns:a="http://schemas.openxmlformats.org/drawingml/2006/main" noGrp="1"/>
          </p:cNvSpPr>
          <p:nvPr/>
        </p:nvSpPr>
        <p:spPr>
          <a:xfrm xmlns:a="http://schemas.openxmlformats.org/drawingml/2006/main">
            <a:off x="1200150"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8A6B203A-B953-44AF-A7CC-1A224C8132EF}"/>
              </a:ext>
            </a:extLst>
          </p:cNvPr>
          <p:cNvSpPr>
            <a:spLocks xmlns:a="http://schemas.openxmlformats.org/drawingml/2006/main" noGrp="1"/>
          </p:cNvSpPr>
          <p:nvPr/>
        </p:nvSpPr>
        <p:spPr>
          <a:xfrm xmlns:a="http://schemas.openxmlformats.org/drawingml/2006/main">
            <a:off x="1200150"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406E8DD-B6F8-42C5-BEEB-444C915A04CB}"/>
              </a:ext>
            </a:extLst>
          </p:cNvPr>
          <p:cNvSpPr>
            <a:spLocks xmlns:a="http://schemas.openxmlformats.org/drawingml/2006/main" noGrp="1"/>
          </p:cNvSpPr>
          <p:nvPr/>
        </p:nvSpPr>
        <p:spPr>
          <a:xfrm xmlns:a="http://schemas.openxmlformats.org/drawingml/2006/main">
            <a:off x="1304925" y="6324600"/>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59E8E1A-9995-435A-9CFE-5B5D064DEC6E}"/>
              </a:ext>
            </a:extLst>
          </p:cNvPr>
          <p:cNvSpPr>
            <a:spLocks xmlns:a="http://schemas.openxmlformats.org/drawingml/2006/main" noGrp="1"/>
          </p:cNvSpPr>
          <p:nvPr/>
        </p:nvSpPr>
        <p:spPr>
          <a:xfrm xmlns:a="http://schemas.openxmlformats.org/drawingml/2006/main">
            <a:off x="1304925" y="6429375"/>
            <a:ext cx="20955" cy="20955"/>
          </a:xfrm>
          <a:prstGeom xmlns:a="http://schemas.openxmlformats.org/drawingml/2006/main" prst="ellipse">
            <a:avLst/>
          </a:prstGeom>
          <a:solidFill xmlns:a="http://schemas.openxmlformats.org/drawingml/2006/main">
            <a:srgbClr val="31C7F0">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82543F2-AE46-4326-A2E4-A46AA0197CD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5" name="">
            <a:extLst xmlns:a="http://schemas.openxmlformats.org/drawingml/2006/main">
              <a:ext uri="{FF2B5EF4-FFF2-40B4-BE49-F238E27FC236}">
                <a16:creationId xmlns:a16="http://schemas.microsoft.com/office/drawing/2014/main" id="{F33D9D31-11C4-4F65-BBBA-4B5E55CC5C0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6" name="">
            <a:extLst xmlns:a="http://schemas.openxmlformats.org/drawingml/2006/main">
              <a:ext uri="{FF2B5EF4-FFF2-40B4-BE49-F238E27FC236}">
                <a16:creationId xmlns:a16="http://schemas.microsoft.com/office/drawing/2014/main" id="{19308723-59D4-4213-866B-2B32E7BCF919}"/>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8C6AE7D5-A6A5-485E-852A-A177B11525D7}"/>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1178D13B-D275-4FFC-9351-5639D4C015DC}"/>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1FE2F6CB-FB13-4297-81CC-92A2DA65DFC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899DDA78-6A70-44D8-B6C7-7178E5F3DC2B}"/>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915BE1D1-D5CF-457B-9D19-ABACB7904D7C}"/>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D2569516-6CEF-4268-9881-A66E5E6CF31C}"/>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20AD28B-A1BA-4A3B-9464-22273D894B4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37BB6BC5-C822-415B-80B0-04BA0D7D088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0C9CF172-07B7-4D9A-80D9-F87C248ED9F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56C6548-56EA-4DA9-83FA-45D7DB838ED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3775B4D-0632-4A3A-9158-B9D56056CA0E}"/>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741C1CE-2455-4BDF-B9AF-7AD87D20DD76}"/>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4FECF88-1202-4D7E-B7E4-A27400A45F9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EE95E47-01E5-4769-9AC5-C484A1FFAEE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60A6E61C-97F8-4DC3-A169-4613009D00A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A0D4D0E2-08C1-42B7-AC90-9B0F2130B0E6}"/>
              </a:ext>
            </a:extLst>
          </p:cNvPr>
          <p:cNvSpPr>
            <a:spLocks xmlns:a="http://schemas.openxmlformats.org/drawingml/2006/main" noGrp="1"/>
          </p:cNvSpPr>
          <p:nvPr/>
        </p:nvSpPr>
        <p:spPr>
          <a:xfrm xmlns:a="http://schemas.openxmlformats.org/drawingml/2006/main">
            <a:off x="9715500" y="0"/>
            <a:ext cx="2476500" cy="60960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1F2C7A8-DFA3-4089-BC38-367856236C6D}"/>
              </a:ext>
            </a:extLst>
          </p:cNvPr>
          <p:cNvSpPr>
            <a:spLocks xmlns:a="http://schemas.openxmlformats.org/drawingml/2006/main" noGrp="1"/>
          </p:cNvSpPr>
          <p:nvPr/>
        </p:nvSpPr>
        <p:spPr>
          <a:xfrm xmlns:a="http://schemas.openxmlformats.org/drawingml/2006/main">
            <a:off x="0" y="0"/>
            <a:ext cx="66675" cy="60960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67B93B1F-37F7-40DB-BD2F-D2B315B59DC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2000">
                <a:srgbClr val="F5C33B">
                  <a:alpha val="55000"/>
                </a:srgbClr>
              </a:gs>
              <a:gs pos="66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F7E7382-4556-474B-A5B2-661EDB439CBD}"/>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spc="2">
                <a:solidFill>
                  <a:srgbClr val="FFFFFF"/>
                </a:solidFill>
                <a:latin typeface="微软雅黑"/>
                <a:ea typeface="微软雅黑"/>
                <a:cs typeface="微软雅黑"/>
              </a:defRPr>
            </a:pPr>
            <a:r>
              <a:rPr sz="1650" b="1" spc="2">
                <a:solidFill>
                  <a:srgbClr val="FFFFFF"/>
                </a:solidFill>
                <a:latin typeface="微软雅黑"/>
                <a:ea typeface="微软雅黑"/>
                <a:cs typeface="微软雅黑"/>
              </a:rPr>
              <a:t>目录</a:t>
            </a:r>
          </a:p>
        </p:txBody>
      </p:sp>
      <p:sp>
        <p:nvSpPr>
          <p:cNvPr id="46" name="">
            <a:extLst xmlns:a="http://schemas.openxmlformats.org/drawingml/2006/main">
              <a:ext uri="{FF2B5EF4-FFF2-40B4-BE49-F238E27FC236}">
                <a16:creationId xmlns:a16="http://schemas.microsoft.com/office/drawing/2014/main" id="{DA52CAD3-3E86-431C-BD80-FC945C10563B}"/>
              </a:ext>
            </a:extLst>
          </p:cNvPr>
          <p:cNvSpPr>
            <a:spLocks xmlns:a="http://schemas.openxmlformats.org/drawingml/2006/main" noGrp="1"/>
          </p:cNvSpPr>
          <p:nvPr/>
        </p:nvSpPr>
        <p:spPr>
          <a:xfrm xmlns:a="http://schemas.openxmlformats.org/drawingml/2006/main">
            <a:off x="876300" y="209550"/>
            <a:ext cx="19050" cy="2095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75709FA-9E4D-4F09-8184-4252B670B387}"/>
              </a:ext>
            </a:extLst>
          </p:cNvPr>
          <p:cNvSpPr>
            <a:spLocks xmlns:a="http://schemas.openxmlformats.org/drawingml/2006/main" noGrp="1"/>
          </p:cNvSpPr>
          <p:nvPr/>
        </p:nvSpPr>
        <p:spPr>
          <a:xfrm xmlns:a="http://schemas.openxmlformats.org/drawingml/2006/main">
            <a:off x="1009650" y="17145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9FC2E8"/>
                </a:solidFill>
                <a:latin typeface="微软雅黑"/>
                <a:ea typeface="微软雅黑"/>
                <a:cs typeface="微软雅黑"/>
              </a:defRPr>
            </a:pPr>
            <a:r>
              <a:rPr sz="1050" b="0">
                <a:solidFill>
                  <a:srgbClr val="9FC2E8"/>
                </a:solidFill>
                <a:latin typeface="微软雅黑"/>
                <a:ea typeface="微软雅黑"/>
                <a:cs typeface="微软雅黑"/>
              </a:rPr>
              <a:t>问题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方案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算法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系统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验证 </a:t>
            </a:r>
            <a:r>
              <a:rPr sz="1050" b="0">
                <a:solidFill>
                  <a:srgbClr val="9FC2E8"/>
                </a:solidFill>
                <a:latin typeface="微软雅黑"/>
                <a:ea typeface="微软雅黑"/>
                <a:cs typeface="微软雅黑"/>
              </a:rPr>
              <a:t>→ </a:t>
            </a:r>
            <a:r>
              <a:rPr sz="1050" b="0">
                <a:solidFill>
                  <a:srgbClr val="9FC2E8"/>
                </a:solidFill>
                <a:latin typeface="微软雅黑"/>
                <a:ea typeface="微软雅黑"/>
                <a:cs typeface="微软雅黑"/>
              </a:rPr>
              <a:t>价值</a:t>
            </a:r>
          </a:p>
        </p:txBody>
      </p:sp>
      <p:sp>
        <p:nvSpPr>
          <p:cNvPr id="48" name="">
            <a:extLst xmlns:a="http://schemas.openxmlformats.org/drawingml/2006/main">
              <a:ext uri="{FF2B5EF4-FFF2-40B4-BE49-F238E27FC236}">
                <a16:creationId xmlns:a16="http://schemas.microsoft.com/office/drawing/2014/main" id="{3BEA4EEF-F758-4929-B50D-A15A0D2EC09E}"/>
              </a:ext>
            </a:extLst>
          </p:cNvPr>
          <p:cNvSpPr>
            <a:spLocks xmlns:a="http://schemas.openxmlformats.org/drawingml/2006/main" noGrp="1"/>
          </p:cNvSpPr>
          <p:nvPr/>
        </p:nvSpPr>
        <p:spPr>
          <a:xfrm xmlns:a="http://schemas.openxmlformats.org/drawingml/2006/main">
            <a:off x="5715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B9399102-05DB-43DE-842C-7011AF96F9FB}"/>
              </a:ext>
            </a:extLst>
          </p:cNvPr>
          <p:cNvSpPr>
            <a:spLocks xmlns:a="http://schemas.openxmlformats.org/drawingml/2006/main" noGrp="1"/>
          </p:cNvSpPr>
          <p:nvPr/>
        </p:nvSpPr>
        <p:spPr>
          <a:xfrm xmlns:a="http://schemas.openxmlformats.org/drawingml/2006/main">
            <a:off x="571500" y="990600"/>
            <a:ext cx="3543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70D4D448-7F6C-4AFE-836E-0D410818432A}"/>
              </a:ext>
            </a:extLst>
          </p:cNvPr>
          <p:cNvSpPr>
            <a:spLocks xmlns:a="http://schemas.openxmlformats.org/drawingml/2006/main" noGrp="1"/>
          </p:cNvSpPr>
          <p:nvPr/>
        </p:nvSpPr>
        <p:spPr>
          <a:xfrm xmlns:a="http://schemas.openxmlformats.org/drawingml/2006/main">
            <a:off x="3429000" y="1181100"/>
            <a:ext cx="495300" cy="438150"/>
          </a:xfrm>
          <a:prstGeom xmlns:a="http://schemas.openxmlformats.org/drawingml/2006/main" prst="hexagon">
            <a:avLst/>
          </a:prstGeom>
          <a:noFill xmlns:a="http://schemas.openxmlformats.org/drawingml/2006/main"/>
          <a:ln xmlns:a="http://schemas.openxmlformats.org/drawingml/2006/main">
            <a:solidFill>
              <a:srgbClr val="31C7F0">
                <a:alpha val="45000"/>
              </a:srgbClr>
            </a:solidFill>
            <a:prstDash val="solid"/>
          </a:ln>
        </p:spPr>
      </p:sp>
      <p:sp>
        <p:nvSpPr>
          <p:cNvPr id="51" name="">
            <a:extLst xmlns:a="http://schemas.openxmlformats.org/drawingml/2006/main">
              <a:ext uri="{FF2B5EF4-FFF2-40B4-BE49-F238E27FC236}">
                <a16:creationId xmlns:a16="http://schemas.microsoft.com/office/drawing/2014/main" id="{5C8D1824-BE66-4BFA-B041-CA5500EC5490}"/>
              </a:ext>
            </a:extLst>
          </p:cNvPr>
          <p:cNvSpPr>
            <a:spLocks xmlns:a="http://schemas.openxmlformats.org/drawingml/2006/main" noGrp="1"/>
          </p:cNvSpPr>
          <p:nvPr/>
        </p:nvSpPr>
        <p:spPr>
          <a:xfrm xmlns:a="http://schemas.openxmlformats.org/drawingml/2006/main">
            <a:off x="81915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4D26E9B4-AACA-43C3-AA28-7D44F544162A}"/>
              </a:ext>
            </a:extLst>
          </p:cNvPr>
          <p:cNvSpPr>
            <a:spLocks xmlns:a="http://schemas.openxmlformats.org/drawingml/2006/main" noGrp="1"/>
          </p:cNvSpPr>
          <p:nvPr/>
        </p:nvSpPr>
        <p:spPr>
          <a:xfrm xmlns:a="http://schemas.openxmlformats.org/drawingml/2006/main">
            <a:off x="81915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761564BC-A3DD-4A2A-8D85-BFD2A968D5BF}"/>
              </a:ext>
            </a:extLst>
          </p:cNvPr>
          <p:cNvSpPr>
            <a:spLocks xmlns:a="http://schemas.openxmlformats.org/drawingml/2006/main" noGrp="1"/>
          </p:cNvSpPr>
          <p:nvPr/>
        </p:nvSpPr>
        <p:spPr>
          <a:xfrm xmlns:a="http://schemas.openxmlformats.org/drawingml/2006/main">
            <a:off x="904875"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455BBD7-82E6-4230-87CF-B80E923D609D}"/>
              </a:ext>
            </a:extLst>
          </p:cNvPr>
          <p:cNvSpPr>
            <a:spLocks xmlns:a="http://schemas.openxmlformats.org/drawingml/2006/main" noGrp="1"/>
          </p:cNvSpPr>
          <p:nvPr/>
        </p:nvSpPr>
        <p:spPr>
          <a:xfrm xmlns:a="http://schemas.openxmlformats.org/drawingml/2006/main">
            <a:off x="904875"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8703005D-0DBA-4CCE-A119-8589D2026630}"/>
              </a:ext>
            </a:extLst>
          </p:cNvPr>
          <p:cNvSpPr>
            <a:spLocks xmlns:a="http://schemas.openxmlformats.org/drawingml/2006/main" noGrp="1"/>
          </p:cNvSpPr>
          <p:nvPr/>
        </p:nvSpPr>
        <p:spPr>
          <a:xfrm xmlns:a="http://schemas.openxmlformats.org/drawingml/2006/main">
            <a:off x="99060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5A2B6F5E-627B-4285-B6F0-C24D112FD3E9}"/>
              </a:ext>
            </a:extLst>
          </p:cNvPr>
          <p:cNvSpPr>
            <a:spLocks xmlns:a="http://schemas.openxmlformats.org/drawingml/2006/main" noGrp="1"/>
          </p:cNvSpPr>
          <p:nvPr/>
        </p:nvSpPr>
        <p:spPr>
          <a:xfrm xmlns:a="http://schemas.openxmlformats.org/drawingml/2006/main">
            <a:off x="99060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C5A0657-D4AA-404F-99F2-A0D0CE8A1A38}"/>
              </a:ext>
            </a:extLst>
          </p:cNvPr>
          <p:cNvSpPr>
            <a:spLocks xmlns:a="http://schemas.openxmlformats.org/drawingml/2006/main" noGrp="1"/>
          </p:cNvSpPr>
          <p:nvPr/>
        </p:nvSpPr>
        <p:spPr>
          <a:xfrm xmlns:a="http://schemas.openxmlformats.org/drawingml/2006/main">
            <a:off x="1076325"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EC3D760-5FCF-43D2-A361-B3A2D2B7A36E}"/>
              </a:ext>
            </a:extLst>
          </p:cNvPr>
          <p:cNvSpPr>
            <a:spLocks xmlns:a="http://schemas.openxmlformats.org/drawingml/2006/main" noGrp="1"/>
          </p:cNvSpPr>
          <p:nvPr/>
        </p:nvSpPr>
        <p:spPr>
          <a:xfrm xmlns:a="http://schemas.openxmlformats.org/drawingml/2006/main">
            <a:off x="1076325"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1A798F54-96D2-4F89-9B23-B9520F981FF2}"/>
              </a:ext>
            </a:extLst>
          </p:cNvPr>
          <p:cNvSpPr>
            <a:spLocks xmlns:a="http://schemas.openxmlformats.org/drawingml/2006/main" noGrp="1"/>
          </p:cNvSpPr>
          <p:nvPr/>
        </p:nvSpPr>
        <p:spPr>
          <a:xfrm xmlns:a="http://schemas.openxmlformats.org/drawingml/2006/main">
            <a:off x="1162050" y="2590800"/>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5DD5084-EDD2-4345-AD76-882851A7D2D6}"/>
              </a:ext>
            </a:extLst>
          </p:cNvPr>
          <p:cNvSpPr>
            <a:spLocks xmlns:a="http://schemas.openxmlformats.org/drawingml/2006/main" noGrp="1"/>
          </p:cNvSpPr>
          <p:nvPr/>
        </p:nvSpPr>
        <p:spPr>
          <a:xfrm xmlns:a="http://schemas.openxmlformats.org/drawingml/2006/main">
            <a:off x="1162050" y="2676525"/>
            <a:ext cx="19050" cy="19050"/>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22F557B-0A25-42D0-96D6-407C76C1A041}"/>
              </a:ext>
            </a:extLst>
          </p:cNvPr>
          <p:cNvSpPr>
            <a:spLocks xmlns:a="http://schemas.openxmlformats.org/drawingml/2006/main" noGrp="1"/>
          </p:cNvSpPr>
          <p:nvPr/>
        </p:nvSpPr>
        <p:spPr>
          <a:xfrm xmlns:a="http://schemas.openxmlformats.org/drawingml/2006/main">
            <a:off x="8191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01</a:t>
            </a:r>
          </a:p>
        </p:txBody>
      </p:sp>
      <p:sp>
        <p:nvSpPr>
          <p:cNvPr id="62" name="">
            <a:extLst xmlns:a="http://schemas.openxmlformats.org/drawingml/2006/main">
              <a:ext uri="{FF2B5EF4-FFF2-40B4-BE49-F238E27FC236}">
                <a16:creationId xmlns:a16="http://schemas.microsoft.com/office/drawing/2014/main" id="{4A3EE4E4-599D-418C-AA4F-955794188B5D}"/>
              </a:ext>
            </a:extLst>
          </p:cNvPr>
          <p:cNvSpPr>
            <a:spLocks xmlns:a="http://schemas.openxmlformats.org/drawingml/2006/main" noGrp="1"/>
          </p:cNvSpPr>
          <p:nvPr/>
        </p:nvSpPr>
        <p:spPr>
          <a:xfrm xmlns:a="http://schemas.openxmlformats.org/drawingml/2006/main">
            <a:off x="8191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63" name="">
            <a:extLst xmlns:a="http://schemas.openxmlformats.org/drawingml/2006/main">
              <a:ext uri="{FF2B5EF4-FFF2-40B4-BE49-F238E27FC236}">
                <a16:creationId xmlns:a16="http://schemas.microsoft.com/office/drawing/2014/main" id="{FBE94B72-AF4A-43D1-8E1E-9FE812AF55C9}"/>
              </a:ext>
            </a:extLst>
          </p:cNvPr>
          <p:cNvSpPr>
            <a:spLocks xmlns:a="http://schemas.openxmlformats.org/drawingml/2006/main" noGrp="1"/>
          </p:cNvSpPr>
          <p:nvPr/>
        </p:nvSpPr>
        <p:spPr>
          <a:xfrm xmlns:a="http://schemas.openxmlformats.org/drawingml/2006/main">
            <a:off x="8191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A81E770F-69ED-4470-9D2F-A977946E731C}"/>
              </a:ext>
            </a:extLst>
          </p:cNvPr>
          <p:cNvSpPr>
            <a:spLocks xmlns:a="http://schemas.openxmlformats.org/drawingml/2006/main" noGrp="1"/>
          </p:cNvSpPr>
          <p:nvPr/>
        </p:nvSpPr>
        <p:spPr>
          <a:xfrm xmlns:a="http://schemas.openxmlformats.org/drawingml/2006/main">
            <a:off x="8191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标准依据与判定阈值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培训成本结构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三大痛点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方案对比</a:t>
            </a:r>
          </a:p>
        </p:txBody>
      </p:sp>
      <p:sp>
        <p:nvSpPr>
          <p:cNvPr id="65" name="">
            <a:extLst xmlns:a="http://schemas.openxmlformats.org/drawingml/2006/main">
              <a:ext uri="{FF2B5EF4-FFF2-40B4-BE49-F238E27FC236}">
                <a16:creationId xmlns:a16="http://schemas.microsoft.com/office/drawing/2014/main" id="{C3847D01-E69A-4F7D-BC64-061651190153}"/>
              </a:ext>
            </a:extLst>
          </p:cNvPr>
          <p:cNvSpPr>
            <a:spLocks xmlns:a="http://schemas.openxmlformats.org/drawingml/2006/main" noGrp="1"/>
          </p:cNvSpPr>
          <p:nvPr/>
        </p:nvSpPr>
        <p:spPr>
          <a:xfrm xmlns:a="http://schemas.openxmlformats.org/drawingml/2006/main">
            <a:off x="44196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BB476706-CC2D-4092-91D0-6D14B87DEF22}"/>
              </a:ext>
            </a:extLst>
          </p:cNvPr>
          <p:cNvSpPr>
            <a:spLocks xmlns:a="http://schemas.openxmlformats.org/drawingml/2006/main" noGrp="1"/>
          </p:cNvSpPr>
          <p:nvPr/>
        </p:nvSpPr>
        <p:spPr>
          <a:xfrm xmlns:a="http://schemas.openxmlformats.org/drawingml/2006/main">
            <a:off x="4419600" y="990600"/>
            <a:ext cx="354330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DC1FBE85-7ABA-4758-A2E3-EEEC89F40C1E}"/>
              </a:ext>
            </a:extLst>
          </p:cNvPr>
          <p:cNvSpPr>
            <a:spLocks xmlns:a="http://schemas.openxmlformats.org/drawingml/2006/main" noGrp="1"/>
          </p:cNvSpPr>
          <p:nvPr/>
        </p:nvSpPr>
        <p:spPr>
          <a:xfrm xmlns:a="http://schemas.openxmlformats.org/drawingml/2006/main">
            <a:off x="7277100" y="1181100"/>
            <a:ext cx="495300" cy="438150"/>
          </a:xfrm>
          <a:prstGeom xmlns:a="http://schemas.openxmlformats.org/drawingml/2006/main" prst="hexagon">
            <a:avLst/>
          </a:prstGeom>
          <a:noFill xmlns:a="http://schemas.openxmlformats.org/drawingml/2006/main"/>
          <a:ln xmlns:a="http://schemas.openxmlformats.org/drawingml/2006/main">
            <a:solidFill>
              <a:srgbClr val="2E86E8">
                <a:alpha val="45000"/>
              </a:srgbClr>
            </a:solidFill>
            <a:prstDash val="solid"/>
          </a:ln>
        </p:spPr>
      </p:sp>
      <p:sp>
        <p:nvSpPr>
          <p:cNvPr id="68" name="">
            <a:extLst xmlns:a="http://schemas.openxmlformats.org/drawingml/2006/main">
              <a:ext uri="{FF2B5EF4-FFF2-40B4-BE49-F238E27FC236}">
                <a16:creationId xmlns:a16="http://schemas.microsoft.com/office/drawing/2014/main" id="{99ABA775-0264-4C3E-9094-BFF02996218D}"/>
              </a:ext>
            </a:extLst>
          </p:cNvPr>
          <p:cNvSpPr>
            <a:spLocks xmlns:a="http://schemas.openxmlformats.org/drawingml/2006/main" noGrp="1"/>
          </p:cNvSpPr>
          <p:nvPr/>
        </p:nvSpPr>
        <p:spPr>
          <a:xfrm xmlns:a="http://schemas.openxmlformats.org/drawingml/2006/main">
            <a:off x="466725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5E55EB26-E88F-4271-BF59-7FBB4F7FDC7B}"/>
              </a:ext>
            </a:extLst>
          </p:cNvPr>
          <p:cNvSpPr>
            <a:spLocks xmlns:a="http://schemas.openxmlformats.org/drawingml/2006/main" noGrp="1"/>
          </p:cNvSpPr>
          <p:nvPr/>
        </p:nvSpPr>
        <p:spPr>
          <a:xfrm xmlns:a="http://schemas.openxmlformats.org/drawingml/2006/main">
            <a:off x="466725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1E5474DE-E9C6-4BD3-A6DD-D20F23B74372}"/>
              </a:ext>
            </a:extLst>
          </p:cNvPr>
          <p:cNvSpPr>
            <a:spLocks xmlns:a="http://schemas.openxmlformats.org/drawingml/2006/main" noGrp="1"/>
          </p:cNvSpPr>
          <p:nvPr/>
        </p:nvSpPr>
        <p:spPr>
          <a:xfrm xmlns:a="http://schemas.openxmlformats.org/drawingml/2006/main">
            <a:off x="4752975"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1958DED9-030E-4662-9040-96A88DF1F794}"/>
              </a:ext>
            </a:extLst>
          </p:cNvPr>
          <p:cNvSpPr>
            <a:spLocks xmlns:a="http://schemas.openxmlformats.org/drawingml/2006/main" noGrp="1"/>
          </p:cNvSpPr>
          <p:nvPr/>
        </p:nvSpPr>
        <p:spPr>
          <a:xfrm xmlns:a="http://schemas.openxmlformats.org/drawingml/2006/main">
            <a:off x="4752975"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D78829FC-E5E6-4409-8DAF-393D39F5CF92}"/>
              </a:ext>
            </a:extLst>
          </p:cNvPr>
          <p:cNvSpPr>
            <a:spLocks xmlns:a="http://schemas.openxmlformats.org/drawingml/2006/main" noGrp="1"/>
          </p:cNvSpPr>
          <p:nvPr/>
        </p:nvSpPr>
        <p:spPr>
          <a:xfrm xmlns:a="http://schemas.openxmlformats.org/drawingml/2006/main">
            <a:off x="483870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44CA63DD-9087-41E3-B445-1622F3851087}"/>
              </a:ext>
            </a:extLst>
          </p:cNvPr>
          <p:cNvSpPr>
            <a:spLocks xmlns:a="http://schemas.openxmlformats.org/drawingml/2006/main" noGrp="1"/>
          </p:cNvSpPr>
          <p:nvPr/>
        </p:nvSpPr>
        <p:spPr>
          <a:xfrm xmlns:a="http://schemas.openxmlformats.org/drawingml/2006/main">
            <a:off x="483870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D81A757C-C3D8-44AD-970D-0ED2DA186714}"/>
              </a:ext>
            </a:extLst>
          </p:cNvPr>
          <p:cNvSpPr>
            <a:spLocks xmlns:a="http://schemas.openxmlformats.org/drawingml/2006/main" noGrp="1"/>
          </p:cNvSpPr>
          <p:nvPr/>
        </p:nvSpPr>
        <p:spPr>
          <a:xfrm xmlns:a="http://schemas.openxmlformats.org/drawingml/2006/main">
            <a:off x="4924425"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C02FA1E-F9BF-4CDD-8833-E57733107EBC}"/>
              </a:ext>
            </a:extLst>
          </p:cNvPr>
          <p:cNvSpPr>
            <a:spLocks xmlns:a="http://schemas.openxmlformats.org/drawingml/2006/main" noGrp="1"/>
          </p:cNvSpPr>
          <p:nvPr/>
        </p:nvSpPr>
        <p:spPr>
          <a:xfrm xmlns:a="http://schemas.openxmlformats.org/drawingml/2006/main">
            <a:off x="4924425"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B9751DC9-FE6B-4BE4-8DB6-90B2A8D5A70A}"/>
              </a:ext>
            </a:extLst>
          </p:cNvPr>
          <p:cNvSpPr>
            <a:spLocks xmlns:a="http://schemas.openxmlformats.org/drawingml/2006/main" noGrp="1"/>
          </p:cNvSpPr>
          <p:nvPr/>
        </p:nvSpPr>
        <p:spPr>
          <a:xfrm xmlns:a="http://schemas.openxmlformats.org/drawingml/2006/main">
            <a:off x="5010150" y="2590800"/>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69D98B8A-2EF9-4CDB-967F-870514202318}"/>
              </a:ext>
            </a:extLst>
          </p:cNvPr>
          <p:cNvSpPr>
            <a:spLocks xmlns:a="http://schemas.openxmlformats.org/drawingml/2006/main" noGrp="1"/>
          </p:cNvSpPr>
          <p:nvPr/>
        </p:nvSpPr>
        <p:spPr>
          <a:xfrm xmlns:a="http://schemas.openxmlformats.org/drawingml/2006/main">
            <a:off x="5010150" y="2676525"/>
            <a:ext cx="19050" cy="19050"/>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48519A31-4CD8-46AE-844F-CCEEE71E4283}"/>
              </a:ext>
            </a:extLst>
          </p:cNvPr>
          <p:cNvSpPr>
            <a:spLocks xmlns:a="http://schemas.openxmlformats.org/drawingml/2006/main" noGrp="1"/>
          </p:cNvSpPr>
          <p:nvPr/>
        </p:nvSpPr>
        <p:spPr>
          <a:xfrm xmlns:a="http://schemas.openxmlformats.org/drawingml/2006/main">
            <a:off x="46672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02</a:t>
            </a:r>
          </a:p>
        </p:txBody>
      </p:sp>
      <p:sp>
        <p:nvSpPr>
          <p:cNvPr id="79" name="">
            <a:extLst xmlns:a="http://schemas.openxmlformats.org/drawingml/2006/main">
              <a:ext uri="{FF2B5EF4-FFF2-40B4-BE49-F238E27FC236}">
                <a16:creationId xmlns:a16="http://schemas.microsoft.com/office/drawing/2014/main" id="{8D3654AD-ABAB-430D-A3B8-35A8D01A0D63}"/>
              </a:ext>
            </a:extLst>
          </p:cNvPr>
          <p:cNvSpPr>
            <a:spLocks xmlns:a="http://schemas.openxmlformats.org/drawingml/2006/main" noGrp="1"/>
          </p:cNvSpPr>
          <p:nvPr/>
        </p:nvSpPr>
        <p:spPr>
          <a:xfrm xmlns:a="http://schemas.openxmlformats.org/drawingml/2006/main">
            <a:off x="46672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80" name="">
            <a:extLst xmlns:a="http://schemas.openxmlformats.org/drawingml/2006/main">
              <a:ext uri="{FF2B5EF4-FFF2-40B4-BE49-F238E27FC236}">
                <a16:creationId xmlns:a16="http://schemas.microsoft.com/office/drawing/2014/main" id="{341D27F0-C2D5-4FD9-A901-AA44E6EA6F3B}"/>
              </a:ext>
            </a:extLst>
          </p:cNvPr>
          <p:cNvSpPr>
            <a:spLocks xmlns:a="http://schemas.openxmlformats.org/drawingml/2006/main" noGrp="1"/>
          </p:cNvSpPr>
          <p:nvPr/>
        </p:nvSpPr>
        <p:spPr>
          <a:xfrm xmlns:a="http://schemas.openxmlformats.org/drawingml/2006/main">
            <a:off x="46672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56BE1E2E-D0A1-4996-8244-7779C17CC840}"/>
              </a:ext>
            </a:extLst>
          </p:cNvPr>
          <p:cNvSpPr>
            <a:spLocks xmlns:a="http://schemas.openxmlformats.org/drawingml/2006/main" noGrp="1"/>
          </p:cNvSpPr>
          <p:nvPr/>
        </p:nvSpPr>
        <p:spPr>
          <a:xfrm xmlns:a="http://schemas.openxmlformats.org/drawingml/2006/main">
            <a:off x="46672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五层总体框架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技术路线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四项核心创新点</a:t>
            </a:r>
          </a:p>
        </p:txBody>
      </p:sp>
      <p:sp>
        <p:nvSpPr>
          <p:cNvPr id="82" name="">
            <a:extLst xmlns:a="http://schemas.openxmlformats.org/drawingml/2006/main">
              <a:ext uri="{FF2B5EF4-FFF2-40B4-BE49-F238E27FC236}">
                <a16:creationId xmlns:a16="http://schemas.microsoft.com/office/drawing/2014/main" id="{2F6CB8C1-31CB-4DEC-8846-45F2655A9BFC}"/>
              </a:ext>
            </a:extLst>
          </p:cNvPr>
          <p:cNvSpPr>
            <a:spLocks xmlns:a="http://schemas.openxmlformats.org/drawingml/2006/main" noGrp="1"/>
          </p:cNvSpPr>
          <p:nvPr/>
        </p:nvSpPr>
        <p:spPr>
          <a:xfrm xmlns:a="http://schemas.openxmlformats.org/drawingml/2006/main">
            <a:off x="8267700" y="9906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FF520DDD-5FB1-4C31-A523-948B42D453EA}"/>
              </a:ext>
            </a:extLst>
          </p:cNvPr>
          <p:cNvSpPr>
            <a:spLocks xmlns:a="http://schemas.openxmlformats.org/drawingml/2006/main" noGrp="1"/>
          </p:cNvSpPr>
          <p:nvPr/>
        </p:nvSpPr>
        <p:spPr>
          <a:xfrm xmlns:a="http://schemas.openxmlformats.org/drawingml/2006/main">
            <a:off x="8267700" y="990600"/>
            <a:ext cx="3543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DE048069-3C3B-453E-ADE6-E57F9ADF81AD}"/>
              </a:ext>
            </a:extLst>
          </p:cNvPr>
          <p:cNvSpPr>
            <a:spLocks xmlns:a="http://schemas.openxmlformats.org/drawingml/2006/main" noGrp="1"/>
          </p:cNvSpPr>
          <p:nvPr/>
        </p:nvSpPr>
        <p:spPr>
          <a:xfrm xmlns:a="http://schemas.openxmlformats.org/drawingml/2006/main">
            <a:off x="11125200" y="1181100"/>
            <a:ext cx="495300" cy="438150"/>
          </a:xfrm>
          <a:prstGeom xmlns:a="http://schemas.openxmlformats.org/drawingml/2006/main" prst="hexagon">
            <a:avLst/>
          </a:prstGeom>
          <a:noFill xmlns:a="http://schemas.openxmlformats.org/drawingml/2006/main"/>
          <a:ln xmlns:a="http://schemas.openxmlformats.org/drawingml/2006/main">
            <a:solidFill>
              <a:srgbClr val="F5C33B">
                <a:alpha val="45000"/>
              </a:srgbClr>
            </a:solidFill>
            <a:prstDash val="solid"/>
          </a:ln>
        </p:spPr>
      </p:sp>
      <p:sp>
        <p:nvSpPr>
          <p:cNvPr id="85" name="">
            <a:extLst xmlns:a="http://schemas.openxmlformats.org/drawingml/2006/main">
              <a:ext uri="{FF2B5EF4-FFF2-40B4-BE49-F238E27FC236}">
                <a16:creationId xmlns:a16="http://schemas.microsoft.com/office/drawing/2014/main" id="{2601BBDC-38BD-4722-9335-C1E02127498E}"/>
              </a:ext>
            </a:extLst>
          </p:cNvPr>
          <p:cNvSpPr>
            <a:spLocks xmlns:a="http://schemas.openxmlformats.org/drawingml/2006/main" noGrp="1"/>
          </p:cNvSpPr>
          <p:nvPr/>
        </p:nvSpPr>
        <p:spPr>
          <a:xfrm xmlns:a="http://schemas.openxmlformats.org/drawingml/2006/main">
            <a:off x="851535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35A2449E-F773-4DDF-BB22-0E0AE9E347F2}"/>
              </a:ext>
            </a:extLst>
          </p:cNvPr>
          <p:cNvSpPr>
            <a:spLocks xmlns:a="http://schemas.openxmlformats.org/drawingml/2006/main" noGrp="1"/>
          </p:cNvSpPr>
          <p:nvPr/>
        </p:nvSpPr>
        <p:spPr>
          <a:xfrm xmlns:a="http://schemas.openxmlformats.org/drawingml/2006/main">
            <a:off x="851535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F21C1D24-8AF2-46F6-A52B-FE59FFF08A5E}"/>
              </a:ext>
            </a:extLst>
          </p:cNvPr>
          <p:cNvSpPr>
            <a:spLocks xmlns:a="http://schemas.openxmlformats.org/drawingml/2006/main" noGrp="1"/>
          </p:cNvSpPr>
          <p:nvPr/>
        </p:nvSpPr>
        <p:spPr>
          <a:xfrm xmlns:a="http://schemas.openxmlformats.org/drawingml/2006/main">
            <a:off x="8601075"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D489F5DE-DE78-4405-9022-5BF2FC2CE174}"/>
              </a:ext>
            </a:extLst>
          </p:cNvPr>
          <p:cNvSpPr>
            <a:spLocks xmlns:a="http://schemas.openxmlformats.org/drawingml/2006/main" noGrp="1"/>
          </p:cNvSpPr>
          <p:nvPr/>
        </p:nvSpPr>
        <p:spPr>
          <a:xfrm xmlns:a="http://schemas.openxmlformats.org/drawingml/2006/main">
            <a:off x="8601075"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434F9D66-8C41-4E3A-B7DC-973F808C3EBE}"/>
              </a:ext>
            </a:extLst>
          </p:cNvPr>
          <p:cNvSpPr>
            <a:spLocks xmlns:a="http://schemas.openxmlformats.org/drawingml/2006/main" noGrp="1"/>
          </p:cNvSpPr>
          <p:nvPr/>
        </p:nvSpPr>
        <p:spPr>
          <a:xfrm xmlns:a="http://schemas.openxmlformats.org/drawingml/2006/main">
            <a:off x="868680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8E89AA1D-0ADC-4069-BC14-87B0060C23BE}"/>
              </a:ext>
            </a:extLst>
          </p:cNvPr>
          <p:cNvSpPr>
            <a:spLocks xmlns:a="http://schemas.openxmlformats.org/drawingml/2006/main" noGrp="1"/>
          </p:cNvSpPr>
          <p:nvPr/>
        </p:nvSpPr>
        <p:spPr>
          <a:xfrm xmlns:a="http://schemas.openxmlformats.org/drawingml/2006/main">
            <a:off x="868680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7535A44-0330-43FB-8E72-7A9B0E8EC63D}"/>
              </a:ext>
            </a:extLst>
          </p:cNvPr>
          <p:cNvSpPr>
            <a:spLocks xmlns:a="http://schemas.openxmlformats.org/drawingml/2006/main" noGrp="1"/>
          </p:cNvSpPr>
          <p:nvPr/>
        </p:nvSpPr>
        <p:spPr>
          <a:xfrm xmlns:a="http://schemas.openxmlformats.org/drawingml/2006/main">
            <a:off x="8772525"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74E17ED5-2480-4618-BEE8-3C0836059811}"/>
              </a:ext>
            </a:extLst>
          </p:cNvPr>
          <p:cNvSpPr>
            <a:spLocks xmlns:a="http://schemas.openxmlformats.org/drawingml/2006/main" noGrp="1"/>
          </p:cNvSpPr>
          <p:nvPr/>
        </p:nvSpPr>
        <p:spPr>
          <a:xfrm xmlns:a="http://schemas.openxmlformats.org/drawingml/2006/main">
            <a:off x="8772525"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0591D1E5-6A6E-451B-960A-1539C496EA43}"/>
              </a:ext>
            </a:extLst>
          </p:cNvPr>
          <p:cNvSpPr>
            <a:spLocks xmlns:a="http://schemas.openxmlformats.org/drawingml/2006/main" noGrp="1"/>
          </p:cNvSpPr>
          <p:nvPr/>
        </p:nvSpPr>
        <p:spPr>
          <a:xfrm xmlns:a="http://schemas.openxmlformats.org/drawingml/2006/main">
            <a:off x="8858250" y="2590800"/>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DDFAD824-5A94-4571-972C-6A1537AF871B}"/>
              </a:ext>
            </a:extLst>
          </p:cNvPr>
          <p:cNvSpPr>
            <a:spLocks xmlns:a="http://schemas.openxmlformats.org/drawingml/2006/main" noGrp="1"/>
          </p:cNvSpPr>
          <p:nvPr/>
        </p:nvSpPr>
        <p:spPr>
          <a:xfrm xmlns:a="http://schemas.openxmlformats.org/drawingml/2006/main">
            <a:off x="8858250" y="2676525"/>
            <a:ext cx="19050" cy="19050"/>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23F67A75-32AC-4D88-871B-6ABD4DF26AE9}"/>
              </a:ext>
            </a:extLst>
          </p:cNvPr>
          <p:cNvSpPr>
            <a:spLocks xmlns:a="http://schemas.openxmlformats.org/drawingml/2006/main" noGrp="1"/>
          </p:cNvSpPr>
          <p:nvPr/>
        </p:nvSpPr>
        <p:spPr>
          <a:xfrm xmlns:a="http://schemas.openxmlformats.org/drawingml/2006/main">
            <a:off x="85153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03</a:t>
            </a:r>
          </a:p>
        </p:txBody>
      </p:sp>
      <p:sp>
        <p:nvSpPr>
          <p:cNvPr id="96" name="">
            <a:extLst xmlns:a="http://schemas.openxmlformats.org/drawingml/2006/main">
              <a:ext uri="{FF2B5EF4-FFF2-40B4-BE49-F238E27FC236}">
                <a16:creationId xmlns:a16="http://schemas.microsoft.com/office/drawing/2014/main" id="{468CAAC9-A193-4D9D-9D57-5ECDE0138C18}"/>
              </a:ext>
            </a:extLst>
          </p:cNvPr>
          <p:cNvSpPr>
            <a:spLocks xmlns:a="http://schemas.openxmlformats.org/drawingml/2006/main" noGrp="1"/>
          </p:cNvSpPr>
          <p:nvPr/>
        </p:nvSpPr>
        <p:spPr>
          <a:xfrm xmlns:a="http://schemas.openxmlformats.org/drawingml/2006/main">
            <a:off x="85153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97" name="">
            <a:extLst xmlns:a="http://schemas.openxmlformats.org/drawingml/2006/main">
              <a:ext uri="{FF2B5EF4-FFF2-40B4-BE49-F238E27FC236}">
                <a16:creationId xmlns:a16="http://schemas.microsoft.com/office/drawing/2014/main" id="{0173F102-1421-49F7-B728-DA13D4325920}"/>
              </a:ext>
            </a:extLst>
          </p:cNvPr>
          <p:cNvSpPr>
            <a:spLocks xmlns:a="http://schemas.openxmlformats.org/drawingml/2006/main" noGrp="1"/>
          </p:cNvSpPr>
          <p:nvPr/>
        </p:nvSpPr>
        <p:spPr>
          <a:xfrm xmlns:a="http://schemas.openxmlformats.org/drawingml/2006/main">
            <a:off x="8515350" y="21717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E7CE8520-8BD4-4712-91B6-4B7927C7F610}"/>
              </a:ext>
            </a:extLst>
          </p:cNvPr>
          <p:cNvSpPr>
            <a:spLocks xmlns:a="http://schemas.openxmlformats.org/drawingml/2006/main" noGrp="1"/>
          </p:cNvSpPr>
          <p:nvPr/>
        </p:nvSpPr>
        <p:spPr>
          <a:xfrm xmlns:a="http://schemas.openxmlformats.org/drawingml/2006/main">
            <a:off x="85153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规则引擎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气体检测归因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个性化组卷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课程匹配</a:t>
            </a:r>
          </a:p>
        </p:txBody>
      </p:sp>
      <p:sp>
        <p:nvSpPr>
          <p:cNvPr id="99" name="">
            <a:extLst xmlns:a="http://schemas.openxmlformats.org/drawingml/2006/main">
              <a:ext uri="{FF2B5EF4-FFF2-40B4-BE49-F238E27FC236}">
                <a16:creationId xmlns:a16="http://schemas.microsoft.com/office/drawing/2014/main" id="{B38060C8-AA07-4D69-9198-107933ADC972}"/>
              </a:ext>
            </a:extLst>
          </p:cNvPr>
          <p:cNvSpPr>
            <a:spLocks xmlns:a="http://schemas.openxmlformats.org/drawingml/2006/main" noGrp="1"/>
          </p:cNvSpPr>
          <p:nvPr/>
        </p:nvSpPr>
        <p:spPr>
          <a:xfrm xmlns:a="http://schemas.openxmlformats.org/drawingml/2006/main">
            <a:off x="5715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C844026A-7DD6-417D-A3CC-7E39CCA45236}"/>
              </a:ext>
            </a:extLst>
          </p:cNvPr>
          <p:cNvSpPr>
            <a:spLocks xmlns:a="http://schemas.openxmlformats.org/drawingml/2006/main" noGrp="1"/>
          </p:cNvSpPr>
          <p:nvPr/>
        </p:nvSpPr>
        <p:spPr>
          <a:xfrm xmlns:a="http://schemas.openxmlformats.org/drawingml/2006/main">
            <a:off x="571500" y="3200400"/>
            <a:ext cx="3543300" cy="4762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B69C5BCE-7DCC-43D3-80C7-32B52856FB9A}"/>
              </a:ext>
            </a:extLst>
          </p:cNvPr>
          <p:cNvSpPr>
            <a:spLocks xmlns:a="http://schemas.openxmlformats.org/drawingml/2006/main" noGrp="1"/>
          </p:cNvSpPr>
          <p:nvPr/>
        </p:nvSpPr>
        <p:spPr>
          <a:xfrm xmlns:a="http://schemas.openxmlformats.org/drawingml/2006/main">
            <a:off x="3429000" y="3390900"/>
            <a:ext cx="495300" cy="438150"/>
          </a:xfrm>
          <a:prstGeom xmlns:a="http://schemas.openxmlformats.org/drawingml/2006/main" prst="hexagon">
            <a:avLst/>
          </a:prstGeom>
          <a:noFill xmlns:a="http://schemas.openxmlformats.org/drawingml/2006/main"/>
          <a:ln xmlns:a="http://schemas.openxmlformats.org/drawingml/2006/main">
            <a:solidFill>
              <a:srgbClr val="2AD3B6">
                <a:alpha val="45000"/>
              </a:srgbClr>
            </a:solidFill>
            <a:prstDash val="solid"/>
          </a:ln>
        </p:spPr>
      </p:sp>
      <p:sp>
        <p:nvSpPr>
          <p:cNvPr id="102" name="">
            <a:extLst xmlns:a="http://schemas.openxmlformats.org/drawingml/2006/main">
              <a:ext uri="{FF2B5EF4-FFF2-40B4-BE49-F238E27FC236}">
                <a16:creationId xmlns:a16="http://schemas.microsoft.com/office/drawing/2014/main" id="{B99F18E2-0251-4BA5-ACDD-596C4CAA49E3}"/>
              </a:ext>
            </a:extLst>
          </p:cNvPr>
          <p:cNvSpPr>
            <a:spLocks xmlns:a="http://schemas.openxmlformats.org/drawingml/2006/main" noGrp="1"/>
          </p:cNvSpPr>
          <p:nvPr/>
        </p:nvSpPr>
        <p:spPr>
          <a:xfrm xmlns:a="http://schemas.openxmlformats.org/drawingml/2006/main">
            <a:off x="81915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E6610119-2379-4A58-B4E5-C33B9827D2ED}"/>
              </a:ext>
            </a:extLst>
          </p:cNvPr>
          <p:cNvSpPr>
            <a:spLocks xmlns:a="http://schemas.openxmlformats.org/drawingml/2006/main" noGrp="1"/>
          </p:cNvSpPr>
          <p:nvPr/>
        </p:nvSpPr>
        <p:spPr>
          <a:xfrm xmlns:a="http://schemas.openxmlformats.org/drawingml/2006/main">
            <a:off x="81915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1BCD8938-F2B3-4435-8D5A-F1DE757C5274}"/>
              </a:ext>
            </a:extLst>
          </p:cNvPr>
          <p:cNvSpPr>
            <a:spLocks xmlns:a="http://schemas.openxmlformats.org/drawingml/2006/main" noGrp="1"/>
          </p:cNvSpPr>
          <p:nvPr/>
        </p:nvSpPr>
        <p:spPr>
          <a:xfrm xmlns:a="http://schemas.openxmlformats.org/drawingml/2006/main">
            <a:off x="904875"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6BC508D0-689B-4880-91E6-14CCC6F3DAE5}"/>
              </a:ext>
            </a:extLst>
          </p:cNvPr>
          <p:cNvSpPr>
            <a:spLocks xmlns:a="http://schemas.openxmlformats.org/drawingml/2006/main" noGrp="1"/>
          </p:cNvSpPr>
          <p:nvPr/>
        </p:nvSpPr>
        <p:spPr>
          <a:xfrm xmlns:a="http://schemas.openxmlformats.org/drawingml/2006/main">
            <a:off x="904875"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3ED61A4D-9BC5-42FD-86CE-12131CFD77CC}"/>
              </a:ext>
            </a:extLst>
          </p:cNvPr>
          <p:cNvSpPr>
            <a:spLocks xmlns:a="http://schemas.openxmlformats.org/drawingml/2006/main" noGrp="1"/>
          </p:cNvSpPr>
          <p:nvPr/>
        </p:nvSpPr>
        <p:spPr>
          <a:xfrm xmlns:a="http://schemas.openxmlformats.org/drawingml/2006/main">
            <a:off x="99060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3B2A5630-6583-4679-BB99-E83D0DCA17A2}"/>
              </a:ext>
            </a:extLst>
          </p:cNvPr>
          <p:cNvSpPr>
            <a:spLocks xmlns:a="http://schemas.openxmlformats.org/drawingml/2006/main" noGrp="1"/>
          </p:cNvSpPr>
          <p:nvPr/>
        </p:nvSpPr>
        <p:spPr>
          <a:xfrm xmlns:a="http://schemas.openxmlformats.org/drawingml/2006/main">
            <a:off x="99060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55488086-3CD9-478F-80B9-013626CA096A}"/>
              </a:ext>
            </a:extLst>
          </p:cNvPr>
          <p:cNvSpPr>
            <a:spLocks xmlns:a="http://schemas.openxmlformats.org/drawingml/2006/main" noGrp="1"/>
          </p:cNvSpPr>
          <p:nvPr/>
        </p:nvSpPr>
        <p:spPr>
          <a:xfrm xmlns:a="http://schemas.openxmlformats.org/drawingml/2006/main">
            <a:off x="1076325"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6A967555-B9A4-49DF-A77C-4A09A5DE8D5B}"/>
              </a:ext>
            </a:extLst>
          </p:cNvPr>
          <p:cNvSpPr>
            <a:spLocks xmlns:a="http://schemas.openxmlformats.org/drawingml/2006/main" noGrp="1"/>
          </p:cNvSpPr>
          <p:nvPr/>
        </p:nvSpPr>
        <p:spPr>
          <a:xfrm xmlns:a="http://schemas.openxmlformats.org/drawingml/2006/main">
            <a:off x="1076325"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3BD787B3-9116-49C8-BEBF-28A0E630BF94}"/>
              </a:ext>
            </a:extLst>
          </p:cNvPr>
          <p:cNvSpPr>
            <a:spLocks xmlns:a="http://schemas.openxmlformats.org/drawingml/2006/main" noGrp="1"/>
          </p:cNvSpPr>
          <p:nvPr/>
        </p:nvSpPr>
        <p:spPr>
          <a:xfrm xmlns:a="http://schemas.openxmlformats.org/drawingml/2006/main">
            <a:off x="1162050" y="4800600"/>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8795A2C1-56E7-4717-9ED1-C3AEECDC7566}"/>
              </a:ext>
            </a:extLst>
          </p:cNvPr>
          <p:cNvSpPr>
            <a:spLocks xmlns:a="http://schemas.openxmlformats.org/drawingml/2006/main" noGrp="1"/>
          </p:cNvSpPr>
          <p:nvPr/>
        </p:nvSpPr>
        <p:spPr>
          <a:xfrm xmlns:a="http://schemas.openxmlformats.org/drawingml/2006/main">
            <a:off x="1162050" y="4886325"/>
            <a:ext cx="19050" cy="19050"/>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A6AE044F-6853-4573-87AF-B467582714AF}"/>
              </a:ext>
            </a:extLst>
          </p:cNvPr>
          <p:cNvSpPr>
            <a:spLocks xmlns:a="http://schemas.openxmlformats.org/drawingml/2006/main" noGrp="1"/>
          </p:cNvSpPr>
          <p:nvPr/>
        </p:nvSpPr>
        <p:spPr>
          <a:xfrm xmlns:a="http://schemas.openxmlformats.org/drawingml/2006/main">
            <a:off x="8191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04</a:t>
            </a:r>
          </a:p>
        </p:txBody>
      </p:sp>
      <p:sp>
        <p:nvSpPr>
          <p:cNvPr id="113" name="">
            <a:extLst xmlns:a="http://schemas.openxmlformats.org/drawingml/2006/main">
              <a:ext uri="{FF2B5EF4-FFF2-40B4-BE49-F238E27FC236}">
                <a16:creationId xmlns:a16="http://schemas.microsoft.com/office/drawing/2014/main" id="{21E5B8DB-7F82-4B7E-8DD2-1D6737F01857}"/>
              </a:ext>
            </a:extLst>
          </p:cNvPr>
          <p:cNvSpPr>
            <a:spLocks xmlns:a="http://schemas.openxmlformats.org/drawingml/2006/main" noGrp="1"/>
          </p:cNvSpPr>
          <p:nvPr/>
        </p:nvSpPr>
        <p:spPr>
          <a:xfrm xmlns:a="http://schemas.openxmlformats.org/drawingml/2006/main">
            <a:off x="8191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114" name="">
            <a:extLst xmlns:a="http://schemas.openxmlformats.org/drawingml/2006/main">
              <a:ext uri="{FF2B5EF4-FFF2-40B4-BE49-F238E27FC236}">
                <a16:creationId xmlns:a16="http://schemas.microsoft.com/office/drawing/2014/main" id="{C6705991-761D-41C2-93C7-1C5D149C42EF}"/>
              </a:ext>
            </a:extLst>
          </p:cNvPr>
          <p:cNvSpPr>
            <a:spLocks xmlns:a="http://schemas.openxmlformats.org/drawingml/2006/main" noGrp="1"/>
          </p:cNvSpPr>
          <p:nvPr/>
        </p:nvSpPr>
        <p:spPr>
          <a:xfrm xmlns:a="http://schemas.openxmlformats.org/drawingml/2006/main">
            <a:off x="8191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67D80969-6F64-4742-A738-106E21DA6035}"/>
              </a:ext>
            </a:extLst>
          </p:cNvPr>
          <p:cNvSpPr>
            <a:spLocks xmlns:a="http://schemas.openxmlformats.org/drawingml/2006/main" noGrp="1"/>
          </p:cNvSpPr>
          <p:nvPr/>
        </p:nvSpPr>
        <p:spPr>
          <a:xfrm xmlns:a="http://schemas.openxmlformats.org/drawingml/2006/main">
            <a:off x="8191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四层架构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系统界面与四类角色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建议到留痕的闭环</a:t>
            </a:r>
          </a:p>
        </p:txBody>
      </p:sp>
      <p:sp>
        <p:nvSpPr>
          <p:cNvPr id="116" name="">
            <a:extLst xmlns:a="http://schemas.openxmlformats.org/drawingml/2006/main">
              <a:ext uri="{FF2B5EF4-FFF2-40B4-BE49-F238E27FC236}">
                <a16:creationId xmlns:a16="http://schemas.microsoft.com/office/drawing/2014/main" id="{F803924A-22B0-4070-8C9B-1C67AD074088}"/>
              </a:ext>
            </a:extLst>
          </p:cNvPr>
          <p:cNvSpPr>
            <a:spLocks xmlns:a="http://schemas.openxmlformats.org/drawingml/2006/main" noGrp="1"/>
          </p:cNvSpPr>
          <p:nvPr/>
        </p:nvSpPr>
        <p:spPr>
          <a:xfrm xmlns:a="http://schemas.openxmlformats.org/drawingml/2006/main">
            <a:off x="44196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7" name="">
            <a:extLst xmlns:a="http://schemas.openxmlformats.org/drawingml/2006/main">
              <a:ext uri="{FF2B5EF4-FFF2-40B4-BE49-F238E27FC236}">
                <a16:creationId xmlns:a16="http://schemas.microsoft.com/office/drawing/2014/main" id="{3F6CC81F-A5D8-4277-9D62-7CCCA64AFD2C}"/>
              </a:ext>
            </a:extLst>
          </p:cNvPr>
          <p:cNvSpPr>
            <a:spLocks xmlns:a="http://schemas.openxmlformats.org/drawingml/2006/main" noGrp="1"/>
          </p:cNvSpPr>
          <p:nvPr/>
        </p:nvSpPr>
        <p:spPr>
          <a:xfrm xmlns:a="http://schemas.openxmlformats.org/drawingml/2006/main">
            <a:off x="4419600" y="3200400"/>
            <a:ext cx="354330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6F2465A6-EDD5-4C28-B7FC-F39C036BF63E}"/>
              </a:ext>
            </a:extLst>
          </p:cNvPr>
          <p:cNvSpPr>
            <a:spLocks xmlns:a="http://schemas.openxmlformats.org/drawingml/2006/main" noGrp="1"/>
          </p:cNvSpPr>
          <p:nvPr/>
        </p:nvSpPr>
        <p:spPr>
          <a:xfrm xmlns:a="http://schemas.openxmlformats.org/drawingml/2006/main">
            <a:off x="7277100" y="3390900"/>
            <a:ext cx="495300" cy="438150"/>
          </a:xfrm>
          <a:prstGeom xmlns:a="http://schemas.openxmlformats.org/drawingml/2006/main" prst="hexagon">
            <a:avLst/>
          </a:prstGeom>
          <a:noFill xmlns:a="http://schemas.openxmlformats.org/drawingml/2006/main"/>
          <a:ln xmlns:a="http://schemas.openxmlformats.org/drawingml/2006/main">
            <a:solidFill>
              <a:srgbClr val="9B8CFF">
                <a:alpha val="45000"/>
              </a:srgbClr>
            </a:solidFill>
            <a:prstDash val="solid"/>
          </a:ln>
        </p:spPr>
      </p:sp>
      <p:sp>
        <p:nvSpPr>
          <p:cNvPr id="119" name="">
            <a:extLst xmlns:a="http://schemas.openxmlformats.org/drawingml/2006/main">
              <a:ext uri="{FF2B5EF4-FFF2-40B4-BE49-F238E27FC236}">
                <a16:creationId xmlns:a16="http://schemas.microsoft.com/office/drawing/2014/main" id="{9209D761-16BF-463D-8AF9-4BE1211457DC}"/>
              </a:ext>
            </a:extLst>
          </p:cNvPr>
          <p:cNvSpPr>
            <a:spLocks xmlns:a="http://schemas.openxmlformats.org/drawingml/2006/main" noGrp="1"/>
          </p:cNvSpPr>
          <p:nvPr/>
        </p:nvSpPr>
        <p:spPr>
          <a:xfrm xmlns:a="http://schemas.openxmlformats.org/drawingml/2006/main">
            <a:off x="466725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0B11D163-0785-4939-8D03-BE66BD2DCE90}"/>
              </a:ext>
            </a:extLst>
          </p:cNvPr>
          <p:cNvSpPr>
            <a:spLocks xmlns:a="http://schemas.openxmlformats.org/drawingml/2006/main" noGrp="1"/>
          </p:cNvSpPr>
          <p:nvPr/>
        </p:nvSpPr>
        <p:spPr>
          <a:xfrm xmlns:a="http://schemas.openxmlformats.org/drawingml/2006/main">
            <a:off x="466725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76647277-B594-4169-A3AE-E32EBFFBE823}"/>
              </a:ext>
            </a:extLst>
          </p:cNvPr>
          <p:cNvSpPr>
            <a:spLocks xmlns:a="http://schemas.openxmlformats.org/drawingml/2006/main" noGrp="1"/>
          </p:cNvSpPr>
          <p:nvPr/>
        </p:nvSpPr>
        <p:spPr>
          <a:xfrm xmlns:a="http://schemas.openxmlformats.org/drawingml/2006/main">
            <a:off x="4752975"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AD2FD816-0E0F-4118-9701-0A73C507CAB3}"/>
              </a:ext>
            </a:extLst>
          </p:cNvPr>
          <p:cNvSpPr>
            <a:spLocks xmlns:a="http://schemas.openxmlformats.org/drawingml/2006/main" noGrp="1"/>
          </p:cNvSpPr>
          <p:nvPr/>
        </p:nvSpPr>
        <p:spPr>
          <a:xfrm xmlns:a="http://schemas.openxmlformats.org/drawingml/2006/main">
            <a:off x="4752975"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C1697C6A-C867-4941-95A5-8C3231D44A97}"/>
              </a:ext>
            </a:extLst>
          </p:cNvPr>
          <p:cNvSpPr>
            <a:spLocks xmlns:a="http://schemas.openxmlformats.org/drawingml/2006/main" noGrp="1"/>
          </p:cNvSpPr>
          <p:nvPr/>
        </p:nvSpPr>
        <p:spPr>
          <a:xfrm xmlns:a="http://schemas.openxmlformats.org/drawingml/2006/main">
            <a:off x="483870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2A418E84-6FDD-4F11-AB22-8878C22AD14F}"/>
              </a:ext>
            </a:extLst>
          </p:cNvPr>
          <p:cNvSpPr>
            <a:spLocks xmlns:a="http://schemas.openxmlformats.org/drawingml/2006/main" noGrp="1"/>
          </p:cNvSpPr>
          <p:nvPr/>
        </p:nvSpPr>
        <p:spPr>
          <a:xfrm xmlns:a="http://schemas.openxmlformats.org/drawingml/2006/main">
            <a:off x="483870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1623FD0D-6A72-482D-B1E3-639A8D8BB25B}"/>
              </a:ext>
            </a:extLst>
          </p:cNvPr>
          <p:cNvSpPr>
            <a:spLocks xmlns:a="http://schemas.openxmlformats.org/drawingml/2006/main" noGrp="1"/>
          </p:cNvSpPr>
          <p:nvPr/>
        </p:nvSpPr>
        <p:spPr>
          <a:xfrm xmlns:a="http://schemas.openxmlformats.org/drawingml/2006/main">
            <a:off x="4924425"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6" name="">
            <a:extLst xmlns:a="http://schemas.openxmlformats.org/drawingml/2006/main">
              <a:ext uri="{FF2B5EF4-FFF2-40B4-BE49-F238E27FC236}">
                <a16:creationId xmlns:a16="http://schemas.microsoft.com/office/drawing/2014/main" id="{DF23A30B-6293-47FB-8A23-865E0D752A9A}"/>
              </a:ext>
            </a:extLst>
          </p:cNvPr>
          <p:cNvSpPr>
            <a:spLocks xmlns:a="http://schemas.openxmlformats.org/drawingml/2006/main" noGrp="1"/>
          </p:cNvSpPr>
          <p:nvPr/>
        </p:nvSpPr>
        <p:spPr>
          <a:xfrm xmlns:a="http://schemas.openxmlformats.org/drawingml/2006/main">
            <a:off x="4924425"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7" name="">
            <a:extLst xmlns:a="http://schemas.openxmlformats.org/drawingml/2006/main">
              <a:ext uri="{FF2B5EF4-FFF2-40B4-BE49-F238E27FC236}">
                <a16:creationId xmlns:a16="http://schemas.microsoft.com/office/drawing/2014/main" id="{631F4EE4-2E75-48C5-A207-62ACEC05B624}"/>
              </a:ext>
            </a:extLst>
          </p:cNvPr>
          <p:cNvSpPr>
            <a:spLocks xmlns:a="http://schemas.openxmlformats.org/drawingml/2006/main" noGrp="1"/>
          </p:cNvSpPr>
          <p:nvPr/>
        </p:nvSpPr>
        <p:spPr>
          <a:xfrm xmlns:a="http://schemas.openxmlformats.org/drawingml/2006/main">
            <a:off x="5010150" y="4800600"/>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8" name="">
            <a:extLst xmlns:a="http://schemas.openxmlformats.org/drawingml/2006/main">
              <a:ext uri="{FF2B5EF4-FFF2-40B4-BE49-F238E27FC236}">
                <a16:creationId xmlns:a16="http://schemas.microsoft.com/office/drawing/2014/main" id="{BBB8B945-9899-4319-B74D-6E37D2AD0A69}"/>
              </a:ext>
            </a:extLst>
          </p:cNvPr>
          <p:cNvSpPr>
            <a:spLocks xmlns:a="http://schemas.openxmlformats.org/drawingml/2006/main" noGrp="1"/>
          </p:cNvSpPr>
          <p:nvPr/>
        </p:nvSpPr>
        <p:spPr>
          <a:xfrm xmlns:a="http://schemas.openxmlformats.org/drawingml/2006/main">
            <a:off x="5010150" y="4886325"/>
            <a:ext cx="19050" cy="19050"/>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9" name="">
            <a:extLst xmlns:a="http://schemas.openxmlformats.org/drawingml/2006/main">
              <a:ext uri="{FF2B5EF4-FFF2-40B4-BE49-F238E27FC236}">
                <a16:creationId xmlns:a16="http://schemas.microsoft.com/office/drawing/2014/main" id="{F4E1E4D6-1C16-42AE-9B54-F11AB3BF5AA6}"/>
              </a:ext>
            </a:extLst>
          </p:cNvPr>
          <p:cNvSpPr>
            <a:spLocks xmlns:a="http://schemas.openxmlformats.org/drawingml/2006/main" noGrp="1"/>
          </p:cNvSpPr>
          <p:nvPr/>
        </p:nvSpPr>
        <p:spPr>
          <a:xfrm xmlns:a="http://schemas.openxmlformats.org/drawingml/2006/main">
            <a:off x="46672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05</a:t>
            </a:r>
          </a:p>
        </p:txBody>
      </p:sp>
      <p:sp>
        <p:nvSpPr>
          <p:cNvPr id="130" name="">
            <a:extLst xmlns:a="http://schemas.openxmlformats.org/drawingml/2006/main">
              <a:ext uri="{FF2B5EF4-FFF2-40B4-BE49-F238E27FC236}">
                <a16:creationId xmlns:a16="http://schemas.microsoft.com/office/drawing/2014/main" id="{3C6D576E-710F-4CC5-99C3-AA5B35E93F7E}"/>
              </a:ext>
            </a:extLst>
          </p:cNvPr>
          <p:cNvSpPr>
            <a:spLocks xmlns:a="http://schemas.openxmlformats.org/drawingml/2006/main" noGrp="1"/>
          </p:cNvSpPr>
          <p:nvPr/>
        </p:nvSpPr>
        <p:spPr>
          <a:xfrm xmlns:a="http://schemas.openxmlformats.org/drawingml/2006/main">
            <a:off x="46672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131" name="">
            <a:extLst xmlns:a="http://schemas.openxmlformats.org/drawingml/2006/main">
              <a:ext uri="{FF2B5EF4-FFF2-40B4-BE49-F238E27FC236}">
                <a16:creationId xmlns:a16="http://schemas.microsoft.com/office/drawing/2014/main" id="{4F09EE0C-EC14-4EF1-98D3-98ACB2CDF131}"/>
              </a:ext>
            </a:extLst>
          </p:cNvPr>
          <p:cNvSpPr>
            <a:spLocks xmlns:a="http://schemas.openxmlformats.org/drawingml/2006/main" noGrp="1"/>
          </p:cNvSpPr>
          <p:nvPr/>
        </p:nvSpPr>
        <p:spPr>
          <a:xfrm xmlns:a="http://schemas.openxmlformats.org/drawingml/2006/main">
            <a:off x="46672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2" name="">
            <a:extLst xmlns:a="http://schemas.openxmlformats.org/drawingml/2006/main">
              <a:ext uri="{FF2B5EF4-FFF2-40B4-BE49-F238E27FC236}">
                <a16:creationId xmlns:a16="http://schemas.microsoft.com/office/drawing/2014/main" id="{F61B5B95-C122-4AC8-AFF8-F09EAFCC5443}"/>
              </a:ext>
            </a:extLst>
          </p:cNvPr>
          <p:cNvSpPr>
            <a:spLocks xmlns:a="http://schemas.openxmlformats.org/drawingml/2006/main" noGrp="1"/>
          </p:cNvSpPr>
          <p:nvPr/>
        </p:nvSpPr>
        <p:spPr>
          <a:xfrm xmlns:a="http://schemas.openxmlformats.org/drawingml/2006/main">
            <a:off x="46672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五层测试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使用前后纵向对比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三种方案横向对比</a:t>
            </a:r>
          </a:p>
        </p:txBody>
      </p:sp>
      <p:sp>
        <p:nvSpPr>
          <p:cNvPr id="133" name="">
            <a:extLst xmlns:a="http://schemas.openxmlformats.org/drawingml/2006/main">
              <a:ext uri="{FF2B5EF4-FFF2-40B4-BE49-F238E27FC236}">
                <a16:creationId xmlns:a16="http://schemas.microsoft.com/office/drawing/2014/main" id="{C054346F-3119-43D8-A34F-1FF54075186A}"/>
              </a:ext>
            </a:extLst>
          </p:cNvPr>
          <p:cNvSpPr>
            <a:spLocks xmlns:a="http://schemas.openxmlformats.org/drawingml/2006/main" noGrp="1"/>
          </p:cNvSpPr>
          <p:nvPr/>
        </p:nvSpPr>
        <p:spPr>
          <a:xfrm xmlns:a="http://schemas.openxmlformats.org/drawingml/2006/main">
            <a:off x="8267700" y="3200400"/>
            <a:ext cx="3543300" cy="1924050"/>
          </a:xfrm>
          <a:prstGeom xmlns:a="http://schemas.openxmlformats.org/drawingml/2006/main" prst="roundRect">
            <a:avLst>
              <a:gd name="adj" fmla="val 445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4" name="">
            <a:extLst xmlns:a="http://schemas.openxmlformats.org/drawingml/2006/main">
              <a:ext uri="{FF2B5EF4-FFF2-40B4-BE49-F238E27FC236}">
                <a16:creationId xmlns:a16="http://schemas.microsoft.com/office/drawing/2014/main" id="{4FF82F59-5A25-4242-A461-2B058D6BCB0D}"/>
              </a:ext>
            </a:extLst>
          </p:cNvPr>
          <p:cNvSpPr>
            <a:spLocks xmlns:a="http://schemas.openxmlformats.org/drawingml/2006/main" noGrp="1"/>
          </p:cNvSpPr>
          <p:nvPr/>
        </p:nvSpPr>
        <p:spPr>
          <a:xfrm xmlns:a="http://schemas.openxmlformats.org/drawingml/2006/main">
            <a:off x="8267700" y="3200400"/>
            <a:ext cx="35433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5944ABDB-612A-41EB-B2E6-C318FF51C1A3}"/>
              </a:ext>
            </a:extLst>
          </p:cNvPr>
          <p:cNvSpPr>
            <a:spLocks xmlns:a="http://schemas.openxmlformats.org/drawingml/2006/main" noGrp="1"/>
          </p:cNvSpPr>
          <p:nvPr/>
        </p:nvSpPr>
        <p:spPr>
          <a:xfrm xmlns:a="http://schemas.openxmlformats.org/drawingml/2006/main">
            <a:off x="11125200" y="3390900"/>
            <a:ext cx="495300" cy="438150"/>
          </a:xfrm>
          <a:prstGeom xmlns:a="http://schemas.openxmlformats.org/drawingml/2006/main" prst="hexagon">
            <a:avLst/>
          </a:prstGeom>
          <a:noFill xmlns:a="http://schemas.openxmlformats.org/drawingml/2006/main"/>
          <a:ln xmlns:a="http://schemas.openxmlformats.org/drawingml/2006/main">
            <a:solidFill>
              <a:srgbClr val="3FD08A">
                <a:alpha val="45000"/>
              </a:srgbClr>
            </a:solidFill>
            <a:prstDash val="solid"/>
          </a:ln>
        </p:spPr>
      </p:sp>
      <p:sp>
        <p:nvSpPr>
          <p:cNvPr id="136" name="">
            <a:extLst xmlns:a="http://schemas.openxmlformats.org/drawingml/2006/main">
              <a:ext uri="{FF2B5EF4-FFF2-40B4-BE49-F238E27FC236}">
                <a16:creationId xmlns:a16="http://schemas.microsoft.com/office/drawing/2014/main" id="{E6DB1B99-7AE8-4259-AD1C-F6C309444D61}"/>
              </a:ext>
            </a:extLst>
          </p:cNvPr>
          <p:cNvSpPr>
            <a:spLocks xmlns:a="http://schemas.openxmlformats.org/drawingml/2006/main" noGrp="1"/>
          </p:cNvSpPr>
          <p:nvPr/>
        </p:nvSpPr>
        <p:spPr>
          <a:xfrm xmlns:a="http://schemas.openxmlformats.org/drawingml/2006/main">
            <a:off x="851535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4CCA4715-A9CB-4280-BF7B-53E1E6A6E86A}"/>
              </a:ext>
            </a:extLst>
          </p:cNvPr>
          <p:cNvSpPr>
            <a:spLocks xmlns:a="http://schemas.openxmlformats.org/drawingml/2006/main" noGrp="1"/>
          </p:cNvSpPr>
          <p:nvPr/>
        </p:nvSpPr>
        <p:spPr>
          <a:xfrm xmlns:a="http://schemas.openxmlformats.org/drawingml/2006/main">
            <a:off x="851535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8" name="">
            <a:extLst xmlns:a="http://schemas.openxmlformats.org/drawingml/2006/main">
              <a:ext uri="{FF2B5EF4-FFF2-40B4-BE49-F238E27FC236}">
                <a16:creationId xmlns:a16="http://schemas.microsoft.com/office/drawing/2014/main" id="{CEC8FA6F-EC86-4C9F-96FB-758DD2822582}"/>
              </a:ext>
            </a:extLst>
          </p:cNvPr>
          <p:cNvSpPr>
            <a:spLocks xmlns:a="http://schemas.openxmlformats.org/drawingml/2006/main" noGrp="1"/>
          </p:cNvSpPr>
          <p:nvPr/>
        </p:nvSpPr>
        <p:spPr>
          <a:xfrm xmlns:a="http://schemas.openxmlformats.org/drawingml/2006/main">
            <a:off x="8601075"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E2496B58-9B50-432C-B765-4B40ACE1F6FA}"/>
              </a:ext>
            </a:extLst>
          </p:cNvPr>
          <p:cNvSpPr>
            <a:spLocks xmlns:a="http://schemas.openxmlformats.org/drawingml/2006/main" noGrp="1"/>
          </p:cNvSpPr>
          <p:nvPr/>
        </p:nvSpPr>
        <p:spPr>
          <a:xfrm xmlns:a="http://schemas.openxmlformats.org/drawingml/2006/main">
            <a:off x="8601075"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0" name="">
            <a:extLst xmlns:a="http://schemas.openxmlformats.org/drawingml/2006/main">
              <a:ext uri="{FF2B5EF4-FFF2-40B4-BE49-F238E27FC236}">
                <a16:creationId xmlns:a16="http://schemas.microsoft.com/office/drawing/2014/main" id="{784D7EAE-308F-46C3-A2D0-E0B6781C3535}"/>
              </a:ext>
            </a:extLst>
          </p:cNvPr>
          <p:cNvSpPr>
            <a:spLocks xmlns:a="http://schemas.openxmlformats.org/drawingml/2006/main" noGrp="1"/>
          </p:cNvSpPr>
          <p:nvPr/>
        </p:nvSpPr>
        <p:spPr>
          <a:xfrm xmlns:a="http://schemas.openxmlformats.org/drawingml/2006/main">
            <a:off x="868680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1" name="">
            <a:extLst xmlns:a="http://schemas.openxmlformats.org/drawingml/2006/main">
              <a:ext uri="{FF2B5EF4-FFF2-40B4-BE49-F238E27FC236}">
                <a16:creationId xmlns:a16="http://schemas.microsoft.com/office/drawing/2014/main" id="{3DA9581B-FBB7-4D8E-980F-0FD6F208EB14}"/>
              </a:ext>
            </a:extLst>
          </p:cNvPr>
          <p:cNvSpPr>
            <a:spLocks xmlns:a="http://schemas.openxmlformats.org/drawingml/2006/main" noGrp="1"/>
          </p:cNvSpPr>
          <p:nvPr/>
        </p:nvSpPr>
        <p:spPr>
          <a:xfrm xmlns:a="http://schemas.openxmlformats.org/drawingml/2006/main">
            <a:off x="868680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2" name="">
            <a:extLst xmlns:a="http://schemas.openxmlformats.org/drawingml/2006/main">
              <a:ext uri="{FF2B5EF4-FFF2-40B4-BE49-F238E27FC236}">
                <a16:creationId xmlns:a16="http://schemas.microsoft.com/office/drawing/2014/main" id="{E3C3F1C7-F8D7-4947-B4F8-E89932DF69D2}"/>
              </a:ext>
            </a:extLst>
          </p:cNvPr>
          <p:cNvSpPr>
            <a:spLocks xmlns:a="http://schemas.openxmlformats.org/drawingml/2006/main" noGrp="1"/>
          </p:cNvSpPr>
          <p:nvPr/>
        </p:nvSpPr>
        <p:spPr>
          <a:xfrm xmlns:a="http://schemas.openxmlformats.org/drawingml/2006/main">
            <a:off x="8772525"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93F846FD-3A57-439C-84CE-1AEFF1C72DFE}"/>
              </a:ext>
            </a:extLst>
          </p:cNvPr>
          <p:cNvSpPr>
            <a:spLocks xmlns:a="http://schemas.openxmlformats.org/drawingml/2006/main" noGrp="1"/>
          </p:cNvSpPr>
          <p:nvPr/>
        </p:nvSpPr>
        <p:spPr>
          <a:xfrm xmlns:a="http://schemas.openxmlformats.org/drawingml/2006/main">
            <a:off x="8772525"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4" name="">
            <a:extLst xmlns:a="http://schemas.openxmlformats.org/drawingml/2006/main">
              <a:ext uri="{FF2B5EF4-FFF2-40B4-BE49-F238E27FC236}">
                <a16:creationId xmlns:a16="http://schemas.microsoft.com/office/drawing/2014/main" id="{4E82D075-E184-4B77-A461-56A9A7A43B49}"/>
              </a:ext>
            </a:extLst>
          </p:cNvPr>
          <p:cNvSpPr>
            <a:spLocks xmlns:a="http://schemas.openxmlformats.org/drawingml/2006/main" noGrp="1"/>
          </p:cNvSpPr>
          <p:nvPr/>
        </p:nvSpPr>
        <p:spPr>
          <a:xfrm xmlns:a="http://schemas.openxmlformats.org/drawingml/2006/main">
            <a:off x="8858250" y="4800600"/>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5" name="">
            <a:extLst xmlns:a="http://schemas.openxmlformats.org/drawingml/2006/main">
              <a:ext uri="{FF2B5EF4-FFF2-40B4-BE49-F238E27FC236}">
                <a16:creationId xmlns:a16="http://schemas.microsoft.com/office/drawing/2014/main" id="{B37D0EB4-6638-4730-95F8-FE9811CCD17B}"/>
              </a:ext>
            </a:extLst>
          </p:cNvPr>
          <p:cNvSpPr>
            <a:spLocks xmlns:a="http://schemas.openxmlformats.org/drawingml/2006/main" noGrp="1"/>
          </p:cNvSpPr>
          <p:nvPr/>
        </p:nvSpPr>
        <p:spPr>
          <a:xfrm xmlns:a="http://schemas.openxmlformats.org/drawingml/2006/main">
            <a:off x="8858250" y="4886325"/>
            <a:ext cx="19050" cy="19050"/>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6" name="">
            <a:extLst xmlns:a="http://schemas.openxmlformats.org/drawingml/2006/main">
              <a:ext uri="{FF2B5EF4-FFF2-40B4-BE49-F238E27FC236}">
                <a16:creationId xmlns:a16="http://schemas.microsoft.com/office/drawing/2014/main" id="{CBEF52D7-784A-4B78-AD74-CABA0F2A5E83}"/>
              </a:ext>
            </a:extLst>
          </p:cNvPr>
          <p:cNvSpPr>
            <a:spLocks xmlns:a="http://schemas.openxmlformats.org/drawingml/2006/main" noGrp="1"/>
          </p:cNvSpPr>
          <p:nvPr/>
        </p:nvSpPr>
        <p:spPr>
          <a:xfrm xmlns:a="http://schemas.openxmlformats.org/drawingml/2006/main">
            <a:off x="85153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Bahnschrift"/>
                <a:ea typeface="Bahnschrift"/>
                <a:cs typeface="Bahnschrift"/>
              </a:defRPr>
            </a:pPr>
            <a:r>
              <a:rPr sz="3450" b="1">
                <a:solidFill>
                  <a:srgbClr val="1D4C82"/>
                </a:solidFill>
                <a:latin typeface="Bahnschrift"/>
                <a:ea typeface="Bahnschrift"/>
                <a:cs typeface="Bahnschrift"/>
              </a:rPr>
              <a:t>06</a:t>
            </a:r>
          </a:p>
        </p:txBody>
      </p:sp>
      <p:sp>
        <p:nvSpPr>
          <p:cNvPr id="147" name="">
            <a:extLst xmlns:a="http://schemas.openxmlformats.org/drawingml/2006/main">
              <a:ext uri="{FF2B5EF4-FFF2-40B4-BE49-F238E27FC236}">
                <a16:creationId xmlns:a16="http://schemas.microsoft.com/office/drawing/2014/main" id="{E8DC7A3C-B5A5-49C8-A41B-8EB8141AA6A8}"/>
              </a:ext>
            </a:extLst>
          </p:cNvPr>
          <p:cNvSpPr>
            <a:spLocks xmlns:a="http://schemas.openxmlformats.org/drawingml/2006/main" noGrp="1"/>
          </p:cNvSpPr>
          <p:nvPr/>
        </p:nvSpPr>
        <p:spPr>
          <a:xfrm xmlns:a="http://schemas.openxmlformats.org/drawingml/2006/main">
            <a:off x="85153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148" name="">
            <a:extLst xmlns:a="http://schemas.openxmlformats.org/drawingml/2006/main">
              <a:ext uri="{FF2B5EF4-FFF2-40B4-BE49-F238E27FC236}">
                <a16:creationId xmlns:a16="http://schemas.microsoft.com/office/drawing/2014/main" id="{ABDCE68D-E856-4108-8B20-F29BB5AC728C}"/>
              </a:ext>
            </a:extLst>
          </p:cNvPr>
          <p:cNvSpPr>
            <a:spLocks xmlns:a="http://schemas.openxmlformats.org/drawingml/2006/main" noGrp="1"/>
          </p:cNvSpPr>
          <p:nvPr/>
        </p:nvSpPr>
        <p:spPr>
          <a:xfrm xmlns:a="http://schemas.openxmlformats.org/drawingml/2006/main">
            <a:off x="8515350" y="4381500"/>
            <a:ext cx="4953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321F0E35-C591-4A1B-A018-6BF8A7ED5810}"/>
              </a:ext>
            </a:extLst>
          </p:cNvPr>
          <p:cNvSpPr>
            <a:spLocks xmlns:a="http://schemas.openxmlformats.org/drawingml/2006/main" noGrp="1"/>
          </p:cNvSpPr>
          <p:nvPr/>
        </p:nvSpPr>
        <p:spPr>
          <a:xfrm xmlns:a="http://schemas.openxmlformats.org/drawingml/2006/main">
            <a:off x="85153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成果沉淀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目标客户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市场测算 </a:t>
            </a:r>
            <a:r>
              <a:rPr sz="938" b="0">
                <a:solidFill>
                  <a:srgbClr val="D6E6F7"/>
                </a:solidFill>
                <a:latin typeface="微软雅黑"/>
                <a:ea typeface="微软雅黑"/>
                <a:cs typeface="微软雅黑"/>
              </a:rPr>
              <a:t>· </a:t>
            </a:r>
            <a:r>
              <a:rPr sz="938" b="0">
                <a:solidFill>
                  <a:srgbClr val="D6E6F7"/>
                </a:solidFill>
                <a:latin typeface="微软雅黑"/>
                <a:ea typeface="微软雅黑"/>
                <a:cs typeface="微软雅黑"/>
              </a:rPr>
              <a:t>三阶段演进</a:t>
            </a:r>
          </a:p>
        </p:txBody>
      </p:sp>
      <p:sp>
        <p:nvSpPr>
          <p:cNvPr id="150" name="">
            <a:extLst xmlns:a="http://schemas.openxmlformats.org/drawingml/2006/main">
              <a:ext uri="{FF2B5EF4-FFF2-40B4-BE49-F238E27FC236}">
                <a16:creationId xmlns:a16="http://schemas.microsoft.com/office/drawing/2014/main" id="{D722C619-88D1-45D9-BC01-E84977D23810}"/>
              </a:ext>
            </a:extLst>
          </p:cNvPr>
          <p:cNvSpPr>
            <a:spLocks xmlns:a="http://schemas.openxmlformats.org/drawingml/2006/main" noGrp="1"/>
          </p:cNvSpPr>
          <p:nvPr/>
        </p:nvSpPr>
        <p:spPr>
          <a:xfrm xmlns:a="http://schemas.openxmlformats.org/drawingml/2006/main">
            <a:off x="5715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1" name="">
            <a:extLst xmlns:a="http://schemas.openxmlformats.org/drawingml/2006/main">
              <a:ext uri="{FF2B5EF4-FFF2-40B4-BE49-F238E27FC236}">
                <a16:creationId xmlns:a16="http://schemas.microsoft.com/office/drawing/2014/main" id="{61C617B7-677B-45E5-80AB-D2DA2CE9F2DF}"/>
              </a:ext>
            </a:extLst>
          </p:cNvPr>
          <p:cNvSpPr>
            <a:spLocks xmlns:a="http://schemas.openxmlformats.org/drawingml/2006/main" noGrp="1"/>
          </p:cNvSpPr>
          <p:nvPr/>
        </p:nvSpPr>
        <p:spPr>
          <a:xfrm xmlns:a="http://schemas.openxmlformats.org/drawingml/2006/main">
            <a:off x="571500" y="5600700"/>
            <a:ext cx="266700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52" name="">
            <a:extLst xmlns:a="http://schemas.openxmlformats.org/drawingml/2006/main">
              <a:ext uri="{FF2B5EF4-FFF2-40B4-BE49-F238E27FC236}">
                <a16:creationId xmlns:a16="http://schemas.microsoft.com/office/drawing/2014/main" id="{ADB2A018-CBCF-40AF-96B1-AD1E409F8F1B}"/>
              </a:ext>
            </a:extLst>
          </p:cNvPr>
          <p:cNvSpPr>
            <a:spLocks xmlns:a="http://schemas.openxmlformats.org/drawingml/2006/main" noGrp="1"/>
          </p:cNvSpPr>
          <p:nvPr/>
        </p:nvSpPr>
        <p:spPr>
          <a:xfrm xmlns:a="http://schemas.openxmlformats.org/drawingml/2006/main">
            <a:off x="7239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18</a:t>
            </a:r>
          </a:p>
        </p:txBody>
      </p:sp>
      <p:sp>
        <p:nvSpPr>
          <p:cNvPr id="153" name="">
            <a:extLst xmlns:a="http://schemas.openxmlformats.org/drawingml/2006/main">
              <a:ext uri="{FF2B5EF4-FFF2-40B4-BE49-F238E27FC236}">
                <a16:creationId xmlns:a16="http://schemas.microsoft.com/office/drawing/2014/main" id="{69BC947D-62C6-4931-9E2A-898957C668F2}"/>
              </a:ext>
            </a:extLst>
          </p:cNvPr>
          <p:cNvSpPr>
            <a:spLocks xmlns:a="http://schemas.openxmlformats.org/drawingml/2006/main" noGrp="1"/>
          </p:cNvSpPr>
          <p:nvPr/>
        </p:nvSpPr>
        <p:spPr>
          <a:xfrm xmlns:a="http://schemas.openxmlformats.org/drawingml/2006/main">
            <a:off x="7239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条启用规则 </a:t>
            </a:r>
            <a:r>
              <a:rPr sz="863" b="0">
                <a:solidFill>
                  <a:srgbClr val="9FC2E8"/>
                </a:solidFill>
                <a:latin typeface="微软雅黑"/>
                <a:ea typeface="微软雅黑"/>
                <a:cs typeface="微软雅黑"/>
              </a:rPr>
              <a:t>/ 5 </a:t>
            </a:r>
            <a:r>
              <a:rPr sz="863" b="0">
                <a:solidFill>
                  <a:srgbClr val="9FC2E8"/>
                </a:solidFill>
                <a:latin typeface="微软雅黑"/>
                <a:ea typeface="微软雅黑"/>
                <a:cs typeface="微软雅黑"/>
              </a:rPr>
              <a:t>个场景</a:t>
            </a:r>
          </a:p>
        </p:txBody>
      </p:sp>
      <p:sp>
        <p:nvSpPr>
          <p:cNvPr id="154" name="">
            <a:extLst xmlns:a="http://schemas.openxmlformats.org/drawingml/2006/main">
              <a:ext uri="{FF2B5EF4-FFF2-40B4-BE49-F238E27FC236}">
                <a16:creationId xmlns:a16="http://schemas.microsoft.com/office/drawing/2014/main" id="{3B11B1B3-9EA7-4102-A33C-CA21EF73B8F8}"/>
              </a:ext>
            </a:extLst>
          </p:cNvPr>
          <p:cNvSpPr>
            <a:spLocks xmlns:a="http://schemas.openxmlformats.org/drawingml/2006/main" noGrp="1"/>
          </p:cNvSpPr>
          <p:nvPr/>
        </p:nvSpPr>
        <p:spPr>
          <a:xfrm xmlns:a="http://schemas.openxmlformats.org/drawingml/2006/main">
            <a:off x="33909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5" name="">
            <a:extLst xmlns:a="http://schemas.openxmlformats.org/drawingml/2006/main">
              <a:ext uri="{FF2B5EF4-FFF2-40B4-BE49-F238E27FC236}">
                <a16:creationId xmlns:a16="http://schemas.microsoft.com/office/drawing/2014/main" id="{28BC595A-CDE3-4BD3-8A9A-BC5DD98C9A41}"/>
              </a:ext>
            </a:extLst>
          </p:cNvPr>
          <p:cNvSpPr>
            <a:spLocks xmlns:a="http://schemas.openxmlformats.org/drawingml/2006/main" noGrp="1"/>
          </p:cNvSpPr>
          <p:nvPr/>
        </p:nvSpPr>
        <p:spPr>
          <a:xfrm xmlns:a="http://schemas.openxmlformats.org/drawingml/2006/main">
            <a:off x="3390900" y="5600700"/>
            <a:ext cx="266700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6" name="">
            <a:extLst xmlns:a="http://schemas.openxmlformats.org/drawingml/2006/main">
              <a:ext uri="{FF2B5EF4-FFF2-40B4-BE49-F238E27FC236}">
                <a16:creationId xmlns:a16="http://schemas.microsoft.com/office/drawing/2014/main" id="{13D0EEA2-D1B5-4B31-9970-11E103C46724}"/>
              </a:ext>
            </a:extLst>
          </p:cNvPr>
          <p:cNvSpPr>
            <a:spLocks xmlns:a="http://schemas.openxmlformats.org/drawingml/2006/main" noGrp="1"/>
          </p:cNvSpPr>
          <p:nvPr/>
        </p:nvSpPr>
        <p:spPr>
          <a:xfrm xmlns:a="http://schemas.openxmlformats.org/drawingml/2006/main">
            <a:off x="35433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75</a:t>
            </a:r>
          </a:p>
        </p:txBody>
      </p:sp>
      <p:sp>
        <p:nvSpPr>
          <p:cNvPr id="157" name="">
            <a:extLst xmlns:a="http://schemas.openxmlformats.org/drawingml/2006/main">
              <a:ext uri="{FF2B5EF4-FFF2-40B4-BE49-F238E27FC236}">
                <a16:creationId xmlns:a16="http://schemas.microsoft.com/office/drawing/2014/main" id="{19CB7BDE-4E4D-4CF1-9A41-72B3CEC9C841}"/>
              </a:ext>
            </a:extLst>
          </p:cNvPr>
          <p:cNvSpPr>
            <a:spLocks xmlns:a="http://schemas.openxmlformats.org/drawingml/2006/main" noGrp="1"/>
          </p:cNvSpPr>
          <p:nvPr/>
        </p:nvSpPr>
        <p:spPr>
          <a:xfrm xmlns:a="http://schemas.openxmlformats.org/drawingml/2006/main">
            <a:off x="35433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个在线接口</a:t>
            </a:r>
          </a:p>
        </p:txBody>
      </p:sp>
      <p:sp>
        <p:nvSpPr>
          <p:cNvPr id="158" name="">
            <a:extLst xmlns:a="http://schemas.openxmlformats.org/drawingml/2006/main">
              <a:ext uri="{FF2B5EF4-FFF2-40B4-BE49-F238E27FC236}">
                <a16:creationId xmlns:a16="http://schemas.microsoft.com/office/drawing/2014/main" id="{7D3C0E56-EF24-4E4A-9506-41AF6AB388FC}"/>
              </a:ext>
            </a:extLst>
          </p:cNvPr>
          <p:cNvSpPr>
            <a:spLocks xmlns:a="http://schemas.openxmlformats.org/drawingml/2006/main" noGrp="1"/>
          </p:cNvSpPr>
          <p:nvPr/>
        </p:nvSpPr>
        <p:spPr>
          <a:xfrm xmlns:a="http://schemas.openxmlformats.org/drawingml/2006/main">
            <a:off x="62103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9" name="">
            <a:extLst xmlns:a="http://schemas.openxmlformats.org/drawingml/2006/main">
              <a:ext uri="{FF2B5EF4-FFF2-40B4-BE49-F238E27FC236}">
                <a16:creationId xmlns:a16="http://schemas.microsoft.com/office/drawing/2014/main" id="{E8DCEB57-EF14-476D-A35E-2E5FA744AA2B}"/>
              </a:ext>
            </a:extLst>
          </p:cNvPr>
          <p:cNvSpPr>
            <a:spLocks xmlns:a="http://schemas.openxmlformats.org/drawingml/2006/main" noGrp="1"/>
          </p:cNvSpPr>
          <p:nvPr/>
        </p:nvSpPr>
        <p:spPr>
          <a:xfrm xmlns:a="http://schemas.openxmlformats.org/drawingml/2006/main">
            <a:off x="6210300" y="5600700"/>
            <a:ext cx="266700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60" name="">
            <a:extLst xmlns:a="http://schemas.openxmlformats.org/drawingml/2006/main">
              <a:ext uri="{FF2B5EF4-FFF2-40B4-BE49-F238E27FC236}">
                <a16:creationId xmlns:a16="http://schemas.microsoft.com/office/drawing/2014/main" id="{E39AB36E-47A5-43AA-ADB4-3E7838DDE967}"/>
              </a:ext>
            </a:extLst>
          </p:cNvPr>
          <p:cNvSpPr>
            <a:spLocks xmlns:a="http://schemas.openxmlformats.org/drawingml/2006/main" noGrp="1"/>
          </p:cNvSpPr>
          <p:nvPr/>
        </p:nvSpPr>
        <p:spPr>
          <a:xfrm xmlns:a="http://schemas.openxmlformats.org/drawingml/2006/main">
            <a:off x="63627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53</a:t>
            </a:r>
          </a:p>
        </p:txBody>
      </p:sp>
      <p:sp>
        <p:nvSpPr>
          <p:cNvPr id="161" name="">
            <a:extLst xmlns:a="http://schemas.openxmlformats.org/drawingml/2006/main">
              <a:ext uri="{FF2B5EF4-FFF2-40B4-BE49-F238E27FC236}">
                <a16:creationId xmlns:a16="http://schemas.microsoft.com/office/drawing/2014/main" id="{ECFE0572-275C-4425-A650-4632348B786C}"/>
              </a:ext>
            </a:extLst>
          </p:cNvPr>
          <p:cNvSpPr>
            <a:spLocks xmlns:a="http://schemas.openxmlformats.org/drawingml/2006/main" noGrp="1"/>
          </p:cNvSpPr>
          <p:nvPr/>
        </p:nvSpPr>
        <p:spPr>
          <a:xfrm xmlns:a="http://schemas.openxmlformats.org/drawingml/2006/main">
            <a:off x="63627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张数据库表 </a:t>
            </a:r>
            <a:r>
              <a:rPr sz="863" b="0">
                <a:solidFill>
                  <a:srgbClr val="9FC2E8"/>
                </a:solidFill>
                <a:latin typeface="微软雅黑"/>
                <a:ea typeface="微软雅黑"/>
                <a:cs typeface="微软雅黑"/>
              </a:rPr>
              <a:t>/ 7 </a:t>
            </a:r>
            <a:r>
              <a:rPr sz="863" b="0">
                <a:solidFill>
                  <a:srgbClr val="9FC2E8"/>
                </a:solidFill>
                <a:latin typeface="微软雅黑"/>
                <a:ea typeface="微软雅黑"/>
                <a:cs typeface="微软雅黑"/>
              </a:rPr>
              <a:t>组</a:t>
            </a:r>
          </a:p>
        </p:txBody>
      </p:sp>
      <p:sp>
        <p:nvSpPr>
          <p:cNvPr id="162" name="">
            <a:extLst xmlns:a="http://schemas.openxmlformats.org/drawingml/2006/main">
              <a:ext uri="{FF2B5EF4-FFF2-40B4-BE49-F238E27FC236}">
                <a16:creationId xmlns:a16="http://schemas.microsoft.com/office/drawing/2014/main" id="{82323788-C1EE-4C3D-A0FA-C22C3F33F771}"/>
              </a:ext>
            </a:extLst>
          </p:cNvPr>
          <p:cNvSpPr>
            <a:spLocks xmlns:a="http://schemas.openxmlformats.org/drawingml/2006/main" noGrp="1"/>
          </p:cNvSpPr>
          <p:nvPr/>
        </p:nvSpPr>
        <p:spPr>
          <a:xfrm xmlns:a="http://schemas.openxmlformats.org/drawingml/2006/main">
            <a:off x="9029700" y="5600700"/>
            <a:ext cx="2667000" cy="590550"/>
          </a:xfrm>
          <a:prstGeom xmlns:a="http://schemas.openxmlformats.org/drawingml/2006/main" prst="roundRect">
            <a:avLst>
              <a:gd name="adj" fmla="val 161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63" name="">
            <a:extLst xmlns:a="http://schemas.openxmlformats.org/drawingml/2006/main">
              <a:ext uri="{FF2B5EF4-FFF2-40B4-BE49-F238E27FC236}">
                <a16:creationId xmlns:a16="http://schemas.microsoft.com/office/drawing/2014/main" id="{E2E9326C-A43C-4792-A38C-0E8ABC856F77}"/>
              </a:ext>
            </a:extLst>
          </p:cNvPr>
          <p:cNvSpPr>
            <a:spLocks xmlns:a="http://schemas.openxmlformats.org/drawingml/2006/main" noGrp="1"/>
          </p:cNvSpPr>
          <p:nvPr/>
        </p:nvSpPr>
        <p:spPr>
          <a:xfrm xmlns:a="http://schemas.openxmlformats.org/drawingml/2006/main">
            <a:off x="9029700" y="5600700"/>
            <a:ext cx="266700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4" name="">
            <a:extLst xmlns:a="http://schemas.openxmlformats.org/drawingml/2006/main">
              <a:ext uri="{FF2B5EF4-FFF2-40B4-BE49-F238E27FC236}">
                <a16:creationId xmlns:a16="http://schemas.microsoft.com/office/drawing/2014/main" id="{015A2796-229E-47EA-8019-47C329D32820}"/>
              </a:ext>
            </a:extLst>
          </p:cNvPr>
          <p:cNvSpPr>
            <a:spLocks xmlns:a="http://schemas.openxmlformats.org/drawingml/2006/main" noGrp="1"/>
          </p:cNvSpPr>
          <p:nvPr/>
        </p:nvSpPr>
        <p:spPr>
          <a:xfrm xmlns:a="http://schemas.openxmlformats.org/drawingml/2006/main">
            <a:off x="91821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200</a:t>
            </a:r>
          </a:p>
        </p:txBody>
      </p:sp>
      <p:sp>
        <p:nvSpPr>
          <p:cNvPr id="165" name="">
            <a:extLst xmlns:a="http://schemas.openxmlformats.org/drawingml/2006/main">
              <a:ext uri="{FF2B5EF4-FFF2-40B4-BE49-F238E27FC236}">
                <a16:creationId xmlns:a16="http://schemas.microsoft.com/office/drawing/2014/main" id="{C3C62A5F-ABD8-4F4A-B8EA-7C3275751347}"/>
              </a:ext>
            </a:extLst>
          </p:cNvPr>
          <p:cNvSpPr>
            <a:spLocks xmlns:a="http://schemas.openxmlformats.org/drawingml/2006/main" noGrp="1"/>
          </p:cNvSpPr>
          <p:nvPr/>
        </p:nvSpPr>
        <p:spPr>
          <a:xfrm xmlns:a="http://schemas.openxmlformats.org/drawingml/2006/main">
            <a:off x="91821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次重复执行结论一致</a:t>
            </a:r>
          </a:p>
        </p:txBody>
      </p:sp>
      <p:sp>
        <p:nvSpPr>
          <p:cNvPr id="166" name="">
            <a:extLst xmlns:a="http://schemas.openxmlformats.org/drawingml/2006/main">
              <a:ext uri="{FF2B5EF4-FFF2-40B4-BE49-F238E27FC236}">
                <a16:creationId xmlns:a16="http://schemas.microsoft.com/office/drawing/2014/main" id="{498FF06B-5DAF-41CE-9C83-6E29A7B9C809}"/>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67" name="">
            <a:extLst xmlns:a="http://schemas.openxmlformats.org/drawingml/2006/main">
              <a:ext uri="{FF2B5EF4-FFF2-40B4-BE49-F238E27FC236}">
                <a16:creationId xmlns:a16="http://schemas.microsoft.com/office/drawing/2014/main" id="{3EB34D4C-F67A-4CD9-8AB1-203117A7A310}"/>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8" name="">
            <a:extLst xmlns:a="http://schemas.openxmlformats.org/drawingml/2006/main">
              <a:ext uri="{FF2B5EF4-FFF2-40B4-BE49-F238E27FC236}">
                <a16:creationId xmlns:a16="http://schemas.microsoft.com/office/drawing/2014/main" id="{8397A48A-FB33-451A-84D0-EEF400622B1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9" name="">
            <a:extLst xmlns:a="http://schemas.openxmlformats.org/drawingml/2006/main">
              <a:ext uri="{FF2B5EF4-FFF2-40B4-BE49-F238E27FC236}">
                <a16:creationId xmlns:a16="http://schemas.microsoft.com/office/drawing/2014/main" id="{DB03EE0D-E05E-4CBD-BFA0-D6E13624FFB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0" name="">
            <a:extLst xmlns:a="http://schemas.openxmlformats.org/drawingml/2006/main">
              <a:ext uri="{FF2B5EF4-FFF2-40B4-BE49-F238E27FC236}">
                <a16:creationId xmlns:a16="http://schemas.microsoft.com/office/drawing/2014/main" id="{8EAB6879-E260-48AA-B0E5-60ECE57D08A1}"/>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1" name="">
            <a:extLst xmlns:a="http://schemas.openxmlformats.org/drawingml/2006/main">
              <a:ext uri="{FF2B5EF4-FFF2-40B4-BE49-F238E27FC236}">
                <a16:creationId xmlns:a16="http://schemas.microsoft.com/office/drawing/2014/main" id="{BD2C2D82-FA07-4F15-8028-86BCCFF599F3}"/>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72" name="">
            <a:extLst xmlns:a="http://schemas.openxmlformats.org/drawingml/2006/main">
              <a:ext uri="{FF2B5EF4-FFF2-40B4-BE49-F238E27FC236}">
                <a16:creationId xmlns:a16="http://schemas.microsoft.com/office/drawing/2014/main" id="{ED07B084-165D-488E-9A86-340BE571D084}"/>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73" name="">
            <a:extLst xmlns:a="http://schemas.openxmlformats.org/drawingml/2006/main">
              <a:ext uri="{FF2B5EF4-FFF2-40B4-BE49-F238E27FC236}">
                <a16:creationId xmlns:a16="http://schemas.microsoft.com/office/drawing/2014/main" id="{801815BD-A832-4BCF-83D5-BAC8614A44F5}"/>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02</a:t>
            </a:r>
          </a:p>
        </p:txBody>
      </p:sp>
    </p:spTree>
    <p:extLst>
      <p:ext uri="{BB962C8B-B14F-4D97-AF65-F5344CB8AC3E}">
        <p14:creationId xmlns:p14="http://schemas.microsoft.com/office/powerpoint/2010/main" val="1922461514"/>
      </p:ext>
    </p:extLst>
  </p:cSld>
</p:sld>
</file>

<file path=ppt/slides/slide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d2ce31599a9c4ff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79625E-5E3D-4E5B-B1BF-AEEBEEB63D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95158040-D5E0-4979-A2CB-FCBB2EF92F52}"/>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31C7F0">
                  <a:alpha val="20000"/>
                </a:srgbClr>
              </a:gs>
              <a:gs pos="45000">
                <a:srgbClr val="31C7F0">
                  <a:alpha val="8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DA60F42F-D75A-4756-BA65-881270FDAA69}"/>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64F4957-955D-44EF-BAD8-80055C30D9F1}"/>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31C7F0"/>
              </a:gs>
              <a:gs pos="100000">
                <a:srgbClr val="31C7F0">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F423055-7CFC-4548-A44E-5A35EAD8F176}"/>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5D106A4C-8948-4F19-9E09-2964A1A60F00}"/>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19034AFC-178C-4C56-B465-B5180BB872A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C3BD5E70-C71B-4D18-AE3B-D078A8E7433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9CBEA78-D0B9-4060-B023-BA648F01BDD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7441925-014B-49ED-BA00-BC6EB93C7017}"/>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2B7BB79-5A4A-4BFB-B190-BA9958FA5DE6}"/>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9633927-C876-4BF0-8297-0100231E0C2B}"/>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C32F177-3800-4F64-90F5-1AFF527AE22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2B122B8-843F-416D-BC40-7B772240E6A8}"/>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27876D9-6EFA-4083-BFF4-0152BFFECDD3}"/>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3F308D0-17F0-4304-850B-64ABF510C63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A757547-EC39-484B-A5F6-8059774E5034}"/>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6493CB2-E95F-475C-8C8D-E5E5ADC6E25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3F66363C-ED3E-471D-8F24-374B11435FA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CA381B1-25AB-44FB-9CFA-F555A2DD1EA8}"/>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CBE5FC6-4765-43E6-8A5D-46B325379528}"/>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C93E056E-5346-4464-91BD-B2DCB1D5013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CB6FB31-5C29-48F4-BC64-6215971B6377}"/>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31C7F0">
                <a:alpha val="45000"/>
              </a:srgbClr>
            </a:solidFill>
            <a:prstDash val="solid"/>
          </a:ln>
        </p:spPr>
      </p:sp>
      <p:sp>
        <p:nvSpPr>
          <p:cNvPr id="25" name="">
            <a:extLst xmlns:a="http://schemas.openxmlformats.org/drawingml/2006/main">
              <a:ext uri="{FF2B5EF4-FFF2-40B4-BE49-F238E27FC236}">
                <a16:creationId xmlns:a16="http://schemas.microsoft.com/office/drawing/2014/main" id="{E5A893A5-44AC-48D1-9B12-2AD9BE9D4F73}"/>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31C7F0">
                <a:alpha val="28000"/>
              </a:srgbClr>
            </a:solidFill>
            <a:prstDash val="solid"/>
          </a:ln>
        </p:spPr>
      </p:sp>
      <p:sp>
        <p:nvSpPr>
          <p:cNvPr id="26" name="">
            <a:extLst xmlns:a="http://schemas.openxmlformats.org/drawingml/2006/main">
              <a:ext uri="{FF2B5EF4-FFF2-40B4-BE49-F238E27FC236}">
                <a16:creationId xmlns:a16="http://schemas.microsoft.com/office/drawing/2014/main" id="{F446ACCA-2684-4AE3-A1DF-3E06B87A7EFC}"/>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49F1203-0819-42FC-964D-ED5D027EAB54}"/>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28" name="">
            <a:extLst xmlns:a="http://schemas.openxmlformats.org/drawingml/2006/main">
              <a:ext uri="{FF2B5EF4-FFF2-40B4-BE49-F238E27FC236}">
                <a16:creationId xmlns:a16="http://schemas.microsoft.com/office/drawing/2014/main" id="{FE7471C7-432D-43A3-AEF4-D95E4A6E01F1}"/>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29" name="">
            <a:extLst xmlns:a="http://schemas.openxmlformats.org/drawingml/2006/main">
              <a:ext uri="{FF2B5EF4-FFF2-40B4-BE49-F238E27FC236}">
                <a16:creationId xmlns:a16="http://schemas.microsoft.com/office/drawing/2014/main" id="{717052D4-D9C9-4A15-A816-F8C8C7C1ADD3}"/>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31C7F0">
                <a:alpha val="30000"/>
              </a:srgbClr>
            </a:solidFill>
            <a:prstDash val="solid"/>
          </a:ln>
        </p:spPr>
      </p:sp>
      <p:sp>
        <p:nvSpPr>
          <p:cNvPr id="30" name="">
            <a:extLst xmlns:a="http://schemas.openxmlformats.org/drawingml/2006/main">
              <a:ext uri="{FF2B5EF4-FFF2-40B4-BE49-F238E27FC236}">
                <a16:creationId xmlns:a16="http://schemas.microsoft.com/office/drawing/2014/main" id="{940E3102-EE1F-4832-8B39-D8A5E7659629}"/>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31C7F0">
                      <a:alpha val="75000"/>
                    </a:srgbClr>
                  </a:solidFill>
                  <a:prstDash val="solid"/>
                </a:ln>
                <a:solidFill>
                  <a:srgbClr val="0B2C56"/>
                </a:solidFill>
                <a:latin typeface="Bahnschrift SemiBold"/>
                <a:ea typeface="Bahnschrift SemiBold"/>
                <a:cs typeface="Bahnschrift SemiBold"/>
              </a:defRPr>
            </a:pPr>
            <a:r>
              <a:rPr sz="9900" b="1">
                <a:ln w="14288">
                  <a:solidFill>
                    <a:srgbClr val="31C7F0">
                      <a:alpha val="75000"/>
                    </a:srgbClr>
                  </a:solidFill>
                  <a:prstDash val="solid"/>
                </a:ln>
                <a:solidFill>
                  <a:srgbClr val="0B2C56"/>
                </a:solidFill>
                <a:latin typeface="Bahnschrift SemiBold"/>
                <a:ea typeface="Bahnschrift SemiBold"/>
                <a:cs typeface="Bahnschrift SemiBold"/>
              </a:rPr>
              <a:t>01</a:t>
            </a:r>
          </a:p>
        </p:txBody>
      </p:sp>
      <p:sp>
        <p:nvSpPr>
          <p:cNvPr id="31" name="">
            <a:extLst xmlns:a="http://schemas.openxmlformats.org/drawingml/2006/main">
              <a:ext uri="{FF2B5EF4-FFF2-40B4-BE49-F238E27FC236}">
                <a16:creationId xmlns:a16="http://schemas.microsoft.com/office/drawing/2014/main" id="{C32FE8FD-A1DA-4878-B8BA-F2C5DFBA9756}"/>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DA629FC-79A3-413F-A52C-763E16305E1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31C7F0">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E43F8A1C-C55F-4574-B6B2-B2ED4C62B75B}"/>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19F005D-BA8C-464E-B685-27126834D402}"/>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E9A75AB-A28A-46F4-AD54-AA1B79F0307D}"/>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56F1646E-781B-4CC9-9010-65C354B11254}"/>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35DB041-87DA-44F0-8823-52FEF39CE811}"/>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6243A51A-BB3D-4B4E-B2DC-AE38EBDDA5E6}"/>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E9C8588-EDAE-4297-831C-1DE4AD9AA5B8}"/>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66083661-5774-46B2-9C3B-B8EF6D109179}"/>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4B99B1C-CD90-4185-B2F7-21F9DF973620}"/>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B32C15F0-2416-4891-ACCC-03D13D021F30}"/>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670CC20F-96F6-4114-974A-1F2D55D1AEC1}"/>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796A5BF1-0A71-4814-B3F5-A3711B146865}"/>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611A8D9-2C18-431A-BEA0-9EF3AC75B04D}"/>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C4B154C6-0B82-4244-8257-5CFAD999EBF5}"/>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8444F7DE-DE10-4395-84BE-E2B4D79AA457}"/>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5C0227FD-142C-4B60-B736-18430DCF083E}"/>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ECFA545-8D8E-411E-83B6-3E04464C008B}"/>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B2443E1-722B-45B5-883B-9E9B4A17BE13}"/>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14A2999-647A-495B-9551-B9072B5DB509}"/>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BB82313-11CD-4B18-AC48-0FAE5C8FB818}"/>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E160D876-15E6-4BFF-91CC-293A27FEADBA}"/>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7DAE46AE-C7BF-47A2-A862-55A850443743}"/>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4A382FB2-D2C2-4994-AA1F-5DD4ABEEA66B}"/>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04308762-3EC8-40FC-90DA-C5175708AABD}"/>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6A52A2A-C67E-4C06-AB34-FCE09561F9AC}"/>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A67B8582-022B-4C1B-A567-630BDFDA4E64}"/>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CC618BE-86CA-486A-94CD-9E9198940E12}"/>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31C7F0">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F9D26F7D-DCBA-40F4-A9BB-2FEECDC2910B}"/>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F385F833-C2AD-49D6-A56A-7E54B39EE12F}"/>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31C7F0">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EA6E809-4EDC-4FAD-A8D2-9910EE9CD616}"/>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31C7F0">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44BCD359-E8A8-40B4-B851-B76CF2CA8BB4}"/>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F97C8C9E-4668-4D8B-8AA9-EAF97D696E38}"/>
              </a:ext>
            </a:extLst>
          </p:cNvPr>
          <p:cNvSpPr>
            <a:spLocks xmlns:a="http://schemas.openxmlformats.org/drawingml/2006/main" noGrp="1"/>
          </p:cNvSpPr>
          <p:nvPr/>
        </p:nvSpPr>
        <p:spPr>
          <a:xfrm xmlns:a="http://schemas.openxmlformats.org/drawingml/2006/main">
            <a:off x="7353300" y="4895850"/>
            <a:ext cx="571500" cy="571500"/>
          </a:xfrm>
          <a:prstGeom xmlns:a="http://schemas.openxmlformats.org/drawingml/2006/main" prst="ellipse">
            <a:avLst/>
          </a:prstGeom>
          <a:gradFill xmlns:a="http://schemas.openxmlformats.org/drawingml/2006/main">
            <a:gsLst>
              <a:gs pos="0">
                <a:srgbClr val="31C7F0">
                  <a:alpha val="30000"/>
                </a:srgbClr>
              </a:gs>
              <a:gs pos="45000">
                <a:srgbClr val="31C7F0">
                  <a:alpha val="12000"/>
                </a:srgbClr>
              </a:gs>
              <a:gs pos="100000">
                <a:srgbClr val="31C7F0">
                  <a:alpha val="0"/>
                </a:srgbClr>
              </a:gs>
            </a:gsLst>
            <a:path path="shape"/>
          </a:gra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6BA7E0E9-D5CE-4718-9B9E-9559C64EEA0B}"/>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2F46438-7929-48B3-8733-182BB47CFA25}"/>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背景</a:t>
            </a:r>
          </a:p>
        </p:txBody>
      </p:sp>
      <p:sp>
        <p:nvSpPr>
          <p:cNvPr id="67" name="">
            <a:extLst xmlns:a="http://schemas.openxmlformats.org/drawingml/2006/main">
              <a:ext uri="{FF2B5EF4-FFF2-40B4-BE49-F238E27FC236}">
                <a16:creationId xmlns:a16="http://schemas.microsoft.com/office/drawing/2014/main" id="{281D571F-4E0E-4734-AACA-E915C92243C8}"/>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7F8897D6-8B28-4D50-A1B3-EA26A63F9157}"/>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9" name="">
            <a:extLst xmlns:a="http://schemas.openxmlformats.org/drawingml/2006/main">
              <a:ext uri="{FF2B5EF4-FFF2-40B4-BE49-F238E27FC236}">
                <a16:creationId xmlns:a16="http://schemas.microsoft.com/office/drawing/2014/main" id="{BC36EAF7-62A1-44E8-A13C-6DE0EC9DA76A}"/>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AA6A5446-839F-412C-8315-431176CFED75}"/>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5B37465F-5D90-4869-9584-498AC676B48E}"/>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AAAA448B-9D14-4C3B-BF48-DA911A32A1AB}"/>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7E0C1261-7542-4847-8DC8-140DE631A967}"/>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A429D7AA-9D9F-4DAC-ADC2-AE1891048854}"/>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256FFAE9-3B8D-4A34-9BA3-6A6DCDBCB994}"/>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61CDE6B9-198F-4B54-969B-CEF629FD6DCE}"/>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BF770C95-B15C-4284-939A-22651C2FA60D}"/>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D17B36D9-03D8-47F9-8DD0-441A9AE5BD2D}"/>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DC6203A7-1946-432D-A380-0E652E827FBC}"/>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0ED09CA1-91F3-46C7-AE9B-B47849A68FF2}"/>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49D77A93-D5C9-474C-B5BE-C62828E9BE81}"/>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B562E8A-79A9-4CDB-943A-A83C424E212E}"/>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356F7F4B-C76D-41E5-BC9B-C02AD46847C3}"/>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01</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9A3F1A2E-AF88-4C1B-9113-DC8505E0DFA0}"/>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E76FC80C-AFC4-4810-92BA-AB19B00CA871}"/>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项目背景</a:t>
            </a:r>
          </a:p>
        </p:txBody>
      </p:sp>
      <p:sp>
        <p:nvSpPr>
          <p:cNvPr id="86" name="">
            <a:extLst xmlns:a="http://schemas.openxmlformats.org/drawingml/2006/main">
              <a:ext uri="{FF2B5EF4-FFF2-40B4-BE49-F238E27FC236}">
                <a16:creationId xmlns:a16="http://schemas.microsoft.com/office/drawing/2014/main" id="{16CC7658-3216-466D-B4CD-6644CE8C6DF3}"/>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31C7F0"/>
                </a:solidFill>
                <a:latin typeface="Bahnschrift"/>
                <a:ea typeface="Bahnschrift"/>
                <a:cs typeface="Bahnschrift"/>
              </a:defRPr>
            </a:pPr>
            <a:r>
              <a:rPr sz="1013" b="0" spc="3">
                <a:solidFill>
                  <a:srgbClr val="31C7F0"/>
                </a:solidFill>
                <a:latin typeface="Bahnschrift"/>
                <a:ea typeface="Bahnschrift"/>
                <a:cs typeface="Bahnschrift"/>
              </a:rPr>
              <a:t>BACKGROUND · WHY INDUSTRIAL TRAINING</a:t>
            </a:r>
          </a:p>
        </p:txBody>
      </p:sp>
      <p:sp>
        <p:nvSpPr>
          <p:cNvPr id="87" name="">
            <a:extLst xmlns:a="http://schemas.openxmlformats.org/drawingml/2006/main">
              <a:ext uri="{FF2B5EF4-FFF2-40B4-BE49-F238E27FC236}">
                <a16:creationId xmlns:a16="http://schemas.microsoft.com/office/drawing/2014/main" id="{911B4230-BD87-4119-8658-2D42B8589455}"/>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D1314217-06E1-4E65-8265-C5A9BA7234A8}"/>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从变电运维的隐性成本出发，说明「为什么要做工业智训」</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用标准原文、成本科目与真实报告案例建立实证基础</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把行业现象收敛为三条可治理的价值缺口</a:t>
            </a:r>
          </a:p>
        </p:txBody>
      </p:sp>
      <p:sp>
        <p:nvSpPr>
          <p:cNvPr id="89" name="">
            <a:extLst xmlns:a="http://schemas.openxmlformats.org/drawingml/2006/main">
              <a:ext uri="{FF2B5EF4-FFF2-40B4-BE49-F238E27FC236}">
                <a16:creationId xmlns:a16="http://schemas.microsoft.com/office/drawing/2014/main" id="{1A9D26FB-54E3-4100-9FED-9D777F820B1F}"/>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0" name="">
            <a:extLst xmlns:a="http://schemas.openxmlformats.org/drawingml/2006/main">
              <a:ext uri="{FF2B5EF4-FFF2-40B4-BE49-F238E27FC236}">
                <a16:creationId xmlns:a16="http://schemas.microsoft.com/office/drawing/2014/main" id="{5C56ED13-3D7B-4DE3-8061-E38B77143ED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237F68B8-7D09-4DD0-BE85-5D73FB6B9F10}"/>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EF2A826A-A17A-4B23-ACF5-CAB0DF67A5BF}"/>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国家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行业标准原文依据</a:t>
            </a:r>
          </a:p>
        </p:txBody>
      </p:sp>
      <p:sp>
        <p:nvSpPr>
          <p:cNvPr id="93" name="">
            <a:extLst xmlns:a="http://schemas.openxmlformats.org/drawingml/2006/main">
              <a:ext uri="{FF2B5EF4-FFF2-40B4-BE49-F238E27FC236}">
                <a16:creationId xmlns:a16="http://schemas.microsoft.com/office/drawing/2014/main" id="{B4F72A10-F081-43F4-B41E-18E8DB3EACB7}"/>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4" name="">
            <a:extLst xmlns:a="http://schemas.openxmlformats.org/drawingml/2006/main">
              <a:ext uri="{FF2B5EF4-FFF2-40B4-BE49-F238E27FC236}">
                <a16:creationId xmlns:a16="http://schemas.microsoft.com/office/drawing/2014/main" id="{3CC6D0DD-A4BB-4106-A6ED-2EFF0B1F2C4A}"/>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AE298547-013D-4B40-929B-19EA85029BA4}"/>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FF3ED71B-6117-4448-86C7-C3E4FDD1B4F1}"/>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本培训成本账</a:t>
            </a:r>
          </a:p>
        </p:txBody>
      </p:sp>
      <p:sp>
        <p:nvSpPr>
          <p:cNvPr id="97" name="">
            <a:extLst xmlns:a="http://schemas.openxmlformats.org/drawingml/2006/main">
              <a:ext uri="{FF2B5EF4-FFF2-40B4-BE49-F238E27FC236}">
                <a16:creationId xmlns:a16="http://schemas.microsoft.com/office/drawing/2014/main" id="{2BF4DD51-F8C2-4EEB-A5A6-E28FFFC2F999}"/>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1C7F0">
                <a:alpha val="50000"/>
              </a:srgbClr>
            </a:solidFill>
            <a:prstDash val="solid"/>
          </a:ln>
        </p:spPr>
      </p:sp>
      <p:sp>
        <p:nvSpPr>
          <p:cNvPr id="98" name="">
            <a:extLst xmlns:a="http://schemas.openxmlformats.org/drawingml/2006/main">
              <a:ext uri="{FF2B5EF4-FFF2-40B4-BE49-F238E27FC236}">
                <a16:creationId xmlns:a16="http://schemas.microsoft.com/office/drawing/2014/main" id="{3F557C13-91C3-471D-B57B-AC7B8497DC46}"/>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03B3ABE5-BC29-4F1B-BE58-DD9B5F3757B1}"/>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A8E4DBD2-F258-4319-BD81-820C4C8D96EA}"/>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条可治理价值缺口</a:t>
            </a:r>
          </a:p>
        </p:txBody>
      </p:sp>
      <p:sp>
        <p:nvSpPr>
          <p:cNvPr id="101" name="">
            <a:extLst xmlns:a="http://schemas.openxmlformats.org/drawingml/2006/main">
              <a:ext uri="{FF2B5EF4-FFF2-40B4-BE49-F238E27FC236}">
                <a16:creationId xmlns:a16="http://schemas.microsoft.com/office/drawing/2014/main" id="{7709A42B-0E64-47A8-9F4D-E7182F888DA6}"/>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32FD67BE-7530-4CA7-86E1-121C70F2DC97}"/>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EEC4887B-8768-4AF9-AD43-8A9D225F6D50}"/>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8F7BB8BB-6217-4E62-82E7-BFB922C0CA80}"/>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31C7F0">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078102871"/>
      </p:ext>
    </p:extLst>
  </p:cSld>
</p:sld>
</file>

<file path=ppt/slides/slide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03bffc387eac4c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E9D535-B3B3-4222-BB54-32EEB42566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94A8E4A-50BF-46B2-8F73-2A3632D90FDC}"/>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D28013A-2DA1-4F76-A456-8E75F74DE91C}"/>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45D9B08-5A19-49CE-95CF-CB55EDC34F33}"/>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ABA0600-A901-4DC7-8B42-A74B59868062}"/>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9FC90993-9A06-4594-8BE0-5C6956DEB8E7}"/>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DA818409-E4C2-4E90-B613-524C706005C3}"/>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7FB6AC9-46DF-47AB-A14D-555052CE9B4A}"/>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CAD2597-24AD-4AB1-A0E9-C2667FF56C61}"/>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B9A29A5F-FF24-4B2B-BCF1-4ADFEC4A2E09}"/>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5BB8345-870D-4615-9488-7253B05BAFD7}"/>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C1DC6BB-D9E6-49A0-96BD-404E92EF5252}"/>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8CB94BD-FD2B-4803-9FB9-C0ED2F95AF15}"/>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74AD4E8B-6240-4415-90C0-15E43901F079}"/>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C1EDDA6-691B-4BE3-8CB3-F5B7BA535B01}"/>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C2826E2-6AFC-4C3E-BCEF-14CFB84CC236}"/>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68C55824-54FE-42C1-B1BB-58839E77F21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E306365-C82E-42AA-8A47-F814DA21C715}"/>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4A38B94-5DD8-43EB-9355-8697CA48C96C}"/>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28F86BF8-3C5D-4AB5-9079-1AD8C05D4762}"/>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7D47E8CD-50B3-46C1-ABC3-F6D3F42B892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02326083-42DE-4A24-9493-BCD188BB1DB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151A7D5-6873-471D-96E3-F6C09AB1ED2C}"/>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A38C017-D286-4697-AA0B-4F6E86D604F8}"/>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B19C9E45-050A-4FAB-A30C-690E28602452}"/>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722B752C-B872-4123-A452-64BC2652227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8A5B33B3-1166-4B8B-9A15-BA755F3E1AE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662EE420-5D44-4A51-BD42-F4CFAC143D19}"/>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2B2D05A-9D01-407E-BE07-65F3FD13B9FA}"/>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AAFCCD1F-7A29-4923-8F7F-2022A072C0C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4D52216E-FE30-495E-94AA-1B37247D130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81940493-5053-4EBE-A8BC-A1B5D30B6334}"/>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5190620-5808-4F50-9153-F0021F040ED4}"/>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480BC4CA-59DF-4822-9EF3-19128DEDF6EA}"/>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9E9992E-E107-4BD3-9329-79A159E3BB4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9EFBEC2B-7DCF-4AE0-A448-15196378365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945A692-3F43-4123-B339-15F71857C03F}"/>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756C959-ACBB-4021-9910-E5FDF259242A}"/>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05B78F5-039A-40F7-81A7-47C8C4F98AC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ABDD2748-B928-4FD2-8661-DB9D05D5B1FD}"/>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DEF7559C-2CB7-48F9-B9F1-32ACC9FCC07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65C07C6-6B9B-4060-BEDD-7F5B709B1688}"/>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1244CAF-EBA6-4AC8-878C-9CFB6ED5E3FC}"/>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69C6A73-B6B5-4DA1-891A-02EC9BFB744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6" name="">
            <a:extLst xmlns:a="http://schemas.openxmlformats.org/drawingml/2006/main">
              <a:ext uri="{FF2B5EF4-FFF2-40B4-BE49-F238E27FC236}">
                <a16:creationId xmlns:a16="http://schemas.microsoft.com/office/drawing/2014/main" id="{9DF9FF86-B3F0-414F-A233-40EBF70C0FAB}"/>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7" name="">
            <a:extLst xmlns:a="http://schemas.openxmlformats.org/drawingml/2006/main">
              <a:ext uri="{FF2B5EF4-FFF2-40B4-BE49-F238E27FC236}">
                <a16:creationId xmlns:a16="http://schemas.microsoft.com/office/drawing/2014/main" id="{E0E5877B-A326-49C3-869C-A612918B79C9}"/>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58AFD3D3-95FC-43E8-8C96-6B5564169E27}"/>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判定阈值全部来自标准原文</a:t>
            </a:r>
          </a:p>
        </p:txBody>
      </p:sp>
      <p:sp>
        <p:nvSpPr>
          <p:cNvPr id="49" name="">
            <a:extLst xmlns:a="http://schemas.openxmlformats.org/drawingml/2006/main">
              <a:ext uri="{FF2B5EF4-FFF2-40B4-BE49-F238E27FC236}">
                <a16:creationId xmlns:a16="http://schemas.microsoft.com/office/drawing/2014/main" id="{D51E11EE-9180-4E02-AB39-18ED16FF3BA8}"/>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D19DD7A-9A78-48F5-854D-C91C56038EA8}"/>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ADFCDE7-0A70-4149-A414-4FA100ADC555}"/>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EA596597-24F1-4E3C-9926-579CECC04352}"/>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5B693A72-2E0A-408A-BEBB-832F2B3514F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373ABAE0-2A3D-4534-990C-B64EDFEB124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072FEA26-20FA-4D56-BFAC-EB8B9A511CB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E81DACAE-ADA5-46BC-98E0-BB84C990A811}"/>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099F628B-977E-420E-88EB-E6A83801BF2D}"/>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DB34155-52FE-4D84-AB3A-4A99D4030573}"/>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8E56C3F-5E64-4478-997F-A984DD6FB9F1}"/>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43304F6-D197-4ADC-9C80-F92561776717}"/>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BC8B7E7E-1AF7-4A1F-8107-D77E28AD84F4}"/>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D1280FB-2FF8-4D4A-88B1-F34D471A4D48}"/>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3041C491-788A-4705-9F3D-ED8B7ED46616}"/>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安全生产培训是监管刚性项：判定阈值不靠经验，全部来自国家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行业标准原文。</a:t>
            </a:r>
          </a:p>
        </p:txBody>
      </p:sp>
      <p:sp>
        <p:nvSpPr>
          <p:cNvPr id="64" name="">
            <a:extLst xmlns:a="http://schemas.openxmlformats.org/drawingml/2006/main">
              <a:ext uri="{FF2B5EF4-FFF2-40B4-BE49-F238E27FC236}">
                <a16:creationId xmlns:a16="http://schemas.microsoft.com/office/drawing/2014/main" id="{A4BF8D8F-432E-4DD7-BC88-647F4BBDE7AF}"/>
              </a:ext>
            </a:extLst>
          </p:cNvPr>
          <p:cNvSpPr>
            <a:spLocks xmlns:a="http://schemas.openxmlformats.org/drawingml/2006/main" noGrp="1"/>
          </p:cNvSpPr>
          <p:nvPr/>
        </p:nvSpPr>
        <p:spPr>
          <a:xfrm xmlns:a="http://schemas.openxmlformats.org/drawingml/2006/main">
            <a:off x="285750" y="1333500"/>
            <a:ext cx="895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一、四组判定阈值与它们的原文出处（已内置进系统气体字典，管理员改库即生效）</a:t>
            </a:r>
          </a:p>
        </p:txBody>
      </p:sp>
      <p:sp>
        <p:nvSpPr>
          <p:cNvPr id="65" name="">
            <a:extLst xmlns:a="http://schemas.openxmlformats.org/drawingml/2006/main">
              <a:ext uri="{FF2B5EF4-FFF2-40B4-BE49-F238E27FC236}">
                <a16:creationId xmlns:a16="http://schemas.microsoft.com/office/drawing/2014/main" id="{FECE0512-17DF-41C1-AE40-44217097EB85}"/>
              </a:ext>
            </a:extLst>
          </p:cNvPr>
          <p:cNvSpPr>
            <a:spLocks xmlns:a="http://schemas.openxmlformats.org/drawingml/2006/main" noGrp="1"/>
          </p:cNvSpPr>
          <p:nvPr/>
        </p:nvSpPr>
        <p:spPr>
          <a:xfrm xmlns:a="http://schemas.openxmlformats.org/drawingml/2006/main">
            <a:off x="285750" y="1657350"/>
            <a:ext cx="5753100" cy="762000"/>
          </a:xfrm>
          <a:prstGeom xmlns:a="http://schemas.openxmlformats.org/drawingml/2006/main" prst="roundRect">
            <a:avLst>
              <a:gd name="adj" fmla="val 11250"/>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43A3AF3E-0112-4D00-A90A-E0F9D1216A98}"/>
              </a:ext>
            </a:extLst>
          </p:cNvPr>
          <p:cNvSpPr>
            <a:spLocks xmlns:a="http://schemas.openxmlformats.org/drawingml/2006/main" noGrp="1"/>
          </p:cNvSpPr>
          <p:nvPr/>
        </p:nvSpPr>
        <p:spPr>
          <a:xfrm xmlns:a="http://schemas.openxmlformats.org/drawingml/2006/main">
            <a:off x="285750" y="1657350"/>
            <a:ext cx="38100" cy="762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15C0260-A2D1-42A3-AB39-F009F501681E}"/>
              </a:ext>
            </a:extLst>
          </p:cNvPr>
          <p:cNvSpPr>
            <a:spLocks xmlns:a="http://schemas.openxmlformats.org/drawingml/2006/main" noGrp="1"/>
          </p:cNvSpPr>
          <p:nvPr/>
        </p:nvSpPr>
        <p:spPr>
          <a:xfrm xmlns:a="http://schemas.openxmlformats.org/drawingml/2006/main">
            <a:off x="438150" y="17526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Bahnschrift"/>
                <a:ea typeface="Bahnschrift"/>
                <a:cs typeface="Bahnschrift"/>
              </a:defRPr>
            </a:pPr>
            <a:r>
              <a:rPr sz="1013" b="1">
                <a:solidFill>
                  <a:srgbClr val="F5C33B"/>
                </a:solidFill>
                <a:latin typeface="Bahnschrift"/>
                <a:ea typeface="Bahnschrift"/>
                <a:cs typeface="Bahnschrift"/>
              </a:rPr>
              <a:t>GBZ 2.1</a:t>
            </a:r>
          </a:p>
        </p:txBody>
      </p:sp>
      <p:sp>
        <p:nvSpPr>
          <p:cNvPr id="68" name="">
            <a:extLst xmlns:a="http://schemas.openxmlformats.org/drawingml/2006/main">
              <a:ext uri="{FF2B5EF4-FFF2-40B4-BE49-F238E27FC236}">
                <a16:creationId xmlns:a16="http://schemas.microsoft.com/office/drawing/2014/main" id="{68A929CA-763C-4C5F-B5B5-1E1924F7A527}"/>
              </a:ext>
            </a:extLst>
          </p:cNvPr>
          <p:cNvSpPr>
            <a:spLocks xmlns:a="http://schemas.openxmlformats.org/drawingml/2006/main" noGrp="1"/>
          </p:cNvSpPr>
          <p:nvPr/>
        </p:nvSpPr>
        <p:spPr>
          <a:xfrm xmlns:a="http://schemas.openxmlformats.org/drawingml/2006/main">
            <a:off x="438150" y="19812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《工作场所有害因素职业接触限值》</a:t>
            </a:r>
          </a:p>
        </p:txBody>
      </p:sp>
      <p:sp>
        <p:nvSpPr>
          <p:cNvPr id="69" name="">
            <a:extLst xmlns:a="http://schemas.openxmlformats.org/drawingml/2006/main">
              <a:ext uri="{FF2B5EF4-FFF2-40B4-BE49-F238E27FC236}">
                <a16:creationId xmlns:a16="http://schemas.microsoft.com/office/drawing/2014/main" id="{C671B504-BB29-42FC-AEE8-51D3291F8770}"/>
              </a:ext>
            </a:extLst>
          </p:cNvPr>
          <p:cNvSpPr>
            <a:spLocks xmlns:a="http://schemas.openxmlformats.org/drawingml/2006/main" noGrp="1"/>
          </p:cNvSpPr>
          <p:nvPr/>
        </p:nvSpPr>
        <p:spPr>
          <a:xfrm xmlns:a="http://schemas.openxmlformats.org/drawingml/2006/main">
            <a:off x="3714750" y="17526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硫化氢 </a:t>
            </a:r>
            <a:r>
              <a:rPr sz="975" b="1">
                <a:solidFill>
                  <a:srgbClr val="FFFFFF"/>
                </a:solidFill>
                <a:latin typeface="微软雅黑"/>
                <a:ea typeface="微软雅黑"/>
                <a:cs typeface="微软雅黑"/>
              </a:rPr>
              <a:t>10 ppm
</a:t>
            </a:r>
            <a:r>
              <a:rPr sz="975" b="1">
                <a:solidFill>
                  <a:srgbClr val="FFFFFF"/>
                </a:solidFill>
                <a:latin typeface="微软雅黑"/>
                <a:ea typeface="微软雅黑"/>
                <a:cs typeface="微软雅黑"/>
              </a:rPr>
              <a:t>一氧化碳 </a:t>
            </a:r>
            <a:r>
              <a:rPr sz="975" b="1">
                <a:solidFill>
                  <a:srgbClr val="FFFFFF"/>
                </a:solidFill>
                <a:latin typeface="微软雅黑"/>
                <a:ea typeface="微软雅黑"/>
                <a:cs typeface="微软雅黑"/>
              </a:rPr>
              <a:t>30 ppm</a:t>
            </a:r>
          </a:p>
        </p:txBody>
      </p:sp>
      <p:sp>
        <p:nvSpPr>
          <p:cNvPr id="70" name="">
            <a:extLst xmlns:a="http://schemas.openxmlformats.org/drawingml/2006/main">
              <a:ext uri="{FF2B5EF4-FFF2-40B4-BE49-F238E27FC236}">
                <a16:creationId xmlns:a16="http://schemas.microsoft.com/office/drawing/2014/main" id="{FB323A78-08D4-4813-B407-7F2A74290BDD}"/>
              </a:ext>
            </a:extLst>
          </p:cNvPr>
          <p:cNvSpPr>
            <a:spLocks xmlns:a="http://schemas.openxmlformats.org/drawingml/2006/main" noGrp="1"/>
          </p:cNvSpPr>
          <p:nvPr/>
        </p:nvSpPr>
        <p:spPr>
          <a:xfrm xmlns:a="http://schemas.openxmlformats.org/drawingml/2006/main">
            <a:off x="6153150" y="1657350"/>
            <a:ext cx="5753100" cy="762000"/>
          </a:xfrm>
          <a:prstGeom xmlns:a="http://schemas.openxmlformats.org/drawingml/2006/main" prst="roundRect">
            <a:avLst>
              <a:gd name="adj" fmla="val 1125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8EB562A0-D1C4-4089-8AD4-69DB1D636C06}"/>
              </a:ext>
            </a:extLst>
          </p:cNvPr>
          <p:cNvSpPr>
            <a:spLocks xmlns:a="http://schemas.openxmlformats.org/drawingml/2006/main" noGrp="1"/>
          </p:cNvSpPr>
          <p:nvPr/>
        </p:nvSpPr>
        <p:spPr>
          <a:xfrm xmlns:a="http://schemas.openxmlformats.org/drawingml/2006/main">
            <a:off x="6153150" y="1657350"/>
            <a:ext cx="38100" cy="762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DEEB742F-E692-45D1-8ED7-5173AE71DD42}"/>
              </a:ext>
            </a:extLst>
          </p:cNvPr>
          <p:cNvSpPr>
            <a:spLocks xmlns:a="http://schemas.openxmlformats.org/drawingml/2006/main" noGrp="1"/>
          </p:cNvSpPr>
          <p:nvPr/>
        </p:nvSpPr>
        <p:spPr>
          <a:xfrm xmlns:a="http://schemas.openxmlformats.org/drawingml/2006/main">
            <a:off x="6305550" y="17526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Bahnschrift"/>
                <a:ea typeface="Bahnschrift"/>
                <a:cs typeface="Bahnschrift"/>
              </a:defRPr>
            </a:pPr>
            <a:r>
              <a:rPr sz="1013" b="1">
                <a:solidFill>
                  <a:srgbClr val="F5C33B"/>
                </a:solidFill>
                <a:latin typeface="Bahnschrift"/>
                <a:ea typeface="Bahnschrift"/>
                <a:cs typeface="Bahnschrift"/>
              </a:rPr>
              <a:t>GB 30871</a:t>
            </a:r>
          </a:p>
        </p:txBody>
      </p:sp>
      <p:sp>
        <p:nvSpPr>
          <p:cNvPr id="73" name="">
            <a:extLst xmlns:a="http://schemas.openxmlformats.org/drawingml/2006/main">
              <a:ext uri="{FF2B5EF4-FFF2-40B4-BE49-F238E27FC236}">
                <a16:creationId xmlns:a16="http://schemas.microsoft.com/office/drawing/2014/main" id="{B714FEDE-20F5-46A9-B6D6-CF164F7BA17D}"/>
              </a:ext>
            </a:extLst>
          </p:cNvPr>
          <p:cNvSpPr>
            <a:spLocks xmlns:a="http://schemas.openxmlformats.org/drawingml/2006/main" noGrp="1"/>
          </p:cNvSpPr>
          <p:nvPr/>
        </p:nvSpPr>
        <p:spPr>
          <a:xfrm xmlns:a="http://schemas.openxmlformats.org/drawingml/2006/main">
            <a:off x="6305550" y="19812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《危险化学品企业特殊作业安全规范》</a:t>
            </a:r>
          </a:p>
        </p:txBody>
      </p:sp>
      <p:sp>
        <p:nvSpPr>
          <p:cNvPr id="74" name="">
            <a:extLst xmlns:a="http://schemas.openxmlformats.org/drawingml/2006/main">
              <a:ext uri="{FF2B5EF4-FFF2-40B4-BE49-F238E27FC236}">
                <a16:creationId xmlns:a16="http://schemas.microsoft.com/office/drawing/2014/main" id="{AE71665D-09DF-4A1D-9914-719802BBC99E}"/>
              </a:ext>
            </a:extLst>
          </p:cNvPr>
          <p:cNvSpPr>
            <a:spLocks xmlns:a="http://schemas.openxmlformats.org/drawingml/2006/main" noGrp="1"/>
          </p:cNvSpPr>
          <p:nvPr/>
        </p:nvSpPr>
        <p:spPr>
          <a:xfrm xmlns:a="http://schemas.openxmlformats.org/drawingml/2006/main">
            <a:off x="9582150" y="17526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可燃气 </a:t>
            </a:r>
            <a:r>
              <a:rPr sz="975" b="1">
                <a:solidFill>
                  <a:srgbClr val="FFFFFF"/>
                </a:solidFill>
                <a:latin typeface="微软雅黑"/>
                <a:ea typeface="微软雅黑"/>
                <a:cs typeface="微软雅黑"/>
              </a:rPr>
              <a:t>10 %LEL</a:t>
            </a:r>
          </a:p>
        </p:txBody>
      </p:sp>
      <p:sp>
        <p:nvSpPr>
          <p:cNvPr id="75" name="">
            <a:extLst xmlns:a="http://schemas.openxmlformats.org/drawingml/2006/main">
              <a:ext uri="{FF2B5EF4-FFF2-40B4-BE49-F238E27FC236}">
                <a16:creationId xmlns:a16="http://schemas.microsoft.com/office/drawing/2014/main" id="{015A6027-3BA1-4D18-B4EE-F2FCEC245E7E}"/>
              </a:ext>
            </a:extLst>
          </p:cNvPr>
          <p:cNvSpPr>
            <a:spLocks xmlns:a="http://schemas.openxmlformats.org/drawingml/2006/main" noGrp="1"/>
          </p:cNvSpPr>
          <p:nvPr/>
        </p:nvSpPr>
        <p:spPr>
          <a:xfrm xmlns:a="http://schemas.openxmlformats.org/drawingml/2006/main">
            <a:off x="285750" y="2533650"/>
            <a:ext cx="5753100" cy="762000"/>
          </a:xfrm>
          <a:prstGeom xmlns:a="http://schemas.openxmlformats.org/drawingml/2006/main" prst="roundRect">
            <a:avLst>
              <a:gd name="adj" fmla="val 11250"/>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E4D97ED7-B403-40EE-B1D6-7A84A560D068}"/>
              </a:ext>
            </a:extLst>
          </p:cNvPr>
          <p:cNvSpPr>
            <a:spLocks xmlns:a="http://schemas.openxmlformats.org/drawingml/2006/main" noGrp="1"/>
          </p:cNvSpPr>
          <p:nvPr/>
        </p:nvSpPr>
        <p:spPr>
          <a:xfrm xmlns:a="http://schemas.openxmlformats.org/drawingml/2006/main">
            <a:off x="285750" y="2533650"/>
            <a:ext cx="38100" cy="762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A2A68506-20B3-45EA-9E39-DB58C3578980}"/>
              </a:ext>
            </a:extLst>
          </p:cNvPr>
          <p:cNvSpPr>
            <a:spLocks xmlns:a="http://schemas.openxmlformats.org/drawingml/2006/main" noGrp="1"/>
          </p:cNvSpPr>
          <p:nvPr/>
        </p:nvSpPr>
        <p:spPr>
          <a:xfrm xmlns:a="http://schemas.openxmlformats.org/drawingml/2006/main">
            <a:off x="438150" y="26289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Bahnschrift"/>
                <a:ea typeface="Bahnschrift"/>
                <a:cs typeface="Bahnschrift"/>
              </a:defRPr>
            </a:pPr>
            <a:r>
              <a:rPr sz="1013" b="1">
                <a:solidFill>
                  <a:srgbClr val="F5C33B"/>
                </a:solidFill>
                <a:latin typeface="Bahnschrift"/>
                <a:ea typeface="Bahnschrift"/>
                <a:cs typeface="Bahnschrift"/>
              </a:rPr>
              <a:t>DL/T 639</a:t>
            </a:r>
          </a:p>
        </p:txBody>
      </p:sp>
      <p:sp>
        <p:nvSpPr>
          <p:cNvPr id="78" name="">
            <a:extLst xmlns:a="http://schemas.openxmlformats.org/drawingml/2006/main">
              <a:ext uri="{FF2B5EF4-FFF2-40B4-BE49-F238E27FC236}">
                <a16:creationId xmlns:a16="http://schemas.microsoft.com/office/drawing/2014/main" id="{DB4C69E5-286A-4787-921E-CF58A00ADAC3}"/>
              </a:ext>
            </a:extLst>
          </p:cNvPr>
          <p:cNvSpPr>
            <a:spLocks xmlns:a="http://schemas.openxmlformats.org/drawingml/2006/main" noGrp="1"/>
          </p:cNvSpPr>
          <p:nvPr/>
        </p:nvSpPr>
        <p:spPr>
          <a:xfrm xmlns:a="http://schemas.openxmlformats.org/drawingml/2006/main">
            <a:off x="438150" y="28575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《六氟化硫电气设备运行、试验及检修人员安全防护细则》</a:t>
            </a:r>
          </a:p>
        </p:txBody>
      </p:sp>
      <p:sp>
        <p:nvSpPr>
          <p:cNvPr id="79" name="">
            <a:extLst xmlns:a="http://schemas.openxmlformats.org/drawingml/2006/main">
              <a:ext uri="{FF2B5EF4-FFF2-40B4-BE49-F238E27FC236}">
                <a16:creationId xmlns:a16="http://schemas.microsoft.com/office/drawing/2014/main" id="{6ABF057E-F70A-4F4B-8DCF-871750DABEA9}"/>
              </a:ext>
            </a:extLst>
          </p:cNvPr>
          <p:cNvSpPr>
            <a:spLocks xmlns:a="http://schemas.openxmlformats.org/drawingml/2006/main" noGrp="1"/>
          </p:cNvSpPr>
          <p:nvPr/>
        </p:nvSpPr>
        <p:spPr>
          <a:xfrm xmlns:a="http://schemas.openxmlformats.org/drawingml/2006/main">
            <a:off x="3714750" y="26289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六氟化硫 </a:t>
            </a:r>
            <a:r>
              <a:rPr sz="975" b="1">
                <a:solidFill>
                  <a:srgbClr val="FFFFFF"/>
                </a:solidFill>
                <a:latin typeface="微软雅黑"/>
                <a:ea typeface="微软雅黑"/>
                <a:cs typeface="微软雅黑"/>
              </a:rPr>
              <a:t>1000 ppm</a:t>
            </a:r>
          </a:p>
        </p:txBody>
      </p:sp>
      <p:sp>
        <p:nvSpPr>
          <p:cNvPr id="80" name="">
            <a:extLst xmlns:a="http://schemas.openxmlformats.org/drawingml/2006/main">
              <a:ext uri="{FF2B5EF4-FFF2-40B4-BE49-F238E27FC236}">
                <a16:creationId xmlns:a16="http://schemas.microsoft.com/office/drawing/2014/main" id="{372C3B0C-9B64-42C2-A424-8438C1409335}"/>
              </a:ext>
            </a:extLst>
          </p:cNvPr>
          <p:cNvSpPr>
            <a:spLocks xmlns:a="http://schemas.openxmlformats.org/drawingml/2006/main" noGrp="1"/>
          </p:cNvSpPr>
          <p:nvPr/>
        </p:nvSpPr>
        <p:spPr>
          <a:xfrm xmlns:a="http://schemas.openxmlformats.org/drawingml/2006/main">
            <a:off x="6153150" y="2533650"/>
            <a:ext cx="5753100" cy="762000"/>
          </a:xfrm>
          <a:prstGeom xmlns:a="http://schemas.openxmlformats.org/drawingml/2006/main" prst="roundRect">
            <a:avLst>
              <a:gd name="adj" fmla="val 1125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9833DA79-CF36-45C4-BF65-7AF91B4EF562}"/>
              </a:ext>
            </a:extLst>
          </p:cNvPr>
          <p:cNvSpPr>
            <a:spLocks xmlns:a="http://schemas.openxmlformats.org/drawingml/2006/main" noGrp="1"/>
          </p:cNvSpPr>
          <p:nvPr/>
        </p:nvSpPr>
        <p:spPr>
          <a:xfrm xmlns:a="http://schemas.openxmlformats.org/drawingml/2006/main">
            <a:off x="6153150" y="2533650"/>
            <a:ext cx="38100" cy="762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C2F47240-AC84-4D0F-8260-CE66D5AB6180}"/>
              </a:ext>
            </a:extLst>
          </p:cNvPr>
          <p:cNvSpPr>
            <a:spLocks xmlns:a="http://schemas.openxmlformats.org/drawingml/2006/main" noGrp="1"/>
          </p:cNvSpPr>
          <p:nvPr/>
        </p:nvSpPr>
        <p:spPr>
          <a:xfrm xmlns:a="http://schemas.openxmlformats.org/drawingml/2006/main">
            <a:off x="6305550" y="26289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Bahnschrift"/>
                <a:ea typeface="Bahnschrift"/>
                <a:cs typeface="Bahnschrift"/>
              </a:defRPr>
            </a:pPr>
            <a:r>
              <a:rPr sz="1013" b="1">
                <a:solidFill>
                  <a:srgbClr val="F5C33B"/>
                </a:solidFill>
                <a:latin typeface="Bahnschrift"/>
                <a:ea typeface="Bahnschrift"/>
                <a:cs typeface="Bahnschrift"/>
              </a:rPr>
              <a:t>GB/T 11022 · DL/T 596</a:t>
            </a:r>
          </a:p>
        </p:txBody>
      </p:sp>
      <p:sp>
        <p:nvSpPr>
          <p:cNvPr id="83" name="">
            <a:extLst xmlns:a="http://schemas.openxmlformats.org/drawingml/2006/main">
              <a:ext uri="{FF2B5EF4-FFF2-40B4-BE49-F238E27FC236}">
                <a16:creationId xmlns:a16="http://schemas.microsoft.com/office/drawing/2014/main" id="{AE69A9FB-5C52-42EE-8DA3-8070B3BFC7C4}"/>
              </a:ext>
            </a:extLst>
          </p:cNvPr>
          <p:cNvSpPr>
            <a:spLocks xmlns:a="http://schemas.openxmlformats.org/drawingml/2006/main" noGrp="1"/>
          </p:cNvSpPr>
          <p:nvPr/>
        </p:nvSpPr>
        <p:spPr>
          <a:xfrm xmlns:a="http://schemas.openxmlformats.org/drawingml/2006/main">
            <a:off x="6305550" y="28575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《电力设备预防性试验规程》</a:t>
            </a:r>
          </a:p>
        </p:txBody>
      </p:sp>
      <p:sp>
        <p:nvSpPr>
          <p:cNvPr id="84" name="">
            <a:extLst xmlns:a="http://schemas.openxmlformats.org/drawingml/2006/main">
              <a:ext uri="{FF2B5EF4-FFF2-40B4-BE49-F238E27FC236}">
                <a16:creationId xmlns:a16="http://schemas.microsoft.com/office/drawing/2014/main" id="{14A588CB-317A-43F2-9AA5-7C222EC0AF2E}"/>
              </a:ext>
            </a:extLst>
          </p:cNvPr>
          <p:cNvSpPr>
            <a:spLocks xmlns:a="http://schemas.openxmlformats.org/drawingml/2006/main" noGrp="1"/>
          </p:cNvSpPr>
          <p:nvPr/>
        </p:nvSpPr>
        <p:spPr>
          <a:xfrm xmlns:a="http://schemas.openxmlformats.org/drawingml/2006/main">
            <a:off x="9582150" y="26289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SF6 </a:t>
            </a:r>
            <a:r>
              <a:rPr sz="975" b="1">
                <a:solidFill>
                  <a:srgbClr val="FFFFFF"/>
                </a:solidFill>
                <a:latin typeface="微软雅黑"/>
                <a:ea typeface="微软雅黑"/>
                <a:cs typeface="微软雅黑"/>
              </a:rPr>
              <a:t>微水 </a:t>
            </a:r>
            <a:r>
              <a:rPr sz="975" b="1">
                <a:solidFill>
                  <a:srgbClr val="FFFFFF"/>
                </a:solidFill>
                <a:latin typeface="微软雅黑"/>
                <a:ea typeface="微软雅黑"/>
                <a:cs typeface="微软雅黑"/>
              </a:rPr>
              <a:t>150 μL/L</a:t>
            </a:r>
          </a:p>
        </p:txBody>
      </p:sp>
      <p:sp>
        <p:nvSpPr>
          <p:cNvPr id="85" name="">
            <a:extLst xmlns:a="http://schemas.openxmlformats.org/drawingml/2006/main">
              <a:ext uri="{FF2B5EF4-FFF2-40B4-BE49-F238E27FC236}">
                <a16:creationId xmlns:a16="http://schemas.microsoft.com/office/drawing/2014/main" id="{25DD09CB-0642-40D1-9DA8-C1BB82BAC841}"/>
              </a:ext>
            </a:extLst>
          </p:cNvPr>
          <p:cNvSpPr>
            <a:spLocks xmlns:a="http://schemas.openxmlformats.org/drawingml/2006/main" noGrp="1"/>
          </p:cNvSpPr>
          <p:nvPr/>
        </p:nvSpPr>
        <p:spPr>
          <a:xfrm xmlns:a="http://schemas.openxmlformats.org/drawingml/2006/main">
            <a:off x="285750" y="3486150"/>
            <a:ext cx="5753100" cy="2571750"/>
          </a:xfrm>
          <a:prstGeom xmlns:a="http://schemas.openxmlformats.org/drawingml/2006/main" prst="roundRect">
            <a:avLst>
              <a:gd name="adj" fmla="val 333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86" name="">
            <a:extLst xmlns:a="http://schemas.openxmlformats.org/drawingml/2006/main">
              <a:ext uri="{FF2B5EF4-FFF2-40B4-BE49-F238E27FC236}">
                <a16:creationId xmlns:a16="http://schemas.microsoft.com/office/drawing/2014/main" id="{EDEBF820-9611-4048-BD5D-8C3E585039E5}"/>
              </a:ext>
            </a:extLst>
          </p:cNvPr>
          <p:cNvSpPr>
            <a:spLocks xmlns:a="http://schemas.openxmlformats.org/drawingml/2006/main" noGrp="1"/>
          </p:cNvSpPr>
          <p:nvPr/>
        </p:nvSpPr>
        <p:spPr>
          <a:xfrm xmlns:a="http://schemas.openxmlformats.org/drawingml/2006/main">
            <a:off x="495300" y="3638550"/>
            <a:ext cx="5334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二、阈值入库之后，直接换来三件事</a:t>
            </a:r>
          </a:p>
        </p:txBody>
      </p:sp>
      <p:sp>
        <p:nvSpPr>
          <p:cNvPr id="87" name="">
            <a:extLst xmlns:a="http://schemas.openxmlformats.org/drawingml/2006/main">
              <a:ext uri="{FF2B5EF4-FFF2-40B4-BE49-F238E27FC236}">
                <a16:creationId xmlns:a16="http://schemas.microsoft.com/office/drawing/2014/main" id="{F915E0EB-7DFA-48B4-83B0-9639AA31E8AC}"/>
              </a:ext>
            </a:extLst>
          </p:cNvPr>
          <p:cNvSpPr>
            <a:spLocks xmlns:a="http://schemas.openxmlformats.org/drawingml/2006/main" noGrp="1"/>
          </p:cNvSpPr>
          <p:nvPr/>
        </p:nvSpPr>
        <p:spPr>
          <a:xfrm xmlns:a="http://schemas.openxmlformats.org/drawingml/2006/main">
            <a:off x="495300" y="3981450"/>
            <a:ext cx="535305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判定不再由个人经验决定，避免「同一份报告、不同人不同结论」。</a:t>
            </a:r>
          </a:p>
          <a:p xmlns:a="http://schemas.openxmlformats.org/drawingml/2006/main">
            <a:pPr algn="l">
              <a:lnSpc>
                <a:spcPct val="19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标准更新时只改数据库字典，不需要重新编译与发布。</a:t>
            </a:r>
          </a:p>
          <a:p xmlns:a="http://schemas.openxmlformats.org/drawingml/2006/main">
            <a:pPr algn="l">
              <a:lnSpc>
                <a:spcPct val="19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每条超限判定都能回指到标准条款，答辩与审计时可直接引用。</a:t>
            </a:r>
          </a:p>
        </p:txBody>
      </p:sp>
      <p:sp>
        <p:nvSpPr>
          <p:cNvPr id="88" name="">
            <a:extLst xmlns:a="http://schemas.openxmlformats.org/drawingml/2006/main">
              <a:ext uri="{FF2B5EF4-FFF2-40B4-BE49-F238E27FC236}">
                <a16:creationId xmlns:a16="http://schemas.microsoft.com/office/drawing/2014/main" id="{BA9A5F9F-9407-41BB-AAF3-89430678ADD9}"/>
              </a:ext>
            </a:extLst>
          </p:cNvPr>
          <p:cNvSpPr>
            <a:spLocks xmlns:a="http://schemas.openxmlformats.org/drawingml/2006/main" noGrp="1"/>
          </p:cNvSpPr>
          <p:nvPr/>
        </p:nvSpPr>
        <p:spPr>
          <a:xfrm xmlns:a="http://schemas.openxmlformats.org/drawingml/2006/main">
            <a:off x="495300" y="5353050"/>
            <a:ext cx="5334000" cy="9525"/>
          </a:xfrm>
          <a:prstGeom xmlns:a="http://schemas.openxmlformats.org/drawingml/2006/main" prst="rect">
            <a:avLst/>
          </a:prstGeom>
          <a:solidFill xmlns:a="http://schemas.openxmlformats.org/drawingml/2006/main">
            <a:srgbClr val="1B4C8A">
              <a:alpha val="70000"/>
            </a:srgbClr>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A483C8A1-E073-4611-B088-70401D47F284}"/>
              </a:ext>
            </a:extLst>
          </p:cNvPr>
          <p:cNvSpPr>
            <a:spLocks xmlns:a="http://schemas.openxmlformats.org/drawingml/2006/main" noGrp="1"/>
          </p:cNvSpPr>
          <p:nvPr/>
        </p:nvSpPr>
        <p:spPr>
          <a:xfrm xmlns:a="http://schemas.openxmlformats.org/drawingml/2006/main">
            <a:off x="495300" y="5467350"/>
            <a:ext cx="53530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F5C33B"/>
                </a:solidFill>
                <a:latin typeface="微软雅黑"/>
                <a:ea typeface="微软雅黑"/>
                <a:cs typeface="微软雅黑"/>
              </a:defRPr>
            </a:pPr>
            <a:r>
              <a:rPr sz="938" b="0">
                <a:solidFill>
                  <a:srgbClr val="F5C33B"/>
                </a:solidFill>
                <a:latin typeface="微软雅黑"/>
                <a:ea typeface="微软雅黑"/>
                <a:cs typeface="微软雅黑"/>
              </a:rPr>
              <a:t>所以：判定口径从「老师傅经验」变成「标准条款」</a:t>
            </a:r>
            <a:r>
              <a:rPr sz="938" b="0">
                <a:solidFill>
                  <a:srgbClr val="F5C33B"/>
                </a:solidFill>
                <a:latin typeface="微软雅黑"/>
                <a:ea typeface="微软雅黑"/>
                <a:cs typeface="微软雅黑"/>
              </a:rPr>
              <a:t>——</a:t>
            </a:r>
            <a:r>
              <a:rPr sz="938" b="0">
                <a:solidFill>
                  <a:srgbClr val="F5C33B"/>
                </a:solidFill>
                <a:latin typeface="微软雅黑"/>
                <a:ea typeface="微软雅黑"/>
                <a:cs typeface="微软雅黑"/>
              </a:rPr>
              <a:t>这是后续每条结论可复算、可审计的前提。</a:t>
            </a:r>
          </a:p>
        </p:txBody>
      </p:sp>
      <p:sp>
        <p:nvSpPr>
          <p:cNvPr id="90" name="">
            <a:extLst xmlns:a="http://schemas.openxmlformats.org/drawingml/2006/main">
              <a:ext uri="{FF2B5EF4-FFF2-40B4-BE49-F238E27FC236}">
                <a16:creationId xmlns:a16="http://schemas.microsoft.com/office/drawing/2014/main" id="{3B2CE874-66C7-469A-88AB-95D61D9F84DF}"/>
              </a:ext>
            </a:extLst>
          </p:cNvPr>
          <p:cNvSpPr>
            <a:spLocks xmlns:a="http://schemas.openxmlformats.org/drawingml/2006/main" noGrp="1"/>
          </p:cNvSpPr>
          <p:nvPr/>
        </p:nvSpPr>
        <p:spPr>
          <a:xfrm xmlns:a="http://schemas.openxmlformats.org/drawingml/2006/main">
            <a:off x="6153150" y="3486150"/>
            <a:ext cx="5772150" cy="2571750"/>
          </a:xfrm>
          <a:prstGeom xmlns:a="http://schemas.openxmlformats.org/drawingml/2006/main" prst="roundRect">
            <a:avLst>
              <a:gd name="adj" fmla="val 333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1430">
            <a:solidFill>
              <a:srgbClr val="2A6BAE"/>
            </a:solidFill>
            <a:prstDash val="solid"/>
          </a:ln>
        </p:spPr>
      </p:sp>
      <p:sp>
        <p:nvSpPr>
          <p:cNvPr id="91" name="">
            <a:extLst xmlns:a="http://schemas.openxmlformats.org/drawingml/2006/main">
              <a:ext uri="{FF2B5EF4-FFF2-40B4-BE49-F238E27FC236}">
                <a16:creationId xmlns:a16="http://schemas.microsoft.com/office/drawing/2014/main" id="{3E18371E-DBDE-46C3-8F05-946991613C65}"/>
              </a:ext>
            </a:extLst>
          </p:cNvPr>
          <p:cNvSpPr>
            <a:spLocks xmlns:a="http://schemas.openxmlformats.org/drawingml/2006/main" noGrp="1"/>
          </p:cNvSpPr>
          <p:nvPr/>
        </p:nvSpPr>
        <p:spPr>
          <a:xfrm xmlns:a="http://schemas.openxmlformats.org/drawingml/2006/main">
            <a:off x="6362700" y="3638550"/>
            <a:ext cx="53530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三、一条超限判定是怎么变成可追溯结论的</a:t>
            </a:r>
          </a:p>
        </p:txBody>
      </p:sp>
      <p:sp>
        <p:nvSpPr>
          <p:cNvPr id="92" name="">
            <a:extLst xmlns:a="http://schemas.openxmlformats.org/drawingml/2006/main">
              <a:ext uri="{FF2B5EF4-FFF2-40B4-BE49-F238E27FC236}">
                <a16:creationId xmlns:a16="http://schemas.microsoft.com/office/drawing/2014/main" id="{2DB6C10E-4853-4886-AFFE-FB4EC3E2E9AE}"/>
              </a:ext>
            </a:extLst>
          </p:cNvPr>
          <p:cNvSpPr>
            <a:spLocks xmlns:a="http://schemas.openxmlformats.org/drawingml/2006/main" noGrp="1"/>
          </p:cNvSpPr>
          <p:nvPr/>
        </p:nvSpPr>
        <p:spPr>
          <a:xfrm xmlns:a="http://schemas.openxmlformats.org/drawingml/2006/main">
            <a:off x="6362700" y="39814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实测事实</a:t>
            </a:r>
          </a:p>
        </p:txBody>
      </p:sp>
      <p:sp>
        <p:nvSpPr>
          <p:cNvPr id="93" name="">
            <a:extLst xmlns:a="http://schemas.openxmlformats.org/drawingml/2006/main">
              <a:ext uri="{FF2B5EF4-FFF2-40B4-BE49-F238E27FC236}">
                <a16:creationId xmlns:a16="http://schemas.microsoft.com/office/drawing/2014/main" id="{A60A26AE-167A-4A66-B3B1-4B5697B1A123}"/>
              </a:ext>
            </a:extLst>
          </p:cNvPr>
          <p:cNvSpPr>
            <a:spLocks xmlns:a="http://schemas.openxmlformats.org/drawingml/2006/main" noGrp="1"/>
          </p:cNvSpPr>
          <p:nvPr/>
        </p:nvSpPr>
        <p:spPr>
          <a:xfrm xmlns:a="http://schemas.openxmlformats.org/drawingml/2006/main">
            <a:off x="7372350" y="394335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110kV </a:t>
            </a:r>
            <a:r>
              <a:rPr sz="900" b="0">
                <a:solidFill>
                  <a:srgbClr val="D6E6F7"/>
                </a:solidFill>
                <a:latin typeface="微软雅黑"/>
                <a:ea typeface="微软雅黑"/>
                <a:cs typeface="微软雅黑"/>
              </a:rPr>
              <a:t>城北变电所 </a:t>
            </a:r>
            <a:r>
              <a:rPr sz="900" b="0">
                <a:solidFill>
                  <a:srgbClr val="D6E6F7"/>
                </a:solidFill>
                <a:latin typeface="微软雅黑"/>
                <a:ea typeface="微软雅黑"/>
                <a:cs typeface="微软雅黑"/>
              </a:rPr>
              <a:t>1 </a:t>
            </a:r>
            <a:r>
              <a:rPr sz="900" b="0">
                <a:solidFill>
                  <a:srgbClr val="D6E6F7"/>
                </a:solidFill>
                <a:latin typeface="微软雅黑"/>
                <a:ea typeface="微软雅黑"/>
                <a:cs typeface="微软雅黑"/>
              </a:rPr>
              <a:t>号检查井，氧气实测 </a:t>
            </a:r>
            <a:r>
              <a:rPr sz="900" b="0">
                <a:solidFill>
                  <a:srgbClr val="D6E6F7"/>
                </a:solidFill>
                <a:latin typeface="微软雅黑"/>
                <a:ea typeface="微软雅黑"/>
                <a:cs typeface="微软雅黑"/>
              </a:rPr>
              <a:t>18.2 %VOL</a:t>
            </a:r>
          </a:p>
        </p:txBody>
      </p:sp>
      <p:sp>
        <p:nvSpPr>
          <p:cNvPr id="94" name="">
            <a:extLst xmlns:a="http://schemas.openxmlformats.org/drawingml/2006/main">
              <a:ext uri="{FF2B5EF4-FFF2-40B4-BE49-F238E27FC236}">
                <a16:creationId xmlns:a16="http://schemas.microsoft.com/office/drawing/2014/main" id="{C2C243DE-0AB7-4EDF-BE9B-DE8B442DE639}"/>
              </a:ext>
            </a:extLst>
          </p:cNvPr>
          <p:cNvSpPr>
            <a:spLocks xmlns:a="http://schemas.openxmlformats.org/drawingml/2006/main" noGrp="1"/>
          </p:cNvSpPr>
          <p:nvPr/>
        </p:nvSpPr>
        <p:spPr>
          <a:xfrm xmlns:a="http://schemas.openxmlformats.org/drawingml/2006/main">
            <a:off x="6362700" y="4391025"/>
            <a:ext cx="5391150" cy="9525"/>
          </a:xfrm>
          <a:prstGeom xmlns:a="http://schemas.openxmlformats.org/drawingml/2006/main" prst="rect">
            <a:avLst/>
          </a:prstGeom>
          <a:solidFill xmlns:a="http://schemas.openxmlformats.org/drawingml/2006/main">
            <a:srgbClr val="1B4C8A">
              <a:alpha val="55000"/>
            </a:srgbClr>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70C98482-F9C3-4933-8B28-154317DC0D12}"/>
              </a:ext>
            </a:extLst>
          </p:cNvPr>
          <p:cNvSpPr>
            <a:spLocks xmlns:a="http://schemas.openxmlformats.org/drawingml/2006/main" noGrp="1"/>
          </p:cNvSpPr>
          <p:nvPr/>
        </p:nvSpPr>
        <p:spPr>
          <a:xfrm xmlns:a="http://schemas.openxmlformats.org/drawingml/2006/main">
            <a:off x="6362700" y="44577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比较基准</a:t>
            </a:r>
          </a:p>
        </p:txBody>
      </p:sp>
      <p:sp>
        <p:nvSpPr>
          <p:cNvPr id="96" name="">
            <a:extLst xmlns:a="http://schemas.openxmlformats.org/drawingml/2006/main">
              <a:ext uri="{FF2B5EF4-FFF2-40B4-BE49-F238E27FC236}">
                <a16:creationId xmlns:a16="http://schemas.microsoft.com/office/drawing/2014/main" id="{F9BBC973-A461-46A9-BF39-ADB60FF38A0A}"/>
              </a:ext>
            </a:extLst>
          </p:cNvPr>
          <p:cNvSpPr>
            <a:spLocks xmlns:a="http://schemas.openxmlformats.org/drawingml/2006/main" noGrp="1"/>
          </p:cNvSpPr>
          <p:nvPr/>
        </p:nvSpPr>
        <p:spPr>
          <a:xfrm xmlns:a="http://schemas.openxmlformats.org/drawingml/2006/main">
            <a:off x="7372350" y="441960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系统字典默认阈值 </a:t>
            </a:r>
            <a:r>
              <a:rPr sz="900" b="0">
                <a:solidFill>
                  <a:srgbClr val="D6E6F7"/>
                </a:solidFill>
                <a:latin typeface="微软雅黑"/>
                <a:ea typeface="微软雅黑"/>
                <a:cs typeface="微软雅黑"/>
              </a:rPr>
              <a:t>19.5 %VOL</a:t>
            </a:r>
            <a:r>
              <a:rPr sz="900" b="0">
                <a:solidFill>
                  <a:srgbClr val="D6E6F7"/>
                </a:solidFill>
                <a:latin typeface="微软雅黑"/>
                <a:ea typeface="微软雅黑"/>
                <a:cs typeface="微软雅黑"/>
              </a:rPr>
              <a:t>（缺氧下限），管理员可改库</a:t>
            </a:r>
          </a:p>
        </p:txBody>
      </p:sp>
      <p:sp>
        <p:nvSpPr>
          <p:cNvPr id="97" name="">
            <a:extLst xmlns:a="http://schemas.openxmlformats.org/drawingml/2006/main">
              <a:ext uri="{FF2B5EF4-FFF2-40B4-BE49-F238E27FC236}">
                <a16:creationId xmlns:a16="http://schemas.microsoft.com/office/drawing/2014/main" id="{88F5083A-7878-4F4B-A3C5-F8A35328CA36}"/>
              </a:ext>
            </a:extLst>
          </p:cNvPr>
          <p:cNvSpPr>
            <a:spLocks xmlns:a="http://schemas.openxmlformats.org/drawingml/2006/main" noGrp="1"/>
          </p:cNvSpPr>
          <p:nvPr/>
        </p:nvSpPr>
        <p:spPr>
          <a:xfrm xmlns:a="http://schemas.openxmlformats.org/drawingml/2006/main">
            <a:off x="6362700" y="4867275"/>
            <a:ext cx="5391150" cy="9525"/>
          </a:xfrm>
          <a:prstGeom xmlns:a="http://schemas.openxmlformats.org/drawingml/2006/main" prst="rect">
            <a:avLst/>
          </a:prstGeom>
          <a:solidFill xmlns:a="http://schemas.openxmlformats.org/drawingml/2006/main">
            <a:srgbClr val="1B4C8A">
              <a:alpha val="55000"/>
            </a:srgbClr>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18A8E896-4023-4262-85CF-F975258D2092}"/>
              </a:ext>
            </a:extLst>
          </p:cNvPr>
          <p:cNvSpPr>
            <a:spLocks xmlns:a="http://schemas.openxmlformats.org/drawingml/2006/main" noGrp="1"/>
          </p:cNvSpPr>
          <p:nvPr/>
        </p:nvSpPr>
        <p:spPr>
          <a:xfrm xmlns:a="http://schemas.openxmlformats.org/drawingml/2006/main">
            <a:off x="6362700" y="49339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系统结论</a:t>
            </a:r>
          </a:p>
        </p:txBody>
      </p:sp>
      <p:sp>
        <p:nvSpPr>
          <p:cNvPr id="99" name="">
            <a:extLst xmlns:a="http://schemas.openxmlformats.org/drawingml/2006/main">
              <a:ext uri="{FF2B5EF4-FFF2-40B4-BE49-F238E27FC236}">
                <a16:creationId xmlns:a16="http://schemas.microsoft.com/office/drawing/2014/main" id="{7E1BF2AA-9D07-411D-BBF0-02123CCC5D58}"/>
              </a:ext>
            </a:extLst>
          </p:cNvPr>
          <p:cNvSpPr>
            <a:spLocks xmlns:a="http://schemas.openxmlformats.org/drawingml/2006/main" noGrp="1"/>
          </p:cNvSpPr>
          <p:nvPr/>
        </p:nvSpPr>
        <p:spPr>
          <a:xfrm xmlns:a="http://schemas.openxmlformats.org/drawingml/2006/main">
            <a:off x="7372350" y="489585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命中规则 </a:t>
            </a:r>
            <a:r>
              <a:rPr sz="900" b="0">
                <a:solidFill>
                  <a:srgbClr val="D6E6F7"/>
                </a:solidFill>
                <a:latin typeface="微软雅黑"/>
                <a:ea typeface="微软雅黑"/>
                <a:cs typeface="微软雅黑"/>
              </a:rPr>
              <a:t>REPORT_GAS_OVER_MARGIN_MID
</a:t>
            </a:r>
            <a:r>
              <a:rPr sz="900" b="0">
                <a:solidFill>
                  <a:srgbClr val="D6E6F7"/>
                </a:solidFill>
                <a:latin typeface="微软雅黑"/>
                <a:ea typeface="微软雅黑"/>
                <a:cs typeface="微软雅黑"/>
              </a:rPr>
              <a:t>严重度判为「高」，并给出原因与处置措施</a:t>
            </a:r>
          </a:p>
        </p:txBody>
      </p:sp>
      <p:sp>
        <p:nvSpPr>
          <p:cNvPr id="100" name="">
            <a:extLst xmlns:a="http://schemas.openxmlformats.org/drawingml/2006/main">
              <a:ext uri="{FF2B5EF4-FFF2-40B4-BE49-F238E27FC236}">
                <a16:creationId xmlns:a16="http://schemas.microsoft.com/office/drawing/2014/main" id="{CBA44984-6699-405A-85CE-A5A6DE8C8818}"/>
              </a:ext>
            </a:extLst>
          </p:cNvPr>
          <p:cNvSpPr>
            <a:spLocks xmlns:a="http://schemas.openxmlformats.org/drawingml/2006/main" noGrp="1"/>
          </p:cNvSpPr>
          <p:nvPr/>
        </p:nvSpPr>
        <p:spPr>
          <a:xfrm xmlns:a="http://schemas.openxmlformats.org/drawingml/2006/main">
            <a:off x="6362700" y="5343525"/>
            <a:ext cx="5391150" cy="9525"/>
          </a:xfrm>
          <a:prstGeom xmlns:a="http://schemas.openxmlformats.org/drawingml/2006/main" prst="rect">
            <a:avLst/>
          </a:prstGeom>
          <a:solidFill xmlns:a="http://schemas.openxmlformats.org/drawingml/2006/main">
            <a:srgbClr val="1B4C8A">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91D61FE2-B341-40BF-8545-01AF7FA3ADDB}"/>
              </a:ext>
            </a:extLst>
          </p:cNvPr>
          <p:cNvSpPr>
            <a:spLocks xmlns:a="http://schemas.openxmlformats.org/drawingml/2006/main" noGrp="1"/>
          </p:cNvSpPr>
          <p:nvPr/>
        </p:nvSpPr>
        <p:spPr>
          <a:xfrm xmlns:a="http://schemas.openxmlformats.org/drawingml/2006/main">
            <a:off x="6362700" y="54102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留痕</a:t>
            </a:r>
          </a:p>
        </p:txBody>
      </p:sp>
      <p:sp>
        <p:nvSpPr>
          <p:cNvPr id="102" name="">
            <a:extLst xmlns:a="http://schemas.openxmlformats.org/drawingml/2006/main">
              <a:ext uri="{FF2B5EF4-FFF2-40B4-BE49-F238E27FC236}">
                <a16:creationId xmlns:a16="http://schemas.microsoft.com/office/drawing/2014/main" id="{D683CC8F-14DD-4254-88DB-C07956D8DFBF}"/>
              </a:ext>
            </a:extLst>
          </p:cNvPr>
          <p:cNvSpPr>
            <a:spLocks xmlns:a="http://schemas.openxmlformats.org/drawingml/2006/main" noGrp="1"/>
          </p:cNvSpPr>
          <p:nvPr/>
        </p:nvSpPr>
        <p:spPr>
          <a:xfrm xmlns:a="http://schemas.openxmlformats.org/drawingml/2006/main">
            <a:off x="7372350" y="537210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结论回指阈值来源，班组长确认后写入决策留痕，全程可复算</a:t>
            </a:r>
          </a:p>
        </p:txBody>
      </p:sp>
      <p:sp>
        <p:nvSpPr>
          <p:cNvPr id="103" name="">
            <a:extLst xmlns:a="http://schemas.openxmlformats.org/drawingml/2006/main">
              <a:ext uri="{FF2B5EF4-FFF2-40B4-BE49-F238E27FC236}">
                <a16:creationId xmlns:a16="http://schemas.microsoft.com/office/drawing/2014/main" id="{435F9437-E820-4B49-90C1-CAA9B7190B5E}"/>
              </a:ext>
            </a:extLst>
          </p:cNvPr>
          <p:cNvSpPr>
            <a:spLocks xmlns:a="http://schemas.openxmlformats.org/drawingml/2006/main" noGrp="1"/>
          </p:cNvSpPr>
          <p:nvPr/>
        </p:nvSpPr>
        <p:spPr>
          <a:xfrm xmlns:a="http://schemas.openxmlformats.org/drawingml/2006/main">
            <a:off x="285750" y="6153150"/>
            <a:ext cx="116395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7A9CC4"/>
                </a:solidFill>
                <a:latin typeface="微软雅黑"/>
                <a:ea typeface="微软雅黑"/>
                <a:cs typeface="微软雅黑"/>
              </a:defRPr>
            </a:pPr>
            <a:r>
              <a:rPr sz="788" b="0">
                <a:solidFill>
                  <a:srgbClr val="7A9CC4"/>
                </a:solidFill>
                <a:latin typeface="微软雅黑"/>
                <a:ea typeface="微软雅黑"/>
                <a:cs typeface="微软雅黑"/>
              </a:rPr>
              <a:t>口径说明：标准阈值取自上述标准原文，作为系统气体字典默认值；成本参数取自本项目需求测算；现状描述来自项目调研与访谈，未做行业抽样统计。</a:t>
            </a:r>
          </a:p>
        </p:txBody>
      </p:sp>
      <p:sp>
        <p:nvSpPr>
          <p:cNvPr id="104" name="">
            <a:extLst xmlns:a="http://schemas.openxmlformats.org/drawingml/2006/main">
              <a:ext uri="{FF2B5EF4-FFF2-40B4-BE49-F238E27FC236}">
                <a16:creationId xmlns:a16="http://schemas.microsoft.com/office/drawing/2014/main" id="{643757C9-71D8-4FC7-B0DB-246FD33F5030}"/>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B2F718C1-CC7C-4B3A-A987-7C6D51C7195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752B00FD-6420-449C-9ABC-4901CDCBA0DF}"/>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56AD1659-B0FB-4DE9-B772-006370AA877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257BA30F-8A42-4E88-AA7A-E04D8CD16D82}"/>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C7133408-AE00-4E1E-B183-EB3EDB700205}"/>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0" name="">
            <a:extLst xmlns:a="http://schemas.openxmlformats.org/drawingml/2006/main">
              <a:ext uri="{FF2B5EF4-FFF2-40B4-BE49-F238E27FC236}">
                <a16:creationId xmlns:a16="http://schemas.microsoft.com/office/drawing/2014/main" id="{683FADFD-0955-4907-A4B3-9C0D8C92C1E5}"/>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9E55A327-96A5-4429-BC23-0826AC4EB137}"/>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04</a:t>
            </a:r>
          </a:p>
        </p:txBody>
      </p:sp>
    </p:spTree>
    <p:extLst>
      <p:ext uri="{BB962C8B-B14F-4D97-AF65-F5344CB8AC3E}">
        <p14:creationId xmlns:p14="http://schemas.microsoft.com/office/powerpoint/2010/main" val="1971958925"/>
      </p:ext>
    </p:extLst>
  </p:cSld>
</p:sld>
</file>

<file path=ppt/slides/slide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74efcbb0c7804d3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501B40-8E0C-427C-A41E-BAC70F71FA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E840F94-8683-4E50-8097-38BAA18B2E90}"/>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7D2D7BB-B781-4CBA-ADB7-A0B020BFBAF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6D757B3-D61F-4145-A62F-F631D581CE17}"/>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6" name="">
            <a:extLst xmlns:a="http://schemas.openxmlformats.org/drawingml/2006/main">
              <a:ext uri="{FF2B5EF4-FFF2-40B4-BE49-F238E27FC236}">
                <a16:creationId xmlns:a16="http://schemas.microsoft.com/office/drawing/2014/main" id="{528BB921-E795-4F24-8486-4560D438183B}"/>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7" name="">
            <a:extLst xmlns:a="http://schemas.openxmlformats.org/drawingml/2006/main">
              <a:ext uri="{FF2B5EF4-FFF2-40B4-BE49-F238E27FC236}">
                <a16:creationId xmlns:a16="http://schemas.microsoft.com/office/drawing/2014/main" id="{F27B37F3-35B5-41BB-98E5-58FA26F71B8E}"/>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31C7F0">
                <a:alpha val="28000"/>
              </a:srgbClr>
            </a:solidFill>
            <a:prstDash val="solid"/>
          </a:ln>
        </p:spPr>
      </p:sp>
      <p:sp>
        <p:nvSpPr>
          <p:cNvPr id="8" name="">
            <a:extLst xmlns:a="http://schemas.openxmlformats.org/drawingml/2006/main">
              <a:ext uri="{FF2B5EF4-FFF2-40B4-BE49-F238E27FC236}">
                <a16:creationId xmlns:a16="http://schemas.microsoft.com/office/drawing/2014/main" id="{2ED7325F-40BB-4591-9994-9668314E3B15}"/>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B5DFEA6-243A-4CA8-8553-B202C7FDEE63}"/>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1DC63EB-41BA-4ED8-9814-2D31F99980C4}"/>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6DEB009-4A71-4EEA-8A80-FE7EE43185B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D1B8137C-5ACE-42B2-86E7-7137931C8CCA}"/>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9A9521E9-E70B-4C6F-BBA9-F7248A23D96A}"/>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FA2E9A0B-1C4A-4DA6-9BB8-FD1BD5E018E1}"/>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976F226-0AB6-44D2-986F-CE6E7B95B663}"/>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CA4D1D58-DE69-4660-B463-7D4810784BD6}"/>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979F126-95BC-4248-8679-60465A1AAB3E}"/>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466821EE-7D2C-4B44-AADE-E55556E6FB8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E97DEB9-603D-4A7F-A0A5-6AF48EB1C329}"/>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62BCB94F-30B4-48B6-AAF0-300F103280AA}"/>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8293A8C3-F6F5-4123-A49D-6E3B3A51EDD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61386419-1395-4AAB-BB24-3F94690F3E0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1123A2BB-7C1A-4E33-A1F6-FC742CE5241F}"/>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D89B1E3-E425-4F9C-9954-7D79FCD9B41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8A453F2-BD5A-4491-BC01-427CD35A50CD}"/>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84C967D-A048-43E5-B16B-7C3FD39ECA5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87BF6ADF-7692-4CB7-A7FD-CE5088132DDB}"/>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3318485-DF69-4B52-AD66-3553C935752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12A9FCE-EF75-4EAE-B528-9701BA401BA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3073276F-1E55-4023-A2AE-53E6CDF75365}"/>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F3D1D1D-1DF8-465E-9D41-8BCD1BCFDC9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3429C5D-6290-4373-9472-FED40A0FEC41}"/>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40CB7D7-CF4F-4E8F-B192-F0B1E0F26FD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7C35511B-AD28-4B2A-B090-80865C35BFDB}"/>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9F3C0407-7FB8-47A7-8FC3-EDD9901E9C21}"/>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A213719-9FBE-400B-92C7-55E5B37D010F}"/>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3832493-A6FC-482F-8B0B-F56BD8109FEA}"/>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81CAB9D-2E40-4C63-9EFD-EE8888F714C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96986430-F113-403C-91D5-CD12B12C7572}"/>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77A86C16-9FD3-4B15-B2C6-7D69C64F23F3}"/>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A33B5189-E7EB-4D71-879F-EE2197368BE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D37A5A76-B52B-467F-9BC2-F0673A04246B}"/>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DA0B3C57-877D-400D-9F9C-6651DFC3C600}"/>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6D85C79B-0571-4FD8-AD0E-1946AEEE59CA}"/>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40A21E9-98B5-4752-9B78-07BFE904493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55FE77FA-C573-4FDD-A547-755661EACC08}"/>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7" name="">
            <a:extLst xmlns:a="http://schemas.openxmlformats.org/drawingml/2006/main">
              <a:ext uri="{FF2B5EF4-FFF2-40B4-BE49-F238E27FC236}">
                <a16:creationId xmlns:a16="http://schemas.microsoft.com/office/drawing/2014/main" id="{BAC6BC40-D83B-4520-A333-B29CBEF26234}"/>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8" name="">
            <a:extLst xmlns:a="http://schemas.openxmlformats.org/drawingml/2006/main">
              <a:ext uri="{FF2B5EF4-FFF2-40B4-BE49-F238E27FC236}">
                <a16:creationId xmlns:a16="http://schemas.microsoft.com/office/drawing/2014/main" id="{E1D35293-A370-47A2-90F1-4152BBD2E488}"/>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7038432D-35E7-406B-A529-CA690BB26862}"/>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变电运维培训的四本账</a:t>
            </a:r>
          </a:p>
        </p:txBody>
      </p:sp>
      <p:sp>
        <p:nvSpPr>
          <p:cNvPr id="50" name="">
            <a:extLst xmlns:a="http://schemas.openxmlformats.org/drawingml/2006/main">
              <a:ext uri="{FF2B5EF4-FFF2-40B4-BE49-F238E27FC236}">
                <a16:creationId xmlns:a16="http://schemas.microsoft.com/office/drawing/2014/main" id="{9AA587EB-364C-498E-871C-2D8A1A635DF5}"/>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27CB2F8-F306-4CF3-8117-36E20A6579CC}"/>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FB17A3BF-86D7-4BB0-8F40-2A9EFA30EB85}"/>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8102401B-B210-4149-BCB9-F8D2CC7E52C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6871A147-3945-43ED-920C-26EFC5D2C97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22949F1B-447C-4DD3-90FD-FCC4A27E4C35}"/>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4DE42BF9-816E-4BBE-AB67-6B56EB38C07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190E4A34-5FCF-4420-84EF-1260FA04DEE3}"/>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264760F7-C51E-4E13-91AB-CC933A276197}"/>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B7FB183-DA90-4100-8937-2F8180F145F2}"/>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C4316EA-2294-4F09-AE08-7CA1A6E578B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3FF1013-91E4-447A-B0ED-3649071D6A16}"/>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CF675929-7CBC-4989-B71C-524B75709E30}"/>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D4E2C5A8-DB5E-4559-8B82-10A567F8491B}"/>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9A95960C-52A5-4708-AEBB-E6216F7F4BA8}"/>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培训成本的大头不是「买系统的钱」，而是「人停下来的时间」和「做无用功的时间」。</a:t>
            </a:r>
          </a:p>
        </p:txBody>
      </p:sp>
      <p:sp>
        <p:nvSpPr>
          <p:cNvPr id="65" name="">
            <a:extLst xmlns:a="http://schemas.openxmlformats.org/drawingml/2006/main">
              <a:ext uri="{FF2B5EF4-FFF2-40B4-BE49-F238E27FC236}">
                <a16:creationId xmlns:a16="http://schemas.microsoft.com/office/drawing/2014/main" id="{1605DD48-778C-4C4D-966C-4DF24163068F}"/>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56FC6535-9B0F-4CA9-B904-D16F63498B7C}"/>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11A7BA53-FFBD-4246-880D-10EE5243A17E}"/>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1C7F0"/>
                </a:solidFill>
                <a:latin typeface="微软雅黑"/>
                <a:ea typeface="微软雅黑"/>
                <a:cs typeface="微软雅黑"/>
              </a:defRPr>
            </a:pPr>
            <a:r>
              <a:rPr sz="1575" b="1">
                <a:solidFill>
                  <a:srgbClr val="31C7F0"/>
                </a:solidFill>
                <a:latin typeface="微软雅黑"/>
                <a:ea typeface="微软雅黑"/>
                <a:cs typeface="微软雅黑"/>
              </a:rPr>
              <a:t>工时账</a:t>
            </a:r>
          </a:p>
        </p:txBody>
      </p:sp>
      <p:sp>
        <p:nvSpPr>
          <p:cNvPr id="68" name="">
            <a:extLst xmlns:a="http://schemas.openxmlformats.org/drawingml/2006/main">
              <a:ext uri="{FF2B5EF4-FFF2-40B4-BE49-F238E27FC236}">
                <a16:creationId xmlns:a16="http://schemas.microsoft.com/office/drawing/2014/main" id="{F7A4BF1A-F839-4F8D-BAB1-A7D65715DC59}"/>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964041FD-E1CF-4CFC-A359-9F928E971059}"/>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集中培训挤占检修窗口</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复训与补考继续挤占正常排期</a:t>
            </a:r>
          </a:p>
        </p:txBody>
      </p:sp>
      <p:sp>
        <p:nvSpPr>
          <p:cNvPr id="70" name="">
            <a:extLst xmlns:a="http://schemas.openxmlformats.org/drawingml/2006/main">
              <a:ext uri="{FF2B5EF4-FFF2-40B4-BE49-F238E27FC236}">
                <a16:creationId xmlns:a16="http://schemas.microsoft.com/office/drawing/2014/main" id="{6007FC81-04EB-4427-A8CD-E6887AEC60F1}"/>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EAD8C6C0-7E18-4579-AD6C-83CAAFF0DDA5}"/>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2743443B-F508-45C8-A590-0FEFF4853A0A}"/>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5C33B"/>
                </a:solidFill>
                <a:latin typeface="微软雅黑"/>
                <a:ea typeface="微软雅黑"/>
                <a:cs typeface="微软雅黑"/>
              </a:defRPr>
            </a:pPr>
            <a:r>
              <a:rPr sz="1575" b="1">
                <a:solidFill>
                  <a:srgbClr val="F5C33B"/>
                </a:solidFill>
                <a:latin typeface="微软雅黑"/>
                <a:ea typeface="微软雅黑"/>
                <a:cs typeface="微软雅黑"/>
              </a:rPr>
              <a:t>费用账</a:t>
            </a:r>
          </a:p>
        </p:txBody>
      </p:sp>
      <p:sp>
        <p:nvSpPr>
          <p:cNvPr id="73" name="">
            <a:extLst xmlns:a="http://schemas.openxmlformats.org/drawingml/2006/main">
              <a:ext uri="{FF2B5EF4-FFF2-40B4-BE49-F238E27FC236}">
                <a16:creationId xmlns:a16="http://schemas.microsoft.com/office/drawing/2014/main" id="{2CA93C27-5577-4D2B-B316-ADC857784DE3}"/>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895E7207-A2CE-47E7-952A-C58C67FB8354}"/>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内部转岗培训 </a:t>
            </a:r>
            <a:r>
              <a:rPr sz="938">
                <a:solidFill>
                  <a:srgbClr val="D6E6F7"/>
                </a:solidFill>
                <a:latin typeface="微软雅黑"/>
                <a:ea typeface="微软雅黑"/>
                <a:cs typeface="微软雅黑"/>
              </a:rPr>
              <a:t>≈ 2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外部招聘 </a:t>
            </a:r>
            <a:r>
              <a:rPr sz="938">
                <a:solidFill>
                  <a:srgbClr val="D6E6F7"/>
                </a:solidFill>
                <a:latin typeface="微软雅黑"/>
                <a:ea typeface="微软雅黑"/>
                <a:cs typeface="微软雅黑"/>
              </a:rPr>
              <a:t>≈ 8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 </a:t>
            </a:r>
            <a:r>
              <a:rPr sz="938">
                <a:solidFill>
                  <a:srgbClr val="D6E6F7"/>
                </a:solidFill>
                <a:latin typeface="微软雅黑"/>
                <a:ea typeface="微软雅黑"/>
                <a:cs typeface="微软雅黑"/>
              </a:rPr>
              <a:t>≈ 1.5 </a:t>
            </a:r>
            <a:r>
              <a:rPr sz="938">
                <a:solidFill>
                  <a:srgbClr val="D6E6F7"/>
                </a:solidFill>
                <a:latin typeface="微软雅黑"/>
                <a:ea typeface="微软雅黑"/>
                <a:cs typeface="微软雅黑"/>
              </a:rPr>
              <a:t>万元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月（</a:t>
            </a:r>
            <a:r>
              <a:rPr sz="938">
                <a:solidFill>
                  <a:srgbClr val="D6E6F7"/>
                </a:solidFill>
                <a:latin typeface="微软雅黑"/>
                <a:ea typeface="微软雅黑"/>
                <a:cs typeface="微软雅黑"/>
              </a:rPr>
              <a:t>≈18 </a:t>
            </a:r>
            <a:r>
              <a:rPr sz="938">
                <a:solidFill>
                  <a:srgbClr val="D6E6F7"/>
                </a:solidFill>
                <a:latin typeface="微软雅黑"/>
                <a:ea typeface="微软雅黑"/>
                <a:cs typeface="微软雅黑"/>
              </a:rPr>
              <a:t>万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年）</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外委随工作量线性增长，不可复利</a:t>
            </a:r>
          </a:p>
        </p:txBody>
      </p:sp>
      <p:sp>
        <p:nvSpPr>
          <p:cNvPr id="75" name="">
            <a:extLst xmlns:a="http://schemas.openxmlformats.org/drawingml/2006/main">
              <a:ext uri="{FF2B5EF4-FFF2-40B4-BE49-F238E27FC236}">
                <a16:creationId xmlns:a16="http://schemas.microsoft.com/office/drawing/2014/main" id="{5A081454-CB69-455A-8B25-51201E35B19D}"/>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583305C0-3D17-455D-A01E-5AE93B5F8BEE}"/>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7FE32064-418C-4129-BCD9-69223826099A}"/>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2705E"/>
                </a:solidFill>
                <a:latin typeface="微软雅黑"/>
                <a:ea typeface="微软雅黑"/>
                <a:cs typeface="微软雅黑"/>
              </a:defRPr>
            </a:pPr>
            <a:r>
              <a:rPr sz="1575" b="1">
                <a:solidFill>
                  <a:srgbClr val="F2705E"/>
                </a:solidFill>
                <a:latin typeface="微软雅黑"/>
                <a:ea typeface="微软雅黑"/>
                <a:cs typeface="微软雅黑"/>
              </a:rPr>
              <a:t>风险账</a:t>
            </a:r>
          </a:p>
        </p:txBody>
      </p:sp>
      <p:sp>
        <p:nvSpPr>
          <p:cNvPr id="78" name="">
            <a:extLst xmlns:a="http://schemas.openxmlformats.org/drawingml/2006/main">
              <a:ext uri="{FF2B5EF4-FFF2-40B4-BE49-F238E27FC236}">
                <a16:creationId xmlns:a16="http://schemas.microsoft.com/office/drawing/2014/main" id="{182E843B-4B5D-453E-9284-086C1908D12E}"/>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8F05653F-285F-498F-B02F-1DB6D756C67A}"/>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继任与轮岗缺少量化依据</a:t>
            </a:r>
          </a:p>
        </p:txBody>
      </p:sp>
      <p:sp>
        <p:nvSpPr>
          <p:cNvPr id="80" name="">
            <a:extLst xmlns:a="http://schemas.openxmlformats.org/drawingml/2006/main">
              <a:ext uri="{FF2B5EF4-FFF2-40B4-BE49-F238E27FC236}">
                <a16:creationId xmlns:a16="http://schemas.microsoft.com/office/drawing/2014/main" id="{7B048BB9-ACDA-4050-BB2A-2143121D5A6B}"/>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6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FFFEBFF1-92A7-48CE-AD3B-DE656636466E}"/>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1CBA8D9C-4AAF-4DEA-9EDF-ED958638E32B}"/>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FD08A"/>
                </a:solidFill>
                <a:latin typeface="微软雅黑"/>
                <a:ea typeface="微软雅黑"/>
                <a:cs typeface="微软雅黑"/>
              </a:defRPr>
            </a:pPr>
            <a:r>
              <a:rPr sz="1575" b="1">
                <a:solidFill>
                  <a:srgbClr val="3FD08A"/>
                </a:solidFill>
                <a:latin typeface="微软雅黑"/>
                <a:ea typeface="微软雅黑"/>
                <a:cs typeface="微软雅黑"/>
              </a:rPr>
              <a:t>合规账</a:t>
            </a:r>
          </a:p>
        </p:txBody>
      </p:sp>
      <p:sp>
        <p:nvSpPr>
          <p:cNvPr id="83" name="">
            <a:extLst xmlns:a="http://schemas.openxmlformats.org/drawingml/2006/main">
              <a:ext uri="{FF2B5EF4-FFF2-40B4-BE49-F238E27FC236}">
                <a16:creationId xmlns:a16="http://schemas.microsoft.com/office/drawing/2014/main" id="{3466494C-6097-4694-A8C9-C1F8FFC0E8CB}"/>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A783F4F-45A5-4912-A74E-2FF153ADAF3E}"/>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台账与证书分散在多张 </a:t>
            </a:r>
            <a:r>
              <a:rPr sz="938">
                <a:solidFill>
                  <a:srgbClr val="D6E6F7"/>
                </a:solidFill>
                <a:latin typeface="微软雅黑"/>
                <a:ea typeface="微软雅黑"/>
                <a:cs typeface="微软雅黑"/>
              </a:rPr>
              <a:t>Excel</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到期漏检需临时补材料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同一资质在多个系统重复登记</a:t>
            </a:r>
          </a:p>
        </p:txBody>
      </p:sp>
      <p:sp>
        <p:nvSpPr>
          <p:cNvPr id="85" name="">
            <a:extLst xmlns:a="http://schemas.openxmlformats.org/drawingml/2006/main">
              <a:ext uri="{FF2B5EF4-FFF2-40B4-BE49-F238E27FC236}">
                <a16:creationId xmlns:a16="http://schemas.microsoft.com/office/drawing/2014/main" id="{0A2BC072-6413-45F2-BDE8-282ABE098250}"/>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865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B3C48BAD-B337-4AF9-82BC-2873492E33FD}"/>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需求测算示例：新增 </a:t>
            </a:r>
            <a:r>
              <a:rPr sz="1125" b="1">
                <a:solidFill>
                  <a:srgbClr val="F5C33B"/>
                </a:solidFill>
                <a:latin typeface="微软雅黑"/>
                <a:ea typeface="微软雅黑"/>
                <a:cs typeface="微软雅黑"/>
              </a:rPr>
              <a:t>2 </a:t>
            </a:r>
            <a:r>
              <a:rPr sz="1125" b="1">
                <a:solidFill>
                  <a:srgbClr val="F5C33B"/>
                </a:solidFill>
                <a:latin typeface="微软雅黑"/>
                <a:ea typeface="微软雅黑"/>
                <a:cs typeface="微软雅黑"/>
              </a:rPr>
              <a:t>座 </a:t>
            </a:r>
            <a:r>
              <a:rPr sz="1125" b="1">
                <a:solidFill>
                  <a:srgbClr val="F5C33B"/>
                </a:solidFill>
                <a:latin typeface="微软雅黑"/>
                <a:ea typeface="微软雅黑"/>
                <a:cs typeface="微软雅黑"/>
              </a:rPr>
              <a:t>110kV </a:t>
            </a:r>
            <a:r>
              <a:rPr sz="1125" b="1">
                <a:solidFill>
                  <a:srgbClr val="F5C33B"/>
                </a:solidFill>
                <a:latin typeface="微软雅黑"/>
                <a:ea typeface="微软雅黑"/>
                <a:cs typeface="微软雅黑"/>
              </a:rPr>
              <a:t>变电站，运维工作量预计 </a:t>
            </a:r>
            <a:r>
              <a:rPr sz="1125" b="1">
                <a:solidFill>
                  <a:srgbClr val="F5C33B"/>
                </a:solidFill>
                <a:latin typeface="微软雅黑"/>
                <a:ea typeface="微软雅黑"/>
                <a:cs typeface="微软雅黑"/>
              </a:rPr>
              <a:t>+30%</a:t>
            </a:r>
          </a:p>
        </p:txBody>
      </p:sp>
      <p:sp>
        <p:nvSpPr>
          <p:cNvPr id="87" name="">
            <a:extLst xmlns:a="http://schemas.openxmlformats.org/drawingml/2006/main">
              <a:ext uri="{FF2B5EF4-FFF2-40B4-BE49-F238E27FC236}">
                <a16:creationId xmlns:a16="http://schemas.microsoft.com/office/drawing/2014/main" id="{62CCF38F-BC5E-48A9-9996-2778D0037538}"/>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+30%</a:t>
            </a:r>
          </a:p>
        </p:txBody>
      </p:sp>
      <p:sp>
        <p:nvSpPr>
          <p:cNvPr id="88" name="">
            <a:extLst xmlns:a="http://schemas.openxmlformats.org/drawingml/2006/main">
              <a:ext uri="{FF2B5EF4-FFF2-40B4-BE49-F238E27FC236}">
                <a16:creationId xmlns:a16="http://schemas.microsoft.com/office/drawing/2014/main" id="{C821AD6D-6C39-4F53-8948-FAE2DD11D622}"/>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运维工作量预计增长</a:t>
            </a:r>
          </a:p>
        </p:txBody>
      </p:sp>
      <p:sp>
        <p:nvSpPr>
          <p:cNvPr id="89" name="">
            <a:extLst xmlns:a="http://schemas.openxmlformats.org/drawingml/2006/main">
              <a:ext uri="{FF2B5EF4-FFF2-40B4-BE49-F238E27FC236}">
                <a16:creationId xmlns:a16="http://schemas.microsoft.com/office/drawing/2014/main" id="{22A9F4D4-400D-486C-A5F9-07D15B867FA6}"/>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12 / 8</a:t>
            </a:r>
          </a:p>
        </p:txBody>
      </p:sp>
      <p:sp>
        <p:nvSpPr>
          <p:cNvPr id="90" name="">
            <a:extLst xmlns:a="http://schemas.openxmlformats.org/drawingml/2006/main">
              <a:ext uri="{FF2B5EF4-FFF2-40B4-BE49-F238E27FC236}">
                <a16:creationId xmlns:a16="http://schemas.microsoft.com/office/drawing/2014/main" id="{24667506-5982-4626-876A-EAB8EC90068A}"/>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继保 </a:t>
            </a:r>
            <a:r>
              <a:rPr sz="900" b="0">
                <a:solidFill>
                  <a:srgbClr val="9FC2E8"/>
                </a:solidFill>
                <a:latin typeface="微软雅黑"/>
                <a:ea typeface="微软雅黑"/>
                <a:cs typeface="微软雅黑"/>
              </a:rPr>
              <a:t>L3 </a:t>
            </a:r>
            <a:r>
              <a:rPr sz="900" b="0">
                <a:solidFill>
                  <a:srgbClr val="9FC2E8"/>
                </a:solidFill>
                <a:latin typeface="微软雅黑"/>
                <a:ea typeface="微软雅黑"/>
                <a:cs typeface="微软雅黑"/>
              </a:rPr>
              <a:t>需求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现有</a:t>
            </a:r>
          </a:p>
        </p:txBody>
      </p:sp>
      <p:sp>
        <p:nvSpPr>
          <p:cNvPr id="91" name="">
            <a:extLst xmlns:a="http://schemas.openxmlformats.org/drawingml/2006/main">
              <a:ext uri="{FF2B5EF4-FFF2-40B4-BE49-F238E27FC236}">
                <a16:creationId xmlns:a16="http://schemas.microsoft.com/office/drawing/2014/main" id="{5D58A3C4-B41F-43AE-B3C5-B6F698B23730}"/>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6 / 3</a:t>
            </a:r>
          </a:p>
        </p:txBody>
      </p:sp>
      <p:sp>
        <p:nvSpPr>
          <p:cNvPr id="92" name="">
            <a:extLst xmlns:a="http://schemas.openxmlformats.org/drawingml/2006/main">
              <a:ext uri="{FF2B5EF4-FFF2-40B4-BE49-F238E27FC236}">
                <a16:creationId xmlns:a16="http://schemas.microsoft.com/office/drawing/2014/main" id="{976689E3-5D50-411D-8C06-9FF6F5C5218B}"/>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高压试验需求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现有</a:t>
            </a:r>
          </a:p>
        </p:txBody>
      </p:sp>
      <p:sp>
        <p:nvSpPr>
          <p:cNvPr id="93" name="">
            <a:extLst xmlns:a="http://schemas.openxmlformats.org/drawingml/2006/main">
              <a:ext uri="{FF2B5EF4-FFF2-40B4-BE49-F238E27FC236}">
                <a16:creationId xmlns:a16="http://schemas.microsoft.com/office/drawing/2014/main" id="{D1148BC9-A06F-4FD6-A30C-8F1265DF927A}"/>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2 · 8 · 1.5</a:t>
            </a:r>
          </a:p>
        </p:txBody>
      </p:sp>
      <p:sp>
        <p:nvSpPr>
          <p:cNvPr id="94" name="">
            <a:extLst xmlns:a="http://schemas.openxmlformats.org/drawingml/2006/main">
              <a:ext uri="{FF2B5EF4-FFF2-40B4-BE49-F238E27FC236}">
                <a16:creationId xmlns:a16="http://schemas.microsoft.com/office/drawing/2014/main" id="{FEA7341E-3B47-4233-ADE1-33486A56C418}"/>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转岗万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招聘万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外委万</a:t>
            </a:r>
            <a:r>
              <a:rPr sz="900" b="0">
                <a:solidFill>
                  <a:srgbClr val="9FC2E8"/>
                </a:solidFill>
                <a:latin typeface="微软雅黑"/>
                <a:ea typeface="微软雅黑"/>
                <a:cs typeface="微软雅黑"/>
              </a:rPr>
              <a:t>·</a:t>
            </a:r>
            <a:r>
              <a:rPr sz="900" b="0">
                <a:solidFill>
                  <a:srgbClr val="9FC2E8"/>
                </a:solidFill>
                <a:latin typeface="微软雅黑"/>
                <a:ea typeface="微软雅黑"/>
                <a:cs typeface="微软雅黑"/>
              </a:rPr>
              <a:t>月</a:t>
            </a:r>
          </a:p>
        </p:txBody>
      </p:sp>
      <p:sp>
        <p:nvSpPr>
          <p:cNvPr id="95" name="">
            <a:extLst xmlns:a="http://schemas.openxmlformats.org/drawingml/2006/main">
              <a:ext uri="{FF2B5EF4-FFF2-40B4-BE49-F238E27FC236}">
                <a16:creationId xmlns:a16="http://schemas.microsoft.com/office/drawing/2014/main" id="{D2292647-2D13-4550-8E41-21A42B8D634E}"/>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31C7F0"/>
            </a:solidFill>
            <a:prstDash val="solid"/>
          </a:ln>
        </p:spPr>
      </p:sp>
      <p:sp>
        <p:nvSpPr>
          <p:cNvPr id="96" name="">
            <a:extLst xmlns:a="http://schemas.openxmlformats.org/drawingml/2006/main">
              <a:ext uri="{FF2B5EF4-FFF2-40B4-BE49-F238E27FC236}">
                <a16:creationId xmlns:a16="http://schemas.microsoft.com/office/drawing/2014/main" id="{6CCCA0BC-8EAE-475E-9D7C-5A9D293D9B27}"/>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工时账 </a:t>
            </a:r>
            <a:r>
              <a:rPr sz="975" b="1">
                <a:solidFill>
                  <a:srgbClr val="31C7F0"/>
                </a:solidFill>
                <a:latin typeface="微软雅黑"/>
                <a:ea typeface="微软雅黑"/>
                <a:cs typeface="微软雅黑"/>
              </a:rPr>
              <a:t>· </a:t>
            </a:r>
            <a:r>
              <a:rPr sz="975" b="1">
                <a:solidFill>
                  <a:srgbClr val="31C7F0"/>
                </a:solidFill>
                <a:latin typeface="微软雅黑"/>
                <a:ea typeface="微软雅黑"/>
                <a:cs typeface="微软雅黑"/>
              </a:rPr>
              <a:t>核算口径</a:t>
            </a:r>
          </a:p>
        </p:txBody>
      </p:sp>
      <p:sp>
        <p:nvSpPr>
          <p:cNvPr id="97" name="">
            <a:extLst xmlns:a="http://schemas.openxmlformats.org/drawingml/2006/main">
              <a:ext uri="{FF2B5EF4-FFF2-40B4-BE49-F238E27FC236}">
                <a16:creationId xmlns:a16="http://schemas.microsoft.com/office/drawing/2014/main" id="{D41ED956-D4E8-478C-973C-9065F910BD92}"/>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人均年培训工时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参训人数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人工时成本</a:t>
            </a:r>
          </a:p>
        </p:txBody>
      </p:sp>
      <p:sp>
        <p:nvSpPr>
          <p:cNvPr id="98" name="">
            <a:extLst xmlns:a="http://schemas.openxmlformats.org/drawingml/2006/main">
              <a:ext uri="{FF2B5EF4-FFF2-40B4-BE49-F238E27FC236}">
                <a16:creationId xmlns:a16="http://schemas.microsoft.com/office/drawing/2014/main" id="{CF9E44DA-CD19-4472-BEBA-D21B9D7E0F00}"/>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F5C33B"/>
            </a:solidFill>
            <a:prstDash val="solid"/>
          </a:ln>
        </p:spPr>
      </p:sp>
      <p:sp>
        <p:nvSpPr>
          <p:cNvPr id="99" name="">
            <a:extLst xmlns:a="http://schemas.openxmlformats.org/drawingml/2006/main">
              <a:ext uri="{FF2B5EF4-FFF2-40B4-BE49-F238E27FC236}">
                <a16:creationId xmlns:a16="http://schemas.microsoft.com/office/drawing/2014/main" id="{A4D53519-982B-482F-873C-79293C1A6DA2}"/>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费用账 </a:t>
            </a:r>
            <a:r>
              <a:rPr sz="975" b="1">
                <a:solidFill>
                  <a:srgbClr val="F5C33B"/>
                </a:solidFill>
                <a:latin typeface="微软雅黑"/>
                <a:ea typeface="微软雅黑"/>
                <a:cs typeface="微软雅黑"/>
              </a:rPr>
              <a:t>· </a:t>
            </a:r>
            <a:r>
              <a:rPr sz="975" b="1">
                <a:solidFill>
                  <a:srgbClr val="F5C33B"/>
                </a:solidFill>
                <a:latin typeface="微软雅黑"/>
                <a:ea typeface="微软雅黑"/>
                <a:cs typeface="微软雅黑"/>
              </a:rPr>
              <a:t>核算口径</a:t>
            </a:r>
          </a:p>
        </p:txBody>
      </p:sp>
      <p:sp>
        <p:nvSpPr>
          <p:cNvPr id="100" name="">
            <a:extLst xmlns:a="http://schemas.openxmlformats.org/drawingml/2006/main">
              <a:ext uri="{FF2B5EF4-FFF2-40B4-BE49-F238E27FC236}">
                <a16:creationId xmlns:a16="http://schemas.microsoft.com/office/drawing/2014/main" id="{A7FBBC08-446C-4037-8CB6-17E476E35ED3}"/>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转岗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招聘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外委单价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实际人数（外委按月计）</a:t>
            </a:r>
          </a:p>
        </p:txBody>
      </p:sp>
      <p:sp>
        <p:nvSpPr>
          <p:cNvPr id="101" name="">
            <a:extLst xmlns:a="http://schemas.openxmlformats.org/drawingml/2006/main">
              <a:ext uri="{FF2B5EF4-FFF2-40B4-BE49-F238E27FC236}">
                <a16:creationId xmlns:a16="http://schemas.microsoft.com/office/drawing/2014/main" id="{F8DA13D9-BB6A-4B1E-97DD-AF14F3E8E367}"/>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F2705E"/>
            </a:solidFill>
            <a:prstDash val="solid"/>
          </a:ln>
        </p:spPr>
      </p:sp>
      <p:sp>
        <p:nvSpPr>
          <p:cNvPr id="102" name="">
            <a:extLst xmlns:a="http://schemas.openxmlformats.org/drawingml/2006/main">
              <a:ext uri="{FF2B5EF4-FFF2-40B4-BE49-F238E27FC236}">
                <a16:creationId xmlns:a16="http://schemas.microsoft.com/office/drawing/2014/main" id="{4B6D7C3A-3AF0-4483-BC21-26923769C796}"/>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2705E"/>
                </a:solidFill>
                <a:latin typeface="微软雅黑"/>
                <a:ea typeface="微软雅黑"/>
                <a:cs typeface="微软雅黑"/>
              </a:defRPr>
            </a:pPr>
            <a:r>
              <a:rPr sz="975" b="1">
                <a:solidFill>
                  <a:srgbClr val="F2705E"/>
                </a:solidFill>
                <a:latin typeface="微软雅黑"/>
                <a:ea typeface="微软雅黑"/>
                <a:cs typeface="微软雅黑"/>
              </a:rPr>
              <a:t>风险账 </a:t>
            </a:r>
            <a:r>
              <a:rPr sz="975" b="1">
                <a:solidFill>
                  <a:srgbClr val="F2705E"/>
                </a:solidFill>
                <a:latin typeface="微软雅黑"/>
                <a:ea typeface="微软雅黑"/>
                <a:cs typeface="微软雅黑"/>
              </a:rPr>
              <a:t>· </a:t>
            </a:r>
            <a:r>
              <a:rPr sz="975" b="1">
                <a:solidFill>
                  <a:srgbClr val="F2705E"/>
                </a:solidFill>
                <a:latin typeface="微软雅黑"/>
                <a:ea typeface="微软雅黑"/>
                <a:cs typeface="微软雅黑"/>
              </a:rPr>
              <a:t>核算口径</a:t>
            </a:r>
          </a:p>
        </p:txBody>
      </p:sp>
      <p:sp>
        <p:nvSpPr>
          <p:cNvPr id="103" name="">
            <a:extLst xmlns:a="http://schemas.openxmlformats.org/drawingml/2006/main">
              <a:ext uri="{FF2B5EF4-FFF2-40B4-BE49-F238E27FC236}">
                <a16:creationId xmlns:a16="http://schemas.microsoft.com/office/drawing/2014/main" id="{6A05EF7D-F965-4F26-95C5-14558D3A40AB}"/>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关键岗位备份人数 </a:t>
            </a:r>
            <a:r>
              <a:rPr sz="900" b="0">
                <a:solidFill>
                  <a:srgbClr val="D6E6F7"/>
                </a:solidFill>
                <a:latin typeface="微软雅黑"/>
                <a:ea typeface="微软雅黑"/>
                <a:cs typeface="微软雅黑"/>
              </a:rPr>
              <a:t>&lt; 2 </a:t>
            </a:r>
            <a:r>
              <a:rPr sz="900" b="0">
                <a:solidFill>
                  <a:srgbClr val="D6E6F7"/>
                </a:solidFill>
                <a:latin typeface="微软雅黑"/>
                <a:ea typeface="微软雅黑"/>
                <a:cs typeface="微软雅黑"/>
              </a:rPr>
              <a:t>即预警，按岗位逐个核</a:t>
            </a:r>
          </a:p>
        </p:txBody>
      </p:sp>
      <p:sp>
        <p:nvSpPr>
          <p:cNvPr id="104" name="">
            <a:extLst xmlns:a="http://schemas.openxmlformats.org/drawingml/2006/main">
              <a:ext uri="{FF2B5EF4-FFF2-40B4-BE49-F238E27FC236}">
                <a16:creationId xmlns:a16="http://schemas.microsoft.com/office/drawing/2014/main" id="{256B5942-8FFB-4DD4-8D45-21458C62A93E}"/>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671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11430">
            <a:solidFill>
              <a:srgbClr val="3FD08A"/>
            </a:solidFill>
            <a:prstDash val="solid"/>
          </a:ln>
        </p:spPr>
      </p:sp>
      <p:sp>
        <p:nvSpPr>
          <p:cNvPr id="105" name="">
            <a:extLst xmlns:a="http://schemas.openxmlformats.org/drawingml/2006/main">
              <a:ext uri="{FF2B5EF4-FFF2-40B4-BE49-F238E27FC236}">
                <a16:creationId xmlns:a16="http://schemas.microsoft.com/office/drawing/2014/main" id="{163502D8-851B-4727-9D1A-24D570F8F71A}"/>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合规账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核算口径</a:t>
            </a:r>
          </a:p>
        </p:txBody>
      </p:sp>
      <p:sp>
        <p:nvSpPr>
          <p:cNvPr id="106" name="">
            <a:extLst xmlns:a="http://schemas.openxmlformats.org/drawingml/2006/main">
              <a:ext uri="{FF2B5EF4-FFF2-40B4-BE49-F238E27FC236}">
                <a16:creationId xmlns:a16="http://schemas.microsoft.com/office/drawing/2014/main" id="{36A55DBB-AB38-466E-B68F-9367D9783544}"/>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证书有效期与台账一键导出，错漏数可复核</a:t>
            </a:r>
          </a:p>
        </p:txBody>
      </p:sp>
      <p:sp>
        <p:nvSpPr>
          <p:cNvPr id="107" name="">
            <a:extLst xmlns:a="http://schemas.openxmlformats.org/drawingml/2006/main">
              <a:ext uri="{FF2B5EF4-FFF2-40B4-BE49-F238E27FC236}">
                <a16:creationId xmlns:a16="http://schemas.microsoft.com/office/drawing/2014/main" id="{0B866638-46D7-4D5F-B590-9C6147921EFC}"/>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四本账落到可核算的口径上（口径来源见表注，全部可复算）</a:t>
            </a:r>
          </a:p>
        </p:txBody>
      </p:sp>
      <p:sp>
        <p:nvSpPr>
          <p:cNvPr id="108" name="">
            <a:extLst xmlns:a="http://schemas.openxmlformats.org/drawingml/2006/main">
              <a:ext uri="{FF2B5EF4-FFF2-40B4-BE49-F238E27FC236}">
                <a16:creationId xmlns:a16="http://schemas.microsoft.com/office/drawing/2014/main" id="{CB48A365-B386-4AFC-8B1F-E8A2B13733E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8297FDA2-452B-42D3-BCC5-9FE7E4CAEEE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51BBCE33-CC82-4EF8-92B1-F1A27F601DF6}"/>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D305B582-9155-44A2-A7DE-02E703B439D0}"/>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B3AEF032-1144-4696-ABE0-32629FE2532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54ED324F-BA79-4414-B375-07396B796D26}"/>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4" name="">
            <a:extLst xmlns:a="http://schemas.openxmlformats.org/drawingml/2006/main">
              <a:ext uri="{FF2B5EF4-FFF2-40B4-BE49-F238E27FC236}">
                <a16:creationId xmlns:a16="http://schemas.microsoft.com/office/drawing/2014/main" id="{1F5A630A-56AA-416D-9A56-56F67699151B}"/>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31CACE67-164A-428D-A5D0-0A4BDAF13F13}"/>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05</a:t>
            </a:r>
          </a:p>
        </p:txBody>
      </p:sp>
    </p:spTree>
    <p:extLst>
      <p:ext uri="{BB962C8B-B14F-4D97-AF65-F5344CB8AC3E}">
        <p14:creationId xmlns:p14="http://schemas.microsoft.com/office/powerpoint/2010/main" val="719324990"/>
      </p:ext>
    </p:extLst>
  </p:cSld>
</p:sld>
</file>

<file path=ppt/slides/slide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d10afc95ef5e481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A3B4D5-EDBD-4F9C-8C87-F0DDD517D3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CE51FDE9-F4BE-4D6B-980C-DDACAC2DE53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9528C91-4AAA-49B2-816B-FC1BC0046D79}"/>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8AA51ED8-B4C7-47E6-8890-91CF45D8CDB3}"/>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2E23DCD-6376-4F94-95DC-D32B5D89EE02}"/>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31C7F0">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AB0612E2-AE52-4B66-B0B1-468D81E5C3F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D997469-16E5-4A50-8E01-6FC655F4E7B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8B76496-B1B6-466A-AF9D-13072A4A9A48}"/>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B749915-214E-4EF2-B3A4-6C352DA99F8C}"/>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6D32D5EF-F9A4-48A7-8874-12164727E2F6}"/>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759A962-4645-4583-8472-2BF1BCE40203}"/>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E693D04-D412-4230-92BC-BD87655AF9F3}"/>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2D5F6A4-554D-4C37-B72A-D0A2A94BF092}"/>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E74C00A-C4D7-4179-A6C4-F409DE857E7F}"/>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010D649D-870E-46F3-88CC-23B545142A42}"/>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F38983F6-FD4C-4E7A-9A8C-B21EA7DE9FD2}"/>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13EB045-D182-4274-AB13-F95EA7653752}"/>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9F9025F-DF75-4F64-972E-770701F80BB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109C55EF-0692-484B-89E8-D9F14B52C8A1}"/>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D34CE329-7047-4C9A-B7F3-6FA0B2320958}"/>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FC43364E-65F6-4745-A832-F3AE5EAE04C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4AEEB9E-E122-4CF1-958C-02582B55B5B7}"/>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B55A8F22-357C-49CD-849D-64C807E6D2D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F95491C-4B0B-4564-B332-27A73902A761}"/>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17B3BBB7-A2F0-4E12-8826-08788661F2DD}"/>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A0D3E3B6-BA06-4F6D-8DA3-8EC92E71DAB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042193A-286A-4B7C-BA83-0D52805E6B9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42971CC-66E8-4086-A22A-F656BA86D06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3E00282D-56F8-4D38-A58D-BD1CA3396C9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599AA30-0F1A-4D83-9572-457586809326}"/>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CB7BA61-0D63-4695-A555-FB2B951CA81E}"/>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4EBD18B-11FD-4E2B-80F4-3AB0D5236E4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51D8BF6-96B5-42D1-94DF-334CA1AF9BEF}"/>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FFF4203E-9F6F-463E-83C1-377D499E892D}"/>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10EBFAB7-8ECE-4F93-9378-94B7CDD5630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0C8EB7B0-3DA3-4D84-9087-83B9F62B1CF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E6B70EF-7EBE-45AF-9F7B-4925BD5AFFD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03E71B8-ACC6-4E08-819A-DAF3A5B1804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DDB4362-2ABF-490E-A9C9-DD8CDDB6F8DA}"/>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884C58E1-86F0-4B43-8259-8B4730A35A9C}"/>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AB37B662-D50B-40A4-BB5B-614A15A0D93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4710BF41-2B41-4BE2-B003-1C5B39761D26}"/>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867D0EB-BE2D-4CD8-9B1A-5084A47377EE}"/>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5" name="">
            <a:extLst xmlns:a="http://schemas.openxmlformats.org/drawingml/2006/main">
              <a:ext uri="{FF2B5EF4-FFF2-40B4-BE49-F238E27FC236}">
                <a16:creationId xmlns:a16="http://schemas.microsoft.com/office/drawing/2014/main" id="{DC350616-0C85-425C-BF7E-5C59DE3DDDE7}"/>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6" name="">
            <a:extLst xmlns:a="http://schemas.openxmlformats.org/drawingml/2006/main">
              <a:ext uri="{FF2B5EF4-FFF2-40B4-BE49-F238E27FC236}">
                <a16:creationId xmlns:a16="http://schemas.microsoft.com/office/drawing/2014/main" id="{EE7A54B0-4E6F-4011-A51F-BF0156B1607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A72765D9-E43F-4494-9F8A-495DE90B401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典型行业场景</a:t>
            </a:r>
          </a:p>
        </p:txBody>
      </p:sp>
      <p:sp>
        <p:nvSpPr>
          <p:cNvPr id="48" name="">
            <a:extLst xmlns:a="http://schemas.openxmlformats.org/drawingml/2006/main">
              <a:ext uri="{FF2B5EF4-FFF2-40B4-BE49-F238E27FC236}">
                <a16:creationId xmlns:a16="http://schemas.microsoft.com/office/drawing/2014/main" id="{63ED3002-BEF1-4EF9-9C16-66B24BB05BB9}"/>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8971B10-0AC1-4943-A8A2-F20B5FE9042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457A21C4-E9FE-4069-B1E6-72B9579B486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A96AEF94-3670-4DDE-B5F9-7FD2FEE484E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182F0E98-62F8-4251-B695-55FAAA2ADC4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AB9F41B8-A21B-4199-9D72-1A3B8141EF60}"/>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158869BE-1334-43DB-8743-8435B89304F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93284822-DF5C-4084-8E31-7CB4F7D78BD1}"/>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43B00507-F657-4DA6-9EC5-1E938012260D}"/>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859CBD0-6976-4088-AC77-58D7EB445788}"/>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4BE300D8-05A3-451C-BB5C-1D0AEB9C0688}"/>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2E1E38FF-42C9-43E6-9A22-8B89475709BE}"/>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540BA59-7345-4372-9D82-67ACF8B7110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E433F8A-246B-4907-A3E3-4A9D91C72D4F}"/>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398D3D5-E60C-4E60-B8D2-B1DD9D7C2244}"/>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三类场景的共同点是</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「人的能力数据」不在系统里，所以培训、用人、归因只能靠经验。</a:t>
            </a:r>
          </a:p>
        </p:txBody>
      </p:sp>
      <p:sp>
        <p:nvSpPr>
          <p:cNvPr id="63" name="">
            <a:extLst xmlns:a="http://schemas.openxmlformats.org/drawingml/2006/main">
              <a:ext uri="{FF2B5EF4-FFF2-40B4-BE49-F238E27FC236}">
                <a16:creationId xmlns:a16="http://schemas.microsoft.com/office/drawing/2014/main" id="{3C3D70DB-4D37-43A2-8E0B-EDCB4689DC43}"/>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62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64" name="">
            <a:extLst xmlns:a="http://schemas.openxmlformats.org/drawingml/2006/main">
              <a:ext uri="{FF2B5EF4-FFF2-40B4-BE49-F238E27FC236}">
                <a16:creationId xmlns:a16="http://schemas.microsoft.com/office/drawing/2014/main" id="{F8500A6C-5FC9-4F4C-91E6-8DB2D6B6AD28}"/>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A6E4079E-5769-4508-AC92-795E0E057A20}"/>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场景一</a:t>
            </a:r>
          </a:p>
        </p:txBody>
      </p:sp>
      <p:sp>
        <p:nvSpPr>
          <p:cNvPr id="66" name="">
            <a:extLst xmlns:a="http://schemas.openxmlformats.org/drawingml/2006/main">
              <a:ext uri="{FF2B5EF4-FFF2-40B4-BE49-F238E27FC236}">
                <a16:creationId xmlns:a16="http://schemas.microsoft.com/office/drawing/2014/main" id="{260167A9-E9AC-425E-A2E0-A9ECC6F5441A}"/>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67" name="">
            <a:extLst xmlns:a="http://schemas.openxmlformats.org/drawingml/2006/main">
              <a:ext uri="{FF2B5EF4-FFF2-40B4-BE49-F238E27FC236}">
                <a16:creationId xmlns:a16="http://schemas.microsoft.com/office/drawing/2014/main" id="{AA853CB7-8C40-4CCA-9ED1-C8F08F293232}"/>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68" name="">
            <a:extLst xmlns:a="http://schemas.openxmlformats.org/drawingml/2006/main">
              <a:ext uri="{FF2B5EF4-FFF2-40B4-BE49-F238E27FC236}">
                <a16:creationId xmlns:a16="http://schemas.microsoft.com/office/drawing/2014/main" id="{281CD460-0898-44C1-8C41-446EC6A9BFE9}"/>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已落地</a:t>
            </a:r>
          </a:p>
        </p:txBody>
      </p:sp>
      <p:sp>
        <p:nvSpPr>
          <p:cNvPr id="69" name="">
            <a:extLst xmlns:a="http://schemas.openxmlformats.org/drawingml/2006/main">
              <a:ext uri="{FF2B5EF4-FFF2-40B4-BE49-F238E27FC236}">
                <a16:creationId xmlns:a16="http://schemas.microsoft.com/office/drawing/2014/main" id="{8FED594D-202C-41BE-BCCB-6BB9A71B3CFE}"/>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110kV </a:t>
            </a:r>
            <a:r>
              <a:rPr sz="1013">
                <a:solidFill>
                  <a:srgbClr val="D6E6F7"/>
                </a:solidFill>
                <a:latin typeface="微软雅黑"/>
                <a:ea typeface="微软雅黑"/>
                <a:cs typeface="微软雅黑"/>
              </a:rPr>
              <a:t>城北变电所 </a:t>
            </a:r>
            <a:r>
              <a:rPr sz="1013">
                <a:solidFill>
                  <a:srgbClr val="D6E6F7"/>
                </a:solidFill>
                <a:latin typeface="微软雅黑"/>
                <a:ea typeface="微软雅黑"/>
                <a:cs typeface="微软雅黑"/>
              </a:rPr>
              <a:t>1 </a:t>
            </a:r>
            <a:r>
              <a:rPr sz="1013">
                <a:solidFill>
                  <a:srgbClr val="D6E6F7"/>
                </a:solidFill>
                <a:latin typeface="微软雅黑"/>
                <a:ea typeface="微软雅黑"/>
                <a:cs typeface="微软雅黑"/>
              </a:rPr>
              <a:t>号检查井，氧气实测 </a:t>
            </a:r>
            <a:r>
              <a:rPr sz="1013">
                <a:solidFill>
                  <a:srgbClr val="D6E6F7"/>
                </a:solidFill>
                <a:latin typeface="微软雅黑"/>
                <a:ea typeface="微软雅黑"/>
                <a:cs typeface="微软雅黑"/>
              </a:rPr>
              <a:t>18.2 %VOL / </a:t>
            </a:r>
            <a:r>
              <a:rPr sz="1013">
                <a:solidFill>
                  <a:srgbClr val="D6E6F7"/>
                </a:solidFill>
                <a:latin typeface="微软雅黑"/>
                <a:ea typeface="微软雅黑"/>
                <a:cs typeface="微软雅黑"/>
              </a:rPr>
              <a:t>阈值 </a:t>
            </a:r>
            <a:r>
              <a:rPr sz="1013">
                <a:solidFill>
                  <a:srgbClr val="D6E6F7"/>
                </a:solidFill>
                <a:latin typeface="微软雅黑"/>
                <a:ea typeface="微软雅黑"/>
                <a:cs typeface="微软雅黑"/>
              </a:rPr>
              <a:t>19.5 %VOL</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作业人员出现头晕、胸闷，已撤出通风；本次未按 </a:t>
            </a:r>
            <a:r>
              <a:rPr sz="1013">
                <a:solidFill>
                  <a:srgbClr val="D6E6F7"/>
                </a:solidFill>
                <a:latin typeface="微软雅黑"/>
                <a:ea typeface="微软雅黑"/>
                <a:cs typeface="微软雅黑"/>
              </a:rPr>
              <a:t>SOP </a:t>
            </a:r>
            <a:r>
              <a:rPr sz="1013">
                <a:solidFill>
                  <a:srgbClr val="D6E6F7"/>
                </a:solidFill>
                <a:latin typeface="微软雅黑"/>
                <a:ea typeface="微软雅黑"/>
                <a:cs typeface="微软雅黑"/>
              </a:rPr>
              <a:t>执行</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系统输出：严重度「高」</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原因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处置措施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规则编号，人工确认后留痕</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判定阈值全部来自国家标准，换站、换气体、换档位仍然适用</a:t>
            </a:r>
          </a:p>
        </p:txBody>
      </p:sp>
      <p:sp>
        <p:nvSpPr>
          <p:cNvPr id="70" name="">
            <a:extLst xmlns:a="http://schemas.openxmlformats.org/drawingml/2006/main">
              <a:ext uri="{FF2B5EF4-FFF2-40B4-BE49-F238E27FC236}">
                <a16:creationId xmlns:a16="http://schemas.microsoft.com/office/drawing/2014/main" id="{3E1A5AF5-9346-4A0B-A71E-44B03D3533BE}"/>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62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1D194596-2F6D-4CED-BA3C-A6305B9FAA5E}"/>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F82D3CAC-E20D-401A-9F44-B4DE8BA37950}"/>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场景二</a:t>
            </a:r>
          </a:p>
        </p:txBody>
      </p:sp>
      <p:sp>
        <p:nvSpPr>
          <p:cNvPr id="73" name="">
            <a:extLst xmlns:a="http://schemas.openxmlformats.org/drawingml/2006/main">
              <a:ext uri="{FF2B5EF4-FFF2-40B4-BE49-F238E27FC236}">
                <a16:creationId xmlns:a16="http://schemas.microsoft.com/office/drawing/2014/main" id="{32EAC6D8-0F4B-4EA5-B992-18B47AEDC2E0}"/>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74" name="">
            <a:extLst xmlns:a="http://schemas.openxmlformats.org/drawingml/2006/main">
              <a:ext uri="{FF2B5EF4-FFF2-40B4-BE49-F238E27FC236}">
                <a16:creationId xmlns:a16="http://schemas.microsoft.com/office/drawing/2014/main" id="{E0A33E7E-9553-4094-9996-D3DBC995705D}"/>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75" name="">
            <a:extLst xmlns:a="http://schemas.openxmlformats.org/drawingml/2006/main">
              <a:ext uri="{FF2B5EF4-FFF2-40B4-BE49-F238E27FC236}">
                <a16:creationId xmlns:a16="http://schemas.microsoft.com/office/drawing/2014/main" id="{4381AB0D-1B68-43F6-A61E-C560DDBF2EEA}"/>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76" name="">
            <a:extLst xmlns:a="http://schemas.openxmlformats.org/drawingml/2006/main">
              <a:ext uri="{FF2B5EF4-FFF2-40B4-BE49-F238E27FC236}">
                <a16:creationId xmlns:a16="http://schemas.microsoft.com/office/drawing/2014/main" id="{116732D2-59B7-4EF9-B9F9-690A239C62FF}"/>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同一套引擎可迁移：证书到期预警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按缺口定向补训</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迁移成本低：换的是岗位与课程数据，不是引擎与接口</a:t>
            </a:r>
          </a:p>
        </p:txBody>
      </p:sp>
      <p:sp>
        <p:nvSpPr>
          <p:cNvPr id="77" name="">
            <a:extLst xmlns:a="http://schemas.openxmlformats.org/drawingml/2006/main">
              <a:ext uri="{FF2B5EF4-FFF2-40B4-BE49-F238E27FC236}">
                <a16:creationId xmlns:a16="http://schemas.microsoft.com/office/drawing/2014/main" id="{D7511772-6CA7-440D-B801-9939FE46C7CC}"/>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62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8" name="">
            <a:extLst xmlns:a="http://schemas.openxmlformats.org/drawingml/2006/main">
              <a:ext uri="{FF2B5EF4-FFF2-40B4-BE49-F238E27FC236}">
                <a16:creationId xmlns:a16="http://schemas.microsoft.com/office/drawing/2014/main" id="{01B404CD-4284-4D81-9FA9-CCCA83B333DD}"/>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C0207145-7591-4902-A912-B35FD148425E}"/>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Bahnschrift"/>
                <a:ea typeface="Bahnschrift"/>
                <a:cs typeface="Bahnschrift"/>
              </a:defRPr>
            </a:pPr>
            <a:r>
              <a:rPr sz="975" b="0">
                <a:solidFill>
                  <a:srgbClr val="7A9CC4"/>
                </a:solidFill>
                <a:latin typeface="Bahnschrift"/>
                <a:ea typeface="Bahnschrift"/>
                <a:cs typeface="Bahnschrift"/>
              </a:rPr>
              <a:t>场景三</a:t>
            </a:r>
          </a:p>
        </p:txBody>
      </p:sp>
      <p:sp>
        <p:nvSpPr>
          <p:cNvPr id="80" name="">
            <a:extLst xmlns:a="http://schemas.openxmlformats.org/drawingml/2006/main">
              <a:ext uri="{FF2B5EF4-FFF2-40B4-BE49-F238E27FC236}">
                <a16:creationId xmlns:a16="http://schemas.microsoft.com/office/drawing/2014/main" id="{87EB21AB-DB7F-47E9-8947-F45ABE1C53B0}"/>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81" name="">
            <a:extLst xmlns:a="http://schemas.openxmlformats.org/drawingml/2006/main">
              <a:ext uri="{FF2B5EF4-FFF2-40B4-BE49-F238E27FC236}">
                <a16:creationId xmlns:a16="http://schemas.microsoft.com/office/drawing/2014/main" id="{7492E8C4-5D90-407E-8BC3-184B51B07262}"/>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82" name="">
            <a:extLst xmlns:a="http://schemas.openxmlformats.org/drawingml/2006/main">
              <a:ext uri="{FF2B5EF4-FFF2-40B4-BE49-F238E27FC236}">
                <a16:creationId xmlns:a16="http://schemas.microsoft.com/office/drawing/2014/main" id="{57BC3210-2D32-48A7-A340-D7BBD3D7D036}"/>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83" name="">
            <a:extLst xmlns:a="http://schemas.openxmlformats.org/drawingml/2006/main">
              <a:ext uri="{FF2B5EF4-FFF2-40B4-BE49-F238E27FC236}">
                <a16:creationId xmlns:a16="http://schemas.microsoft.com/office/drawing/2014/main" id="{5843FD72-686E-46E8-A19B-C05C9510D1F2}"/>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同一套引擎可迁移：岗位技能矩阵 </a:t>
            </a: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关键岗位备份预警</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迁移成本低：技能矩阵与培训排期复用同一套规则与角色</a:t>
            </a:r>
          </a:p>
        </p:txBody>
      </p:sp>
      <p:sp>
        <p:nvSpPr>
          <p:cNvPr id="84" name="">
            <a:extLst xmlns:a="http://schemas.openxmlformats.org/drawingml/2006/main">
              <a:ext uri="{FF2B5EF4-FFF2-40B4-BE49-F238E27FC236}">
                <a16:creationId xmlns:a16="http://schemas.microsoft.com/office/drawing/2014/main" id="{40B68CCD-804B-40FA-BAC9-BF3DC9007224}"/>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85" name="">
            <a:extLst xmlns:a="http://schemas.openxmlformats.org/drawingml/2006/main">
              <a:ext uri="{FF2B5EF4-FFF2-40B4-BE49-F238E27FC236}">
                <a16:creationId xmlns:a16="http://schemas.microsoft.com/office/drawing/2014/main" id="{D0FC4AE0-0BEF-45ED-9A74-FE8D8100277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A751B247-9A0B-4614-AF33-3E6CE0726DEC}"/>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DC2F3879-F7C8-4269-85C4-2060E2AC75EC}"/>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D9D20538-37D7-4CB6-BAC1-AC9F33CE2D30}"/>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82F9096A-564A-4913-B702-EA9AD8589DD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C459BA91-BF75-47D0-B25D-EEBA7F5A4DE7}"/>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1" name="">
            <a:extLst xmlns:a="http://schemas.openxmlformats.org/drawingml/2006/main">
              <a:ext uri="{FF2B5EF4-FFF2-40B4-BE49-F238E27FC236}">
                <a16:creationId xmlns:a16="http://schemas.microsoft.com/office/drawing/2014/main" id="{7EED3FCA-35EC-462E-8B1F-007698EABAD8}"/>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319433A4-1C9D-4BE0-9810-CAC74A74B950}"/>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06</a:t>
            </a:r>
          </a:p>
        </p:txBody>
      </p:sp>
    </p:spTree>
    <p:extLst>
      <p:ext uri="{BB962C8B-B14F-4D97-AF65-F5344CB8AC3E}">
        <p14:creationId xmlns:p14="http://schemas.microsoft.com/office/powerpoint/2010/main" val="52057272"/>
      </p:ext>
    </p:extLst>
  </p:cSld>
</p:sld>
</file>

<file path=ppt/slides/slide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1e72dbf07d1f4ea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B59B6C-8496-4043-8362-C922F306EE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2BC388B-A0C0-4CB0-B7C5-CCA860A983A7}"/>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5346CC1-095B-4F0C-A6AA-30F4482F3D85}"/>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6E7C262-9758-4102-A637-F87F76BE23FE}"/>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E433E6C-D690-46B0-9568-5A9046C06E79}"/>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C7E2AE0C-91D6-49E6-8864-6C5A5397D93B}"/>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922E565B-A376-4297-BC3C-59292D055287}"/>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E39DCF3-835D-46A5-A4C6-09A0E8D17085}"/>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C222F530-DC4E-49B4-BCD4-7C4004E7E263}"/>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69E748C-D7F0-463E-A310-863D4B2AC7CF}"/>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5E24AFAF-8A57-46B3-90D8-70BEA5B51F8C}"/>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6198E08-1833-44E5-B978-F458D24B7B4F}"/>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A3C855C7-2F5C-4E48-86E1-003FC9710E33}"/>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15DD1F03-09F7-4268-B8CB-04A38E774C41}"/>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B182BB52-0D78-48AA-8AEB-EF836C619B44}"/>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297B850-9F43-4D2C-845D-884BD3E5D576}"/>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01F32765-8037-4362-BD3F-45E583BCF99D}"/>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C9E8DDB-7087-47AA-B84C-DF8B08C94A62}"/>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D3E66F4B-5C5F-4516-95B8-EEE0E730C15B}"/>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D41A611F-9486-41F0-ABAF-738EDB2DE520}"/>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EB49A3B-A87E-4AE2-97EE-3C3D5BDC0651}"/>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72A34AE5-449A-435A-9154-835EF9728435}"/>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036BFD4-72B8-4BD1-AF06-C53697B49D5F}"/>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249183C9-AD1C-4435-BFBF-DDFEAFFFDBB0}"/>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0A14186-C8D6-4F1F-85FF-47AC784D2D70}"/>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CE9F6E68-4CF8-4551-BB8E-61BB4C49CE2C}"/>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8228D8A8-3D0A-4F0D-8372-ADC72ED2D394}"/>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A07A1C1-FF24-4AD4-9DA1-CBCE34EF67C5}"/>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E99A8D6-DB53-4CBC-A1A3-F15701DF925A}"/>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0B95B01A-56FD-4690-9E6D-DE042368B9F0}"/>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DFF4D5F-4CAF-4AE5-8FC1-8112115BE87B}"/>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DE8C539-5102-496C-9C4D-060CD40D50DE}"/>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DFF78D4-FE1F-4829-9713-BD05E2092ED2}"/>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3CBE8D1B-EBF8-4AE7-A12A-D1FCBA805053}"/>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79C6010-6FC5-4DB3-996A-E65458108020}"/>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444B8309-472C-4F35-99D1-D16960494A31}"/>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E2E16C15-DF7B-494D-9654-8B8381113AE9}"/>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BD8C8F0-76FB-45F8-B898-F3FA1A8FA001}"/>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690B6234-D113-4133-A27E-B7C38B285BA8}"/>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8A7E75B-6FD5-4504-A315-BD41716A6433}"/>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BA16BDC8-DC33-476B-BA30-034CA76477FD}"/>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2FC52963-FCA4-432C-8D80-A6A6F00E3444}"/>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904F205F-9748-4F03-8D65-EC8DF6F5B560}"/>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E80A4A55-98B8-4F50-A3DE-2CE34935D111}"/>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291746B-8C4F-4DB1-A369-FEE931C18B28}"/>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31C7F0">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DBB5CC24-6780-4C78-B262-3B6AA5501016}"/>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31C7F0">
                  <a:alpha val="0"/>
                </a:srgbClr>
              </a:gs>
              <a:gs pos="45000">
                <a:srgbClr val="31C7F0"/>
              </a:gs>
              <a:gs pos="100000">
                <a:srgbClr val="31C7F0">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A586FAEB-F0F4-45CF-90EA-D46992A723B6}"/>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ADDA7EB0-9832-4B8C-922C-982698CEF55B}"/>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743D4C2F-9913-4DF3-9048-F056F9C6007D}"/>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CE0A9E0-6947-40DE-9E04-5080202BEA2E}"/>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CA98984-0C50-44E0-B52B-EE4E8517D85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EE51A863-90C7-4C73-B37D-55A4792B8E74}"/>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BACB2A08-D61C-403E-9B25-69C03866E76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4EF071E7-9651-4813-A9D5-2E70D37F2D75}"/>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D0C60764-D3D4-453F-9C7A-C8E58142C8A7}"/>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A83D5FA3-D133-4EF6-AD40-2704FF897FD2}"/>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A3457242-4DC7-4CC9-887E-DA81F2A8DA9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29840242-7ADF-49BB-9D65-7F3507F78253}"/>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BBCBB10-7F29-4FEE-9432-B221065FA573}"/>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2AF197D9-A3C8-4B98-A61A-AB9B72CF4A5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D95A9E1C-1E56-4E54-900E-0DE6F167963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AAC48AB2-B1A2-43E1-B4D6-BA43C41511DF}"/>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BD46939C-E9B3-4173-B8F0-88ED2D4FA3F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B79E55D-D78F-479F-8CC9-9F78583A83C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C3AD16D8-B568-465A-9DCC-AE5AF3DF9F8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31A4B3DC-8080-4BF8-BB70-27E9E9BD6CC3}"/>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E52DF933-5F86-4ABB-90A6-C8FEE1ABFAC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643B61FC-17CE-4479-B03D-FD4C93DC2A33}"/>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2A260C68-192B-499D-9A74-B698D6A8E2E7}"/>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029A8801-D8B9-4293-8BDF-69B16D6DE775}"/>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38FC6F7A-9F64-444D-BE0D-85C811720D9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9CE1A1F-BE12-4CE5-954F-813B2ECA5073}"/>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6DACB44-9F94-4A50-A157-62C455D913C8}"/>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120CBF49-5DC7-4730-BF8C-5A494A740EF2}"/>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F27B6AC0-E7F5-4F5E-9F1A-092010570EB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9B1E265A-FB21-48B1-99D7-C1099C0A5A07}"/>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30B3DEF4-29DE-401D-95F0-930796B113DB}"/>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FB1821EB-32F6-4ADF-99D6-9F07A4AE2792}"/>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9B05E65C-9495-45C8-B2E5-43928A750B8E}"/>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EDBDC173-A088-4903-8EF5-0110AD77D19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545278B3-FE2F-483C-B630-F5F55E18E04D}"/>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8AEB86B7-6506-4F5E-8A55-C35D641E0B8A}"/>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E52264E0-79DC-4572-B478-5D9569A3BB44}"/>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9A0ECC39-FD3A-41FC-8893-BCBAD3F463D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2D6DD3A5-8811-4148-A334-99EB1C1476C3}"/>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87" name="">
            <a:extLst xmlns:a="http://schemas.openxmlformats.org/drawingml/2006/main">
              <a:ext uri="{FF2B5EF4-FFF2-40B4-BE49-F238E27FC236}">
                <a16:creationId xmlns:a16="http://schemas.microsoft.com/office/drawing/2014/main" id="{06C92084-DBEF-455B-A68D-FFEB6A5194F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88" name="">
            <a:extLst xmlns:a="http://schemas.openxmlformats.org/drawingml/2006/main">
              <a:ext uri="{FF2B5EF4-FFF2-40B4-BE49-F238E27FC236}">
                <a16:creationId xmlns:a16="http://schemas.microsoft.com/office/drawing/2014/main" id="{A8AB2E3C-A879-4F69-B86F-86D4465C2F85}"/>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25F7A1EE-E391-4BA9-9169-8582294B447F}"/>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三条高精度痛点</a:t>
            </a:r>
          </a:p>
        </p:txBody>
      </p:sp>
      <p:sp>
        <p:nvSpPr>
          <p:cNvPr id="90" name="">
            <a:extLst xmlns:a="http://schemas.openxmlformats.org/drawingml/2006/main">
              <a:ext uri="{FF2B5EF4-FFF2-40B4-BE49-F238E27FC236}">
                <a16:creationId xmlns:a16="http://schemas.microsoft.com/office/drawing/2014/main" id="{866A5982-4251-43EC-B86A-6D39FA5F439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E4DC0540-DB7A-47A9-B5F1-7BFC12C50D24}"/>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610707D2-252B-4D59-ADBE-14ECF4F1F2BA}"/>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0F4C56BB-BA87-4263-8E80-3BD5E5F81629}"/>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46DF7A74-6D91-45FB-BBE2-48C9AB58B1D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837754D3-FFD6-43FA-88C9-07D5769D9DDF}"/>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1512249C-8C5B-41F1-B3FD-F87707D3DD3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C9A71C8C-F984-438C-8099-C37438BBBC9E}"/>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607ED2EA-B531-4FC8-8E62-4E6ADA17367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C29D0E37-20F4-4FE4-A0F8-45A81CE1F020}"/>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546FBA6E-06FD-4246-BBDA-79171742DC08}"/>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5A136C79-CC4D-4EA4-9531-83F41FF98917}"/>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BA048AD9-57E6-43BC-B9A0-F0D8894CBEA4}"/>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C74EB82D-8E32-4887-A64B-6F860ED4332B}"/>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BFBAE710-FDB9-4B0C-AA63-238C8099D61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痛点不是「没有系统」，而是三条价值缺口：能力看不清、结论不可信、过程不可审。</a:t>
            </a:r>
          </a:p>
        </p:txBody>
      </p:sp>
      <p:sp>
        <p:nvSpPr>
          <p:cNvPr id="105" name="">
            <a:extLst xmlns:a="http://schemas.openxmlformats.org/drawingml/2006/main">
              <a:ext uri="{FF2B5EF4-FFF2-40B4-BE49-F238E27FC236}">
                <a16:creationId xmlns:a16="http://schemas.microsoft.com/office/drawing/2014/main" id="{79EE5CEA-EA32-4184-A628-F1AB6C20ABD8}"/>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C2276FA5-568A-4FFC-93DD-58F3A50CCC4B}"/>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A60AA8E5-04B6-427F-A471-3C90D4F4D304}"/>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痛点一 </a:t>
            </a:r>
            <a:r>
              <a:rPr sz="1425" b="1">
                <a:solidFill>
                  <a:srgbClr val="31C7F0"/>
                </a:solidFill>
                <a:latin typeface="微软雅黑"/>
                <a:ea typeface="微软雅黑"/>
                <a:cs typeface="微软雅黑"/>
              </a:rPr>
              <a:t>· </a:t>
            </a:r>
            <a:r>
              <a:rPr sz="1425" b="1">
                <a:solidFill>
                  <a:srgbClr val="31C7F0"/>
                </a:solidFill>
                <a:latin typeface="微软雅黑"/>
                <a:ea typeface="微软雅黑"/>
                <a:cs typeface="微软雅黑"/>
              </a:rPr>
              <a:t>能力看不清</a:t>
            </a:r>
          </a:p>
        </p:txBody>
      </p:sp>
      <p:sp>
        <p:nvSpPr>
          <p:cNvPr id="108" name="">
            <a:extLst xmlns:a="http://schemas.openxmlformats.org/drawingml/2006/main">
              <a:ext uri="{FF2B5EF4-FFF2-40B4-BE49-F238E27FC236}">
                <a16:creationId xmlns:a16="http://schemas.microsoft.com/office/drawing/2014/main" id="{9E30E06F-B528-4BB5-BE50-CAA470D2D618}"/>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109" name="">
            <a:extLst xmlns:a="http://schemas.openxmlformats.org/drawingml/2006/main">
              <a:ext uri="{FF2B5EF4-FFF2-40B4-BE49-F238E27FC236}">
                <a16:creationId xmlns:a16="http://schemas.microsoft.com/office/drawing/2014/main" id="{6FC53641-051E-4422-96F3-D317DBBE97CA}"/>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0" name="">
            <a:extLst xmlns:a="http://schemas.openxmlformats.org/drawingml/2006/main">
              <a:ext uri="{FF2B5EF4-FFF2-40B4-BE49-F238E27FC236}">
                <a16:creationId xmlns:a16="http://schemas.microsoft.com/office/drawing/2014/main" id="{54FA64F8-47DE-4E46-984D-D7F67C844AB0}"/>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11" name="">
            <a:extLst xmlns:a="http://schemas.openxmlformats.org/drawingml/2006/main">
              <a:ext uri="{FF2B5EF4-FFF2-40B4-BE49-F238E27FC236}">
                <a16:creationId xmlns:a16="http://schemas.microsoft.com/office/drawing/2014/main" id="{702FFF61-83C5-4077-BCF1-DD9497B903AF}"/>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培训年年做，却说不清「谁补上了什么能力」，投入与产出无法对应</a:t>
            </a:r>
          </a:p>
        </p:txBody>
      </p:sp>
      <p:sp>
        <p:nvSpPr>
          <p:cNvPr id="112" name="">
            <a:extLst xmlns:a="http://schemas.openxmlformats.org/drawingml/2006/main">
              <a:ext uri="{FF2B5EF4-FFF2-40B4-BE49-F238E27FC236}">
                <a16:creationId xmlns:a16="http://schemas.microsoft.com/office/drawing/2014/main" id="{0A0278EF-2DFA-4EB1-9AC8-B0EC12F1EAFA}"/>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3" name="">
            <a:extLst xmlns:a="http://schemas.openxmlformats.org/drawingml/2006/main">
              <a:ext uri="{FF2B5EF4-FFF2-40B4-BE49-F238E27FC236}">
                <a16:creationId xmlns:a16="http://schemas.microsoft.com/office/drawing/2014/main" id="{7257AADC-C893-4F27-9FDA-94ED86B50CA8}"/>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14" name="">
            <a:extLst xmlns:a="http://schemas.openxmlformats.org/drawingml/2006/main">
              <a:ext uri="{FF2B5EF4-FFF2-40B4-BE49-F238E27FC236}">
                <a16:creationId xmlns:a16="http://schemas.microsoft.com/office/drawing/2014/main" id="{048B0480-D097-4629-A3A2-9DE23538A0A4}"/>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排课靠印象、用人靠点名，关键岗位是否有备份无人能答</a:t>
            </a:r>
          </a:p>
        </p:txBody>
      </p:sp>
      <p:sp>
        <p:nvSpPr>
          <p:cNvPr id="115" name="">
            <a:extLst xmlns:a="http://schemas.openxmlformats.org/drawingml/2006/main">
              <a:ext uri="{FF2B5EF4-FFF2-40B4-BE49-F238E27FC236}">
                <a16:creationId xmlns:a16="http://schemas.microsoft.com/office/drawing/2014/main" id="{D142D158-C7C9-433B-8E63-F83F51624902}"/>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6" name="">
            <a:extLst xmlns:a="http://schemas.openxmlformats.org/drawingml/2006/main">
              <a:ext uri="{FF2B5EF4-FFF2-40B4-BE49-F238E27FC236}">
                <a16:creationId xmlns:a16="http://schemas.microsoft.com/office/drawing/2014/main" id="{948C240E-1F54-4FF7-B45C-8B4AC2FD8494}"/>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17" name="">
            <a:extLst xmlns:a="http://schemas.openxmlformats.org/drawingml/2006/main">
              <a:ext uri="{FF2B5EF4-FFF2-40B4-BE49-F238E27FC236}">
                <a16:creationId xmlns:a16="http://schemas.microsoft.com/office/drawing/2014/main" id="{721D045D-5A3A-4D74-870C-DF838CB54251}"/>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把考试、实操、证书、工单统一成结构化能力数据，让培训可量化</a:t>
            </a:r>
          </a:p>
        </p:txBody>
      </p:sp>
      <p:sp>
        <p:nvSpPr>
          <p:cNvPr id="118" name="">
            <a:extLst xmlns:a="http://schemas.openxmlformats.org/drawingml/2006/main">
              <a:ext uri="{FF2B5EF4-FFF2-40B4-BE49-F238E27FC236}">
                <a16:creationId xmlns:a16="http://schemas.microsoft.com/office/drawing/2014/main" id="{03872A0C-39DB-4629-83CF-3E9B5F5CBC3C}"/>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9" name="">
            <a:extLst xmlns:a="http://schemas.openxmlformats.org/drawingml/2006/main">
              <a:ext uri="{FF2B5EF4-FFF2-40B4-BE49-F238E27FC236}">
                <a16:creationId xmlns:a16="http://schemas.microsoft.com/office/drawing/2014/main" id="{31A49B02-F05F-4A6F-BAF1-BB68A7609858}"/>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2F239C91-3C92-4161-94BC-95E4738B5F78}"/>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痛点二 </a:t>
            </a:r>
            <a:r>
              <a:rPr sz="1425" b="1">
                <a:solidFill>
                  <a:srgbClr val="F5C33B"/>
                </a:solidFill>
                <a:latin typeface="微软雅黑"/>
                <a:ea typeface="微软雅黑"/>
                <a:cs typeface="微软雅黑"/>
              </a:rPr>
              <a:t>· </a:t>
            </a:r>
            <a:r>
              <a:rPr sz="1425" b="1">
                <a:solidFill>
                  <a:srgbClr val="F5C33B"/>
                </a:solidFill>
                <a:latin typeface="微软雅黑"/>
                <a:ea typeface="微软雅黑"/>
                <a:cs typeface="微软雅黑"/>
              </a:rPr>
              <a:t>结论不可信</a:t>
            </a:r>
          </a:p>
        </p:txBody>
      </p:sp>
      <p:sp>
        <p:nvSpPr>
          <p:cNvPr id="121" name="">
            <a:extLst xmlns:a="http://schemas.openxmlformats.org/drawingml/2006/main">
              <a:ext uri="{FF2B5EF4-FFF2-40B4-BE49-F238E27FC236}">
                <a16:creationId xmlns:a16="http://schemas.microsoft.com/office/drawing/2014/main" id="{2EB4044E-FFD1-4F17-AFE4-F71C338B4BF4}"/>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122" name="">
            <a:extLst xmlns:a="http://schemas.openxmlformats.org/drawingml/2006/main">
              <a:ext uri="{FF2B5EF4-FFF2-40B4-BE49-F238E27FC236}">
                <a16:creationId xmlns:a16="http://schemas.microsoft.com/office/drawing/2014/main" id="{6398C0C3-20DD-4414-8A7A-282A42EBA3AB}"/>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3" name="">
            <a:extLst xmlns:a="http://schemas.openxmlformats.org/drawingml/2006/main">
              <a:ext uri="{FF2B5EF4-FFF2-40B4-BE49-F238E27FC236}">
                <a16:creationId xmlns:a16="http://schemas.microsoft.com/office/drawing/2014/main" id="{8A105EF3-1B7F-454C-BFED-08F0596ADBC2}"/>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24" name="">
            <a:extLst xmlns:a="http://schemas.openxmlformats.org/drawingml/2006/main">
              <a:ext uri="{FF2B5EF4-FFF2-40B4-BE49-F238E27FC236}">
                <a16:creationId xmlns:a16="http://schemas.microsoft.com/office/drawing/2014/main" id="{7D72C3C9-C1BA-4FA7-8DF3-42A921B844F6}"/>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结论无法复算，答辩或审计时讲不清「为什么是这个人」</a:t>
            </a:r>
          </a:p>
        </p:txBody>
      </p:sp>
      <p:sp>
        <p:nvSpPr>
          <p:cNvPr id="125" name="">
            <a:extLst xmlns:a="http://schemas.openxmlformats.org/drawingml/2006/main">
              <a:ext uri="{FF2B5EF4-FFF2-40B4-BE49-F238E27FC236}">
                <a16:creationId xmlns:a16="http://schemas.microsoft.com/office/drawing/2014/main" id="{1756F7CF-B767-4575-BDF1-812BB7E9FD5C}"/>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6" name="">
            <a:extLst xmlns:a="http://schemas.openxmlformats.org/drawingml/2006/main">
              <a:ext uri="{FF2B5EF4-FFF2-40B4-BE49-F238E27FC236}">
                <a16:creationId xmlns:a16="http://schemas.microsoft.com/office/drawing/2014/main" id="{F9149B20-0911-4ABA-9F45-06A8252B695E}"/>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27" name="">
            <a:extLst xmlns:a="http://schemas.openxmlformats.org/drawingml/2006/main">
              <a:ext uri="{FF2B5EF4-FFF2-40B4-BE49-F238E27FC236}">
                <a16:creationId xmlns:a16="http://schemas.microsoft.com/office/drawing/2014/main" id="{3AC9C4AE-102E-4097-8E38-10624B5C2D60}"/>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依赖外网模型，断网即瘫痪；输出不稳定，无法上岗使用</a:t>
            </a:r>
          </a:p>
        </p:txBody>
      </p:sp>
      <p:sp>
        <p:nvSpPr>
          <p:cNvPr id="128" name="">
            <a:extLst xmlns:a="http://schemas.openxmlformats.org/drawingml/2006/main">
              <a:ext uri="{FF2B5EF4-FFF2-40B4-BE49-F238E27FC236}">
                <a16:creationId xmlns:a16="http://schemas.microsoft.com/office/drawing/2014/main" id="{B715F936-AACF-4142-AB40-5C3D6FA4EDEB}"/>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9" name="">
            <a:extLst xmlns:a="http://schemas.openxmlformats.org/drawingml/2006/main">
              <a:ext uri="{FF2B5EF4-FFF2-40B4-BE49-F238E27FC236}">
                <a16:creationId xmlns:a16="http://schemas.microsoft.com/office/drawing/2014/main" id="{A53636D7-ED16-496D-922C-FB2AFCF89A53}"/>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30" name="">
            <a:extLst xmlns:a="http://schemas.openxmlformats.org/drawingml/2006/main">
              <a:ext uri="{FF2B5EF4-FFF2-40B4-BE49-F238E27FC236}">
                <a16:creationId xmlns:a16="http://schemas.microsoft.com/office/drawing/2014/main" id="{B608346B-A817-4BA1-98D0-8CBC505326DE}"/>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规则进数据库、算子白名单求值，结论带 </a:t>
            </a:r>
            <a:r>
              <a:rPr sz="938" b="0">
                <a:solidFill>
                  <a:srgbClr val="D6E6F7"/>
                </a:solidFill>
                <a:latin typeface="微软雅黑"/>
                <a:ea typeface="微软雅黑"/>
                <a:cs typeface="微软雅黑"/>
              </a:rPr>
              <a:t>rule_code </a:t>
            </a:r>
            <a:r>
              <a:rPr sz="938" b="0">
                <a:solidFill>
                  <a:srgbClr val="D6E6F7"/>
                </a:solidFill>
                <a:latin typeface="微软雅黑"/>
                <a:ea typeface="微软雅黑"/>
                <a:cs typeface="微软雅黑"/>
              </a:rPr>
              <a:t>与依据事实，可复算</a:t>
            </a:r>
          </a:p>
        </p:txBody>
      </p:sp>
      <p:sp>
        <p:nvSpPr>
          <p:cNvPr id="131" name="">
            <a:extLst xmlns:a="http://schemas.openxmlformats.org/drawingml/2006/main">
              <a:ext uri="{FF2B5EF4-FFF2-40B4-BE49-F238E27FC236}">
                <a16:creationId xmlns:a16="http://schemas.microsoft.com/office/drawing/2014/main" id="{FCD26D92-C4D7-4310-85AC-A83755A63334}"/>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2" name="">
            <a:extLst xmlns:a="http://schemas.openxmlformats.org/drawingml/2006/main">
              <a:ext uri="{FF2B5EF4-FFF2-40B4-BE49-F238E27FC236}">
                <a16:creationId xmlns:a16="http://schemas.microsoft.com/office/drawing/2014/main" id="{BEEE89A0-2C17-4422-AAD8-DC56B45216FD}"/>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33" name="">
            <a:extLst xmlns:a="http://schemas.openxmlformats.org/drawingml/2006/main">
              <a:ext uri="{FF2B5EF4-FFF2-40B4-BE49-F238E27FC236}">
                <a16:creationId xmlns:a16="http://schemas.microsoft.com/office/drawing/2014/main" id="{21E2EB20-D871-411D-B491-9B81146A3C2A}"/>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B8CFF"/>
                </a:solidFill>
                <a:latin typeface="微软雅黑"/>
                <a:ea typeface="微软雅黑"/>
                <a:cs typeface="微软雅黑"/>
              </a:defRPr>
            </a:pPr>
            <a:r>
              <a:rPr sz="1425" b="1">
                <a:solidFill>
                  <a:srgbClr val="9B8CFF"/>
                </a:solidFill>
                <a:latin typeface="微软雅黑"/>
                <a:ea typeface="微软雅黑"/>
                <a:cs typeface="微软雅黑"/>
              </a:rPr>
              <a:t>痛点三 </a:t>
            </a:r>
            <a:r>
              <a:rPr sz="1425" b="1">
                <a:solidFill>
                  <a:srgbClr val="9B8CFF"/>
                </a:solidFill>
                <a:latin typeface="微软雅黑"/>
                <a:ea typeface="微软雅黑"/>
                <a:cs typeface="微软雅黑"/>
              </a:rPr>
              <a:t>· </a:t>
            </a:r>
            <a:r>
              <a:rPr sz="1425" b="1">
                <a:solidFill>
                  <a:srgbClr val="9B8CFF"/>
                </a:solidFill>
                <a:latin typeface="微软雅黑"/>
                <a:ea typeface="微软雅黑"/>
                <a:cs typeface="微软雅黑"/>
              </a:rPr>
              <a:t>过程不可审</a:t>
            </a:r>
          </a:p>
        </p:txBody>
      </p:sp>
      <p:sp>
        <p:nvSpPr>
          <p:cNvPr id="134" name="">
            <a:extLst xmlns:a="http://schemas.openxmlformats.org/drawingml/2006/main">
              <a:ext uri="{FF2B5EF4-FFF2-40B4-BE49-F238E27FC236}">
                <a16:creationId xmlns:a16="http://schemas.microsoft.com/office/drawing/2014/main" id="{7375C832-125A-4366-B385-6DAEF672348E}"/>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135" name="">
            <a:extLst xmlns:a="http://schemas.openxmlformats.org/drawingml/2006/main">
              <a:ext uri="{FF2B5EF4-FFF2-40B4-BE49-F238E27FC236}">
                <a16:creationId xmlns:a16="http://schemas.microsoft.com/office/drawing/2014/main" id="{DC27649A-F864-49F4-BED5-83D906C351F7}"/>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6" name="">
            <a:extLst xmlns:a="http://schemas.openxmlformats.org/drawingml/2006/main">
              <a:ext uri="{FF2B5EF4-FFF2-40B4-BE49-F238E27FC236}">
                <a16:creationId xmlns:a16="http://schemas.microsoft.com/office/drawing/2014/main" id="{7905D34D-4B9F-4876-8B34-E229A1D89B7E}"/>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37" name="">
            <a:extLst xmlns:a="http://schemas.openxmlformats.org/drawingml/2006/main">
              <a:ext uri="{FF2B5EF4-FFF2-40B4-BE49-F238E27FC236}">
                <a16:creationId xmlns:a16="http://schemas.microsoft.com/office/drawing/2014/main" id="{DA62E7FE-B81E-4227-B177-1E42635EF4B5}"/>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建议由谁提出、谁采纳、谁执行，事后无法界定责任</a:t>
            </a:r>
          </a:p>
        </p:txBody>
      </p:sp>
      <p:sp>
        <p:nvSpPr>
          <p:cNvPr id="138" name="">
            <a:extLst xmlns:a="http://schemas.openxmlformats.org/drawingml/2006/main">
              <a:ext uri="{FF2B5EF4-FFF2-40B4-BE49-F238E27FC236}">
                <a16:creationId xmlns:a16="http://schemas.microsoft.com/office/drawing/2014/main" id="{5DE43A61-055D-40FA-AFA1-F13A7D027A83}"/>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9" name="">
            <a:extLst xmlns:a="http://schemas.openxmlformats.org/drawingml/2006/main">
              <a:ext uri="{FF2B5EF4-FFF2-40B4-BE49-F238E27FC236}">
                <a16:creationId xmlns:a16="http://schemas.microsoft.com/office/drawing/2014/main" id="{536E1ADD-CB6A-45AA-B7C6-08EAD7A4E7D2}"/>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140" name="">
            <a:extLst xmlns:a="http://schemas.openxmlformats.org/drawingml/2006/main">
              <a:ext uri="{FF2B5EF4-FFF2-40B4-BE49-F238E27FC236}">
                <a16:creationId xmlns:a16="http://schemas.microsoft.com/office/drawing/2014/main" id="{AB5149C9-0EAF-4BF3-8298-F3AF857576BA}"/>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缺乏审计链，心理与关怀数据也无隔离手段</a:t>
            </a:r>
          </a:p>
        </p:txBody>
      </p:sp>
      <p:sp>
        <p:nvSpPr>
          <p:cNvPr id="141" name="">
            <a:extLst xmlns:a="http://schemas.openxmlformats.org/drawingml/2006/main">
              <a:ext uri="{FF2B5EF4-FFF2-40B4-BE49-F238E27FC236}">
                <a16:creationId xmlns:a16="http://schemas.microsoft.com/office/drawing/2014/main" id="{4E361D31-D67A-4C0B-A086-969FF7B7C77C}"/>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7627"/>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42" name="">
            <a:extLst xmlns:a="http://schemas.openxmlformats.org/drawingml/2006/main">
              <a:ext uri="{FF2B5EF4-FFF2-40B4-BE49-F238E27FC236}">
                <a16:creationId xmlns:a16="http://schemas.microsoft.com/office/drawing/2014/main" id="{68E29127-3470-4FB7-A279-BEC4D4B8963C}"/>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143" name="">
            <a:extLst xmlns:a="http://schemas.openxmlformats.org/drawingml/2006/main">
              <a:ext uri="{FF2B5EF4-FFF2-40B4-BE49-F238E27FC236}">
                <a16:creationId xmlns:a16="http://schemas.microsoft.com/office/drawing/2014/main" id="{2F8C3840-9327-4EED-99EF-B454A919EE05}"/>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建议写 </a:t>
            </a:r>
            <a:r>
              <a:rPr sz="938" b="0">
                <a:solidFill>
                  <a:srgbClr val="D6E6F7"/>
                </a:solidFill>
                <a:latin typeface="微软雅黑"/>
                <a:ea typeface="微软雅黑"/>
                <a:cs typeface="微软雅黑"/>
              </a:rPr>
              <a:t>agent_suggestion</a:t>
            </a:r>
            <a:r>
              <a:rPr sz="938" b="0">
                <a:solidFill>
                  <a:srgbClr val="D6E6F7"/>
                </a:solidFill>
                <a:latin typeface="微软雅黑"/>
                <a:ea typeface="微软雅黑"/>
                <a:cs typeface="微软雅黑"/>
              </a:rPr>
              <a:t>、确认写 </a:t>
            </a:r>
            <a:r>
              <a:rPr sz="938" b="0">
                <a:solidFill>
                  <a:srgbClr val="D6E6F7"/>
                </a:solidFill>
                <a:latin typeface="微软雅黑"/>
                <a:ea typeface="微软雅黑"/>
                <a:cs typeface="微软雅黑"/>
              </a:rPr>
              <a:t>decision_log</a:t>
            </a:r>
            <a:r>
              <a:rPr sz="938" b="0">
                <a:solidFill>
                  <a:srgbClr val="D6E6F7"/>
                </a:solidFill>
                <a:latin typeface="微软雅黑"/>
                <a:ea typeface="微软雅黑"/>
                <a:cs typeface="微软雅黑"/>
              </a:rPr>
              <a:t>，三表用同一 </a:t>
            </a:r>
            <a:r>
              <a:rPr sz="938" b="0">
                <a:solidFill>
                  <a:srgbClr val="D6E6F7"/>
                </a:solidFill>
                <a:latin typeface="微软雅黑"/>
                <a:ea typeface="微软雅黑"/>
                <a:cs typeface="微软雅黑"/>
              </a:rPr>
              <a:t>run_id </a:t>
            </a:r>
            <a:r>
              <a:rPr sz="938" b="0">
                <a:solidFill>
                  <a:srgbClr val="D6E6F7"/>
                </a:solidFill>
                <a:latin typeface="微软雅黑"/>
                <a:ea typeface="微软雅黑"/>
                <a:cs typeface="微软雅黑"/>
              </a:rPr>
              <a:t>串起</a:t>
            </a:r>
          </a:p>
        </p:txBody>
      </p:sp>
      <p:sp>
        <p:nvSpPr>
          <p:cNvPr id="144" name="">
            <a:extLst xmlns:a="http://schemas.openxmlformats.org/drawingml/2006/main">
              <a:ext uri="{FF2B5EF4-FFF2-40B4-BE49-F238E27FC236}">
                <a16:creationId xmlns:a16="http://schemas.microsoft.com/office/drawing/2014/main" id="{638B75C5-4538-4ECD-9C3F-AF56779C6C5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45" name="">
            <a:extLst xmlns:a="http://schemas.openxmlformats.org/drawingml/2006/main">
              <a:ext uri="{FF2B5EF4-FFF2-40B4-BE49-F238E27FC236}">
                <a16:creationId xmlns:a16="http://schemas.microsoft.com/office/drawing/2014/main" id="{A345A44E-B1D9-4746-A60C-038531DA71EA}"/>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6" name="">
            <a:extLst xmlns:a="http://schemas.openxmlformats.org/drawingml/2006/main">
              <a:ext uri="{FF2B5EF4-FFF2-40B4-BE49-F238E27FC236}">
                <a16:creationId xmlns:a16="http://schemas.microsoft.com/office/drawing/2014/main" id="{6AE762CB-FF6D-4715-8A30-58DED78E2B88}"/>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7" name="">
            <a:extLst xmlns:a="http://schemas.openxmlformats.org/drawingml/2006/main">
              <a:ext uri="{FF2B5EF4-FFF2-40B4-BE49-F238E27FC236}">
                <a16:creationId xmlns:a16="http://schemas.microsoft.com/office/drawing/2014/main" id="{3887FF9E-C2C4-42C8-82B1-676A1EE3F59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8" name="">
            <a:extLst xmlns:a="http://schemas.openxmlformats.org/drawingml/2006/main">
              <a:ext uri="{FF2B5EF4-FFF2-40B4-BE49-F238E27FC236}">
                <a16:creationId xmlns:a16="http://schemas.microsoft.com/office/drawing/2014/main" id="{69FC974E-F73C-4E36-96B2-7AD17061FF0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CF9A3762-3AEE-47F1-B18E-61A0B4813878}"/>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50" name="">
            <a:extLst xmlns:a="http://schemas.openxmlformats.org/drawingml/2006/main">
              <a:ext uri="{FF2B5EF4-FFF2-40B4-BE49-F238E27FC236}">
                <a16:creationId xmlns:a16="http://schemas.microsoft.com/office/drawing/2014/main" id="{AD977547-9789-4BC7-9FB8-5B0D0F376DE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59A4E7CB-8BAE-4BF4-B547-598F81A6C8C6}"/>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07</a:t>
            </a:r>
          </a:p>
        </p:txBody>
      </p:sp>
    </p:spTree>
    <p:extLst>
      <p:ext uri="{BB962C8B-B14F-4D97-AF65-F5344CB8AC3E}">
        <p14:creationId xmlns:p14="http://schemas.microsoft.com/office/powerpoint/2010/main" val="1636301200"/>
      </p:ext>
    </p:extLst>
  </p:cSld>
</p:sld>
</file>

<file path=ppt/slides/slide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cc6e4821094f4b5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AA5677-831B-42D9-ADBD-38F91FBF71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EEAB64E-19F3-4FFB-8B92-E0D8FBBCCE78}"/>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1C7F0">
                  <a:alpha val="15000"/>
                </a:srgbClr>
              </a:gs>
              <a:gs pos="45000">
                <a:srgbClr val="31C7F0">
                  <a:alpha val="6000"/>
                </a:srgbClr>
              </a:gs>
              <a:gs pos="100000">
                <a:srgbClr val="31C7F0">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752703A-36D9-4F00-BFFA-5F89621D0C62}"/>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03D2972-F68B-4E44-825F-48563CD1C0F6}"/>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9F7FC44-D172-4564-8EE6-83F67523BEE5}"/>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96E7CAFE-C4D4-4548-9FAD-E79B6B260A5D}"/>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CE0567AC-215B-4B88-A300-04CCE68ED2D4}"/>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15A2D14-F278-4E29-BB49-B8C0BC345052}"/>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D137C2B1-27AA-4BC8-8986-2F75E5EE278E}"/>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5962DBA-3F61-432C-BE3C-9767C1B37F97}"/>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FBC5E5B-C4A5-46AE-8A6E-1DEBCD9E7B5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057C9B7-C610-49F5-97C1-4707571E2A5D}"/>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AFCE83E-9CD5-4868-8EE2-259DC07B54E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1B05CC6-282C-4E5D-9126-CBB1A98DD6FC}"/>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ADBD026-FB85-49FE-A1D1-84259E3FA3CB}"/>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43C354E-B833-426A-BD28-EE2E5FEFE1E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F67D757-D6B3-49E6-8D0A-9F2F63A6144A}"/>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20519AE-7175-437D-A803-B2BA02CE10BA}"/>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1C7F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4D1240A3-E745-4846-9729-7DF205CFF98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0D70F3DA-74B8-495F-A0B2-576D5DDEB592}"/>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442F5FEE-0806-41B4-AB3C-7AE0F3A41AC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E319C855-0C8B-44EA-8EED-0BAA79B43DB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9C1B6C61-C489-4136-8A00-C579A4AC9D42}"/>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9D797967-3B7D-4C0B-B2D7-D99E89CE009E}"/>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9F97EFC-D501-4078-9E7E-E388C40752E7}"/>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F2C1B7C-7C76-4F68-B0B3-CE85645B0090}"/>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E9904883-2A5F-4325-B966-E9FB836BC7B4}"/>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40EA8C82-245E-4BFE-8F6F-CECCBB47DA7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1C7F0">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358B098-01E0-46AD-BE60-DED9EAF200E5}"/>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C826B49-BB4F-42F4-86F7-775B35974078}"/>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729AC0E0-0A0C-42AD-949A-726186176BEA}"/>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B6F2FFE4-293D-447E-96F7-5BFC28FA180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9C88BD7-EB3E-4AD3-9273-DE74847D943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0C6DBEB6-0852-47A3-BCEC-599E97757FB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66FF362-E6BA-4EC5-93B9-627C5351E7A8}"/>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04AA3E92-5F2B-4B62-AE87-38B37154DBB8}"/>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AA6C498B-BE78-4BF8-BA07-03FC13C7CC7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60DB52A-E750-46EA-A1E6-2C76C5B9FDBD}"/>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1C7F0"/>
              </a:gs>
              <a:gs pos="100000">
                <a:srgbClr val="31C7F0">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8703689-2307-4126-96C2-52362242CDB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1C7F0">
                  <a:alpha val="45000"/>
                </a:srgbClr>
              </a:gs>
              <a:gs pos="100000">
                <a:srgbClr val="31C7F0">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75D4BF46-0137-4F6B-97F4-D92EF484A5C1}"/>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39155287-F502-4DEA-BC83-7B81B261D963}"/>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1C7F0"/>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08EC2211-DD10-4D1C-AA1C-1A5A35F8DFC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FAC23048-C2B5-4993-B654-DD082F10FC21}"/>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1C7F0">
                  <a:alpha val="26000"/>
                </a:srgbClr>
              </a:gs>
              <a:gs pos="45000">
                <a:srgbClr val="31C7F0">
                  <a:alpha val="10000"/>
                </a:srgbClr>
              </a:gs>
              <a:gs pos="100000">
                <a:srgbClr val="31C7F0">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1021F03-A087-413D-939E-9B32ECA2844D}"/>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1C7F0"/>
              </a:gs>
              <a:gs pos="100000">
                <a:srgbClr val="196478"/>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01</a:t>
            </a:r>
          </a:p>
        </p:txBody>
      </p:sp>
      <p:sp>
        <p:nvSpPr>
          <p:cNvPr id="46" name="">
            <a:extLst xmlns:a="http://schemas.openxmlformats.org/drawingml/2006/main">
              <a:ext uri="{FF2B5EF4-FFF2-40B4-BE49-F238E27FC236}">
                <a16:creationId xmlns:a16="http://schemas.microsoft.com/office/drawing/2014/main" id="{2D1DA152-D7E0-46E2-B9A3-AE5D05C41114}"/>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项目背景</a:t>
            </a:r>
          </a:p>
        </p:txBody>
      </p:sp>
      <p:sp>
        <p:nvSpPr>
          <p:cNvPr id="47" name="">
            <a:extLst xmlns:a="http://schemas.openxmlformats.org/drawingml/2006/main">
              <a:ext uri="{FF2B5EF4-FFF2-40B4-BE49-F238E27FC236}">
                <a16:creationId xmlns:a16="http://schemas.microsoft.com/office/drawing/2014/main" id="{CC5CB4FC-0B03-467F-8CD9-43EC4C1FA3A9}"/>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31C7F0"/>
              </a:gs>
              <a:gs pos="100000">
                <a:srgbClr val="31C7F0">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BD511FD3-9AEC-4775-88E9-2B4757493F9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现有方案对标</a:t>
            </a:r>
          </a:p>
        </p:txBody>
      </p:sp>
      <p:sp>
        <p:nvSpPr>
          <p:cNvPr id="49" name="">
            <a:extLst xmlns:a="http://schemas.openxmlformats.org/drawingml/2006/main">
              <a:ext uri="{FF2B5EF4-FFF2-40B4-BE49-F238E27FC236}">
                <a16:creationId xmlns:a16="http://schemas.microsoft.com/office/drawing/2014/main" id="{6877CC17-BC16-4C48-8EE0-EB61F46AEF0E}"/>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31C7F0"/>
              </a:gs>
              <a:gs pos="100000">
                <a:srgbClr val="31C7F0">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E0464EBA-0D07-4DCF-9CDA-234B7B6A3AA2}"/>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FC1AD38-DD2A-4522-AF07-B57E276626B4}"/>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FC2FD480-72D0-4060-98E5-545FE702889B}"/>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1C7F0">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AB3A33C-414E-4E9F-9717-73F58129E0B6}"/>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1DAA7D93-883A-4A82-AA4C-6ADE815B290B}"/>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17336CA9-0A93-4898-A57F-A44E8D7E767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35DCB290-641A-4E99-BE1A-EFA9D1E68F50}"/>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71DED3D4-C869-4447-8554-D087BA2AA49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0CCA3C85-F0C4-4105-A2BF-6A1EFAE3D6F7}"/>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64172AC-6602-4DE1-A5A3-8B05CBB1D256}"/>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0DB9252B-5843-409F-B3CF-BC643F4AF9B0}"/>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008A0E7B-869A-4D64-9EE9-99D70B2C1FE9}"/>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1C7F0">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A472C2C-1397-4305-8F1D-D2919E3808F4}"/>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07602D52-24A5-41C5-B3C4-325486EEB269}"/>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通用 </a:t>
            </a:r>
            <a:r>
              <a:rPr sz="1238">
                <a:solidFill>
                  <a:srgbClr val="FFFFFF"/>
                </a:solidFill>
                <a:latin typeface="微软雅黑"/>
                <a:ea typeface="微软雅黑"/>
                <a:cs typeface="微软雅黑"/>
              </a:rPr>
              <a:t>LMS </a:t>
            </a:r>
            <a:r>
              <a:rPr sz="1238">
                <a:solidFill>
                  <a:srgbClr val="FFFFFF"/>
                </a:solidFill>
                <a:latin typeface="微软雅黑"/>
                <a:ea typeface="微软雅黑"/>
                <a:cs typeface="微软雅黑"/>
              </a:rPr>
              <a:t>只有总分、通用大模型只有文本；我们要的是「可复算的能力结论」。</a:t>
            </a:r>
          </a:p>
        </p:txBody>
      </p:sp>
      <p:graphicFrame>
        <p:nvGraphicFramePr>
          <p:cNvPr id="136"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4953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只有总分与进度，没有能力项</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只有自然语言，结论不可落库</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靠人读数据再拍板</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由模型直接生成结论</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结论可解释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无法说明依据，易编造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可复算</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不可复算</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不可复算（随机性）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纸质台账，难追溯</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通用课程，与岗位脱节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与岗位体系脱节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solidFill>
                      <a:srgbClr val="0F3159"/>
                    </a:solidFill>
                  </a:tcPr>
                </a:tc>
              </a:tr>
            </a:tbl>
          </a:graphicData>
        </a:graphic>
      </p:graphicFrame>
      <p:sp>
        <p:nvSpPr>
          <p:cNvPr id="65" name="">
            <a:extLst xmlns:a="http://schemas.openxmlformats.org/drawingml/2006/main">
              <a:ext uri="{FF2B5EF4-FFF2-40B4-BE49-F238E27FC236}">
                <a16:creationId xmlns:a16="http://schemas.microsoft.com/office/drawing/2014/main" id="{5F9E98DC-506E-48AE-B360-A4C0394FA36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4194A708-BADC-465C-91C6-FE964EA25E4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0C2B0B2A-44B3-4F71-A869-D2F4FB3F93A3}"/>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2EE2705C-7DF7-4105-AB61-905E91FD2F82}"/>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14FD5064-06EA-40E8-B89D-C6888482C634}"/>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63DE6FBB-B8D2-4A39-8657-D84BC12A6C87}"/>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1" name="">
            <a:extLst xmlns:a="http://schemas.openxmlformats.org/drawingml/2006/main">
              <a:ext uri="{FF2B5EF4-FFF2-40B4-BE49-F238E27FC236}">
                <a16:creationId xmlns:a16="http://schemas.microsoft.com/office/drawing/2014/main" id="{A9A63E6F-3BE3-472A-8929-9AC194DD9853}"/>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8700E0F9-02DA-4D3C-B3B1-D030843B7A88}"/>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08</a:t>
            </a:r>
          </a:p>
        </p:txBody>
      </p:sp>
    </p:spTree>
    <p:extLst>
      <p:ext uri="{BB962C8B-B14F-4D97-AF65-F5344CB8AC3E}">
        <p14:creationId xmlns:p14="http://schemas.microsoft.com/office/powerpoint/2010/main" val="1011313341"/>
      </p:ext>
    </p:extLst>
  </p:cSld>
</p:sld>
</file>

<file path=ppt/slides/slide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eb3bdeb77b3d433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630876-AB1E-434E-B89B-E560307FE6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C294C11-1F16-424B-80D2-BFBA25245B8C}"/>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E86E8">
                  <a:alpha val="20000"/>
                </a:srgbClr>
              </a:gs>
              <a:gs pos="45000">
                <a:srgbClr val="2E86E8">
                  <a:alpha val="8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7A451C9-37B8-4AD5-8FA0-91236904D40D}"/>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4566990-DFA2-4B56-AC42-B5720107DBC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2E86E8"/>
              </a:gs>
              <a:gs pos="100000">
                <a:srgbClr val="2E86E8">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9584FBC0-6E2F-48DC-89EA-45F46944E59C}"/>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D9DEDF9-66CE-45D4-873B-D03DCD3220FF}"/>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B70569A3-14B5-49C0-923A-E532FD5FCEB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80F65596-F393-4181-A9A7-6FBCE341BEA0}"/>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D62F24B0-E0AF-49CF-A1EB-EAF6579BCE1E}"/>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F6E9C1D-C0DE-4993-A5F1-A3E36C81B29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FC44B5D-FFDE-4403-B01C-9381526108F3}"/>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767A286-F7CA-4269-81B5-528431B860A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CBD0F7DE-0887-478D-9361-C1DED949CF2A}"/>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A9FA2BE-1E94-43EA-94B6-B069CC2080F5}"/>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AAB491D-BEF1-4D98-B90D-BF2661BD7D0B}"/>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4C5B4C4-043B-4BCB-B58B-F0E9B0BF8C53}"/>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2603B0A-0BB6-4DDC-B3A9-370FE5753DF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6A7D6FE-0097-49CD-A150-31DEB459482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57ABA244-3C1B-4337-A244-E70A6CBEBCA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65E58A31-6E72-4793-AE83-68175F97C747}"/>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8699D538-7E90-4C56-AF46-7F04E89DF4F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4CD0A47-D4F4-4BE8-9A20-280D85239160}"/>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A6404486-C275-4F4F-9C9F-B2D30FDF97A6}"/>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2E86E8">
                <a:alpha val="45000"/>
              </a:srgbClr>
            </a:solidFill>
            <a:prstDash val="solid"/>
          </a:ln>
        </p:spPr>
      </p:sp>
      <p:sp>
        <p:nvSpPr>
          <p:cNvPr id="25" name="">
            <a:extLst xmlns:a="http://schemas.openxmlformats.org/drawingml/2006/main">
              <a:ext uri="{FF2B5EF4-FFF2-40B4-BE49-F238E27FC236}">
                <a16:creationId xmlns:a16="http://schemas.microsoft.com/office/drawing/2014/main" id="{7FF3FD47-F8DE-42A3-A732-0A86621595A0}"/>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2E86E8">
                <a:alpha val="28000"/>
              </a:srgbClr>
            </a:solidFill>
            <a:prstDash val="solid"/>
          </a:ln>
        </p:spPr>
      </p:sp>
      <p:sp>
        <p:nvSpPr>
          <p:cNvPr id="26" name="">
            <a:extLst xmlns:a="http://schemas.openxmlformats.org/drawingml/2006/main">
              <a:ext uri="{FF2B5EF4-FFF2-40B4-BE49-F238E27FC236}">
                <a16:creationId xmlns:a16="http://schemas.microsoft.com/office/drawing/2014/main" id="{F9DDF1DE-B15A-4D4B-BE4B-C312BF0BA7A6}"/>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17B078E6-0E85-4050-8E58-20350E815DEC}"/>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28" name="">
            <a:extLst xmlns:a="http://schemas.openxmlformats.org/drawingml/2006/main">
              <a:ext uri="{FF2B5EF4-FFF2-40B4-BE49-F238E27FC236}">
                <a16:creationId xmlns:a16="http://schemas.microsoft.com/office/drawing/2014/main" id="{33FE0977-C993-47C3-89FB-41465E0AAF95}"/>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29" name="">
            <a:extLst xmlns:a="http://schemas.openxmlformats.org/drawingml/2006/main">
              <a:ext uri="{FF2B5EF4-FFF2-40B4-BE49-F238E27FC236}">
                <a16:creationId xmlns:a16="http://schemas.microsoft.com/office/drawing/2014/main" id="{AA00B4CC-B826-4AA9-88E5-299066BA8AE0}"/>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2E86E8">
                <a:alpha val="30000"/>
              </a:srgbClr>
            </a:solidFill>
            <a:prstDash val="solid"/>
          </a:ln>
        </p:spPr>
      </p:sp>
      <p:sp>
        <p:nvSpPr>
          <p:cNvPr id="30" name="">
            <a:extLst xmlns:a="http://schemas.openxmlformats.org/drawingml/2006/main">
              <a:ext uri="{FF2B5EF4-FFF2-40B4-BE49-F238E27FC236}">
                <a16:creationId xmlns:a16="http://schemas.microsoft.com/office/drawing/2014/main" id="{C388EC0B-14BF-4F92-8953-7FBDCEF77E75}"/>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2E86E8">
                      <a:alpha val="75000"/>
                    </a:srgbClr>
                  </a:solidFill>
                  <a:prstDash val="solid"/>
                </a:ln>
                <a:solidFill>
                  <a:srgbClr val="0B2C56"/>
                </a:solidFill>
                <a:latin typeface="Bahnschrift SemiBold"/>
                <a:ea typeface="Bahnschrift SemiBold"/>
                <a:cs typeface="Bahnschrift SemiBold"/>
              </a:defRPr>
            </a:pPr>
            <a:r>
              <a:rPr sz="9900" b="1">
                <a:ln w="14288">
                  <a:solidFill>
                    <a:srgbClr val="2E86E8">
                      <a:alpha val="75000"/>
                    </a:srgbClr>
                  </a:solidFill>
                  <a:prstDash val="solid"/>
                </a:ln>
                <a:solidFill>
                  <a:srgbClr val="0B2C56"/>
                </a:solidFill>
                <a:latin typeface="Bahnschrift SemiBold"/>
                <a:ea typeface="Bahnschrift SemiBold"/>
                <a:cs typeface="Bahnschrift SemiBold"/>
              </a:rPr>
              <a:t>02</a:t>
            </a:r>
          </a:p>
        </p:txBody>
      </p:sp>
      <p:sp>
        <p:nvSpPr>
          <p:cNvPr id="31" name="">
            <a:extLst xmlns:a="http://schemas.openxmlformats.org/drawingml/2006/main">
              <a:ext uri="{FF2B5EF4-FFF2-40B4-BE49-F238E27FC236}">
                <a16:creationId xmlns:a16="http://schemas.microsoft.com/office/drawing/2014/main" id="{C8E2F42C-B3B3-4DD5-952C-C801DF40FCE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C5C6A88-6408-4F91-BC26-BDA19C5426FE}"/>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E86E8">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D2D75E2-7D45-4F11-8989-5D63E087E63A}"/>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2FAA689-52CD-4934-861B-2773BCC803AC}"/>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1FEDBA1-9D00-4F30-A6CC-53137CD5C86A}"/>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7B97A62F-B8A1-45BA-A293-05D6EC15BA85}"/>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5FACD46-3853-4605-BCFE-42566C3BAC1A}"/>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24FF2E5-C3DB-48D7-859B-9AAC120E92A1}"/>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A2AF80D-2FDF-4E2D-A3EC-2516338CD59D}"/>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6C4F360-309F-4D1C-A6A9-AEE41DD26B40}"/>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26008142-692E-48DE-9E24-17DD668F96E2}"/>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8DB1649-F245-4530-8410-7FB69F0F9695}"/>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9909E8C6-DA62-4379-9271-C8F966472234}"/>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3D879B0-A37C-4D26-A536-D9F1C9C19F4C}"/>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CBA39D39-8F6C-4EFB-A596-E245727B935C}"/>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E23318D9-D896-4BB3-836A-EA3E2B482E0A}"/>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FAE3FE47-73EF-47F1-A9F0-0A1B190CE555}"/>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523680B-032B-4D4E-9F87-AD728737D714}"/>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09E1373B-A070-4790-A4DC-F3BB2D3D72EB}"/>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107D8E4-98FB-48A7-AF05-0EFF703F19DD}"/>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4E2032A8-4572-4826-B9E1-26D82FA75450}"/>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0A82657A-7D25-42C4-9C09-358F05550C0E}"/>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3543DC7B-C028-448E-A108-41490854605F}"/>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1D88FBA1-DECD-4F77-9C21-BA033A9839D1}"/>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BB3F0DA6-13BF-46D8-A3AF-A8917B611B1B}"/>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311FE4A6-B7B2-4AED-8ECF-F93D1D4C19AB}"/>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D32822B3-B6B1-485C-BF74-1188CEF5DAB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60446CE-646A-4F3C-B6FB-07FC25429F0B}"/>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EF018712-1B51-4265-86AC-FD49CDFD199F}"/>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E86E8">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00A585B2-711A-4498-B630-A07423AB6E09}"/>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D87F18C-7959-4543-94AD-0A0AC5B84244}"/>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E86E8">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FD6A0A17-D8CA-4C66-ACD6-B3B7BA20AE6D}"/>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E86E8">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E3CE6963-7559-435A-B7A9-828DD64EE59B}"/>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796CCC18-1040-4A74-9389-2237A13CEE1D}"/>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FD610674-64C2-426C-99C8-6DB74422F2BA}"/>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1A64A16D-C4B7-467A-A9D9-9F4F389F9206}"/>
              </a:ext>
            </a:extLst>
          </p:cNvPr>
          <p:cNvSpPr>
            <a:spLocks xmlns:a="http://schemas.openxmlformats.org/drawingml/2006/main" noGrp="1"/>
          </p:cNvSpPr>
          <p:nvPr/>
        </p:nvSpPr>
        <p:spPr>
          <a:xfrm xmlns:a="http://schemas.openxmlformats.org/drawingml/2006/main">
            <a:off x="8010525" y="4895850"/>
            <a:ext cx="571500" cy="571500"/>
          </a:xfrm>
          <a:prstGeom xmlns:a="http://schemas.openxmlformats.org/drawingml/2006/main" prst="ellipse">
            <a:avLst/>
          </a:prstGeom>
          <a:gradFill xmlns:a="http://schemas.openxmlformats.org/drawingml/2006/main">
            <a:gsLst>
              <a:gs pos="0">
                <a:srgbClr val="2E86E8">
                  <a:alpha val="30000"/>
                </a:srgbClr>
              </a:gs>
              <a:gs pos="45000">
                <a:srgbClr val="2E86E8">
                  <a:alpha val="12000"/>
                </a:srgbClr>
              </a:gs>
              <a:gs pos="100000">
                <a:srgbClr val="2E86E8">
                  <a:alpha val="0"/>
                </a:srgbClr>
              </a:gs>
            </a:gsLst>
            <a:path path="shape"/>
          </a:gra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4A826C5E-FFC4-4F92-BEF0-8E321485ED33}"/>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F4F6F7BE-EDFD-448F-8A6A-176C50DAF82B}"/>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方案</a:t>
            </a:r>
          </a:p>
        </p:txBody>
      </p:sp>
      <p:sp>
        <p:nvSpPr>
          <p:cNvPr id="69" name="">
            <a:extLst xmlns:a="http://schemas.openxmlformats.org/drawingml/2006/main">
              <a:ext uri="{FF2B5EF4-FFF2-40B4-BE49-F238E27FC236}">
                <a16:creationId xmlns:a16="http://schemas.microsoft.com/office/drawing/2014/main" id="{0B29EC08-589A-4A62-95DB-A421FFF7F30F}"/>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50712E4F-F488-4F55-A99E-E2D2ACA334D4}"/>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84930712-0C22-4ECE-AC34-C2EB3035144A}"/>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DC1D371D-0046-4825-89AB-F3C6C6217EC4}"/>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75A8224F-DBCF-4ECE-98FD-C318F329B6A1}"/>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A3960DC-331E-4ACE-BB07-90A882955C41}"/>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1CA24291-ADE7-4D5B-A6D5-6760664E9B5A}"/>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66B0B2D8-2712-4111-B189-C32EC9D5D31D}"/>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9454DE16-888D-476A-ADC1-9E6FC96B5E3B}"/>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5AAAF4DA-B670-465D-8971-9A84495CF793}"/>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D638A041-5390-4876-A2D8-41934746B80E}"/>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B511DE50-22EA-4E47-865C-887EA4CAB562}"/>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E6F8894E-E749-444D-8318-C990433AC5D1}"/>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AC75EAD-D6A4-4FCB-A669-A441D738F2C0}"/>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51FEFC58-3B3C-4F2E-AD87-51E1C8E60EF7}"/>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02</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683CA7CE-51A5-42E0-965B-87A8D9F56F7C}"/>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A05B5D80-4AF2-42FB-9AC0-882C5AFA7BBF}"/>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总体方案</a:t>
            </a:r>
          </a:p>
        </p:txBody>
      </p:sp>
      <p:sp>
        <p:nvSpPr>
          <p:cNvPr id="86" name="">
            <a:extLst xmlns:a="http://schemas.openxmlformats.org/drawingml/2006/main">
              <a:ext uri="{FF2B5EF4-FFF2-40B4-BE49-F238E27FC236}">
                <a16:creationId xmlns:a16="http://schemas.microsoft.com/office/drawing/2014/main" id="{3D9CB0AA-BA7E-4A34-964C-80284AACA4F9}"/>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E86E8"/>
                </a:solidFill>
                <a:latin typeface="Bahnschrift"/>
                <a:ea typeface="Bahnschrift"/>
                <a:cs typeface="Bahnschrift"/>
              </a:defRPr>
            </a:pPr>
            <a:r>
              <a:rPr sz="1013" b="0" spc="3">
                <a:solidFill>
                  <a:srgbClr val="2E86E8"/>
                </a:solidFill>
                <a:latin typeface="Bahnschrift"/>
                <a:ea typeface="Bahnschrift"/>
                <a:cs typeface="Bahnschrift"/>
              </a:rPr>
              <a:t>SOLUTION · ARCHITECTURE &amp; ROADMAP</a:t>
            </a:r>
          </a:p>
        </p:txBody>
      </p:sp>
      <p:sp>
        <p:nvSpPr>
          <p:cNvPr id="87" name="">
            <a:extLst xmlns:a="http://schemas.openxmlformats.org/drawingml/2006/main">
              <a:ext uri="{FF2B5EF4-FFF2-40B4-BE49-F238E27FC236}">
                <a16:creationId xmlns:a16="http://schemas.microsoft.com/office/drawing/2014/main" id="{EB876B4C-FCB2-4EB9-A4FD-0D33886C9A94}"/>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315CAA46-AE36-4F35-A047-C0E87B50A908}"/>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先给出系统边界与总体框架，再谈算法细节</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五层架构：应用层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智能层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数据层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留痕层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部署层</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四项核心创新点，构成与通用方案的本质差异</a:t>
            </a:r>
          </a:p>
        </p:txBody>
      </p:sp>
      <p:sp>
        <p:nvSpPr>
          <p:cNvPr id="89" name="">
            <a:extLst xmlns:a="http://schemas.openxmlformats.org/drawingml/2006/main">
              <a:ext uri="{FF2B5EF4-FFF2-40B4-BE49-F238E27FC236}">
                <a16:creationId xmlns:a16="http://schemas.microsoft.com/office/drawing/2014/main" id="{17E15544-B22C-40B0-9879-7B2A3B880E83}"/>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0" name="">
            <a:extLst xmlns:a="http://schemas.openxmlformats.org/drawingml/2006/main">
              <a:ext uri="{FF2B5EF4-FFF2-40B4-BE49-F238E27FC236}">
                <a16:creationId xmlns:a16="http://schemas.microsoft.com/office/drawing/2014/main" id="{BAA542A9-464A-41D2-8DD6-844DFB6C32CA}"/>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53B0804A-5292-470E-ABF0-6792579C2816}"/>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2" name="">
            <a:extLst xmlns:a="http://schemas.openxmlformats.org/drawingml/2006/main">
              <a:ext uri="{FF2B5EF4-FFF2-40B4-BE49-F238E27FC236}">
                <a16:creationId xmlns:a16="http://schemas.microsoft.com/office/drawing/2014/main" id="{71BDB685-9802-4986-A667-65FA6970876D}"/>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层总体框架</a:t>
            </a:r>
          </a:p>
        </p:txBody>
      </p:sp>
      <p:sp>
        <p:nvSpPr>
          <p:cNvPr id="93" name="">
            <a:extLst xmlns:a="http://schemas.openxmlformats.org/drawingml/2006/main">
              <a:ext uri="{FF2B5EF4-FFF2-40B4-BE49-F238E27FC236}">
                <a16:creationId xmlns:a16="http://schemas.microsoft.com/office/drawing/2014/main" id="{2F7606A6-BC8A-488F-B2C0-976F9BF73A26}"/>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4" name="">
            <a:extLst xmlns:a="http://schemas.openxmlformats.org/drawingml/2006/main">
              <a:ext uri="{FF2B5EF4-FFF2-40B4-BE49-F238E27FC236}">
                <a16:creationId xmlns:a16="http://schemas.microsoft.com/office/drawing/2014/main" id="{60FA89D8-78A1-487C-94FC-0315068F12B7}"/>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397E700C-0810-4203-8257-7D74B92FFBB5}"/>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E6850DB1-D763-4E6D-B601-A78F76F62BC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项核心创新点</a:t>
            </a:r>
          </a:p>
        </p:txBody>
      </p:sp>
      <p:sp>
        <p:nvSpPr>
          <p:cNvPr id="97" name="">
            <a:extLst xmlns:a="http://schemas.openxmlformats.org/drawingml/2006/main">
              <a:ext uri="{FF2B5EF4-FFF2-40B4-BE49-F238E27FC236}">
                <a16:creationId xmlns:a16="http://schemas.microsoft.com/office/drawing/2014/main" id="{625D4F9F-2D65-4FC1-8B5D-26D17626C66E}"/>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E86E8">
                <a:alpha val="50000"/>
              </a:srgbClr>
            </a:solidFill>
            <a:prstDash val="solid"/>
          </a:ln>
        </p:spPr>
      </p:sp>
      <p:sp>
        <p:nvSpPr>
          <p:cNvPr id="98" name="">
            <a:extLst xmlns:a="http://schemas.openxmlformats.org/drawingml/2006/main">
              <a:ext uri="{FF2B5EF4-FFF2-40B4-BE49-F238E27FC236}">
                <a16:creationId xmlns:a16="http://schemas.microsoft.com/office/drawing/2014/main" id="{0A0E981A-018B-4FBE-B378-DC88E50AFEA4}"/>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C1DDFDCB-2917-475D-81D2-C01520177F58}"/>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A98A866E-F7BC-404F-8BD2-9E98894E2A79}"/>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个稳定 </a:t>
            </a:r>
            <a:r>
              <a:rPr sz="863" b="0">
                <a:solidFill>
                  <a:srgbClr val="9FC2E8"/>
                </a:solidFill>
                <a:latin typeface="微软雅黑"/>
                <a:ea typeface="微软雅黑"/>
                <a:cs typeface="微软雅黑"/>
              </a:rPr>
              <a:t>Agent </a:t>
            </a:r>
            <a:r>
              <a:rPr sz="863" b="0">
                <a:solidFill>
                  <a:srgbClr val="9FC2E8"/>
                </a:solidFill>
                <a:latin typeface="微软雅黑"/>
                <a:ea typeface="微软雅黑"/>
                <a:cs typeface="微软雅黑"/>
              </a:rPr>
              <a:t>接口</a:t>
            </a:r>
          </a:p>
        </p:txBody>
      </p:sp>
      <p:sp>
        <p:nvSpPr>
          <p:cNvPr id="101" name="">
            <a:extLst xmlns:a="http://schemas.openxmlformats.org/drawingml/2006/main">
              <a:ext uri="{FF2B5EF4-FFF2-40B4-BE49-F238E27FC236}">
                <a16:creationId xmlns:a16="http://schemas.microsoft.com/office/drawing/2014/main" id="{309615E9-0887-4CEB-8511-2E5511E0D114}"/>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8E05A204-4AFE-4BF2-9234-DF414D2365B6}"/>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E60B0CB6-B35E-4469-9D87-D517347DEE67}"/>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859F305-322D-4950-9F53-1CBB797AC7F9}"/>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E86E8">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132128316"/>
      </p:ext>
    </p:extLst>
  </p:cSld>
</p:sld>
</file>

<file path=ppt/slides/slide1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c1a188bd718d47e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31B538-1502-4C07-A778-9AAA3F7AD7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F22444B8-6228-4CB5-9099-916BD6AE6062}"/>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CA1B49D-1C76-44E9-9520-1280779BDAA1}"/>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3F89AD0-9C2B-447F-B58D-7B089CE5CBC5}"/>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9D85FF1-DF6E-4B77-BFF0-E085734B79DD}"/>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E86E8">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0CA2C64-A537-40A9-A428-2AD941EFDED2}"/>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8CCC023-CF63-4658-8412-3249A5435D19}"/>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D2730FC-1148-42B3-8C1C-E88A0FC3718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8270ADF-6551-4F69-8E07-DC4D761608F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339109A-621D-49D8-A2A2-5E398FD72629}"/>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7C389A11-7496-4A2D-ABA4-F8AB211874B2}"/>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194653F3-17A7-4A8D-B308-4219ECECA80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92BD21C-8F37-4E28-94D8-40DB306EDC21}"/>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2F241B3-728E-4964-A695-9215EA96C953}"/>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15C11F2-9273-4D15-BA12-0D44EB70705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9B1CB54-9731-4770-9F9E-ABBD74645380}"/>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6A95925B-60B6-49B8-AA07-DAA6CC3EB486}"/>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573BC39-31BC-47D2-94C9-5AA72E8EECF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E6A7613F-6D60-4712-BE4C-E9534C6A30B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7A5A21E6-FAEF-466C-8C60-5C158E8BAE0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18635E77-B7A5-4C21-ADA3-4FF15FA2F97D}"/>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8F2CB42-3387-40DA-8B64-69A9CCAB12A5}"/>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C90A9525-9477-43C7-9813-BC7E2336314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64A1B4D-A157-41C9-9829-C70CA41E182A}"/>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B07037D-D256-4CFA-8C45-9865594C706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9B45A761-7315-4EC1-B373-F30A17BFDCAA}"/>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0DB4FF57-B883-4DB7-91F3-D3AFB1E0D079}"/>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CD748ED-BB09-4BC6-8E68-A560D8B6F43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5D0CDB8F-9F45-4ACE-B318-2A15D9534D8E}"/>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C0FE61B-A6C3-4F57-9F4C-7AFF1653A1AD}"/>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9D10297-42EF-4313-BD47-2905A03C2DB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527F6EA4-FB56-41E3-AFD8-4F082C7CC417}"/>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80CC696-3D9A-478D-954A-6A9F813664C6}"/>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7A0E188D-BE6B-4D4D-9465-859F2F21C3D1}"/>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0A43A8F-3D4B-4CE0-A6C3-F33BB85DA46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1DD9F65-BCC3-4EDA-BCC1-2933050DBF48}"/>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DEE8FD8-2326-4903-8C7C-96DD6C8DA5F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B04B677-4C04-4411-9566-C99E12009D1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71AB228-429D-4403-88FB-EB6656DAD45D}"/>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0CE96391-16CB-44A1-8DB8-989964E63FA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1556582-7C96-45F8-973B-BF8E8D30ADA8}"/>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7284879-A49E-4FE2-894B-E68243F5CD2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6934FAE-C5C9-4362-B94F-C67AA40C33AA}"/>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45" name="">
            <a:extLst xmlns:a="http://schemas.openxmlformats.org/drawingml/2006/main">
              <a:ext uri="{FF2B5EF4-FFF2-40B4-BE49-F238E27FC236}">
                <a16:creationId xmlns:a16="http://schemas.microsoft.com/office/drawing/2014/main" id="{2550E98B-889B-449B-A331-69E678531B96}"/>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46" name="">
            <a:extLst xmlns:a="http://schemas.openxmlformats.org/drawingml/2006/main">
              <a:ext uri="{FF2B5EF4-FFF2-40B4-BE49-F238E27FC236}">
                <a16:creationId xmlns:a16="http://schemas.microsoft.com/office/drawing/2014/main" id="{D9A37175-FFAD-4565-90E6-41CE4BC7AB65}"/>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830BFFDB-D813-4655-8488-5236FF4FF1B4}"/>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系统总体框架</a:t>
            </a:r>
          </a:p>
        </p:txBody>
      </p:sp>
      <p:sp>
        <p:nvSpPr>
          <p:cNvPr id="48" name="">
            <a:extLst xmlns:a="http://schemas.openxmlformats.org/drawingml/2006/main">
              <a:ext uri="{FF2B5EF4-FFF2-40B4-BE49-F238E27FC236}">
                <a16:creationId xmlns:a16="http://schemas.microsoft.com/office/drawing/2014/main" id="{B7A21DF8-79E4-4E26-8FF0-C2507B6413A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0BBB608E-8A92-4453-81F5-ED9CEC4F4D66}"/>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9BF2B8B-31B7-4984-A165-ECC866BAA604}"/>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12E1B69-102A-44B4-B00E-7753F437597A}"/>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0B84B36-3EBC-4267-9CEA-5CD65CE578C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18C4237B-AEB4-4792-9618-9DBDD3F8FDD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FDF6BC24-03B6-4BEE-9192-33CEF1D7D14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4F13E1F1-1DB1-4DCF-8B29-D73207AB340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0F4A6EDE-50A4-4F35-9465-A8C06E6D911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AF70F8FD-0EBA-4368-AA47-E4614ADAB57B}"/>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5BCCAF1-2E97-4836-A1A0-ADF6E036F35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C579C3D7-FA23-4350-B7DC-5750429F7539}"/>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BB8E314-8214-40D0-BFC2-E04C241DBF1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A640288-6B51-4BFD-8413-605693435EC7}"/>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15B0DDA9-6CE5-4AD4-BBD5-9D6858C80D9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一套 </a:t>
            </a:r>
            <a:r>
              <a:rPr sz="1238">
                <a:solidFill>
                  <a:srgbClr val="FFFFFF"/>
                </a:solidFill>
                <a:latin typeface="微软雅黑"/>
                <a:ea typeface="微软雅黑"/>
                <a:cs typeface="微软雅黑"/>
              </a:rPr>
              <a:t>MySQL </a:t>
            </a:r>
            <a:r>
              <a:rPr sz="1238">
                <a:solidFill>
                  <a:srgbClr val="FFFFFF"/>
                </a:solidFill>
                <a:latin typeface="微软雅黑"/>
                <a:ea typeface="微软雅黑"/>
                <a:cs typeface="微软雅黑"/>
              </a:rPr>
              <a:t>数据底座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规则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模型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人工三层分离，让系统边界清晰、结论可替换。</a:t>
            </a:r>
          </a:p>
        </p:txBody>
      </p:sp>
      <p:sp>
        <p:nvSpPr>
          <p:cNvPr id="63" name="">
            <a:extLst xmlns:a="http://schemas.openxmlformats.org/drawingml/2006/main">
              <a:ext uri="{FF2B5EF4-FFF2-40B4-BE49-F238E27FC236}">
                <a16:creationId xmlns:a16="http://schemas.microsoft.com/office/drawing/2014/main" id="{C4C520A6-EC87-4EF3-9B95-14EE73087874}"/>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B1272F5D-15E5-4A60-99CD-9E5623D9D520}"/>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7C1DA06F-4416-482E-8190-6EAC32305E65}"/>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1C7F0"/>
                </a:solidFill>
                <a:latin typeface="微软雅黑"/>
                <a:ea typeface="微软雅黑"/>
                <a:cs typeface="微软雅黑"/>
              </a:defRPr>
            </a:pPr>
            <a:r>
              <a:rPr sz="1275" b="1">
                <a:solidFill>
                  <a:srgbClr val="31C7F0"/>
                </a:solidFill>
                <a:latin typeface="微软雅黑"/>
                <a:ea typeface="微软雅黑"/>
                <a:cs typeface="微软雅黑"/>
              </a:rPr>
              <a:t>应用层</a:t>
            </a:r>
          </a:p>
        </p:txBody>
      </p:sp>
      <p:sp>
        <p:nvSpPr>
          <p:cNvPr id="66" name="">
            <a:extLst xmlns:a="http://schemas.openxmlformats.org/drawingml/2006/main">
              <a:ext uri="{FF2B5EF4-FFF2-40B4-BE49-F238E27FC236}">
                <a16:creationId xmlns:a16="http://schemas.microsoft.com/office/drawing/2014/main" id="{B7B48950-A5C0-4BD5-8891-658F4A8128E2}"/>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7" name="">
            <a:extLst xmlns:a="http://schemas.openxmlformats.org/drawingml/2006/main">
              <a:ext uri="{FF2B5EF4-FFF2-40B4-BE49-F238E27FC236}">
                <a16:creationId xmlns:a16="http://schemas.microsoft.com/office/drawing/2014/main" id="{20B04918-667A-4397-99EF-7D83A4F08B74}"/>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68" name="">
            <a:extLst xmlns:a="http://schemas.openxmlformats.org/drawingml/2006/main">
              <a:ext uri="{FF2B5EF4-FFF2-40B4-BE49-F238E27FC236}">
                <a16:creationId xmlns:a16="http://schemas.microsoft.com/office/drawing/2014/main" id="{534E1CEE-FF47-4C3C-89FF-5FD296CFA637}"/>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9" name="">
            <a:extLst xmlns:a="http://schemas.openxmlformats.org/drawingml/2006/main">
              <a:ext uri="{FF2B5EF4-FFF2-40B4-BE49-F238E27FC236}">
                <a16:creationId xmlns:a16="http://schemas.microsoft.com/office/drawing/2014/main" id="{43CE3AC3-9572-42F5-A1EE-03C2756C2843}"/>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70" name="">
            <a:extLst xmlns:a="http://schemas.openxmlformats.org/drawingml/2006/main">
              <a:ext uri="{FF2B5EF4-FFF2-40B4-BE49-F238E27FC236}">
                <a16:creationId xmlns:a16="http://schemas.microsoft.com/office/drawing/2014/main" id="{522560BA-6166-4635-ADCD-D3F155E9FE94}"/>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1" name="">
            <a:extLst xmlns:a="http://schemas.openxmlformats.org/drawingml/2006/main">
              <a:ext uri="{FF2B5EF4-FFF2-40B4-BE49-F238E27FC236}">
                <a16:creationId xmlns:a16="http://schemas.microsoft.com/office/drawing/2014/main" id="{F53399CE-CFB2-451F-8484-A1F0353C638A}"/>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72" name="">
            <a:extLst xmlns:a="http://schemas.openxmlformats.org/drawingml/2006/main">
              <a:ext uri="{FF2B5EF4-FFF2-40B4-BE49-F238E27FC236}">
                <a16:creationId xmlns:a16="http://schemas.microsoft.com/office/drawing/2014/main" id="{CD2B4030-C90D-4BC3-B8E7-24116DF376F2}"/>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3" name="">
            <a:extLst xmlns:a="http://schemas.openxmlformats.org/drawingml/2006/main">
              <a:ext uri="{FF2B5EF4-FFF2-40B4-BE49-F238E27FC236}">
                <a16:creationId xmlns:a16="http://schemas.microsoft.com/office/drawing/2014/main" id="{29964A1B-DCF3-4248-A14A-AF9E725E23CA}"/>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74" name="">
            <a:extLst xmlns:a="http://schemas.openxmlformats.org/drawingml/2006/main">
              <a:ext uri="{FF2B5EF4-FFF2-40B4-BE49-F238E27FC236}">
                <a16:creationId xmlns:a16="http://schemas.microsoft.com/office/drawing/2014/main" id="{EAFCE904-C16F-4E90-B641-3CAE1034CE73}"/>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员工看短板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统一开考评卷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高层看缺口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管理员配规则</a:t>
            </a:r>
          </a:p>
        </p:txBody>
      </p:sp>
      <p:sp>
        <p:nvSpPr>
          <p:cNvPr id="75" name="">
            <a:extLst xmlns:a="http://schemas.openxmlformats.org/drawingml/2006/main">
              <a:ext uri="{FF2B5EF4-FFF2-40B4-BE49-F238E27FC236}">
                <a16:creationId xmlns:a16="http://schemas.microsoft.com/office/drawing/2014/main" id="{8E2DD54A-63D4-41C7-895A-DB8DA59365C1}"/>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10227"/>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3F5E9C8E-96BC-47E3-85AB-2A2835245E1E}"/>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B3083962-CCDE-4653-B687-6E691AFE9F90}"/>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8"/>
                </a:solidFill>
                <a:latin typeface="微软雅黑"/>
                <a:ea typeface="微软雅黑"/>
                <a:cs typeface="微软雅黑"/>
              </a:defRPr>
            </a:pPr>
            <a:r>
              <a:rPr sz="1275" b="1">
                <a:solidFill>
                  <a:srgbClr val="2E86E8"/>
                </a:solidFill>
                <a:latin typeface="微软雅黑"/>
                <a:ea typeface="微软雅黑"/>
                <a:cs typeface="微软雅黑"/>
              </a:rPr>
              <a:t>智能层</a:t>
            </a:r>
          </a:p>
        </p:txBody>
      </p:sp>
      <p:sp>
        <p:nvSpPr>
          <p:cNvPr id="78" name="">
            <a:extLst xmlns:a="http://schemas.openxmlformats.org/drawingml/2006/main">
              <a:ext uri="{FF2B5EF4-FFF2-40B4-BE49-F238E27FC236}">
                <a16:creationId xmlns:a16="http://schemas.microsoft.com/office/drawing/2014/main" id="{A46FB89A-3198-4324-8FF7-794A3C54E206}"/>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9" name="">
            <a:extLst xmlns:a="http://schemas.openxmlformats.org/drawingml/2006/main">
              <a:ext uri="{FF2B5EF4-FFF2-40B4-BE49-F238E27FC236}">
                <a16:creationId xmlns:a16="http://schemas.microsoft.com/office/drawing/2014/main" id="{1C05B704-2105-4572-984D-86C4AF865A93}"/>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a:t>
            </a:r>
            <a:r>
              <a:rPr sz="938" b="1">
                <a:solidFill>
                  <a:srgbClr val="FFFFFF"/>
                </a:solidFill>
                <a:latin typeface="微软雅黑"/>
                <a:ea typeface="微软雅黑"/>
                <a:cs typeface="微软雅黑"/>
              </a:rPr>
              <a:t>RuleEngine</a:t>
            </a:r>
          </a:p>
        </p:txBody>
      </p:sp>
      <p:sp>
        <p:nvSpPr>
          <p:cNvPr id="80" name="">
            <a:extLst xmlns:a="http://schemas.openxmlformats.org/drawingml/2006/main">
              <a:ext uri="{FF2B5EF4-FFF2-40B4-BE49-F238E27FC236}">
                <a16:creationId xmlns:a16="http://schemas.microsoft.com/office/drawing/2014/main" id="{2BFD91BE-1132-44F1-8EFD-76F95BA4F9F8}"/>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1" name="">
            <a:extLst xmlns:a="http://schemas.openxmlformats.org/drawingml/2006/main">
              <a:ext uri="{FF2B5EF4-FFF2-40B4-BE49-F238E27FC236}">
                <a16:creationId xmlns:a16="http://schemas.microsoft.com/office/drawing/2014/main" id="{D594F7F7-6265-455A-B72D-CFE8D50FCA5E}"/>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t>
            </a:r>
            <a:r>
              <a:rPr sz="938" b="1">
                <a:solidFill>
                  <a:srgbClr val="FFFFFF"/>
                </a:solidFill>
                <a:latin typeface="微软雅黑"/>
                <a:ea typeface="微软雅黑"/>
                <a:cs typeface="微软雅黑"/>
              </a:rPr>
              <a:t>Agent </a:t>
            </a:r>
            <a:r>
              <a:rPr sz="938" b="1">
                <a:solidFill>
                  <a:srgbClr val="FFFFFF"/>
                </a:solidFill>
                <a:latin typeface="微软雅黑"/>
                <a:ea typeface="微软雅黑"/>
                <a:cs typeface="微软雅黑"/>
              </a:rPr>
              <a:t>接口桩</a:t>
            </a:r>
          </a:p>
        </p:txBody>
      </p:sp>
      <p:sp>
        <p:nvSpPr>
          <p:cNvPr id="82" name="">
            <a:extLst xmlns:a="http://schemas.openxmlformats.org/drawingml/2006/main">
              <a:ext uri="{FF2B5EF4-FFF2-40B4-BE49-F238E27FC236}">
                <a16:creationId xmlns:a16="http://schemas.microsoft.com/office/drawing/2014/main" id="{B51DBF8A-40C3-416E-AFED-2438907228E6}"/>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3" name="">
            <a:extLst xmlns:a="http://schemas.openxmlformats.org/drawingml/2006/main">
              <a:ext uri="{FF2B5EF4-FFF2-40B4-BE49-F238E27FC236}">
                <a16:creationId xmlns:a16="http://schemas.microsoft.com/office/drawing/2014/main" id="{6D70AF3F-97E5-4AFC-B365-F597193A224C}"/>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84" name="">
            <a:extLst xmlns:a="http://schemas.openxmlformats.org/drawingml/2006/main">
              <a:ext uri="{FF2B5EF4-FFF2-40B4-BE49-F238E27FC236}">
                <a16:creationId xmlns:a16="http://schemas.microsoft.com/office/drawing/2014/main" id="{DFF2C788-54DD-4B4C-BB49-FF0E2A52D9DF}"/>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只换 </a:t>
            </a:r>
            <a:r>
              <a:rPr sz="900" b="0">
                <a:solidFill>
                  <a:srgbClr val="9FC2E8"/>
                </a:solidFill>
                <a:latin typeface="微软雅黑"/>
                <a:ea typeface="微软雅黑"/>
                <a:cs typeface="微软雅黑"/>
              </a:rPr>
              <a:t>Service </a:t>
            </a:r>
            <a:r>
              <a:rPr sz="900" b="0">
                <a:solidFill>
                  <a:srgbClr val="9FC2E8"/>
                </a:solidFill>
                <a:latin typeface="微软雅黑"/>
                <a:ea typeface="微软雅黑"/>
                <a:cs typeface="微软雅黑"/>
              </a:rPr>
              <a:t>实现，</a:t>
            </a:r>
            <a:r>
              <a:rPr sz="900" b="0">
                <a:solidFill>
                  <a:srgbClr val="9FC2E8"/>
                </a:solidFill>
                <a:latin typeface="微软雅黑"/>
                <a:ea typeface="微软雅黑"/>
                <a:cs typeface="微软雅黑"/>
              </a:rPr>
              <a:t>Controller / DTO / </a:t>
            </a:r>
            <a:r>
              <a:rPr sz="900" b="0">
                <a:solidFill>
                  <a:srgbClr val="9FC2E8"/>
                </a:solidFill>
                <a:latin typeface="微软雅黑"/>
                <a:ea typeface="微软雅黑"/>
                <a:cs typeface="微软雅黑"/>
              </a:rPr>
              <a:t>接口路径与前端全部不动</a:t>
            </a:r>
          </a:p>
        </p:txBody>
      </p:sp>
      <p:sp>
        <p:nvSpPr>
          <p:cNvPr id="85" name="">
            <a:extLst xmlns:a="http://schemas.openxmlformats.org/drawingml/2006/main">
              <a:ext uri="{FF2B5EF4-FFF2-40B4-BE49-F238E27FC236}">
                <a16:creationId xmlns:a16="http://schemas.microsoft.com/office/drawing/2014/main" id="{8B5D8F08-18E6-404F-84DD-072FC862CEE1}"/>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4C4FB375-1308-42DA-9CD1-2C542B9139BB}"/>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164C5316-3801-42DA-8D40-CA811330087A}"/>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FD08A"/>
                </a:solidFill>
                <a:latin typeface="微软雅黑"/>
                <a:ea typeface="微软雅黑"/>
                <a:cs typeface="微软雅黑"/>
              </a:defRPr>
            </a:pPr>
            <a:r>
              <a:rPr sz="1275" b="1">
                <a:solidFill>
                  <a:srgbClr val="3FD08A"/>
                </a:solidFill>
                <a:latin typeface="微软雅黑"/>
                <a:ea typeface="微软雅黑"/>
                <a:cs typeface="微软雅黑"/>
              </a:rPr>
              <a:t>数据层</a:t>
            </a:r>
          </a:p>
        </p:txBody>
      </p:sp>
      <p:sp>
        <p:nvSpPr>
          <p:cNvPr id="88" name="">
            <a:extLst xmlns:a="http://schemas.openxmlformats.org/drawingml/2006/main">
              <a:ext uri="{FF2B5EF4-FFF2-40B4-BE49-F238E27FC236}">
                <a16:creationId xmlns:a16="http://schemas.microsoft.com/office/drawing/2014/main" id="{CA80C0DE-E7D2-4758-801F-A447E310BE81}"/>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9" name="">
            <a:extLst xmlns:a="http://schemas.openxmlformats.org/drawingml/2006/main">
              <a:ext uri="{FF2B5EF4-FFF2-40B4-BE49-F238E27FC236}">
                <a16:creationId xmlns:a16="http://schemas.microsoft.com/office/drawing/2014/main" id="{79630E23-BCB1-455B-8D60-B27FE6CE99C3}"/>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a:t>
            </a:r>
            <a:r>
              <a:rPr sz="938" b="1">
                <a:solidFill>
                  <a:srgbClr val="FFFFFF"/>
                </a:solidFill>
                <a:latin typeface="微软雅黑"/>
                <a:ea typeface="微软雅黑"/>
                <a:cs typeface="微软雅黑"/>
              </a:rPr>
              <a:t>一套库</a:t>
            </a:r>
          </a:p>
        </p:txBody>
      </p:sp>
      <p:sp>
        <p:nvSpPr>
          <p:cNvPr id="90" name="">
            <a:extLst xmlns:a="http://schemas.openxmlformats.org/drawingml/2006/main">
              <a:ext uri="{FF2B5EF4-FFF2-40B4-BE49-F238E27FC236}">
                <a16:creationId xmlns:a16="http://schemas.microsoft.com/office/drawing/2014/main" id="{25899DD1-A4DB-49EE-B4A1-63D33943A86A}"/>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1" name="">
            <a:extLst xmlns:a="http://schemas.openxmlformats.org/drawingml/2006/main">
              <a:ext uri="{FF2B5EF4-FFF2-40B4-BE49-F238E27FC236}">
                <a16:creationId xmlns:a16="http://schemas.microsoft.com/office/drawing/2014/main" id="{AAB6FB63-B2D7-4AD4-A01F-3A3DAFC401FA}"/>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a:t>
            </a:r>
            <a:r>
              <a:rPr sz="938" b="1">
                <a:solidFill>
                  <a:srgbClr val="FFFFFF"/>
                </a:solidFill>
                <a:latin typeface="微软雅黑"/>
                <a:ea typeface="微软雅黑"/>
                <a:cs typeface="微软雅黑"/>
              </a:rPr>
              <a:t>张表 </a:t>
            </a:r>
            <a:r>
              <a:rPr sz="938" b="1">
                <a:solidFill>
                  <a:srgbClr val="FFFFFF"/>
                </a:solidFill>
                <a:latin typeface="微软雅黑"/>
                <a:ea typeface="微软雅黑"/>
                <a:cs typeface="微软雅黑"/>
              </a:rPr>
              <a:t>/ 7 </a:t>
            </a:r>
            <a:r>
              <a:rPr sz="938" b="1">
                <a:solidFill>
                  <a:srgbClr val="FFFFFF"/>
                </a:solidFill>
                <a:latin typeface="微软雅黑"/>
                <a:ea typeface="微软雅黑"/>
                <a:cs typeface="微软雅黑"/>
              </a:rPr>
              <a:t>组</a:t>
            </a:r>
          </a:p>
        </p:txBody>
      </p:sp>
      <p:sp>
        <p:nvSpPr>
          <p:cNvPr id="92" name="">
            <a:extLst xmlns:a="http://schemas.openxmlformats.org/drawingml/2006/main">
              <a:ext uri="{FF2B5EF4-FFF2-40B4-BE49-F238E27FC236}">
                <a16:creationId xmlns:a16="http://schemas.microsoft.com/office/drawing/2014/main" id="{C5860F76-D581-486A-9FFF-6FC42414ADAF}"/>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3" name="">
            <a:extLst xmlns:a="http://schemas.openxmlformats.org/drawingml/2006/main">
              <a:ext uri="{FF2B5EF4-FFF2-40B4-BE49-F238E27FC236}">
                <a16:creationId xmlns:a16="http://schemas.microsoft.com/office/drawing/2014/main" id="{8E784968-F4AD-4953-8352-E8EFB14C9ADD}"/>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业务 </a:t>
            </a:r>
            <a:r>
              <a:rPr sz="938" b="1">
                <a:solidFill>
                  <a:srgbClr val="FFFFFF"/>
                </a:solidFill>
                <a:latin typeface="微软雅黑"/>
                <a:ea typeface="微软雅黑"/>
                <a:cs typeface="微软雅黑"/>
              </a:rPr>
              <a:t>· Agent </a:t>
            </a:r>
            <a:r>
              <a:rPr sz="938" b="1">
                <a:solidFill>
                  <a:srgbClr val="FFFFFF"/>
                </a:solidFill>
                <a:latin typeface="微软雅黑"/>
                <a:ea typeface="微软雅黑"/>
                <a:cs typeface="微软雅黑"/>
              </a:rPr>
              <a:t>结论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审计</a:t>
            </a:r>
          </a:p>
        </p:txBody>
      </p:sp>
      <p:sp>
        <p:nvSpPr>
          <p:cNvPr id="94" name="">
            <a:extLst xmlns:a="http://schemas.openxmlformats.org/drawingml/2006/main">
              <a:ext uri="{FF2B5EF4-FFF2-40B4-BE49-F238E27FC236}">
                <a16:creationId xmlns:a16="http://schemas.microsoft.com/office/drawing/2014/main" id="{17155BF4-B405-40B0-A8C7-99AB0849F3CE}"/>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规则与结论全部落库，改规则只动数据库，不碰代码</a:t>
            </a:r>
          </a:p>
        </p:txBody>
      </p:sp>
      <p:sp>
        <p:nvSpPr>
          <p:cNvPr id="95" name="">
            <a:extLst xmlns:a="http://schemas.openxmlformats.org/drawingml/2006/main">
              <a:ext uri="{FF2B5EF4-FFF2-40B4-BE49-F238E27FC236}">
                <a16:creationId xmlns:a16="http://schemas.microsoft.com/office/drawing/2014/main" id="{EAA08894-33A7-4DD5-AAE8-3DE81D986B8B}"/>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10227"/>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6" name="">
            <a:extLst xmlns:a="http://schemas.openxmlformats.org/drawingml/2006/main">
              <a:ext uri="{FF2B5EF4-FFF2-40B4-BE49-F238E27FC236}">
                <a16:creationId xmlns:a16="http://schemas.microsoft.com/office/drawing/2014/main" id="{5B615BBA-55FD-4200-B517-8CF699C16317}"/>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0AFA901B-CF9D-4B8C-8313-2A3FC284B40F}"/>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5C33B"/>
                </a:solidFill>
                <a:latin typeface="微软雅黑"/>
                <a:ea typeface="微软雅黑"/>
                <a:cs typeface="微软雅黑"/>
              </a:defRPr>
            </a:pPr>
            <a:r>
              <a:rPr sz="1275" b="1">
                <a:solidFill>
                  <a:srgbClr val="F5C33B"/>
                </a:solidFill>
                <a:latin typeface="微软雅黑"/>
                <a:ea typeface="微软雅黑"/>
                <a:cs typeface="微软雅黑"/>
              </a:rPr>
              <a:t>留痕层</a:t>
            </a:r>
          </a:p>
        </p:txBody>
      </p:sp>
      <p:sp>
        <p:nvSpPr>
          <p:cNvPr id="98" name="">
            <a:extLst xmlns:a="http://schemas.openxmlformats.org/drawingml/2006/main">
              <a:ext uri="{FF2B5EF4-FFF2-40B4-BE49-F238E27FC236}">
                <a16:creationId xmlns:a16="http://schemas.microsoft.com/office/drawing/2014/main" id="{E682D680-2639-4FEF-8A57-2C5019BAB05D}"/>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9" name="">
            <a:extLst xmlns:a="http://schemas.openxmlformats.org/drawingml/2006/main">
              <a:ext uri="{FF2B5EF4-FFF2-40B4-BE49-F238E27FC236}">
                <a16:creationId xmlns:a16="http://schemas.microsoft.com/office/drawing/2014/main" id="{08A80862-74F7-4795-AA8A-8A8736C0FFDB}"/>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a:t>
            </a:r>
            <a:r>
              <a:rPr sz="938" b="1">
                <a:solidFill>
                  <a:srgbClr val="FFFFFF"/>
                </a:solidFill>
                <a:latin typeface="微软雅黑"/>
                <a:ea typeface="微软雅黑"/>
                <a:cs typeface="微软雅黑"/>
              </a:rPr>
              <a:t>执行留痕</a:t>
            </a:r>
          </a:p>
        </p:txBody>
      </p:sp>
      <p:sp>
        <p:nvSpPr>
          <p:cNvPr id="100" name="">
            <a:extLst xmlns:a="http://schemas.openxmlformats.org/drawingml/2006/main">
              <a:ext uri="{FF2B5EF4-FFF2-40B4-BE49-F238E27FC236}">
                <a16:creationId xmlns:a16="http://schemas.microsoft.com/office/drawing/2014/main" id="{D91C0102-41A4-4652-A90D-D04FAB779DE4}"/>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1" name="">
            <a:extLst xmlns:a="http://schemas.openxmlformats.org/drawingml/2006/main">
              <a:ext uri="{FF2B5EF4-FFF2-40B4-BE49-F238E27FC236}">
                <a16:creationId xmlns:a16="http://schemas.microsoft.com/office/drawing/2014/main" id="{1B79785C-9B0B-4236-B819-20BF5990BDAA}"/>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a:t>
            </a:r>
            <a:r>
              <a:rPr sz="938" b="1">
                <a:solidFill>
                  <a:srgbClr val="FFFFFF"/>
                </a:solidFill>
                <a:latin typeface="微软雅黑"/>
                <a:ea typeface="微软雅黑"/>
                <a:cs typeface="微软雅黑"/>
              </a:rPr>
              <a:t>建议</a:t>
            </a:r>
          </a:p>
        </p:txBody>
      </p:sp>
      <p:sp>
        <p:nvSpPr>
          <p:cNvPr id="102" name="">
            <a:extLst xmlns:a="http://schemas.openxmlformats.org/drawingml/2006/main">
              <a:ext uri="{FF2B5EF4-FFF2-40B4-BE49-F238E27FC236}">
                <a16:creationId xmlns:a16="http://schemas.microsoft.com/office/drawing/2014/main" id="{76F38BE9-1256-4E27-ACD5-CF42EAFB798C}"/>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3" name="">
            <a:extLst xmlns:a="http://schemas.openxmlformats.org/drawingml/2006/main">
              <a:ext uri="{FF2B5EF4-FFF2-40B4-BE49-F238E27FC236}">
                <a16:creationId xmlns:a16="http://schemas.microsoft.com/office/drawing/2014/main" id="{82D133F7-B414-47BE-8D9A-3444D0D7830B}"/>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a:t>
            </a:r>
            <a:r>
              <a:rPr sz="938" b="1">
                <a:solidFill>
                  <a:srgbClr val="FFFFFF"/>
                </a:solidFill>
                <a:latin typeface="微软雅黑"/>
                <a:ea typeface="微软雅黑"/>
                <a:cs typeface="微软雅黑"/>
              </a:rPr>
              <a:t>人工决定</a:t>
            </a:r>
          </a:p>
        </p:txBody>
      </p:sp>
      <p:sp>
        <p:nvSpPr>
          <p:cNvPr id="104" name="">
            <a:extLst xmlns:a="http://schemas.openxmlformats.org/drawingml/2006/main">
              <a:ext uri="{FF2B5EF4-FFF2-40B4-BE49-F238E27FC236}">
                <a16:creationId xmlns:a16="http://schemas.microsoft.com/office/drawing/2014/main" id="{7CB6B7F5-225B-4EE0-BA5D-80204C3F703F}"/>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一次归因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一个 </a:t>
            </a:r>
            <a:r>
              <a:rPr sz="900" b="0">
                <a:solidFill>
                  <a:srgbClr val="9FC2E8"/>
                </a:solidFill>
                <a:latin typeface="微软雅黑"/>
                <a:ea typeface="微软雅黑"/>
                <a:cs typeface="微软雅黑"/>
              </a:rPr>
              <a:t>run_id</a:t>
            </a:r>
            <a:r>
              <a:rPr sz="900" b="0">
                <a:solidFill>
                  <a:srgbClr val="9FC2E8"/>
                </a:solidFill>
                <a:latin typeface="微软雅黑"/>
                <a:ea typeface="微软雅黑"/>
                <a:cs typeface="微软雅黑"/>
              </a:rPr>
              <a:t>，三张表串成完整证据链</a:t>
            </a:r>
          </a:p>
        </p:txBody>
      </p:sp>
      <p:sp>
        <p:nvSpPr>
          <p:cNvPr id="105" name="">
            <a:extLst xmlns:a="http://schemas.openxmlformats.org/drawingml/2006/main">
              <a:ext uri="{FF2B5EF4-FFF2-40B4-BE49-F238E27FC236}">
                <a16:creationId xmlns:a16="http://schemas.microsoft.com/office/drawing/2014/main" id="{FD145BBF-6FC9-4C4E-A1B2-6B26130DAEAD}"/>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10227"/>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8D2A76A4-122F-412B-A0C7-2F1BC12E0287}"/>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F813AAD1-2EBD-4F3C-A488-82B58B1CE712}"/>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9B8CFF"/>
                </a:solidFill>
                <a:latin typeface="微软雅黑"/>
                <a:ea typeface="微软雅黑"/>
                <a:cs typeface="微软雅黑"/>
              </a:defRPr>
            </a:pPr>
            <a:r>
              <a:rPr sz="1275" b="1">
                <a:solidFill>
                  <a:srgbClr val="9B8CFF"/>
                </a:solidFill>
                <a:latin typeface="微软雅黑"/>
                <a:ea typeface="微软雅黑"/>
                <a:cs typeface="微软雅黑"/>
              </a:rPr>
              <a:t>部署层</a:t>
            </a:r>
          </a:p>
        </p:txBody>
      </p:sp>
      <p:sp>
        <p:nvSpPr>
          <p:cNvPr id="108" name="">
            <a:extLst xmlns:a="http://schemas.openxmlformats.org/drawingml/2006/main">
              <a:ext uri="{FF2B5EF4-FFF2-40B4-BE49-F238E27FC236}">
                <a16:creationId xmlns:a16="http://schemas.microsoft.com/office/drawing/2014/main" id="{AF3EC11F-3873-4F15-9866-609B859FAD46}"/>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9" name="">
            <a:extLst xmlns:a="http://schemas.openxmlformats.org/drawingml/2006/main">
              <a:ext uri="{FF2B5EF4-FFF2-40B4-BE49-F238E27FC236}">
                <a16:creationId xmlns:a16="http://schemas.microsoft.com/office/drawing/2014/main" id="{925BBC25-890B-418A-8EBA-592948F170D1}"/>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110" name="">
            <a:extLst xmlns:a="http://schemas.openxmlformats.org/drawingml/2006/main">
              <a:ext uri="{FF2B5EF4-FFF2-40B4-BE49-F238E27FC236}">
                <a16:creationId xmlns:a16="http://schemas.microsoft.com/office/drawing/2014/main" id="{B5E15262-276F-45F4-9E2A-F6B13F10336C}"/>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11" name="">
            <a:extLst xmlns:a="http://schemas.openxmlformats.org/drawingml/2006/main">
              <a:ext uri="{FF2B5EF4-FFF2-40B4-BE49-F238E27FC236}">
                <a16:creationId xmlns:a16="http://schemas.microsoft.com/office/drawing/2014/main" id="{4CB150F5-C219-45BC-88BE-60224C993963}"/>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112" name="">
            <a:extLst xmlns:a="http://schemas.openxmlformats.org/drawingml/2006/main">
              <a:ext uri="{FF2B5EF4-FFF2-40B4-BE49-F238E27FC236}">
                <a16:creationId xmlns:a16="http://schemas.microsoft.com/office/drawing/2014/main" id="{DD8DD122-FEBF-4862-A08C-D70AAAA93631}"/>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13" name="">
            <a:extLst xmlns:a="http://schemas.openxmlformats.org/drawingml/2006/main">
              <a:ext uri="{FF2B5EF4-FFF2-40B4-BE49-F238E27FC236}">
                <a16:creationId xmlns:a16="http://schemas.microsoft.com/office/drawing/2014/main" id="{AF4FFC66-27FF-45AC-92CF-7B21878EAD67}"/>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离线可运行</a:t>
            </a:r>
          </a:p>
        </p:txBody>
      </p:sp>
      <p:sp>
        <p:nvSpPr>
          <p:cNvPr id="114" name="">
            <a:extLst xmlns:a="http://schemas.openxmlformats.org/drawingml/2006/main">
              <a:ext uri="{FF2B5EF4-FFF2-40B4-BE49-F238E27FC236}">
                <a16:creationId xmlns:a16="http://schemas.microsoft.com/office/drawing/2014/main" id="{CC998A80-6E4E-4629-8466-AE715A337687}"/>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AI_ENABLED </a:t>
            </a:r>
            <a:r>
              <a:rPr sz="900" b="0">
                <a:solidFill>
                  <a:srgbClr val="9FC2E8"/>
                </a:solidFill>
                <a:latin typeface="微软雅黑"/>
                <a:ea typeface="微软雅黑"/>
                <a:cs typeface="微软雅黑"/>
              </a:rPr>
              <a:t>默认 </a:t>
            </a:r>
            <a:r>
              <a:rPr sz="900" b="0">
                <a:solidFill>
                  <a:srgbClr val="9FC2E8"/>
                </a:solidFill>
                <a:latin typeface="微软雅黑"/>
                <a:ea typeface="微软雅黑"/>
                <a:cs typeface="微软雅黑"/>
              </a:rPr>
              <a:t>false</a:t>
            </a:r>
            <a:r>
              <a:rPr sz="900" b="0">
                <a:solidFill>
                  <a:srgbClr val="9FC2E8"/>
                </a:solidFill>
                <a:latin typeface="微软雅黑"/>
                <a:ea typeface="微软雅黑"/>
                <a:cs typeface="微软雅黑"/>
              </a:rPr>
              <a:t>，规则链路不依赖任何外部模型</a:t>
            </a:r>
          </a:p>
        </p:txBody>
      </p:sp>
      <p:sp>
        <p:nvSpPr>
          <p:cNvPr id="115" name="">
            <a:extLst xmlns:a="http://schemas.openxmlformats.org/drawingml/2006/main">
              <a:ext uri="{FF2B5EF4-FFF2-40B4-BE49-F238E27FC236}">
                <a16:creationId xmlns:a16="http://schemas.microsoft.com/office/drawing/2014/main" id="{AF99CDEB-8CFA-4272-BF9E-A4FE538BE2F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1F170AFF-D46F-4CE2-9007-51555A3E071B}"/>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4E1D9D5D-706A-44B0-AF98-2D3AE1661E7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07DF5475-4A01-4921-A86E-CFA7BA5E8831}"/>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FEE35E4E-BD9C-41CD-9A8B-F479B4F6D73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6C0BAB45-3678-41F5-A21E-B9C805288D59}"/>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1" name="">
            <a:extLst xmlns:a="http://schemas.openxmlformats.org/drawingml/2006/main">
              <a:ext uri="{FF2B5EF4-FFF2-40B4-BE49-F238E27FC236}">
                <a16:creationId xmlns:a16="http://schemas.microsoft.com/office/drawing/2014/main" id="{A44E0788-6EC4-47D9-B2F4-7ECAAF9C55D1}"/>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3CE9284C-E8EF-4E90-8E16-FC89362E8D84}"/>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10</a:t>
            </a:r>
          </a:p>
        </p:txBody>
      </p:sp>
    </p:spTree>
    <p:extLst>
      <p:ext uri="{BB962C8B-B14F-4D97-AF65-F5344CB8AC3E}">
        <p14:creationId xmlns:p14="http://schemas.microsoft.com/office/powerpoint/2010/main" val="1033683076"/>
      </p:ext>
    </p:extLst>
  </p:cSld>
</p:sld>
</file>

<file path=ppt/slides/slide1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f113f0849d60477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6E2FDF-6617-4725-9256-20DA15D2FD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B6067CD-948A-4B9C-AEF3-BF380D87FB2C}"/>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3DC9CF5-39EE-4A7B-8D08-5D4E3E47776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1281996-AFBA-4B05-920B-F79C4F91EFAB}"/>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0A35B94-FA6B-4B0A-8B03-97123DFCF546}"/>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A5BC7C52-D414-4CB8-A287-9CBCCAE125FF}"/>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AB8C9E91-A1CE-4F60-BCF7-8556917544C3}"/>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BC2DDD0-7D80-4E1B-A188-4D439EEA2B8F}"/>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7634F79D-73CB-44D0-8D50-94DCEB1F5937}"/>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90B08B7-9457-453A-B482-D8E8A9D35E73}"/>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E5A74F8D-8ECB-4F23-8560-74732E3DE07C}"/>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756AF26-C81A-41F6-B7BD-E56D600DD1C0}"/>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78342C0D-4C20-4E61-991C-B697BCE2C932}"/>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30A62C8-5C66-4023-B57A-4628889EF44B}"/>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F4E97DD-7046-4C5E-A2BF-CF551DD38DF4}"/>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BACDB7C-DF61-41E5-B5DC-AA28AE1570D9}"/>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D74445AB-7D2B-4FBD-8590-5F2650084806}"/>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F093033-28D8-40C2-8AEC-446902CD388C}"/>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98272C81-599A-4F53-BCCD-3A4E3670D743}"/>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88934133-3E97-432B-B6DA-8C2EC723E269}"/>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747AB436-3046-4E8C-943E-C51ED86C6B99}"/>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3B48D35-C353-471B-BE21-F1A2BA5017C1}"/>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6BB047B-3696-4ABA-908F-27A166F27C9E}"/>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BB4F0F3A-9E88-460E-A678-69FFC7F768F8}"/>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4C762A2C-65CD-4008-A013-8A578C43D675}"/>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709F7F7-564F-463F-979D-372BBD8801BA}"/>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BE182BA-2CFA-48EE-B937-93EC6948FE9F}"/>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DEBAAACB-AE09-4B00-80D7-346ECFDD557B}"/>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9646A17-F559-45DC-8E7B-15CB2B978BC0}"/>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FF9D9A4-DFB8-4115-8094-A6635CD7619D}"/>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C5EED68-7336-4209-BB88-E3F6B3531BC5}"/>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8352B7E8-DF61-4305-9651-5567F3E5E1B0}"/>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E0CF0315-DAB9-4BB0-90F3-BEF3C96E6217}"/>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C706B2D7-BA9F-41D8-A388-4D5D246E2AA1}"/>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2395E04A-EC92-4D42-9A97-E033FFAE1913}"/>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CE842966-47F2-432C-8263-1C275612CE7C}"/>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6A1DECAB-D105-4FC4-91D4-2F24A189F2EC}"/>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DE69A3B9-6C72-4B8B-B739-FD9BB3A262DD}"/>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33D8AEF-CBA4-4A20-81EA-4E8270E98BDC}"/>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E4DDA6E-0BFE-4136-952D-CB7DD3E67C8B}"/>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316A399-7A9C-47CE-B6E8-C2D7E1CF27CB}"/>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747A2F0-5C3D-4D8D-8FBC-BAE67291783A}"/>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5061B02-27A5-4EB6-9789-CD421674D2F1}"/>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8D6F10EB-2AEB-4746-86E1-CC7009A529BC}"/>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404A5DA1-E6F4-42BE-BA4C-CFA3B37787A7}"/>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2E86E8">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D898DD06-1BD5-4349-AB65-005A2CF729ED}"/>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2E86E8">
                  <a:alpha val="0"/>
                </a:srgbClr>
              </a:gs>
              <a:gs pos="45000">
                <a:srgbClr val="2E86E8"/>
              </a:gs>
              <a:gs pos="100000">
                <a:srgbClr val="2E86E8">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49872213-E494-42A7-9982-B4F416E7D57E}"/>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BA19CBA-C3CB-4EEA-B149-22908883498F}"/>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A96DCB8-9C0D-48CC-A45D-4D6FE92E28A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4648F18C-3A9C-4914-AAD7-5FF493A03B14}"/>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E0EE97B-30B9-437A-B4B6-EFBD174A7170}"/>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356C3987-667D-4AF6-BF07-DE71542B4638}"/>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4115B427-1FF2-4FAF-B393-11FECC0F327D}"/>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366CCB7F-9EF8-4794-9F6D-3CD8096E44EE}"/>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C2BA2906-909B-4839-8C6E-C2E91D4F7E30}"/>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6C6B6A75-A1F5-4594-B7DF-3737CF15604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6F6A572-A6CB-46CF-B21F-CD1699306482}"/>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7A0C10AE-50FB-41CF-AE02-5737B51B937A}"/>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5259889-8DEC-463A-BF73-B3C9AFDA624D}"/>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4A5A12C2-C210-4B5E-AFA4-D33251420EAC}"/>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0580B483-18DA-4A8B-921F-0261C7E32AC7}"/>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021E7F9F-894F-43D4-9DBE-2CF168CE69AF}"/>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049E7FDC-B391-4F34-8F77-9457FE31B829}"/>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849C64DE-6EE6-4794-8855-44F2DF8CC89B}"/>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04C021D4-1EAE-41D2-9AD6-8C8DD4AA8BF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18E49CA7-15B1-4816-B304-D33B8F09CE5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666C91F9-0CDE-4A7F-9554-1FBFA1F5291E}"/>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2CE2110E-DCEE-4615-9F4E-18F3A3D25C8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39FFDCA7-CC78-4EC4-8B25-1AC9AD5CE9A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49736651-CF3B-4BF0-8323-3125481572A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C5DAA1BE-3071-49AA-8E30-AF4A62F7532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AFAD29A-7F49-4795-A1A9-FC8C640FEE2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FEFCD766-613E-4796-98BA-0C2686A459DA}"/>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2A69356D-F47A-4A0E-B817-9169F87D5572}"/>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3C1BEA62-53CB-4EF3-B759-1E308318FA3E}"/>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7010E17A-BB75-4100-9BC9-51E28377FECD}"/>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E245B3B9-9E20-461E-948B-E0E05C013F55}"/>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C0762C96-F431-4B46-AF7E-B5C2F20EE50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FB16016F-3251-4204-B21E-4417B595C9EB}"/>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2D73ECD8-AF2A-4971-AB10-1535FDA7B7A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0C4B00ED-AC15-46A2-BF5C-58A4D77E66E7}"/>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FCF99618-68A8-4D0F-8188-7D2344AB9F2B}"/>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8E1F85C6-F12E-49EF-86FD-9C7E7B65EC70}"/>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862FC4E0-8794-4D19-9C09-A0B5562261B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3C7E5EC3-A0BE-4C22-B2E4-93AAF13A9586}"/>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87" name="">
            <a:extLst xmlns:a="http://schemas.openxmlformats.org/drawingml/2006/main">
              <a:ext uri="{FF2B5EF4-FFF2-40B4-BE49-F238E27FC236}">
                <a16:creationId xmlns:a16="http://schemas.microsoft.com/office/drawing/2014/main" id="{0584CA33-D194-4AA7-B22A-1402392C6741}"/>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88" name="">
            <a:extLst xmlns:a="http://schemas.openxmlformats.org/drawingml/2006/main">
              <a:ext uri="{FF2B5EF4-FFF2-40B4-BE49-F238E27FC236}">
                <a16:creationId xmlns:a16="http://schemas.microsoft.com/office/drawing/2014/main" id="{7CF10616-6CCC-42A5-9925-2BB12CC48846}"/>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5F7C1709-1911-4E88-8403-BB3A268CB45D}"/>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技术路线与数据流</a:t>
            </a:r>
          </a:p>
        </p:txBody>
      </p:sp>
      <p:sp>
        <p:nvSpPr>
          <p:cNvPr id="90" name="">
            <a:extLst xmlns:a="http://schemas.openxmlformats.org/drawingml/2006/main">
              <a:ext uri="{FF2B5EF4-FFF2-40B4-BE49-F238E27FC236}">
                <a16:creationId xmlns:a16="http://schemas.microsoft.com/office/drawing/2014/main" id="{0EC9CF99-DEA1-47BC-A4C9-CA9B13EE8680}"/>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8603B44-D8CB-4001-8453-88541116B58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EFE10296-3A38-4349-BEA4-89818EC5A6C4}"/>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962FDA8D-45C2-46C8-BFAB-B4756764076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98A4BA76-A586-489D-A5C0-C84498810A4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F4E6EEEA-3A0D-40B2-9CCE-FBA556A0652A}"/>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D3304F7C-FB69-4745-8973-E2FE94C847F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2A82D617-94A3-401E-B0DA-C453505EECD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B5617A1C-1A71-4D3F-B791-91AE530CE54C}"/>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13F04E22-C028-4387-80BD-37E332BDF7AF}"/>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54F6BDAC-8F9A-4E6D-8D3C-E8F9BD53C1E2}"/>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DF48BAD0-6597-43FE-9FEF-A3E7FB115583}"/>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4095BDBD-7360-4F1C-AF65-638C900CD31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3E436DE3-2166-46F5-9D68-D0E1DD501969}"/>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DF30281D-9E67-48D2-BFBF-0284791142B5}"/>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从「业务问题」到「省下的成本」，中间每一步都由可复算的规则完成并留痕。</a:t>
            </a:r>
          </a:p>
        </p:txBody>
      </p:sp>
      <p:sp>
        <p:nvSpPr>
          <p:cNvPr id="105" name="">
            <a:extLst xmlns:a="http://schemas.openxmlformats.org/drawingml/2006/main">
              <a:ext uri="{FF2B5EF4-FFF2-40B4-BE49-F238E27FC236}">
                <a16:creationId xmlns:a16="http://schemas.microsoft.com/office/drawing/2014/main" id="{ADD3686A-471D-40AE-B34D-0D03802D568D}"/>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E6B4F89D-42AC-412A-85F3-2B6DAB4F2A17}"/>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5931C96D-B825-4381-99F0-2E985CE11999}"/>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01</a:t>
            </a:r>
          </a:p>
        </p:txBody>
      </p:sp>
      <p:sp>
        <p:nvSpPr>
          <p:cNvPr id="108" name="">
            <a:extLst xmlns:a="http://schemas.openxmlformats.org/drawingml/2006/main">
              <a:ext uri="{FF2B5EF4-FFF2-40B4-BE49-F238E27FC236}">
                <a16:creationId xmlns:a16="http://schemas.microsoft.com/office/drawing/2014/main" id="{417C3DCC-5D8C-4E59-AF31-1CB8D9C6A6F4}"/>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109" name="">
            <a:extLst xmlns:a="http://schemas.openxmlformats.org/drawingml/2006/main">
              <a:ext uri="{FF2B5EF4-FFF2-40B4-BE49-F238E27FC236}">
                <a16:creationId xmlns:a16="http://schemas.microsoft.com/office/drawing/2014/main" id="{99AC5571-3EBE-48E0-9C3A-FAFBF466B5DA}"/>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缺人还是缺技能？</a:t>
            </a:r>
          </a:p>
        </p:txBody>
      </p:sp>
      <p:sp>
        <p:nvSpPr>
          <p:cNvPr id="110" name="">
            <a:extLst xmlns:a="http://schemas.openxmlformats.org/drawingml/2006/main">
              <a:ext uri="{FF2B5EF4-FFF2-40B4-BE49-F238E27FC236}">
                <a16:creationId xmlns:a16="http://schemas.microsoft.com/office/drawing/2014/main" id="{366AC654-E122-439B-AF34-FF7B014E2112}"/>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F9342BE8-D448-4715-8EF3-F55C0F4B0759}"/>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岗位要求、未来需求、关键岗位备份</a:t>
            </a:r>
          </a:p>
        </p:txBody>
      </p:sp>
      <p:sp>
        <p:nvSpPr>
          <p:cNvPr id="112" name="">
            <a:extLst xmlns:a="http://schemas.openxmlformats.org/drawingml/2006/main">
              <a:ext uri="{FF2B5EF4-FFF2-40B4-BE49-F238E27FC236}">
                <a16:creationId xmlns:a16="http://schemas.microsoft.com/office/drawing/2014/main" id="{44E9FEB9-73AD-45AB-B865-5DA2EFF2121C}"/>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13" name="">
            <a:extLst xmlns:a="http://schemas.openxmlformats.org/drawingml/2006/main">
              <a:ext uri="{FF2B5EF4-FFF2-40B4-BE49-F238E27FC236}">
                <a16:creationId xmlns:a16="http://schemas.microsoft.com/office/drawing/2014/main" id="{015D7EBE-38B8-4D4E-98E5-B0A426D15EDF}"/>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DC45BA0B-92D2-43FF-A7FB-782DC3E807D2}"/>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E357E4FC-AADC-4593-AEA5-D377EA3739BE}"/>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02</a:t>
            </a:r>
          </a:p>
        </p:txBody>
      </p:sp>
      <p:sp>
        <p:nvSpPr>
          <p:cNvPr id="116" name="">
            <a:extLst xmlns:a="http://schemas.openxmlformats.org/drawingml/2006/main">
              <a:ext uri="{FF2B5EF4-FFF2-40B4-BE49-F238E27FC236}">
                <a16:creationId xmlns:a16="http://schemas.microsoft.com/office/drawing/2014/main" id="{B2366426-25A4-4216-9150-BD614F040C6B}"/>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117" name="">
            <a:extLst xmlns:a="http://schemas.openxmlformats.org/drawingml/2006/main">
              <a:ext uri="{FF2B5EF4-FFF2-40B4-BE49-F238E27FC236}">
                <a16:creationId xmlns:a16="http://schemas.microsoft.com/office/drawing/2014/main" id="{E34F7FA0-67B8-439C-A098-8B1083A6D479}"/>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结构化事实</a:t>
            </a:r>
          </a:p>
        </p:txBody>
      </p:sp>
      <p:sp>
        <p:nvSpPr>
          <p:cNvPr id="118" name="">
            <a:extLst xmlns:a="http://schemas.openxmlformats.org/drawingml/2006/main">
              <a:ext uri="{FF2B5EF4-FFF2-40B4-BE49-F238E27FC236}">
                <a16:creationId xmlns:a16="http://schemas.microsoft.com/office/drawing/2014/main" id="{CFA9BE35-0F3D-4332-B772-FB258B333F40}"/>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BC5A1D8C-BD55-4341-B5B8-5D810DB653D8}"/>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考试分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技能等级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检测值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报告文本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工时</a:t>
            </a:r>
          </a:p>
        </p:txBody>
      </p:sp>
      <p:sp>
        <p:nvSpPr>
          <p:cNvPr id="120" name="">
            <a:extLst xmlns:a="http://schemas.openxmlformats.org/drawingml/2006/main">
              <a:ext uri="{FF2B5EF4-FFF2-40B4-BE49-F238E27FC236}">
                <a16:creationId xmlns:a16="http://schemas.microsoft.com/office/drawing/2014/main" id="{181A52C7-1CF0-4C5A-B763-5E90B2058766}"/>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21" name="">
            <a:extLst xmlns:a="http://schemas.openxmlformats.org/drawingml/2006/main">
              <a:ext uri="{FF2B5EF4-FFF2-40B4-BE49-F238E27FC236}">
                <a16:creationId xmlns:a16="http://schemas.microsoft.com/office/drawing/2014/main" id="{00656A22-806F-4E09-ACE5-03259D84A686}"/>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22" name="">
            <a:extLst xmlns:a="http://schemas.openxmlformats.org/drawingml/2006/main">
              <a:ext uri="{FF2B5EF4-FFF2-40B4-BE49-F238E27FC236}">
                <a16:creationId xmlns:a16="http://schemas.microsoft.com/office/drawing/2014/main" id="{A6535084-3D59-4DC9-A519-3291915B11DA}"/>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72A46972-C698-49B2-92BB-066941BAB1ED}"/>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03</a:t>
            </a:r>
          </a:p>
        </p:txBody>
      </p:sp>
      <p:sp>
        <p:nvSpPr>
          <p:cNvPr id="124" name="">
            <a:extLst xmlns:a="http://schemas.openxmlformats.org/drawingml/2006/main">
              <a:ext uri="{FF2B5EF4-FFF2-40B4-BE49-F238E27FC236}">
                <a16:creationId xmlns:a16="http://schemas.microsoft.com/office/drawing/2014/main" id="{75594BEA-C4C4-4FE8-9305-4476B1213C74}"/>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125" name="">
            <a:extLst xmlns:a="http://schemas.openxmlformats.org/drawingml/2006/main">
              <a:ext uri="{FF2B5EF4-FFF2-40B4-BE49-F238E27FC236}">
                <a16:creationId xmlns:a16="http://schemas.microsoft.com/office/drawing/2014/main" id="{F58A9107-BA7C-45A0-8A2B-4DD7F3D47F99}"/>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确定性求值</a:t>
            </a:r>
          </a:p>
        </p:txBody>
      </p:sp>
      <p:sp>
        <p:nvSpPr>
          <p:cNvPr id="126" name="">
            <a:extLst xmlns:a="http://schemas.openxmlformats.org/drawingml/2006/main">
              <a:ext uri="{FF2B5EF4-FFF2-40B4-BE49-F238E27FC236}">
                <a16:creationId xmlns:a16="http://schemas.microsoft.com/office/drawing/2014/main" id="{303B9C79-79B6-48ED-975A-D20CAAA8E19A}"/>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7" name="">
            <a:extLst xmlns:a="http://schemas.openxmlformats.org/drawingml/2006/main">
              <a:ext uri="{FF2B5EF4-FFF2-40B4-BE49-F238E27FC236}">
                <a16:creationId xmlns:a16="http://schemas.microsoft.com/office/drawing/2014/main" id="{6B45B5F4-E55C-423C-AC6B-C2F3C5A73DD3}"/>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按场景取规则 </a:t>
            </a:r>
            <a:r>
              <a:rPr sz="863" b="0">
                <a:solidFill>
                  <a:srgbClr val="D6E6F7"/>
                </a:solidFill>
                <a:latin typeface="微软雅黑"/>
                <a:ea typeface="微软雅黑"/>
                <a:cs typeface="微软雅黑"/>
              </a:rPr>
              <a:t>→ priority </a:t>
            </a:r>
            <a:r>
              <a:rPr sz="863" b="0">
                <a:solidFill>
                  <a:srgbClr val="D6E6F7"/>
                </a:solidFill>
                <a:latin typeface="微软雅黑"/>
                <a:ea typeface="微软雅黑"/>
                <a:cs typeface="微软雅黑"/>
              </a:rPr>
              <a:t>降序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白名单算子</a:t>
            </a:r>
          </a:p>
        </p:txBody>
      </p:sp>
      <p:sp>
        <p:nvSpPr>
          <p:cNvPr id="128" name="">
            <a:extLst xmlns:a="http://schemas.openxmlformats.org/drawingml/2006/main">
              <a:ext uri="{FF2B5EF4-FFF2-40B4-BE49-F238E27FC236}">
                <a16:creationId xmlns:a16="http://schemas.microsoft.com/office/drawing/2014/main" id="{25B740EE-528E-40FC-AAE8-7A39EB95451D}"/>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29" name="">
            <a:extLst xmlns:a="http://schemas.openxmlformats.org/drawingml/2006/main">
              <a:ext uri="{FF2B5EF4-FFF2-40B4-BE49-F238E27FC236}">
                <a16:creationId xmlns:a16="http://schemas.microsoft.com/office/drawing/2014/main" id="{9442BECC-94B6-4B67-A948-1BA40FD8E7F7}"/>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0" name="">
            <a:extLst xmlns:a="http://schemas.openxmlformats.org/drawingml/2006/main">
              <a:ext uri="{FF2B5EF4-FFF2-40B4-BE49-F238E27FC236}">
                <a16:creationId xmlns:a16="http://schemas.microsoft.com/office/drawing/2014/main" id="{7CCA63B9-3E3F-4CA1-BAA7-91EDBE29F631}"/>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1" name="">
            <a:extLst xmlns:a="http://schemas.openxmlformats.org/drawingml/2006/main">
              <a:ext uri="{FF2B5EF4-FFF2-40B4-BE49-F238E27FC236}">
                <a16:creationId xmlns:a16="http://schemas.microsoft.com/office/drawing/2014/main" id="{2315D66E-CFB9-4124-948F-5C407F574457}"/>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04</a:t>
            </a:r>
          </a:p>
        </p:txBody>
      </p:sp>
      <p:sp>
        <p:nvSpPr>
          <p:cNvPr id="132" name="">
            <a:extLst xmlns:a="http://schemas.openxmlformats.org/drawingml/2006/main">
              <a:ext uri="{FF2B5EF4-FFF2-40B4-BE49-F238E27FC236}">
                <a16:creationId xmlns:a16="http://schemas.microsoft.com/office/drawing/2014/main" id="{3B5A8A39-BFC1-4FAE-8DD3-ABF4EF2452B9}"/>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133" name="">
            <a:extLst xmlns:a="http://schemas.openxmlformats.org/drawingml/2006/main">
              <a:ext uri="{FF2B5EF4-FFF2-40B4-BE49-F238E27FC236}">
                <a16:creationId xmlns:a16="http://schemas.microsoft.com/office/drawing/2014/main" id="{92F1EFD5-4C8F-4D92-9AA2-12EC32E9144B}"/>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带依据的判定</a:t>
            </a:r>
          </a:p>
        </p:txBody>
      </p:sp>
      <p:sp>
        <p:nvSpPr>
          <p:cNvPr id="134" name="">
            <a:extLst xmlns:a="http://schemas.openxmlformats.org/drawingml/2006/main">
              <a:ext uri="{FF2B5EF4-FFF2-40B4-BE49-F238E27FC236}">
                <a16:creationId xmlns:a16="http://schemas.microsoft.com/office/drawing/2014/main" id="{8FA24C37-7E6D-40E4-BD90-AFDE90123B06}"/>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D416165C-B608-4399-B708-20BB44E2B5C6}"/>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verdict</a:t>
            </a:r>
            <a:r>
              <a:rPr sz="863" b="0">
                <a:solidFill>
                  <a:srgbClr val="D6E6F7"/>
                </a:solidFill>
                <a:latin typeface="微软雅黑"/>
                <a:ea typeface="微软雅黑"/>
                <a:cs typeface="微软雅黑"/>
              </a:rPr>
              <a:t>：动作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原因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严重度 </a:t>
            </a:r>
            <a:r>
              <a:rPr sz="863" b="0">
                <a:solidFill>
                  <a:srgbClr val="D6E6F7"/>
                </a:solidFill>
                <a:latin typeface="微软雅黑"/>
                <a:ea typeface="微软雅黑"/>
                <a:cs typeface="微软雅黑"/>
              </a:rPr>
              <a:t>/ rule_refs / </a:t>
            </a:r>
            <a:r>
              <a:rPr sz="863" b="0">
                <a:solidFill>
                  <a:srgbClr val="D6E6F7"/>
                </a:solidFill>
                <a:latin typeface="微软雅黑"/>
                <a:ea typeface="微软雅黑"/>
                <a:cs typeface="微软雅黑"/>
              </a:rPr>
              <a:t>置信度</a:t>
            </a:r>
          </a:p>
        </p:txBody>
      </p:sp>
      <p:sp>
        <p:nvSpPr>
          <p:cNvPr id="136" name="">
            <a:extLst xmlns:a="http://schemas.openxmlformats.org/drawingml/2006/main">
              <a:ext uri="{FF2B5EF4-FFF2-40B4-BE49-F238E27FC236}">
                <a16:creationId xmlns:a16="http://schemas.microsoft.com/office/drawing/2014/main" id="{E143C74C-ACFB-4C04-845E-0D1EAF169997}"/>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37" name="">
            <a:extLst xmlns:a="http://schemas.openxmlformats.org/drawingml/2006/main">
              <a:ext uri="{FF2B5EF4-FFF2-40B4-BE49-F238E27FC236}">
                <a16:creationId xmlns:a16="http://schemas.microsoft.com/office/drawing/2014/main" id="{97318CB8-7C52-452B-B6D6-C4F0874EA2D3}"/>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8" name="">
            <a:extLst xmlns:a="http://schemas.openxmlformats.org/drawingml/2006/main">
              <a:ext uri="{FF2B5EF4-FFF2-40B4-BE49-F238E27FC236}">
                <a16:creationId xmlns:a16="http://schemas.microsoft.com/office/drawing/2014/main" id="{203D1E23-0194-451C-9457-55EE3F1E2DCE}"/>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06786DE1-044B-4807-9E9F-049694C17A78}"/>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05</a:t>
            </a:r>
          </a:p>
        </p:txBody>
      </p:sp>
      <p:sp>
        <p:nvSpPr>
          <p:cNvPr id="140" name="">
            <a:extLst xmlns:a="http://schemas.openxmlformats.org/drawingml/2006/main">
              <a:ext uri="{FF2B5EF4-FFF2-40B4-BE49-F238E27FC236}">
                <a16:creationId xmlns:a16="http://schemas.microsoft.com/office/drawing/2014/main" id="{742D1F41-0260-4604-8666-F3E28EAA4E4E}"/>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141" name="">
            <a:extLst xmlns:a="http://schemas.openxmlformats.org/drawingml/2006/main">
              <a:ext uri="{FF2B5EF4-FFF2-40B4-BE49-F238E27FC236}">
                <a16:creationId xmlns:a16="http://schemas.microsoft.com/office/drawing/2014/main" id="{3B6CAAAD-52ED-49C5-9379-A8CF90C8A029}"/>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角色把关</a:t>
            </a:r>
          </a:p>
        </p:txBody>
      </p:sp>
      <p:sp>
        <p:nvSpPr>
          <p:cNvPr id="142" name="">
            <a:extLst xmlns:a="http://schemas.openxmlformats.org/drawingml/2006/main">
              <a:ext uri="{FF2B5EF4-FFF2-40B4-BE49-F238E27FC236}">
                <a16:creationId xmlns:a16="http://schemas.microsoft.com/office/drawing/2014/main" id="{838E2D1A-F622-476C-AED3-27D1270D79F0}"/>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E9DB9366-1B99-452C-8243-6B70448AF463}"/>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班组长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老总三端确认，采纳、驳回或修改</a:t>
            </a:r>
          </a:p>
        </p:txBody>
      </p:sp>
      <p:sp>
        <p:nvSpPr>
          <p:cNvPr id="144" name="">
            <a:extLst xmlns:a="http://schemas.openxmlformats.org/drawingml/2006/main">
              <a:ext uri="{FF2B5EF4-FFF2-40B4-BE49-F238E27FC236}">
                <a16:creationId xmlns:a16="http://schemas.microsoft.com/office/drawing/2014/main" id="{999CB3EC-95BD-453E-9749-A74CFE4AB6DB}"/>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45" name="">
            <a:extLst xmlns:a="http://schemas.openxmlformats.org/drawingml/2006/main">
              <a:ext uri="{FF2B5EF4-FFF2-40B4-BE49-F238E27FC236}">
                <a16:creationId xmlns:a16="http://schemas.microsoft.com/office/drawing/2014/main" id="{A4AD37BC-81D7-4B0C-828C-E836F76BDE8A}"/>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78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6" name="">
            <a:extLst xmlns:a="http://schemas.openxmlformats.org/drawingml/2006/main">
              <a:ext uri="{FF2B5EF4-FFF2-40B4-BE49-F238E27FC236}">
                <a16:creationId xmlns:a16="http://schemas.microsoft.com/office/drawing/2014/main" id="{880F57ED-28E3-43DB-BB18-A74F2D45FF18}"/>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7" name="">
            <a:extLst xmlns:a="http://schemas.openxmlformats.org/drawingml/2006/main">
              <a:ext uri="{FF2B5EF4-FFF2-40B4-BE49-F238E27FC236}">
                <a16:creationId xmlns:a16="http://schemas.microsoft.com/office/drawing/2014/main" id="{C4000C0F-DCFB-45F8-91D2-CEE1EBF9D520}"/>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Bahnschrift"/>
                <a:ea typeface="Bahnschrift"/>
                <a:cs typeface="Bahnschrift"/>
              </a:defRPr>
            </a:pPr>
            <a:r>
              <a:rPr sz="1125" b="1">
                <a:solidFill>
                  <a:srgbClr val="7A9CC4"/>
                </a:solidFill>
                <a:latin typeface="Bahnschrift"/>
                <a:ea typeface="Bahnschrift"/>
                <a:cs typeface="Bahnschrift"/>
              </a:rPr>
              <a:t>06</a:t>
            </a:r>
          </a:p>
        </p:txBody>
      </p:sp>
      <p:sp>
        <p:nvSpPr>
          <p:cNvPr id="148" name="">
            <a:extLst xmlns:a="http://schemas.openxmlformats.org/drawingml/2006/main">
              <a:ext uri="{FF2B5EF4-FFF2-40B4-BE49-F238E27FC236}">
                <a16:creationId xmlns:a16="http://schemas.microsoft.com/office/drawing/2014/main" id="{4DE36D50-B6F8-4095-886D-855F1F9C48FC}"/>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149" name="">
            <a:extLst xmlns:a="http://schemas.openxmlformats.org/drawingml/2006/main">
              <a:ext uri="{FF2B5EF4-FFF2-40B4-BE49-F238E27FC236}">
                <a16:creationId xmlns:a16="http://schemas.microsoft.com/office/drawing/2014/main" id="{373A1869-6339-42D9-ABDA-7BA8D072A23C}"/>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可审计闭环</a:t>
            </a:r>
          </a:p>
        </p:txBody>
      </p:sp>
      <p:sp>
        <p:nvSpPr>
          <p:cNvPr id="150" name="">
            <a:extLst xmlns:a="http://schemas.openxmlformats.org/drawingml/2006/main">
              <a:ext uri="{FF2B5EF4-FFF2-40B4-BE49-F238E27FC236}">
                <a16:creationId xmlns:a16="http://schemas.microsoft.com/office/drawing/2014/main" id="{245D23F7-1BE6-4901-B582-D4EBD7BBF525}"/>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287DB65D-4D78-4093-A1E2-3A1ADB859381}"/>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run_id </a:t>
            </a:r>
            <a:r>
              <a:rPr sz="863" b="0">
                <a:solidFill>
                  <a:srgbClr val="D6E6F7"/>
                </a:solidFill>
                <a:latin typeface="微软雅黑"/>
                <a:ea typeface="微软雅黑"/>
                <a:cs typeface="微软雅黑"/>
              </a:rPr>
              <a:t>串起 </a:t>
            </a:r>
            <a:r>
              <a:rPr sz="863" b="0">
                <a:solidFill>
                  <a:srgbClr val="D6E6F7"/>
                </a:solidFill>
                <a:latin typeface="微软雅黑"/>
                <a:ea typeface="微软雅黑"/>
                <a:cs typeface="微软雅黑"/>
              </a:rPr>
              <a:t>rule_result / agent_suggestion / decision_log</a:t>
            </a:r>
          </a:p>
        </p:txBody>
      </p:sp>
      <p:sp>
        <p:nvSpPr>
          <p:cNvPr id="152" name="">
            <a:extLst xmlns:a="http://schemas.openxmlformats.org/drawingml/2006/main">
              <a:ext uri="{FF2B5EF4-FFF2-40B4-BE49-F238E27FC236}">
                <a16:creationId xmlns:a16="http://schemas.microsoft.com/office/drawing/2014/main" id="{CFC7016B-BA10-41CD-862E-D04A546EDDED}"/>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7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53" name="">
            <a:extLst xmlns:a="http://schemas.openxmlformats.org/drawingml/2006/main">
              <a:ext uri="{FF2B5EF4-FFF2-40B4-BE49-F238E27FC236}">
                <a16:creationId xmlns:a16="http://schemas.microsoft.com/office/drawing/2014/main" id="{9444A3C4-081A-42EF-BBEB-E58E0F53C884}"/>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两条不可违背的铁律（决定接口与前端不改动）</a:t>
            </a:r>
          </a:p>
        </p:txBody>
      </p:sp>
      <p:sp>
        <p:nvSpPr>
          <p:cNvPr id="154" name="">
            <a:extLst xmlns:a="http://schemas.openxmlformats.org/drawingml/2006/main">
              <a:ext uri="{FF2B5EF4-FFF2-40B4-BE49-F238E27FC236}">
                <a16:creationId xmlns:a16="http://schemas.microsoft.com/office/drawing/2014/main" id="{E2A7A093-3D99-4F82-8F2C-9AD66757E459}"/>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铁律一　</a:t>
            </a:r>
            <a:r>
              <a:rPr sz="975" b="1">
                <a:solidFill>
                  <a:srgbClr val="D6E6F7"/>
                </a:solidFill>
                <a:latin typeface="微软雅黑"/>
                <a:ea typeface="微软雅黑"/>
                <a:cs typeface="微软雅黑"/>
              </a:rPr>
              <a:t>source=rule </a:t>
            </a:r>
            <a:r>
              <a:rPr sz="975" b="1">
                <a:solidFill>
                  <a:srgbClr val="D6E6F7"/>
                </a:solidFill>
                <a:latin typeface="微软雅黑"/>
                <a:ea typeface="微软雅黑"/>
                <a:cs typeface="微软雅黑"/>
              </a:rPr>
              <a:t>现在，</a:t>
            </a:r>
            <a:r>
              <a:rPr sz="975" b="1">
                <a:solidFill>
                  <a:srgbClr val="D6E6F7"/>
                </a:solidFill>
                <a:latin typeface="微软雅黑"/>
                <a:ea typeface="微软雅黑"/>
                <a:cs typeface="微软雅黑"/>
              </a:rPr>
              <a:t>source=model </a:t>
            </a:r>
            <a:r>
              <a:rPr sz="975" b="1">
                <a:solidFill>
                  <a:srgbClr val="D6E6F7"/>
                </a:solidFill>
                <a:latin typeface="微软雅黑"/>
                <a:ea typeface="微软雅黑"/>
                <a:cs typeface="微软雅黑"/>
              </a:rPr>
              <a:t>将来：</a:t>
            </a:r>
            <a:r>
              <a:rPr sz="975">
                <a:solidFill>
                  <a:srgbClr val="D6E6F7"/>
                </a:solidFill>
                <a:latin typeface="微软雅黑"/>
                <a:ea typeface="微软雅黑"/>
                <a:cs typeface="微软雅黑"/>
              </a:rPr>
              <a:t>替换 </a:t>
            </a:r>
            <a:r>
              <a:rPr sz="975">
                <a:solidFill>
                  <a:srgbClr val="D6E6F7"/>
                </a:solidFill>
                <a:latin typeface="微软雅黑"/>
                <a:ea typeface="微软雅黑"/>
                <a:cs typeface="微软雅黑"/>
              </a:rPr>
              <a:t>Agent </a:t>
            </a:r>
            <a:r>
              <a:rPr sz="975">
                <a:solidFill>
                  <a:srgbClr val="D6E6F7"/>
                </a:solidFill>
                <a:latin typeface="微软雅黑"/>
                <a:ea typeface="微软雅黑"/>
                <a:cs typeface="微软雅黑"/>
              </a:rPr>
              <a:t>模型时只换 </a:t>
            </a:r>
            <a:r>
              <a:rPr sz="975">
                <a:solidFill>
                  <a:srgbClr val="D6E6F7"/>
                </a:solidFill>
                <a:latin typeface="微软雅黑"/>
                <a:ea typeface="微软雅黑"/>
                <a:cs typeface="微软雅黑"/>
              </a:rPr>
              <a:t>Service </a:t>
            </a:r>
            <a:r>
              <a:rPr sz="975">
                <a:solidFill>
                  <a:srgbClr val="D6E6F7"/>
                </a:solidFill>
                <a:latin typeface="微软雅黑"/>
                <a:ea typeface="微软雅黑"/>
                <a:cs typeface="微软雅黑"/>
              </a:rPr>
              <a:t>实现，</a:t>
            </a:r>
            <a:r>
              <a:rPr sz="975">
                <a:solidFill>
                  <a:srgbClr val="D6E6F7"/>
                </a:solidFill>
                <a:latin typeface="微软雅黑"/>
                <a:ea typeface="微软雅黑"/>
                <a:cs typeface="微软雅黑"/>
              </a:rPr>
              <a:t>Controller</a:t>
            </a:r>
            <a:r>
              <a:rPr sz="975">
                <a:solidFill>
                  <a:srgbClr val="D6E6F7"/>
                </a:solidFill>
                <a:latin typeface="微软雅黑"/>
                <a:ea typeface="微软雅黑"/>
                <a:cs typeface="微软雅黑"/>
              </a:rPr>
              <a:t>、</a:t>
            </a:r>
            <a:r>
              <a:rPr sz="975">
                <a:solidFill>
                  <a:srgbClr val="D6E6F7"/>
                </a:solidFill>
                <a:latin typeface="微软雅黑"/>
                <a:ea typeface="微软雅黑"/>
                <a:cs typeface="微软雅黑"/>
              </a:rPr>
              <a:t>DTO</a:t>
            </a:r>
            <a:r>
              <a:rPr sz="975">
                <a:solidFill>
                  <a:srgbClr val="D6E6F7"/>
                </a:solidFill>
                <a:latin typeface="微软雅黑"/>
                <a:ea typeface="微软雅黑"/>
                <a:cs typeface="微软雅黑"/>
              </a:rPr>
              <a:t>、接口路径与前端全部不动。</a:t>
            </a:r>
          </a:p>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铁律二　</a:t>
            </a:r>
            <a:r>
              <a:rPr sz="975" b="1">
                <a:solidFill>
                  <a:srgbClr val="D6E6F7"/>
                </a:solidFill>
                <a:latin typeface="微软雅黑"/>
                <a:ea typeface="微软雅黑"/>
                <a:cs typeface="微软雅黑"/>
              </a:rPr>
              <a:t>Agent </a:t>
            </a:r>
            <a:r>
              <a:rPr sz="975" b="1">
                <a:solidFill>
                  <a:srgbClr val="D6E6F7"/>
                </a:solidFill>
                <a:latin typeface="微软雅黑"/>
                <a:ea typeface="微软雅黑"/>
                <a:cs typeface="微软雅黑"/>
              </a:rPr>
              <a:t>只出建议，绝不直接改业务数据：</a:t>
            </a:r>
            <a:r>
              <a:rPr sz="975">
                <a:solidFill>
                  <a:srgbClr val="D6E6F7"/>
                </a:solidFill>
                <a:latin typeface="微软雅黑"/>
                <a:ea typeface="微软雅黑"/>
                <a:cs typeface="微软雅黑"/>
              </a:rPr>
              <a:t>建议写 </a:t>
            </a:r>
            <a:r>
              <a:rPr sz="975">
                <a:solidFill>
                  <a:srgbClr val="D6E6F7"/>
                </a:solidFill>
                <a:latin typeface="微软雅黑"/>
                <a:ea typeface="微软雅黑"/>
                <a:cs typeface="微软雅黑"/>
              </a:rPr>
              <a:t>agent_suggestion</a:t>
            </a:r>
            <a:r>
              <a:rPr sz="975">
                <a:solidFill>
                  <a:srgbClr val="D6E6F7"/>
                </a:solidFill>
                <a:latin typeface="微软雅黑"/>
                <a:ea typeface="微软雅黑"/>
                <a:cs typeface="微软雅黑"/>
              </a:rPr>
              <a:t>，人工确认写 </a:t>
            </a:r>
            <a:r>
              <a:rPr sz="975">
                <a:solidFill>
                  <a:srgbClr val="D6E6F7"/>
                </a:solidFill>
                <a:latin typeface="微软雅黑"/>
                <a:ea typeface="微软雅黑"/>
                <a:cs typeface="微软雅黑"/>
              </a:rPr>
              <a:t>decision_log</a:t>
            </a:r>
            <a:r>
              <a:rPr sz="975">
                <a:solidFill>
                  <a:srgbClr val="D6E6F7"/>
                </a:solidFill>
                <a:latin typeface="微软雅黑"/>
                <a:ea typeface="微软雅黑"/>
                <a:cs typeface="微软雅黑"/>
              </a:rPr>
              <a:t>，采纳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驳回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修改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执行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回滚全部留痕。</a:t>
            </a:r>
          </a:p>
        </p:txBody>
      </p:sp>
      <p:sp>
        <p:nvSpPr>
          <p:cNvPr id="155" name="">
            <a:extLst xmlns:a="http://schemas.openxmlformats.org/drawingml/2006/main">
              <a:ext uri="{FF2B5EF4-FFF2-40B4-BE49-F238E27FC236}">
                <a16:creationId xmlns:a16="http://schemas.microsoft.com/office/drawing/2014/main" id="{20FA3693-C1F9-4065-B4A0-3BC07C4CA709}"/>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三个典型角色的规则命中示例</a:t>
            </a:r>
          </a:p>
        </p:txBody>
      </p:sp>
      <p:sp>
        <p:nvSpPr>
          <p:cNvPr id="156" name="">
            <a:extLst xmlns:a="http://schemas.openxmlformats.org/drawingml/2006/main">
              <a:ext uri="{FF2B5EF4-FFF2-40B4-BE49-F238E27FC236}">
                <a16:creationId xmlns:a16="http://schemas.microsoft.com/office/drawing/2014/main" id="{1EF2EF13-48BA-47CC-ABC6-8CF1A5658D10}"/>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57" name="">
            <a:extLst xmlns:a="http://schemas.openxmlformats.org/drawingml/2006/main">
              <a:ext uri="{FF2B5EF4-FFF2-40B4-BE49-F238E27FC236}">
                <a16:creationId xmlns:a16="http://schemas.microsoft.com/office/drawing/2014/main" id="{B27B9A79-FF73-4910-9DBE-54435122A2AE}"/>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个人</a:t>
            </a:r>
          </a:p>
        </p:txBody>
      </p:sp>
      <p:sp>
        <p:nvSpPr>
          <p:cNvPr id="158" name="">
            <a:extLst xmlns:a="http://schemas.openxmlformats.org/drawingml/2006/main">
              <a:ext uri="{FF2B5EF4-FFF2-40B4-BE49-F238E27FC236}">
                <a16:creationId xmlns:a16="http://schemas.microsoft.com/office/drawing/2014/main" id="{16A14F51-D511-44E3-A46A-54F296A014C5}"/>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张伟</a:t>
            </a:r>
          </a:p>
        </p:txBody>
      </p:sp>
      <p:sp>
        <p:nvSpPr>
          <p:cNvPr id="159" name="">
            <a:extLst xmlns:a="http://schemas.openxmlformats.org/drawingml/2006/main">
              <a:ext uri="{FF2B5EF4-FFF2-40B4-BE49-F238E27FC236}">
                <a16:creationId xmlns:a16="http://schemas.microsoft.com/office/drawing/2014/main" id="{B6271244-67B5-497E-B7EB-B2FB60944C33}"/>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当前 </a:t>
            </a:r>
            <a:r>
              <a:rPr sz="900" b="0">
                <a:solidFill>
                  <a:srgbClr val="D6E6F7"/>
                </a:solidFill>
                <a:latin typeface="微软雅黑"/>
                <a:ea typeface="微软雅黑"/>
                <a:cs typeface="微软雅黑"/>
              </a:rPr>
              <a:t>L1 </a:t>
            </a:r>
            <a:r>
              <a:rPr sz="900" b="0">
                <a:solidFill>
                  <a:srgbClr val="D6E6F7"/>
                </a:solidFill>
                <a:latin typeface="微软雅黑"/>
                <a:ea typeface="微软雅黑"/>
                <a:cs typeface="微软雅黑"/>
              </a:rPr>
              <a:t>＜ 岗位要求 </a:t>
            </a:r>
            <a:r>
              <a:rPr sz="900" b="0">
                <a:solidFill>
                  <a:srgbClr val="D6E6F7"/>
                </a:solidFill>
                <a:latin typeface="微软雅黑"/>
                <a:ea typeface="微软雅黑"/>
                <a:cs typeface="微软雅黑"/>
              </a:rPr>
              <a:t>L3</a:t>
            </a:r>
          </a:p>
        </p:txBody>
      </p:sp>
      <p:sp>
        <p:nvSpPr>
          <p:cNvPr id="160" name="">
            <a:extLst xmlns:a="http://schemas.openxmlformats.org/drawingml/2006/main">
              <a:ext uri="{FF2B5EF4-FFF2-40B4-BE49-F238E27FC236}">
                <a16:creationId xmlns:a16="http://schemas.microsoft.com/office/drawing/2014/main" id="{497A4DB4-191B-47FC-8BE5-5DFCBE96A506}"/>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SKILL_GAP_L3</a:t>
            </a:r>
          </a:p>
        </p:txBody>
      </p:sp>
      <p:sp>
        <p:nvSpPr>
          <p:cNvPr id="161" name="">
            <a:extLst xmlns:a="http://schemas.openxmlformats.org/drawingml/2006/main">
              <a:ext uri="{FF2B5EF4-FFF2-40B4-BE49-F238E27FC236}">
                <a16:creationId xmlns:a16="http://schemas.microsoft.com/office/drawing/2014/main" id="{8D4A4329-907E-4B5B-B9DD-DB5C485B14D6}"/>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推荐课程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带教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模拟考</a:t>
            </a:r>
          </a:p>
        </p:txBody>
      </p:sp>
      <p:sp>
        <p:nvSpPr>
          <p:cNvPr id="162" name="">
            <a:extLst xmlns:a="http://schemas.openxmlformats.org/drawingml/2006/main">
              <a:ext uri="{FF2B5EF4-FFF2-40B4-BE49-F238E27FC236}">
                <a16:creationId xmlns:a16="http://schemas.microsoft.com/office/drawing/2014/main" id="{B92EDC25-E9C7-41B8-A741-C5142BBE24CF}"/>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163" name="">
            <a:extLst xmlns:a="http://schemas.openxmlformats.org/drawingml/2006/main">
              <a:ext uri="{FF2B5EF4-FFF2-40B4-BE49-F238E27FC236}">
                <a16:creationId xmlns:a16="http://schemas.microsoft.com/office/drawing/2014/main" id="{2863E60B-1CE6-4E0B-90BA-CBD7F0FB017B}"/>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实操</a:t>
            </a:r>
          </a:p>
        </p:txBody>
      </p:sp>
      <p:sp>
        <p:nvSpPr>
          <p:cNvPr id="164" name="">
            <a:extLst xmlns:a="http://schemas.openxmlformats.org/drawingml/2006/main">
              <a:ext uri="{FF2B5EF4-FFF2-40B4-BE49-F238E27FC236}">
                <a16:creationId xmlns:a16="http://schemas.microsoft.com/office/drawing/2014/main" id="{E5D5157E-172D-4BCD-AAA8-5C1A8ABCDDDF}"/>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李民</a:t>
            </a:r>
          </a:p>
        </p:txBody>
      </p:sp>
      <p:sp>
        <p:nvSpPr>
          <p:cNvPr id="165" name="">
            <a:extLst xmlns:a="http://schemas.openxmlformats.org/drawingml/2006/main">
              <a:ext uri="{FF2B5EF4-FFF2-40B4-BE49-F238E27FC236}">
                <a16:creationId xmlns:a16="http://schemas.microsoft.com/office/drawing/2014/main" id="{EC7A87BF-F41C-4CDD-9026-4399516C5E0B}"/>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O2 18.2 %VOL </a:t>
            </a:r>
            <a:r>
              <a:rPr sz="900" b="0">
                <a:solidFill>
                  <a:srgbClr val="D6E6F7"/>
                </a:solidFill>
                <a:latin typeface="微软雅黑"/>
                <a:ea typeface="微软雅黑"/>
                <a:cs typeface="微软雅黑"/>
              </a:rPr>
              <a:t>＜ 阈值 </a:t>
            </a:r>
            <a:r>
              <a:rPr sz="900" b="0">
                <a:solidFill>
                  <a:srgbClr val="D6E6F7"/>
                </a:solidFill>
                <a:latin typeface="微软雅黑"/>
                <a:ea typeface="微软雅黑"/>
                <a:cs typeface="微软雅黑"/>
              </a:rPr>
              <a:t>19.5</a:t>
            </a:r>
          </a:p>
        </p:txBody>
      </p:sp>
      <p:sp>
        <p:nvSpPr>
          <p:cNvPr id="166" name="">
            <a:extLst xmlns:a="http://schemas.openxmlformats.org/drawingml/2006/main">
              <a:ext uri="{FF2B5EF4-FFF2-40B4-BE49-F238E27FC236}">
                <a16:creationId xmlns:a16="http://schemas.microsoft.com/office/drawing/2014/main" id="{BD8BBA65-D8DF-4097-BF12-D9688E396955}"/>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REPORT_GAS_OVER_MARGIN_MID + RULE-KW-HEALTH</a:t>
            </a:r>
          </a:p>
        </p:txBody>
      </p:sp>
      <p:sp>
        <p:nvSpPr>
          <p:cNvPr id="167" name="">
            <a:extLst xmlns:a="http://schemas.openxmlformats.org/drawingml/2006/main">
              <a:ext uri="{FF2B5EF4-FFF2-40B4-BE49-F238E27FC236}">
                <a16:creationId xmlns:a16="http://schemas.microsoft.com/office/drawing/2014/main" id="{50E095C3-2248-4A3C-80A8-7249B0A72701}"/>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严重度「高」</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原因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处置措施</a:t>
            </a:r>
          </a:p>
        </p:txBody>
      </p:sp>
      <p:sp>
        <p:nvSpPr>
          <p:cNvPr id="168" name="">
            <a:extLst xmlns:a="http://schemas.openxmlformats.org/drawingml/2006/main">
              <a:ext uri="{FF2B5EF4-FFF2-40B4-BE49-F238E27FC236}">
                <a16:creationId xmlns:a16="http://schemas.microsoft.com/office/drawing/2014/main" id="{2A1980E2-0FA6-49DD-BF80-CE3CB3168239}"/>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69" name="">
            <a:extLst xmlns:a="http://schemas.openxmlformats.org/drawingml/2006/main">
              <a:ext uri="{FF2B5EF4-FFF2-40B4-BE49-F238E27FC236}">
                <a16:creationId xmlns:a16="http://schemas.microsoft.com/office/drawing/2014/main" id="{A4E471BF-4AD9-4B45-B666-0C25E0D636A4}"/>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人才</a:t>
            </a:r>
          </a:p>
        </p:txBody>
      </p:sp>
      <p:sp>
        <p:nvSpPr>
          <p:cNvPr id="170" name="">
            <a:extLst xmlns:a="http://schemas.openxmlformats.org/drawingml/2006/main">
              <a:ext uri="{FF2B5EF4-FFF2-40B4-BE49-F238E27FC236}">
                <a16:creationId xmlns:a16="http://schemas.microsoft.com/office/drawing/2014/main" id="{FBFD0ADA-9026-4799-BCF9-FCD81D899C49}"/>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王总</a:t>
            </a:r>
          </a:p>
        </p:txBody>
      </p:sp>
      <p:sp>
        <p:nvSpPr>
          <p:cNvPr id="171" name="">
            <a:extLst xmlns:a="http://schemas.openxmlformats.org/drawingml/2006/main">
              <a:ext uri="{FF2B5EF4-FFF2-40B4-BE49-F238E27FC236}">
                <a16:creationId xmlns:a16="http://schemas.microsoft.com/office/drawing/2014/main" id="{889B3237-A044-44E9-BD90-239703BEE4A4}"/>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备份不足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未来需求 </a:t>
            </a:r>
            <a:r>
              <a:rPr sz="900" b="0">
                <a:solidFill>
                  <a:srgbClr val="D6E6F7"/>
                </a:solidFill>
                <a:latin typeface="微软雅黑"/>
                <a:ea typeface="微软雅黑"/>
                <a:cs typeface="微软雅黑"/>
              </a:rPr>
              <a:t>&gt; </a:t>
            </a:r>
            <a:r>
              <a:rPr sz="900" b="0">
                <a:solidFill>
                  <a:srgbClr val="D6E6F7"/>
                </a:solidFill>
                <a:latin typeface="微软雅黑"/>
                <a:ea typeface="微软雅黑"/>
                <a:cs typeface="微软雅黑"/>
              </a:rPr>
              <a:t>现有供给</a:t>
            </a:r>
          </a:p>
        </p:txBody>
      </p:sp>
      <p:sp>
        <p:nvSpPr>
          <p:cNvPr id="172" name="">
            <a:extLst xmlns:a="http://schemas.openxmlformats.org/drawingml/2006/main">
              <a:ext uri="{FF2B5EF4-FFF2-40B4-BE49-F238E27FC236}">
                <a16:creationId xmlns:a16="http://schemas.microsoft.com/office/drawing/2014/main" id="{0BC00EA0-F61C-40B4-BC2B-7DFFF38E325F}"/>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Bahnschrift"/>
                <a:ea typeface="Bahnschrift"/>
                <a:cs typeface="Bahnschrift"/>
              </a:defRPr>
            </a:pPr>
            <a:r>
              <a:rPr sz="900" b="1">
                <a:solidFill>
                  <a:srgbClr val="31C7F0"/>
                </a:solidFill>
                <a:latin typeface="Bahnschrift"/>
                <a:ea typeface="Bahnschrift"/>
                <a:cs typeface="Bahnschrift"/>
              </a:rPr>
              <a:t>BACKUP_SHORTAGE + FUTURE_DEMAND_GAP</a:t>
            </a:r>
          </a:p>
        </p:txBody>
      </p:sp>
      <p:sp>
        <p:nvSpPr>
          <p:cNvPr id="173" name="">
            <a:extLst xmlns:a="http://schemas.openxmlformats.org/drawingml/2006/main">
              <a:ext uri="{FF2B5EF4-FFF2-40B4-BE49-F238E27FC236}">
                <a16:creationId xmlns:a16="http://schemas.microsoft.com/office/drawing/2014/main" id="{7BAC0F5F-E502-44A5-869F-A8358711BA00}"/>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风险预警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转岗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招聘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外委</a:t>
            </a:r>
          </a:p>
        </p:txBody>
      </p:sp>
      <p:sp>
        <p:nvSpPr>
          <p:cNvPr id="174" name="">
            <a:extLst xmlns:a="http://schemas.openxmlformats.org/drawingml/2006/main">
              <a:ext uri="{FF2B5EF4-FFF2-40B4-BE49-F238E27FC236}">
                <a16:creationId xmlns:a16="http://schemas.microsoft.com/office/drawing/2014/main" id="{FE708FAF-EDB8-426D-94BD-965D07C0F58F}"/>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75" name="">
            <a:extLst xmlns:a="http://schemas.openxmlformats.org/drawingml/2006/main">
              <a:ext uri="{FF2B5EF4-FFF2-40B4-BE49-F238E27FC236}">
                <a16:creationId xmlns:a16="http://schemas.microsoft.com/office/drawing/2014/main" id="{97676B42-2D31-4FCE-B57F-1FDF807288E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76" name="">
            <a:extLst xmlns:a="http://schemas.openxmlformats.org/drawingml/2006/main">
              <a:ext uri="{FF2B5EF4-FFF2-40B4-BE49-F238E27FC236}">
                <a16:creationId xmlns:a16="http://schemas.microsoft.com/office/drawing/2014/main" id="{FC8B3190-AE96-49BA-943A-5FA03E553111}"/>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7" name="">
            <a:extLst xmlns:a="http://schemas.openxmlformats.org/drawingml/2006/main">
              <a:ext uri="{FF2B5EF4-FFF2-40B4-BE49-F238E27FC236}">
                <a16:creationId xmlns:a16="http://schemas.microsoft.com/office/drawing/2014/main" id="{B09178D7-8FAA-448E-9401-3227B1D20D5C}"/>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8" name="">
            <a:extLst xmlns:a="http://schemas.openxmlformats.org/drawingml/2006/main">
              <a:ext uri="{FF2B5EF4-FFF2-40B4-BE49-F238E27FC236}">
                <a16:creationId xmlns:a16="http://schemas.microsoft.com/office/drawing/2014/main" id="{8D3D6B9A-82EE-4582-A5F8-B6091C30F293}"/>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79" name="">
            <a:extLst xmlns:a="http://schemas.openxmlformats.org/drawingml/2006/main">
              <a:ext uri="{FF2B5EF4-FFF2-40B4-BE49-F238E27FC236}">
                <a16:creationId xmlns:a16="http://schemas.microsoft.com/office/drawing/2014/main" id="{3C9EBCCB-A467-4979-9228-56DA6F587D53}"/>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80" name="">
            <a:extLst xmlns:a="http://schemas.openxmlformats.org/drawingml/2006/main">
              <a:ext uri="{FF2B5EF4-FFF2-40B4-BE49-F238E27FC236}">
                <a16:creationId xmlns:a16="http://schemas.microsoft.com/office/drawing/2014/main" id="{F9A2CD4D-A88B-4743-8754-AD1DEE1B26CE}"/>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81" name="">
            <a:extLst xmlns:a="http://schemas.openxmlformats.org/drawingml/2006/main">
              <a:ext uri="{FF2B5EF4-FFF2-40B4-BE49-F238E27FC236}">
                <a16:creationId xmlns:a16="http://schemas.microsoft.com/office/drawing/2014/main" id="{29CEB7C6-4CB6-4058-99B7-BC11E1FEF9F0}"/>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11</a:t>
            </a:r>
          </a:p>
        </p:txBody>
      </p:sp>
    </p:spTree>
    <p:extLst>
      <p:ext uri="{BB962C8B-B14F-4D97-AF65-F5344CB8AC3E}">
        <p14:creationId xmlns:p14="http://schemas.microsoft.com/office/powerpoint/2010/main" val="632583862"/>
      </p:ext>
    </p:extLst>
  </p:cSld>
</p:sld>
</file>

<file path=ppt/slides/slide1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d32d313b86b648b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4752E3-C388-4175-B043-FD75D9019F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F24C134-7CCE-475E-9CCB-8E07CFC3EA56}"/>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E86E8">
                  <a:alpha val="15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434B2FB2-721C-4BCF-B9C1-E68C084BF274}"/>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5445D4F-8340-43E1-B28F-DFF945B9F18C}"/>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03A3E93A-4EA8-45A2-B4C4-39EA56B6DA35}"/>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0CBE5CF9-A821-4440-B9CB-4E693D350F98}"/>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090D608-F5F0-4421-86F8-D1D87D63C56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548BC9E-F377-49A0-8D23-07674D069B5A}"/>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A55BB38-AC05-452B-A034-C2D0543D1B0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077699E-3F60-45D1-8810-C2A22494FCDC}"/>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6A30E932-9AC4-4082-91AC-030C5F985986}"/>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48BB0ED-4D52-49B2-9D16-A1030469AEB4}"/>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30C8EEB-749B-46FB-95E4-B87866CC58FF}"/>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EF7F78A-88F1-43CD-AA44-FC21AF8A558F}"/>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465A532-0130-4946-BF07-B5D95759369A}"/>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C3F437F-50C4-4493-A126-0770F579C34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7DFDEBCE-63CA-48B2-BAE3-B3B3ED0C41D8}"/>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0DE05C3-ADC2-4EA3-AB50-FC20FA04A220}"/>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E86E8">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DBF4793-3C8F-45D9-A50A-CEF5792FA72B}"/>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F650E1D0-CA67-45BD-AC1D-97715519EAD4}"/>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6EF6F81E-283D-4CD8-9F2A-10248AB6E94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CBA39E40-0638-43F5-A8F4-A80F4512D23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9CAA635-6E0A-4EF8-98BA-F3225E4E0F20}"/>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EEE19D1-5B58-430D-A2F2-5AB2D4F54A99}"/>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ED6B5F1A-2B81-4C38-8DA2-E2CCC370335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C2F863B-F845-47C7-B5E7-9944F8B942E9}"/>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6ADF8FD7-CABB-4817-8C0F-886CA66D2789}"/>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F02A216-2B8D-466B-ACC6-C80436950FE9}"/>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E86E8">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2D53127F-256E-455D-B715-F84AF94DA2D7}"/>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666ED35-5157-4A24-8930-929F59540DC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38AFB94-F023-4257-9F9B-9AA1A7A2009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83A87E9-6F15-4EF8-ADF2-4DDC84E9D95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B84E0D3-2675-44C6-925A-BAA423F1AE3F}"/>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F9D27F9-B4CD-456F-B2AF-956E9CE3155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4A77B93-948E-4174-B2C9-BC2B41ED1B87}"/>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BEF866C-C29F-4A87-BBC5-0D2E7326ABF8}"/>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AC0E1E4-C534-4D03-A205-D28419922C6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C11421C-5722-4CE7-AF8A-449FF32DC6D1}"/>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E86E8"/>
              </a:gs>
              <a:gs pos="100000">
                <a:srgbClr val="2E86E8">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5BC05BF-9BFC-48DA-811C-BFDC1918574F}"/>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E86E8">
                  <a:alpha val="45000"/>
                </a:srgbClr>
              </a:gs>
              <a:gs pos="100000">
                <a:srgbClr val="2E86E8">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7CE888D1-78C1-4270-B45E-E3FA1F1F4CF8}"/>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FD3E4F61-FF7B-4F62-B62E-F3AB7B16D732}"/>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E86E8"/>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0BB365E9-005D-4D56-B208-D8DD49E88DEF}"/>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E9D97D6A-0C31-4C25-A8CE-E498714DCF0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E86E8">
                  <a:alpha val="26000"/>
                </a:srgbClr>
              </a:gs>
              <a:gs pos="45000">
                <a:srgbClr val="2E86E8">
                  <a:alpha val="10000"/>
                </a:srgbClr>
              </a:gs>
              <a:gs pos="100000">
                <a:srgbClr val="2E86E8">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E1D378E0-A3F8-4D94-9AC0-357F55BA95C9}"/>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E86E8"/>
              </a:gs>
              <a:gs pos="100000">
                <a:srgbClr val="174374"/>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02</a:t>
            </a:r>
          </a:p>
        </p:txBody>
      </p:sp>
      <p:sp>
        <p:nvSpPr>
          <p:cNvPr id="46" name="">
            <a:extLst xmlns:a="http://schemas.openxmlformats.org/drawingml/2006/main">
              <a:ext uri="{FF2B5EF4-FFF2-40B4-BE49-F238E27FC236}">
                <a16:creationId xmlns:a16="http://schemas.microsoft.com/office/drawing/2014/main" id="{71C73711-2A57-43D2-87E1-772C401CF3D4}"/>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总体方案</a:t>
            </a:r>
          </a:p>
        </p:txBody>
      </p:sp>
      <p:sp>
        <p:nvSpPr>
          <p:cNvPr id="47" name="">
            <a:extLst xmlns:a="http://schemas.openxmlformats.org/drawingml/2006/main">
              <a:ext uri="{FF2B5EF4-FFF2-40B4-BE49-F238E27FC236}">
                <a16:creationId xmlns:a16="http://schemas.microsoft.com/office/drawing/2014/main" id="{0CE06839-E5B7-4F37-B938-B31C0E62450E}"/>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E86E8"/>
              </a:gs>
              <a:gs pos="100000">
                <a:srgbClr val="2E86E8">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A47C6EF9-25F2-4FA4-9181-32E6FD38C6C0}"/>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四项核心创新点</a:t>
            </a:r>
          </a:p>
        </p:txBody>
      </p:sp>
      <p:sp>
        <p:nvSpPr>
          <p:cNvPr id="49" name="">
            <a:extLst xmlns:a="http://schemas.openxmlformats.org/drawingml/2006/main">
              <a:ext uri="{FF2B5EF4-FFF2-40B4-BE49-F238E27FC236}">
                <a16:creationId xmlns:a16="http://schemas.microsoft.com/office/drawing/2014/main" id="{2F58C0D0-A243-4C99-949E-F7E0D89AF286}"/>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E86E8"/>
              </a:gs>
              <a:gs pos="100000">
                <a:srgbClr val="2E86E8">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F97C827-95F1-49F1-885F-135CBFEED569}"/>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03DE3E7-96A6-4F1B-A919-A25E8FFABAE2}"/>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3CC129B-E66E-440B-B576-AEDB10B9BFA8}"/>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E86E8">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E1FC27C-F6E4-45D0-B1AD-655E725818A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D8995D91-F85E-4E09-BA40-37412440AB1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E2EEE1EC-6B92-4C40-BB48-69FB829D076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D75B0489-501F-439F-A588-7A92315E3222}"/>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97376CEF-7CC3-4116-ABC7-92FB0B40C174}"/>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12DEFCA-9531-482D-A25C-B439025D781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8033CE45-9E3F-470F-A7DA-A60646E6138B}"/>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E2603CAE-282C-4D6B-B0E2-6A11E249FC02}"/>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44BD3771-232F-4783-896A-2076BC443AD6}"/>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E86E8">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44B51A8F-66D0-4725-A6A5-DD6833284391}"/>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CAF6466-7225-4B88-9770-8BE8EE496203}"/>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把判断逻辑从代码搬进数据库，再把结论落成可复算、可审计的证据链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这是与通用方案的本质差异。</a:t>
            </a:r>
          </a:p>
        </p:txBody>
      </p:sp>
      <p:sp>
        <p:nvSpPr>
          <p:cNvPr id="64" name="">
            <a:extLst xmlns:a="http://schemas.openxmlformats.org/drawingml/2006/main">
              <a:ext uri="{FF2B5EF4-FFF2-40B4-BE49-F238E27FC236}">
                <a16:creationId xmlns:a16="http://schemas.microsoft.com/office/drawing/2014/main" id="{EBAB51B8-81A9-47D0-9048-908C52DD2665}"/>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2F2B6F82-8AC4-40D4-A5BD-A46E16710CA8}"/>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538554C6-CD3F-42E1-9F8A-6B472D2D8237}"/>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创新点一</a:t>
            </a:r>
          </a:p>
        </p:txBody>
      </p:sp>
      <p:sp>
        <p:nvSpPr>
          <p:cNvPr id="67" name="">
            <a:extLst xmlns:a="http://schemas.openxmlformats.org/drawingml/2006/main">
              <a:ext uri="{FF2B5EF4-FFF2-40B4-BE49-F238E27FC236}">
                <a16:creationId xmlns:a16="http://schemas.microsoft.com/office/drawing/2014/main" id="{DAC60035-D45E-4CCE-9443-0146712D6FDD}"/>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68" name="">
            <a:extLst xmlns:a="http://schemas.openxmlformats.org/drawingml/2006/main">
              <a:ext uri="{FF2B5EF4-FFF2-40B4-BE49-F238E27FC236}">
                <a16:creationId xmlns:a16="http://schemas.microsoft.com/office/drawing/2014/main" id="{9D596F27-E1E2-43B9-9672-2591C43E1C88}"/>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E557F466-0F2A-40FD-A844-0A62B09384E6}"/>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条件 </a:t>
            </a:r>
            <a:r>
              <a:rPr sz="975">
                <a:solidFill>
                  <a:srgbClr val="D6E6F7"/>
                </a:solidFill>
                <a:latin typeface="微软雅黑"/>
                <a:ea typeface="微软雅黑"/>
                <a:cs typeface="微软雅黑"/>
              </a:rPr>
              <a:t>JSON + </a:t>
            </a:r>
            <a:r>
              <a:rPr sz="975">
                <a:solidFill>
                  <a:srgbClr val="D6E6F7"/>
                </a:solidFill>
                <a:latin typeface="微软雅黑"/>
                <a:ea typeface="微软雅黑"/>
                <a:cs typeface="微软雅黑"/>
              </a:rPr>
              <a:t>动作 </a:t>
            </a:r>
            <a:r>
              <a:rPr sz="975">
                <a:solidFill>
                  <a:srgbClr val="D6E6F7"/>
                </a:solidFill>
                <a:latin typeface="微软雅黑"/>
                <a:ea typeface="微软雅黑"/>
                <a:cs typeface="微软雅黑"/>
              </a:rPr>
              <a:t>JSON + </a:t>
            </a:r>
            <a:r>
              <a:rPr sz="975">
                <a:solidFill>
                  <a:srgbClr val="D6E6F7"/>
                </a:solidFill>
                <a:latin typeface="微软雅黑"/>
                <a:ea typeface="微软雅黑"/>
                <a:cs typeface="微软雅黑"/>
              </a:rPr>
              <a:t>优先级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分组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启停全部落库</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算子白名单求值，绝不使用 </a:t>
            </a:r>
            <a:r>
              <a:rPr sz="975">
                <a:solidFill>
                  <a:srgbClr val="D6E6F7"/>
                </a:solidFill>
                <a:latin typeface="微软雅黑"/>
                <a:ea typeface="微软雅黑"/>
                <a:cs typeface="微软雅黑"/>
              </a:rPr>
              <a:t>SpEL / eval / </a:t>
            </a:r>
            <a:r>
              <a:rPr sz="975">
                <a:solidFill>
                  <a:srgbClr val="D6E6F7"/>
                </a:solidFill>
                <a:latin typeface="微软雅黑"/>
                <a:ea typeface="微软雅黑"/>
                <a:cs typeface="微软雅黑"/>
              </a:rPr>
              <a:t>拼 </a:t>
            </a:r>
            <a:r>
              <a:rPr sz="975">
                <a:solidFill>
                  <a:srgbClr val="D6E6F7"/>
                </a:solidFill>
                <a:latin typeface="微软雅黑"/>
                <a:ea typeface="微软雅黑"/>
                <a:cs typeface="微软雅黑"/>
              </a:rPr>
              <a:t>SQL</a:t>
            </a:r>
            <a:r>
              <a:rPr sz="975">
                <a:solidFill>
                  <a:srgbClr val="D6E6F7"/>
                </a:solidFill>
                <a:latin typeface="微软雅黑"/>
                <a:ea typeface="微软雅黑"/>
                <a:cs typeface="微软雅黑"/>
              </a:rPr>
              <a:t>，规则当不可信输入</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规则表由 </a:t>
            </a:r>
            <a:r>
              <a:rPr sz="975">
                <a:solidFill>
                  <a:srgbClr val="D6E6F7"/>
                </a:solidFill>
                <a:latin typeface="微软雅黑"/>
                <a:ea typeface="微软雅黑"/>
                <a:cs typeface="微软雅黑"/>
              </a:rPr>
              <a:t>RuleEngine </a:t>
            </a:r>
            <a:r>
              <a:rPr sz="975">
                <a:solidFill>
                  <a:srgbClr val="D6E6F7"/>
                </a:solidFill>
                <a:latin typeface="微软雅黑"/>
                <a:ea typeface="微软雅黑"/>
                <a:cs typeface="微软雅黑"/>
              </a:rPr>
              <a:t>读库驱动，</a:t>
            </a:r>
            <a:r>
              <a:rPr sz="975">
                <a:solidFill>
                  <a:srgbClr val="D6E6F7"/>
                </a:solidFill>
                <a:latin typeface="微软雅黑"/>
                <a:ea typeface="微软雅黑"/>
                <a:cs typeface="微软雅黑"/>
              </a:rPr>
              <a:t>rule_result </a:t>
            </a:r>
            <a:r>
              <a:rPr sz="975">
                <a:solidFill>
                  <a:srgbClr val="D6E6F7"/>
                </a:solidFill>
                <a:latin typeface="微软雅黑"/>
                <a:ea typeface="微软雅黑"/>
                <a:cs typeface="微软雅黑"/>
              </a:rPr>
              <a:t>落执行留痕</a:t>
            </a:r>
          </a:p>
        </p:txBody>
      </p:sp>
      <p:sp>
        <p:nvSpPr>
          <p:cNvPr id="70" name="">
            <a:extLst xmlns:a="http://schemas.openxmlformats.org/drawingml/2006/main">
              <a:ext uri="{FF2B5EF4-FFF2-40B4-BE49-F238E27FC236}">
                <a16:creationId xmlns:a16="http://schemas.microsoft.com/office/drawing/2014/main" id="{CFF17A2C-D562-407C-B9CC-C75D606309C1}"/>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4C447A55-CE0F-4AD1-ADB6-366D04DEDCD8}"/>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B949240F-3B57-449C-956E-8BA0043906B9}"/>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2E86E8"/>
                </a:solidFill>
                <a:latin typeface="微软雅黑"/>
                <a:ea typeface="微软雅黑"/>
                <a:cs typeface="微软雅黑"/>
              </a:defRPr>
            </a:pPr>
            <a:r>
              <a:rPr sz="938" b="1">
                <a:solidFill>
                  <a:srgbClr val="2E86E8"/>
                </a:solidFill>
                <a:latin typeface="微软雅黑"/>
                <a:ea typeface="微软雅黑"/>
                <a:cs typeface="微软雅黑"/>
              </a:rPr>
              <a:t>创新点二</a:t>
            </a:r>
          </a:p>
        </p:txBody>
      </p:sp>
      <p:sp>
        <p:nvSpPr>
          <p:cNvPr id="73" name="">
            <a:extLst xmlns:a="http://schemas.openxmlformats.org/drawingml/2006/main">
              <a:ext uri="{FF2B5EF4-FFF2-40B4-BE49-F238E27FC236}">
                <a16:creationId xmlns:a16="http://schemas.microsoft.com/office/drawing/2014/main" id="{B85C7992-B6EC-4AEE-B685-BCD8778E0DB9}"/>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a:t>
            </a:r>
            <a:r>
              <a:rPr sz="1575" b="1">
                <a:solidFill>
                  <a:srgbClr val="FFFFFF"/>
                </a:solidFill>
                <a:latin typeface="微软雅黑"/>
                <a:ea typeface="微软雅黑"/>
                <a:cs typeface="微软雅黑"/>
              </a:rPr>
              <a:t>+ </a:t>
            </a:r>
            <a:r>
              <a:rPr sz="1575" b="1">
                <a:solidFill>
                  <a:srgbClr val="FFFFFF"/>
                </a:solidFill>
                <a:latin typeface="微软雅黑"/>
                <a:ea typeface="微软雅黑"/>
                <a:cs typeface="微软雅黑"/>
              </a:rPr>
              <a:t>引用事实</a:t>
            </a:r>
          </a:p>
        </p:txBody>
      </p:sp>
      <p:sp>
        <p:nvSpPr>
          <p:cNvPr id="74" name="">
            <a:extLst xmlns:a="http://schemas.openxmlformats.org/drawingml/2006/main">
              <a:ext uri="{FF2B5EF4-FFF2-40B4-BE49-F238E27FC236}">
                <a16:creationId xmlns:a16="http://schemas.microsoft.com/office/drawing/2014/main" id="{C26138FB-56D4-456D-BC20-C0CCE4B49BC8}"/>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8CB20384-3A8A-4673-858D-ECD465D19CA7}"/>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rule_group </a:t>
            </a:r>
            <a:r>
              <a:rPr sz="975">
                <a:solidFill>
                  <a:srgbClr val="D6E6F7"/>
                </a:solidFill>
                <a:latin typeface="微软雅黑"/>
                <a:ea typeface="微软雅黑"/>
                <a:cs typeface="微软雅黑"/>
              </a:rPr>
              <a:t>把「定档」与「关键词补充」分成两组，各判各的</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stop_on_match </a:t>
            </a:r>
            <a:r>
              <a:rPr sz="975">
                <a:solidFill>
                  <a:srgbClr val="D6E6F7"/>
                </a:solidFill>
                <a:latin typeface="微软雅黑"/>
                <a:ea typeface="微软雅黑"/>
                <a:cs typeface="微软雅黑"/>
              </a:rPr>
              <a:t>只结束本组，</a:t>
            </a:r>
            <a:r>
              <a:rPr sz="975">
                <a:solidFill>
                  <a:srgbClr val="D6E6F7"/>
                </a:solidFill>
                <a:latin typeface="微软雅黑"/>
                <a:ea typeface="微软雅黑"/>
                <a:cs typeface="微软雅黑"/>
              </a:rPr>
              <a:t>max_hits </a:t>
            </a:r>
            <a:r>
              <a:rPr sz="975">
                <a:solidFill>
                  <a:srgbClr val="D6E6F7"/>
                </a:solidFill>
                <a:latin typeface="微软雅黑"/>
                <a:ea typeface="微软雅黑"/>
                <a:cs typeface="微软雅黑"/>
              </a:rPr>
              <a:t>只限制本组命中条数</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action_json </a:t>
            </a:r>
            <a:r>
              <a:rPr sz="975">
                <a:solidFill>
                  <a:srgbClr val="D6E6F7"/>
                </a:solidFill>
                <a:latin typeface="微软雅黑"/>
                <a:ea typeface="微软雅黑"/>
                <a:cs typeface="微软雅黑"/>
              </a:rPr>
              <a:t>中以 </a:t>
            </a:r>
            <a:r>
              <a:rPr sz="975">
                <a:solidFill>
                  <a:srgbClr val="D6E6F7"/>
                </a:solidFill>
                <a:latin typeface="微软雅黑"/>
                <a:ea typeface="微软雅黑"/>
                <a:cs typeface="微软雅黑"/>
              </a:rPr>
              <a:t>_from </a:t>
            </a:r>
            <a:r>
              <a:rPr sz="975">
                <a:solidFill>
                  <a:srgbClr val="D6E6F7"/>
                </a:solidFill>
                <a:latin typeface="微软雅黑"/>
                <a:ea typeface="微软雅黑"/>
                <a:cs typeface="微软雅黑"/>
              </a:rPr>
              <a:t>结尾的字段引用事实，一条规则服务所有气体与档位</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同一场景多条规则按 </a:t>
            </a:r>
            <a:r>
              <a:rPr sz="975">
                <a:solidFill>
                  <a:srgbClr val="D6E6F7"/>
                </a:solidFill>
                <a:latin typeface="微软雅黑"/>
                <a:ea typeface="微软雅黑"/>
                <a:cs typeface="微软雅黑"/>
              </a:rPr>
              <a:t>priority </a:t>
            </a:r>
            <a:r>
              <a:rPr sz="975">
                <a:solidFill>
                  <a:srgbClr val="D6E6F7"/>
                </a:solidFill>
                <a:latin typeface="微软雅黑"/>
                <a:ea typeface="微软雅黑"/>
                <a:cs typeface="微软雅黑"/>
              </a:rPr>
              <a:t>从高到低稳定匹配，同优先级按 </a:t>
            </a:r>
            <a:r>
              <a:rPr sz="975">
                <a:solidFill>
                  <a:srgbClr val="D6E6F7"/>
                </a:solidFill>
                <a:latin typeface="微软雅黑"/>
                <a:ea typeface="微软雅黑"/>
                <a:cs typeface="微软雅黑"/>
              </a:rPr>
              <a:t>rule_code </a:t>
            </a:r>
            <a:r>
              <a:rPr sz="975">
                <a:solidFill>
                  <a:srgbClr val="D6E6F7"/>
                </a:solidFill>
                <a:latin typeface="微软雅黑"/>
                <a:ea typeface="微软雅黑"/>
                <a:cs typeface="微软雅黑"/>
              </a:rPr>
              <a:t>排序</a:t>
            </a:r>
          </a:p>
        </p:txBody>
      </p:sp>
      <p:sp>
        <p:nvSpPr>
          <p:cNvPr id="76" name="">
            <a:extLst xmlns:a="http://schemas.openxmlformats.org/drawingml/2006/main">
              <a:ext uri="{FF2B5EF4-FFF2-40B4-BE49-F238E27FC236}">
                <a16:creationId xmlns:a16="http://schemas.microsoft.com/office/drawing/2014/main" id="{97900248-62D3-4704-B54F-9B109D71A53D}"/>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7" name="">
            <a:extLst xmlns:a="http://schemas.openxmlformats.org/drawingml/2006/main">
              <a:ext uri="{FF2B5EF4-FFF2-40B4-BE49-F238E27FC236}">
                <a16:creationId xmlns:a16="http://schemas.microsoft.com/office/drawing/2014/main" id="{E9CBC082-424C-4FA0-A9D3-E64B0EBE9A58}"/>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231B460B-18D4-4D61-8475-47BF6CF4442E}"/>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创新点三</a:t>
            </a:r>
          </a:p>
        </p:txBody>
      </p:sp>
      <p:sp>
        <p:nvSpPr>
          <p:cNvPr id="79" name="">
            <a:extLst xmlns:a="http://schemas.openxmlformats.org/drawingml/2006/main">
              <a:ext uri="{FF2B5EF4-FFF2-40B4-BE49-F238E27FC236}">
                <a16:creationId xmlns:a16="http://schemas.microsoft.com/office/drawing/2014/main" id="{90B3586E-CDB4-4D8F-B13C-F34951FCC208}"/>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80" name="">
            <a:extLst xmlns:a="http://schemas.openxmlformats.org/drawingml/2006/main">
              <a:ext uri="{FF2B5EF4-FFF2-40B4-BE49-F238E27FC236}">
                <a16:creationId xmlns:a16="http://schemas.microsoft.com/office/drawing/2014/main" id="{5F860EDA-9CD4-47DE-9E5D-91E9AC023394}"/>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0462914C-6162-423F-B099-650D2760C97E}"/>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每条结论携带 </a:t>
            </a:r>
            <a:r>
              <a:rPr sz="975">
                <a:solidFill>
                  <a:srgbClr val="D6E6F7"/>
                </a:solidFill>
                <a:latin typeface="微软雅黑"/>
                <a:ea typeface="微软雅黑"/>
                <a:cs typeface="微软雅黑"/>
              </a:rPr>
              <a:t>rule_code</a:t>
            </a:r>
            <a:r>
              <a:rPr sz="975">
                <a:solidFill>
                  <a:srgbClr val="D6E6F7"/>
                </a:solidFill>
                <a:latin typeface="微软雅黑"/>
                <a:ea typeface="微软雅黑"/>
                <a:cs typeface="微软雅黑"/>
              </a:rPr>
              <a:t>、命中条件、依据事实与置信度</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severity </a:t>
            </a:r>
            <a:r>
              <a:rPr sz="975">
                <a:solidFill>
                  <a:srgbClr val="D6E6F7"/>
                </a:solidFill>
                <a:latin typeface="微软雅黑"/>
                <a:ea typeface="微软雅黑"/>
                <a:cs typeface="微软雅黑"/>
              </a:rPr>
              <a:t>取命中里最严重的一档，</a:t>
            </a:r>
            <a:r>
              <a:rPr sz="975">
                <a:solidFill>
                  <a:srgbClr val="D6E6F7"/>
                </a:solidFill>
                <a:latin typeface="微软雅黑"/>
                <a:ea typeface="微软雅黑"/>
                <a:cs typeface="微软雅黑"/>
              </a:rPr>
              <a:t>actions / causes </a:t>
            </a:r>
            <a:r>
              <a:rPr sz="975">
                <a:solidFill>
                  <a:srgbClr val="D6E6F7"/>
                </a:solidFill>
                <a:latin typeface="微软雅黑"/>
                <a:ea typeface="微软雅黑"/>
                <a:cs typeface="微软雅黑"/>
              </a:rPr>
              <a:t>去重保序</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同一份报告连续归因两次，</a:t>
            </a:r>
            <a:r>
              <a:rPr sz="975">
                <a:solidFill>
                  <a:srgbClr val="D6E6F7"/>
                </a:solidFill>
                <a:latin typeface="微软雅黑"/>
                <a:ea typeface="微软雅黑"/>
                <a:cs typeface="微软雅黑"/>
              </a:rPr>
              <a:t>rule_refs </a:t>
            </a:r>
            <a:r>
              <a:rPr sz="975">
                <a:solidFill>
                  <a:srgbClr val="D6E6F7"/>
                </a:solidFill>
                <a:latin typeface="微软雅黑"/>
                <a:ea typeface="微软雅黑"/>
                <a:cs typeface="微软雅黑"/>
              </a:rPr>
              <a:t>必须完全一致（回灌自验）</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结论可下钻到「哪几个人、哪几份报告、哪几条记录」</a:t>
            </a:r>
          </a:p>
        </p:txBody>
      </p:sp>
      <p:sp>
        <p:nvSpPr>
          <p:cNvPr id="82" name="">
            <a:extLst xmlns:a="http://schemas.openxmlformats.org/drawingml/2006/main">
              <a:ext uri="{FF2B5EF4-FFF2-40B4-BE49-F238E27FC236}">
                <a16:creationId xmlns:a16="http://schemas.microsoft.com/office/drawing/2014/main" id="{E3D846DF-F59E-4E7D-8E94-31862B2C5BAB}"/>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65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3" name="">
            <a:extLst xmlns:a="http://schemas.openxmlformats.org/drawingml/2006/main">
              <a:ext uri="{FF2B5EF4-FFF2-40B4-BE49-F238E27FC236}">
                <a16:creationId xmlns:a16="http://schemas.microsoft.com/office/drawing/2014/main" id="{A0D5EC19-B2E8-4B13-91B2-053E06AD95F1}"/>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CE4B256F-E120-4ECE-8A71-BC42D23CD4F5}"/>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B8CFF"/>
                </a:solidFill>
                <a:latin typeface="微软雅黑"/>
                <a:ea typeface="微软雅黑"/>
                <a:cs typeface="微软雅黑"/>
              </a:defRPr>
            </a:pPr>
            <a:r>
              <a:rPr sz="938" b="1">
                <a:solidFill>
                  <a:srgbClr val="9B8CFF"/>
                </a:solidFill>
                <a:latin typeface="微软雅黑"/>
                <a:ea typeface="微软雅黑"/>
                <a:cs typeface="微软雅黑"/>
              </a:rPr>
              <a:t>创新点四</a:t>
            </a:r>
          </a:p>
        </p:txBody>
      </p:sp>
      <p:sp>
        <p:nvSpPr>
          <p:cNvPr id="85" name="">
            <a:extLst xmlns:a="http://schemas.openxmlformats.org/drawingml/2006/main">
              <a:ext uri="{FF2B5EF4-FFF2-40B4-BE49-F238E27FC236}">
                <a16:creationId xmlns:a16="http://schemas.microsoft.com/office/drawing/2014/main" id="{F2FAC0DA-9CC0-4C15-9604-EA95FAC5C9AE}"/>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86" name="">
            <a:extLst xmlns:a="http://schemas.openxmlformats.org/drawingml/2006/main">
              <a:ext uri="{FF2B5EF4-FFF2-40B4-BE49-F238E27FC236}">
                <a16:creationId xmlns:a16="http://schemas.microsoft.com/office/drawing/2014/main" id="{20D60CCA-270B-47FE-8D5A-73FCE6E18BC7}"/>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EB1890BC-3A1A-46D1-BD11-EB04E8DA37F4}"/>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一次归因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一个 </a:t>
            </a:r>
            <a:r>
              <a:rPr sz="975">
                <a:solidFill>
                  <a:srgbClr val="D6E6F7"/>
                </a:solidFill>
                <a:latin typeface="微软雅黑"/>
                <a:ea typeface="微软雅黑"/>
                <a:cs typeface="微软雅黑"/>
              </a:rPr>
              <a:t>run_id</a:t>
            </a:r>
            <a:r>
              <a:rPr sz="975">
                <a:solidFill>
                  <a:srgbClr val="D6E6F7"/>
                </a:solidFill>
                <a:latin typeface="微软雅黑"/>
                <a:ea typeface="微软雅黑"/>
                <a:cs typeface="微软雅黑"/>
              </a:rPr>
              <a:t>，串起三张留痕表</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老总、班组长、员工三端均可确认，决定统一写入 </a:t>
            </a:r>
            <a:r>
              <a:rPr sz="975">
                <a:solidFill>
                  <a:srgbClr val="D6E6F7"/>
                </a:solidFill>
                <a:latin typeface="微软雅黑"/>
                <a:ea typeface="微软雅黑"/>
                <a:cs typeface="微软雅黑"/>
              </a:rPr>
              <a:t>decision_log</a:t>
            </a:r>
          </a:p>
        </p:txBody>
      </p:sp>
      <p:sp>
        <p:nvSpPr>
          <p:cNvPr id="88" name="">
            <a:extLst xmlns:a="http://schemas.openxmlformats.org/drawingml/2006/main">
              <a:ext uri="{FF2B5EF4-FFF2-40B4-BE49-F238E27FC236}">
                <a16:creationId xmlns:a16="http://schemas.microsoft.com/office/drawing/2014/main" id="{907D8377-5471-4E7E-A7E4-0483AA559FD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CDAE72AA-DCF3-4F8F-B8AD-5BEE3D1F62F3}"/>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D21A9072-BAFE-4F55-A985-265478EA1307}"/>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87582704-A8D1-4C67-B4D4-BA1A941A4894}"/>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C181293F-D2E7-4DBD-97D6-86514CA2B04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659E0DA1-5F3E-4461-8F45-1E14486B04EE}"/>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4" name="">
            <a:extLst xmlns:a="http://schemas.openxmlformats.org/drawingml/2006/main">
              <a:ext uri="{FF2B5EF4-FFF2-40B4-BE49-F238E27FC236}">
                <a16:creationId xmlns:a16="http://schemas.microsoft.com/office/drawing/2014/main" id="{D67AD92E-8B09-4B65-8737-B6227F8A58B2}"/>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E4B6B39A-CCC6-402F-9217-D595726B3DF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12</a:t>
            </a:r>
          </a:p>
        </p:txBody>
      </p:sp>
    </p:spTree>
    <p:extLst>
      <p:ext uri="{BB962C8B-B14F-4D97-AF65-F5344CB8AC3E}">
        <p14:creationId xmlns:p14="http://schemas.microsoft.com/office/powerpoint/2010/main" val="1112630196"/>
      </p:ext>
    </p:extLst>
  </p:cSld>
</p:sld>
</file>

<file path=ppt/slides/slide1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62675166af114a7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F510633-97E6-49F2-90BB-6A728E9AB6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B73F76F-1026-4950-ACB6-A22E4AC615BE}"/>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F5C33B">
                  <a:alpha val="20000"/>
                </a:srgbClr>
              </a:gs>
              <a:gs pos="45000">
                <a:srgbClr val="F5C33B">
                  <a:alpha val="8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344B1C12-FA46-494A-A466-76589D0122DA}"/>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4FAB7D9-FB51-45CC-A1AF-A1C22835B3F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F5C33B"/>
              </a:gs>
              <a:gs pos="100000">
                <a:srgbClr val="F5C33B">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64F0EE9-311D-4F12-BE78-6BB6954FB6B0}"/>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C792ADD9-6A15-4297-B900-DCDCB89592ED}"/>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8B95FC65-94CA-43E2-BDBE-6B96746EA02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19055869-D8BF-4D6B-BD26-851465AB2335}"/>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DAF945D-BC26-404C-8477-2361789C2C21}"/>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0A951F87-9088-4DC7-876E-FAD864D0241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88D5D89-F91A-4C12-A147-7071D3131D5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2D579FD-1AB5-42B2-B0EA-A53745567E1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CF8306D2-40E6-4C88-A112-F96BE6657EC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26F33ED1-3ACC-4531-A706-CE7FC6A2D189}"/>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B488A4C-366F-45DE-9972-29E648C8A474}"/>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C846A6B-AAF1-4EFF-8F49-A710CD5D6FE3}"/>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893FAB0-474C-4DDF-A3E0-51C1D9E0D2AF}"/>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2F8A56A-F894-4CBE-AC3B-8F4705F2F7F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9F873C9-CDA7-4EDD-82CD-02B6F65A6AF7}"/>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E51F192D-EF97-4FDE-9929-32A87DF02CE3}"/>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4638A1FD-87E2-4BF6-BFE5-2774A495B954}"/>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F8F5806-14C9-4705-BAD9-E653E23CD1C7}"/>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C65BCC5-4C89-4B6C-9A1B-08C4DFD5A82E}"/>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F5C33B">
                <a:alpha val="45000"/>
              </a:srgbClr>
            </a:solidFill>
            <a:prstDash val="solid"/>
          </a:ln>
        </p:spPr>
      </p:sp>
      <p:sp>
        <p:nvSpPr>
          <p:cNvPr id="25" name="">
            <a:extLst xmlns:a="http://schemas.openxmlformats.org/drawingml/2006/main">
              <a:ext uri="{FF2B5EF4-FFF2-40B4-BE49-F238E27FC236}">
                <a16:creationId xmlns:a16="http://schemas.microsoft.com/office/drawing/2014/main" id="{BF1FBBCA-F0E4-4319-BF23-BCFFA84A43D0}"/>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F5C33B">
                <a:alpha val="28000"/>
              </a:srgbClr>
            </a:solidFill>
            <a:prstDash val="solid"/>
          </a:ln>
        </p:spPr>
      </p:sp>
      <p:sp>
        <p:nvSpPr>
          <p:cNvPr id="26" name="">
            <a:extLst xmlns:a="http://schemas.openxmlformats.org/drawingml/2006/main">
              <a:ext uri="{FF2B5EF4-FFF2-40B4-BE49-F238E27FC236}">
                <a16:creationId xmlns:a16="http://schemas.microsoft.com/office/drawing/2014/main" id="{CF40F324-B730-4F7D-83B3-C36A08AF77DA}"/>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68E6DBF-582F-4616-8B4A-83ED9FECC800}"/>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28" name="">
            <a:extLst xmlns:a="http://schemas.openxmlformats.org/drawingml/2006/main">
              <a:ext uri="{FF2B5EF4-FFF2-40B4-BE49-F238E27FC236}">
                <a16:creationId xmlns:a16="http://schemas.microsoft.com/office/drawing/2014/main" id="{74E0BFA8-AA96-48B1-BDF5-E90630D64D60}"/>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29" name="">
            <a:extLst xmlns:a="http://schemas.openxmlformats.org/drawingml/2006/main">
              <a:ext uri="{FF2B5EF4-FFF2-40B4-BE49-F238E27FC236}">
                <a16:creationId xmlns:a16="http://schemas.microsoft.com/office/drawing/2014/main" id="{9B3C23FE-6D15-46F4-8C74-7134ED045695}"/>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F5C33B">
                <a:alpha val="30000"/>
              </a:srgbClr>
            </a:solidFill>
            <a:prstDash val="solid"/>
          </a:ln>
        </p:spPr>
      </p:sp>
      <p:sp>
        <p:nvSpPr>
          <p:cNvPr id="30" name="">
            <a:extLst xmlns:a="http://schemas.openxmlformats.org/drawingml/2006/main">
              <a:ext uri="{FF2B5EF4-FFF2-40B4-BE49-F238E27FC236}">
                <a16:creationId xmlns:a16="http://schemas.microsoft.com/office/drawing/2014/main" id="{29448CED-4C61-4EA2-86A2-4FAF0CDC2387}"/>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F5C33B">
                      <a:alpha val="75000"/>
                    </a:srgbClr>
                  </a:solidFill>
                  <a:prstDash val="solid"/>
                </a:ln>
                <a:solidFill>
                  <a:srgbClr val="0B2C56"/>
                </a:solidFill>
                <a:latin typeface="Bahnschrift SemiBold"/>
                <a:ea typeface="Bahnschrift SemiBold"/>
                <a:cs typeface="Bahnschrift SemiBold"/>
              </a:defRPr>
            </a:pPr>
            <a:r>
              <a:rPr sz="9900" b="1">
                <a:ln w="14288">
                  <a:solidFill>
                    <a:srgbClr val="F5C33B">
                      <a:alpha val="75000"/>
                    </a:srgbClr>
                  </a:solidFill>
                  <a:prstDash val="solid"/>
                </a:ln>
                <a:solidFill>
                  <a:srgbClr val="0B2C56"/>
                </a:solidFill>
                <a:latin typeface="Bahnschrift SemiBold"/>
                <a:ea typeface="Bahnschrift SemiBold"/>
                <a:cs typeface="Bahnschrift SemiBold"/>
              </a:rPr>
              <a:t>03</a:t>
            </a:r>
          </a:p>
        </p:txBody>
      </p:sp>
      <p:sp>
        <p:nvSpPr>
          <p:cNvPr id="31" name="">
            <a:extLst xmlns:a="http://schemas.openxmlformats.org/drawingml/2006/main">
              <a:ext uri="{FF2B5EF4-FFF2-40B4-BE49-F238E27FC236}">
                <a16:creationId xmlns:a16="http://schemas.microsoft.com/office/drawing/2014/main" id="{A3560B10-674F-4890-93C1-AA0B205322A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EBCAAF0-2530-4D98-94A2-97AE7E88EC85}"/>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F5C33B">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CDBEBA0-C909-4DE4-BC14-D3F9834C535E}"/>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C76881F-A6A1-4259-8D2B-32FA609B3EE2}"/>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ACA141A-E75A-40E5-AD85-AC6969EC2C13}"/>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C23C93C8-21F4-4199-AE9F-66EE9D51E1D6}"/>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07F667CF-D7F7-44D4-9643-777C9230C1CF}"/>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5B51A20-8C4B-47B7-B424-C3A96F61DE17}"/>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BBEBEBB-4A23-47CB-96B8-67BEE3ACEEFF}"/>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AE5E7EA7-A88D-4178-80E7-6C8B30EF107E}"/>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CD520DFD-6181-4A81-9AF2-CCE6DBCA332A}"/>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7F55E9DF-4384-4F50-A519-66E0B7F6B654}"/>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6E40E20-05A9-48DE-84F6-6B9EC8EA2B99}"/>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74972836-3DCD-4D53-AFC0-DD9C6AEC3E70}"/>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31E8D65-6B8C-47AD-BFD2-93379CE79D06}"/>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0ADDADDD-E361-4198-B3A9-590B8FBA52B1}"/>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24B5CEF5-1133-4E9D-8883-D49ABD4C4D4A}"/>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085A6D1B-9368-4203-88E0-27161FB40DB3}"/>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E069912D-7000-4FF6-A21F-9EC983B23A36}"/>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1D3B8BD-B074-4F6D-83BD-27A0CD29E170}"/>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08B80E55-EF97-446D-933F-46B0060A933E}"/>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8DCE20B-F2DF-48A7-860A-A80D0518D74B}"/>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C3D67719-09F6-4163-97C4-E0DBA2264EDE}"/>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554FD271-975B-4701-9134-69F4C8DE5EC7}"/>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5BEFEF20-93D2-4294-92D5-4B70EC223BCE}"/>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BBFE36A9-257C-470A-A239-98BF8E7691D4}"/>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A4555481-8FB9-4946-8E71-DC0EC9F0E2F1}"/>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FBB16177-0C2C-4831-A7DA-89AA97E12931}"/>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8699363-077E-4A27-817C-D4F2B9DA173E}"/>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F5C33B">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F83D75F-5193-4429-9C90-FC46F272609C}"/>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F40F703C-3936-46B7-B3C3-84F0B2AE0CA7}"/>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F5C33B">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A153FF5-586E-4598-BC15-60034DF5E040}"/>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F5C33B">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77568450-CECC-46DE-BE7A-0B5C26876302}"/>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A40A78F0-D817-4F92-9052-D095A7A7BC61}"/>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66A1F095-9A50-4A83-97C7-F83E68B0BB47}"/>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89273E68-12E5-400C-A2AB-57D60295830C}"/>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BB06E4CB-1D8A-40AC-87A4-AEE2A9A3DF19}"/>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6454D6D3-490C-4E35-BCD7-BF3A48C0A66C}"/>
              </a:ext>
            </a:extLst>
          </p:cNvPr>
          <p:cNvSpPr>
            <a:spLocks xmlns:a="http://schemas.openxmlformats.org/drawingml/2006/main" noGrp="1"/>
          </p:cNvSpPr>
          <p:nvPr/>
        </p:nvSpPr>
        <p:spPr>
          <a:xfrm xmlns:a="http://schemas.openxmlformats.org/drawingml/2006/main">
            <a:off x="8667750" y="4895850"/>
            <a:ext cx="571500" cy="571500"/>
          </a:xfrm>
          <a:prstGeom xmlns:a="http://schemas.openxmlformats.org/drawingml/2006/main" prst="ellipse">
            <a:avLst/>
          </a:prstGeom>
          <a:gradFill xmlns:a="http://schemas.openxmlformats.org/drawingml/2006/main">
            <a:gsLst>
              <a:gs pos="0">
                <a:srgbClr val="F5C33B">
                  <a:alpha val="30000"/>
                </a:srgbClr>
              </a:gs>
              <a:gs pos="45000">
                <a:srgbClr val="F5C33B">
                  <a:alpha val="12000"/>
                </a:srgbClr>
              </a:gs>
              <a:gs pos="100000">
                <a:srgbClr val="F5C33B">
                  <a:alpha val="0"/>
                </a:srgbClr>
              </a:gs>
            </a:gsLst>
            <a:path path="shape"/>
          </a:gra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C1A43CBD-7937-4CA8-AD4B-B4CD21300F40}"/>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FDAEB45E-CB20-4EDD-B926-86E91FAD8B07}"/>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算法</a:t>
            </a:r>
          </a:p>
        </p:txBody>
      </p:sp>
      <p:sp>
        <p:nvSpPr>
          <p:cNvPr id="71" name="">
            <a:extLst xmlns:a="http://schemas.openxmlformats.org/drawingml/2006/main">
              <a:ext uri="{FF2B5EF4-FFF2-40B4-BE49-F238E27FC236}">
                <a16:creationId xmlns:a16="http://schemas.microsoft.com/office/drawing/2014/main" id="{C9041883-8699-4111-AB7C-A0F31B28D608}"/>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459E9537-993A-478E-ABAA-8255F3961B06}"/>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9157C899-A6C8-4FC7-836F-3538BA68CDF6}"/>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2C318832-8373-448A-81ED-A91A74255FF5}"/>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A322C763-0D31-4CCB-B372-9641A318D2A4}"/>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7FD94E67-72BA-41A9-84F6-7360CD8CA5A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981D05E8-9CA4-48FD-939A-7CF203233701}"/>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E8E72F4A-AF37-491C-A47B-7E74D687850B}"/>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74A709CB-A7F8-4709-B63D-79116CDAA4A3}"/>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86F2FDD8-5D93-4D7E-9753-14699D70B6CB}"/>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DE3F5FDF-E542-4C6E-9B5C-C1115F2DF630}"/>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7BEE257E-3AA1-44D6-8EB7-410EF39E1146}"/>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52E0583C-4B53-4CF6-BDB9-AD2CECBD5847}"/>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03</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EF8D2004-BCBB-4801-90A5-2CC6CD326F34}"/>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D57F4408-B995-4D76-AD13-9EF4DBF4C5C7}"/>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核心算法</a:t>
            </a:r>
          </a:p>
        </p:txBody>
      </p:sp>
      <p:sp>
        <p:nvSpPr>
          <p:cNvPr id="86" name="">
            <a:extLst xmlns:a="http://schemas.openxmlformats.org/drawingml/2006/main">
              <a:ext uri="{FF2B5EF4-FFF2-40B4-BE49-F238E27FC236}">
                <a16:creationId xmlns:a16="http://schemas.microsoft.com/office/drawing/2014/main" id="{6FD75B94-9302-451F-8788-964215ACAE03}"/>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F5C33B"/>
                </a:solidFill>
                <a:latin typeface="Bahnschrift"/>
                <a:ea typeface="Bahnschrift"/>
                <a:cs typeface="Bahnschrift"/>
              </a:defRPr>
            </a:pPr>
            <a:r>
              <a:rPr sz="1013" b="0" spc="3">
                <a:solidFill>
                  <a:srgbClr val="F5C33B"/>
                </a:solidFill>
                <a:latin typeface="Bahnschrift"/>
                <a:ea typeface="Bahnschrift"/>
                <a:cs typeface="Bahnschrift"/>
              </a:rPr>
              <a:t>ALGORITHMS · RULE ENGINE &amp; RECOMMENDATION</a:t>
            </a:r>
          </a:p>
        </p:txBody>
      </p:sp>
      <p:sp>
        <p:nvSpPr>
          <p:cNvPr id="87" name="">
            <a:extLst xmlns:a="http://schemas.openxmlformats.org/drawingml/2006/main">
              <a:ext uri="{FF2B5EF4-FFF2-40B4-BE49-F238E27FC236}">
                <a16:creationId xmlns:a16="http://schemas.microsoft.com/office/drawing/2014/main" id="{88D7073F-386C-45E3-AC17-CCCF0BAB8966}"/>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96789270-AA4B-4FE2-AADA-F1604212B81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四个算法：规则引擎、气体检测归因、个性化组卷、课程匹配</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每个算法给出公式、流程图、具体案例与输入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约束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输出</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并说明相比「纯规则」或「纯大模型」单用的优势</a:t>
            </a:r>
          </a:p>
        </p:txBody>
      </p:sp>
      <p:sp>
        <p:nvSpPr>
          <p:cNvPr id="89" name="">
            <a:extLst xmlns:a="http://schemas.openxmlformats.org/drawingml/2006/main">
              <a:ext uri="{FF2B5EF4-FFF2-40B4-BE49-F238E27FC236}">
                <a16:creationId xmlns:a16="http://schemas.microsoft.com/office/drawing/2014/main" id="{C4E6EE6C-4053-42D6-9FBE-39D186BA08E3}"/>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0" name="">
            <a:extLst xmlns:a="http://schemas.openxmlformats.org/drawingml/2006/main">
              <a:ext uri="{FF2B5EF4-FFF2-40B4-BE49-F238E27FC236}">
                <a16:creationId xmlns:a16="http://schemas.microsoft.com/office/drawing/2014/main" id="{C9593FDB-A1BE-4F93-9421-E113D506DAC0}"/>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696D0FD5-77A1-43A4-818A-71516B1558D3}"/>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18</a:t>
            </a:r>
          </a:p>
        </p:txBody>
      </p:sp>
      <p:sp>
        <p:nvSpPr>
          <p:cNvPr id="92" name="">
            <a:extLst xmlns:a="http://schemas.openxmlformats.org/drawingml/2006/main">
              <a:ext uri="{FF2B5EF4-FFF2-40B4-BE49-F238E27FC236}">
                <a16:creationId xmlns:a16="http://schemas.microsoft.com/office/drawing/2014/main" id="{30AF502C-D060-42A4-9521-139D82C5AEB7}"/>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条启用规则 </a:t>
            </a:r>
            <a:r>
              <a:rPr sz="863" b="0">
                <a:solidFill>
                  <a:srgbClr val="9FC2E8"/>
                </a:solidFill>
                <a:latin typeface="微软雅黑"/>
                <a:ea typeface="微软雅黑"/>
                <a:cs typeface="微软雅黑"/>
              </a:rPr>
              <a:t>/ 5 </a:t>
            </a:r>
            <a:r>
              <a:rPr sz="863" b="0">
                <a:solidFill>
                  <a:srgbClr val="9FC2E8"/>
                </a:solidFill>
                <a:latin typeface="微软雅黑"/>
                <a:ea typeface="微软雅黑"/>
                <a:cs typeface="微软雅黑"/>
              </a:rPr>
              <a:t>个场景</a:t>
            </a:r>
          </a:p>
        </p:txBody>
      </p:sp>
      <p:sp>
        <p:nvSpPr>
          <p:cNvPr id="93" name="">
            <a:extLst xmlns:a="http://schemas.openxmlformats.org/drawingml/2006/main">
              <a:ext uri="{FF2B5EF4-FFF2-40B4-BE49-F238E27FC236}">
                <a16:creationId xmlns:a16="http://schemas.microsoft.com/office/drawing/2014/main" id="{17D41D37-F1F0-4A49-8786-B2267ECE6690}"/>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4" name="">
            <a:extLst xmlns:a="http://schemas.openxmlformats.org/drawingml/2006/main">
              <a:ext uri="{FF2B5EF4-FFF2-40B4-BE49-F238E27FC236}">
                <a16:creationId xmlns:a16="http://schemas.microsoft.com/office/drawing/2014/main" id="{379693B8-45B5-4A59-988C-B69AE6EB6572}"/>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A5984BAC-05DE-4C97-8317-5B52D2305DA8}"/>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96" name="">
            <a:extLst xmlns:a="http://schemas.openxmlformats.org/drawingml/2006/main">
              <a:ext uri="{FF2B5EF4-FFF2-40B4-BE49-F238E27FC236}">
                <a16:creationId xmlns:a16="http://schemas.microsoft.com/office/drawing/2014/main" id="{56C1B00C-0F2F-408A-BA23-B974DF140819}"/>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个匹配分组</a:t>
            </a:r>
          </a:p>
        </p:txBody>
      </p:sp>
      <p:sp>
        <p:nvSpPr>
          <p:cNvPr id="97" name="">
            <a:extLst xmlns:a="http://schemas.openxmlformats.org/drawingml/2006/main">
              <a:ext uri="{FF2B5EF4-FFF2-40B4-BE49-F238E27FC236}">
                <a16:creationId xmlns:a16="http://schemas.microsoft.com/office/drawing/2014/main" id="{671751FC-F767-4009-9AB7-A55729C110F7}"/>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F5C33B">
                <a:alpha val="50000"/>
              </a:srgbClr>
            </a:solidFill>
            <a:prstDash val="solid"/>
          </a:ln>
        </p:spPr>
      </p:sp>
      <p:sp>
        <p:nvSpPr>
          <p:cNvPr id="98" name="">
            <a:extLst xmlns:a="http://schemas.openxmlformats.org/drawingml/2006/main">
              <a:ext uri="{FF2B5EF4-FFF2-40B4-BE49-F238E27FC236}">
                <a16:creationId xmlns:a16="http://schemas.microsoft.com/office/drawing/2014/main" id="{48CEBC81-D030-41C5-9759-AFFA8A8989DA}"/>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6DDAA8C0-7221-4119-ABEF-0E46A9C79B3F}"/>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a:t>
            </a:r>
          </a:p>
        </p:txBody>
      </p:sp>
      <p:sp>
        <p:nvSpPr>
          <p:cNvPr id="100" name="">
            <a:extLst xmlns:a="http://schemas.openxmlformats.org/drawingml/2006/main">
              <a:ext uri="{FF2B5EF4-FFF2-40B4-BE49-F238E27FC236}">
                <a16:creationId xmlns:a16="http://schemas.microsoft.com/office/drawing/2014/main" id="{3BCB65B6-3930-4677-B2D6-B88C4102F4B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条可复算留痕链</a:t>
            </a:r>
          </a:p>
        </p:txBody>
      </p:sp>
      <p:sp>
        <p:nvSpPr>
          <p:cNvPr id="101" name="">
            <a:extLst xmlns:a="http://schemas.openxmlformats.org/drawingml/2006/main">
              <a:ext uri="{FF2B5EF4-FFF2-40B4-BE49-F238E27FC236}">
                <a16:creationId xmlns:a16="http://schemas.microsoft.com/office/drawing/2014/main" id="{452C91F4-192D-4711-91D4-A2F5F88A0300}"/>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30A71BB4-21D1-490A-929D-A6352D4BFE09}"/>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9B17578-713E-449E-B509-AAA885892058}"/>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432F5E0C-5A39-49D8-BCD3-8144E27E3854}"/>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F5C33B">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390733929"/>
      </p:ext>
    </p:extLst>
  </p:cSld>
</p:sld>
</file>

<file path=ppt/slides/slide1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cda0d6ea4cfd457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5355E6-4CA8-4DF0-ACBB-5FF0B6B7B1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2AF19C2-6503-4F58-A183-20ECF64185B4}"/>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3C46F9BB-62C1-4A64-A06B-42B74B7E7BD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6AB2361-95E2-46F4-8A0D-DCA082AC661B}"/>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BE83D28-6FBB-4F6D-8F41-FD0CE0CF2695}"/>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F5C33B">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A1A1285-3052-48C4-BE93-F19AE77C80C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DC92052B-3E7B-4079-BAD5-A127E9F6F581}"/>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63DAD1F-3EDC-458F-B52D-6E6DFC48716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7EBABF8C-8A81-4335-A341-62EBB38CECB1}"/>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6C9B972-DC36-4680-864D-6F1AE5732424}"/>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171A1DB-CBB0-4F6A-8760-8BD4C0C6941B}"/>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388D049-C947-4C35-A137-59EF72B5013E}"/>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69C827A-B110-4D05-A186-D6CE6650A7E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9157EEF3-B1BB-4A6A-BBB7-C37882EAA77F}"/>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0AD46861-607D-46DF-8661-588E1FDA879C}"/>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9055753-A1E1-4117-A13B-E00B6516929F}"/>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9907D1EF-6CBA-4CF8-B038-82BEA40D85C8}"/>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5A4FAFF-E11C-4D5A-A0C1-31FADAFB67C8}"/>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B66E2432-30C0-42EC-A72B-90135EF82225}"/>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F38BAC6D-03E7-46C9-9BA0-A8994EDE7BB3}"/>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5A60D000-49E2-4B3C-AC82-276F086BE9F0}"/>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03116AD5-02DB-4394-B2D7-1D355789C341}"/>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A7D0655D-7114-4A8C-8847-029D64E529A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5E20382-850B-4C7D-BEF9-9DE590976CF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7C2FAB8-7828-4489-BB28-244D85D5DA0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68BC138-9B51-43AE-A9FA-DEB0A546EAF6}"/>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18D486C3-BD6A-45C9-B1AF-5329F301D96A}"/>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241005B5-144D-4327-AA83-53A4595938E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487A68B-AA05-4E20-934C-2340641BA05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AE104058-A17E-4622-9F6C-AB6D448A373C}"/>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8679A0A-A44E-4790-B55F-B7112E2BA644}"/>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D7D2528-B33D-4600-B416-0FFD1FB1CF47}"/>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E8484EDB-E268-408D-915B-AF003F581756}"/>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B897EEC-2A78-4026-A5EF-731C9CB1CF7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0A10CAF5-DA39-49C3-A251-9F9C71CF1E41}"/>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D33E0BE-9304-45FF-A0D7-7EFF55AD976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1D6280E-B84F-499E-9320-D12701B417E9}"/>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8F8EAFCC-B1A3-4C8A-8EE7-FF3B60991AE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AF7EE130-4AB6-4009-95EE-1C3A48FB3A52}"/>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9E5382EA-D025-4CAA-B434-C0FF788549D8}"/>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65FA60D5-F478-49C3-AF9D-E8A097D66943}"/>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65B0F700-801E-4052-A8F4-4ACBA840A5B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9E06CE0-9551-4A67-AAB1-9782546B3347}"/>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5" name="">
            <a:extLst xmlns:a="http://schemas.openxmlformats.org/drawingml/2006/main">
              <a:ext uri="{FF2B5EF4-FFF2-40B4-BE49-F238E27FC236}">
                <a16:creationId xmlns:a16="http://schemas.microsoft.com/office/drawing/2014/main" id="{B71A1215-FABB-469A-9C9F-79D2E5336678}"/>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6" name="">
            <a:extLst xmlns:a="http://schemas.openxmlformats.org/drawingml/2006/main">
              <a:ext uri="{FF2B5EF4-FFF2-40B4-BE49-F238E27FC236}">
                <a16:creationId xmlns:a16="http://schemas.microsoft.com/office/drawing/2014/main" id="{E65C19BC-6ABD-47BA-A7BD-13ED7AD595F6}"/>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BC172F7F-75A2-4658-9FDE-43AD1119EB39}"/>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算法一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规则引擎：确定性匹配、可复算输出</a:t>
            </a:r>
          </a:p>
        </p:txBody>
      </p:sp>
      <p:sp>
        <p:nvSpPr>
          <p:cNvPr id="48" name="">
            <a:extLst xmlns:a="http://schemas.openxmlformats.org/drawingml/2006/main">
              <a:ext uri="{FF2B5EF4-FFF2-40B4-BE49-F238E27FC236}">
                <a16:creationId xmlns:a16="http://schemas.microsoft.com/office/drawing/2014/main" id="{A6116C5E-14B5-4251-9CD0-4481890948B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9D5B3CFB-D8E9-4D50-87EF-C9AB0C3BDCD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9B6A55C5-3ED9-494B-AEDE-35A5732CBF4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A313DD4-423B-45F4-A5A0-87DBA4BBA294}"/>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2977CABC-92AD-42C4-B252-73DED929A4D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1531CBE5-5F66-4E5A-A543-040720916B2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730F0AB8-B100-4362-AF94-813BE2F5E56E}"/>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34D597B-94D0-457B-ABF8-BFA4EFD22EAE}"/>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5D52CB19-041C-4E07-A691-DF3D0304E6D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A33967B-5056-4896-A0D0-DB489CD9457B}"/>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355E854-4DC2-454C-8CFC-10DC85980965}"/>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6331900-F475-4DDC-B48E-E18D167C9871}"/>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0ADD5FBD-A2E3-4EAB-B195-CBDDB790E2BF}"/>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505F18D-C433-4681-80F9-68403D4C87AA}"/>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569CA418-4A16-456A-81A5-C582E7ABA11C}"/>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同一输入必然得到同一输出</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这是「可复算」的前提，也是规则引擎相对大模型的根本优势。</a:t>
            </a:r>
          </a:p>
        </p:txBody>
      </p:sp>
      <p:sp>
        <p:nvSpPr>
          <p:cNvPr id="63" name="">
            <a:extLst xmlns:a="http://schemas.openxmlformats.org/drawingml/2006/main">
              <a:ext uri="{FF2B5EF4-FFF2-40B4-BE49-F238E27FC236}">
                <a16:creationId xmlns:a16="http://schemas.microsoft.com/office/drawing/2014/main" id="{FE822E5B-5213-4E13-933D-94F734BCC741}"/>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762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4" name="">
            <a:extLst xmlns:a="http://schemas.openxmlformats.org/drawingml/2006/main">
              <a:ext uri="{FF2B5EF4-FFF2-40B4-BE49-F238E27FC236}">
                <a16:creationId xmlns:a16="http://schemas.microsoft.com/office/drawing/2014/main" id="{492585E2-3821-432D-B9B8-D370B7A7007D}"/>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65" name="">
            <a:extLst xmlns:a="http://schemas.openxmlformats.org/drawingml/2006/main">
              <a:ext uri="{FF2B5EF4-FFF2-40B4-BE49-F238E27FC236}">
                <a16:creationId xmlns:a16="http://schemas.microsoft.com/office/drawing/2014/main" id="{DD56C9A9-8C58-4B06-BCBE-A26D149A6F4C}"/>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其中 </a:t>
            </a:r>
            <a:r>
              <a:rPr sz="975">
                <a:solidFill>
                  <a:srgbClr val="D6E6F7"/>
                </a:solidFill>
                <a:latin typeface="微软雅黑"/>
                <a:ea typeface="微软雅黑"/>
                <a:cs typeface="微软雅黑"/>
              </a:rPr>
              <a:t>i ∈ hits(rule)</a:t>
            </a:r>
            <a:r>
              <a:rPr sz="975">
                <a:solidFill>
                  <a:srgbClr val="D6E6F7"/>
                </a:solidFill>
                <a:latin typeface="微软雅黑"/>
                <a:ea typeface="微软雅黑"/>
                <a:cs typeface="微软雅黑"/>
              </a:rPr>
              <a:t>，</a:t>
            </a:r>
            <a:r>
              <a:rPr sz="975">
                <a:solidFill>
                  <a:srgbClr val="D6E6F7"/>
                </a:solidFill>
                <a:latin typeface="微软雅黑"/>
                <a:ea typeface="微软雅黑"/>
                <a:cs typeface="微软雅黑"/>
              </a:rPr>
              <a:t>hits </a:t>
            </a:r>
            <a:r>
              <a:rPr sz="975">
                <a:solidFill>
                  <a:srgbClr val="D6E6F7"/>
                </a:solidFill>
                <a:latin typeface="微软雅黑"/>
                <a:ea typeface="微软雅黑"/>
                <a:cs typeface="微软雅黑"/>
              </a:rPr>
              <a:t>按 </a:t>
            </a:r>
            <a:r>
              <a:rPr sz="975">
                <a:solidFill>
                  <a:srgbClr val="D6E6F7"/>
                </a:solidFill>
                <a:latin typeface="微软雅黑"/>
                <a:ea typeface="微软雅黑"/>
                <a:cs typeface="微软雅黑"/>
              </a:rPr>
              <a:t>priority </a:t>
            </a:r>
            <a:r>
              <a:rPr sz="975">
                <a:solidFill>
                  <a:srgbClr val="D6E6F7"/>
                </a:solidFill>
                <a:latin typeface="微软雅黑"/>
                <a:ea typeface="微软雅黑"/>
                <a:cs typeface="微软雅黑"/>
              </a:rPr>
              <a:t>降序、同优先级按 </a:t>
            </a:r>
            <a:r>
              <a:rPr sz="975">
                <a:solidFill>
                  <a:srgbClr val="D6E6F7"/>
                </a:solidFill>
                <a:latin typeface="微软雅黑"/>
                <a:ea typeface="微软雅黑"/>
                <a:cs typeface="微软雅黑"/>
              </a:rPr>
              <a:t>rule_code </a:t>
            </a:r>
            <a:r>
              <a:rPr sz="975">
                <a:solidFill>
                  <a:srgbClr val="D6E6F7"/>
                </a:solidFill>
                <a:latin typeface="微软雅黑"/>
                <a:ea typeface="微软雅黑"/>
                <a:cs typeface="微软雅黑"/>
              </a:rPr>
              <a:t>稳定排序。</a:t>
            </a:r>
          </a:p>
        </p:txBody>
      </p:sp>
      <p:sp>
        <p:nvSpPr>
          <p:cNvPr id="66" name="">
            <a:extLst xmlns:a="http://schemas.openxmlformats.org/drawingml/2006/main">
              <a:ext uri="{FF2B5EF4-FFF2-40B4-BE49-F238E27FC236}">
                <a16:creationId xmlns:a16="http://schemas.microsoft.com/office/drawing/2014/main" id="{8D49365D-631D-4BE4-AD28-1540D087D3AE}"/>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511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69F926DC-509D-43E4-84A9-658993606E9C}"/>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匹配顺序（决定结果可复现）</a:t>
            </a:r>
          </a:p>
        </p:txBody>
      </p:sp>
      <p:sp>
        <p:nvSpPr>
          <p:cNvPr id="68" name="">
            <a:extLst xmlns:a="http://schemas.openxmlformats.org/drawingml/2006/main">
              <a:ext uri="{FF2B5EF4-FFF2-40B4-BE49-F238E27FC236}">
                <a16:creationId xmlns:a16="http://schemas.microsoft.com/office/drawing/2014/main" id="{B623A903-4485-41DB-A055-22C5C815DDF5}"/>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scene </a:t>
            </a:r>
            <a:r>
              <a:rPr sz="938">
                <a:solidFill>
                  <a:srgbClr val="D6E6F7"/>
                </a:solidFill>
                <a:latin typeface="微软雅黑"/>
                <a:ea typeface="微软雅黑"/>
                <a:cs typeface="微软雅黑"/>
              </a:rPr>
              <a:t>读取 </a:t>
            </a:r>
            <a:r>
              <a:rPr sz="938">
                <a:solidFill>
                  <a:srgbClr val="D6E6F7"/>
                </a:solidFill>
                <a:latin typeface="微软雅黑"/>
                <a:ea typeface="微软雅黑"/>
                <a:cs typeface="微软雅黑"/>
              </a:rPr>
              <a:t>enabled=1 </a:t>
            </a:r>
            <a:r>
              <a:rPr sz="938">
                <a:solidFill>
                  <a:srgbClr val="D6E6F7"/>
                </a:solidFill>
                <a:latin typeface="微软雅黑"/>
                <a:ea typeface="微软雅黑"/>
                <a:cs typeface="微软雅黑"/>
              </a:rPr>
              <a:t>的规则；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priority </a:t>
            </a:r>
            <a:r>
              <a:rPr sz="938">
                <a:solidFill>
                  <a:srgbClr val="D6E6F7"/>
                </a:solidFill>
                <a:latin typeface="微软雅黑"/>
                <a:ea typeface="微软雅黑"/>
                <a:cs typeface="微软雅黑"/>
              </a:rPr>
              <a:t>从高到低排序；</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对条件树做白名单算子求值（</a:t>
            </a:r>
            <a:r>
              <a:rPr sz="938">
                <a:solidFill>
                  <a:srgbClr val="D6E6F7"/>
                </a:solidFill>
                <a:latin typeface="微软雅黑"/>
                <a:ea typeface="微软雅黑"/>
                <a:cs typeface="微软雅黑"/>
              </a:rPr>
              <a:t>and / or / not + 20 </a:t>
            </a:r>
            <a:r>
              <a:rPr sz="938">
                <a:solidFill>
                  <a:srgbClr val="D6E6F7"/>
                </a:solidFill>
                <a:latin typeface="微软雅黑"/>
                <a:ea typeface="微软雅黑"/>
                <a:cs typeface="微软雅黑"/>
              </a:rPr>
              <a:t>个算子）；</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rule_group </a:t>
            </a:r>
            <a:r>
              <a:rPr sz="938">
                <a:solidFill>
                  <a:srgbClr val="D6E6F7"/>
                </a:solidFill>
                <a:latin typeface="微软雅黑"/>
                <a:ea typeface="微软雅黑"/>
                <a:cs typeface="微软雅黑"/>
              </a:rPr>
              <a:t>分别处理 </a:t>
            </a:r>
            <a:r>
              <a:rPr sz="938">
                <a:solidFill>
                  <a:srgbClr val="D6E6F7"/>
                </a:solidFill>
                <a:latin typeface="微软雅黑"/>
                <a:ea typeface="微软雅黑"/>
                <a:cs typeface="微软雅黑"/>
              </a:rPr>
              <a:t>stop_on_match </a:t>
            </a:r>
            <a:r>
              <a:rPr sz="938">
                <a:solidFill>
                  <a:srgbClr val="D6E6F7"/>
                </a:solidFill>
                <a:latin typeface="微软雅黑"/>
                <a:ea typeface="微软雅黑"/>
                <a:cs typeface="微软雅黑"/>
              </a:rPr>
              <a:t>与 </a:t>
            </a:r>
            <a:r>
              <a:rPr sz="938">
                <a:solidFill>
                  <a:srgbClr val="D6E6F7"/>
                </a:solidFill>
                <a:latin typeface="微软雅黑"/>
                <a:ea typeface="微软雅黑"/>
                <a:cs typeface="微软雅黑"/>
              </a:rPr>
              <a:t>max_hits</a:t>
            </a:r>
            <a:r>
              <a:rPr sz="938">
                <a:solidFill>
                  <a:srgbClr val="D6E6F7"/>
                </a:solidFill>
                <a:latin typeface="微软雅黑"/>
                <a:ea typeface="微软雅黑"/>
                <a:cs typeface="微软雅黑"/>
              </a:rPr>
              <a:t>；</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合并 </a:t>
            </a:r>
            <a:r>
              <a:rPr sz="938">
                <a:solidFill>
                  <a:srgbClr val="D6E6F7"/>
                </a:solidFill>
                <a:latin typeface="微软雅黑"/>
                <a:ea typeface="微软雅黑"/>
                <a:cs typeface="微软雅黑"/>
              </a:rPr>
              <a:t>actions / causes / rule_refs</a:t>
            </a:r>
            <a:r>
              <a:rPr sz="938">
                <a:solidFill>
                  <a:srgbClr val="D6E6F7"/>
                </a:solidFill>
                <a:latin typeface="微软雅黑"/>
                <a:ea typeface="微软雅黑"/>
                <a:cs typeface="微软雅黑"/>
              </a:rPr>
              <a:t>，严重度取最高档。</a:t>
            </a:r>
          </a:p>
        </p:txBody>
      </p:sp>
      <p:sp>
        <p:nvSpPr>
          <p:cNvPr id="69" name="">
            <a:extLst xmlns:a="http://schemas.openxmlformats.org/drawingml/2006/main">
              <a:ext uri="{FF2B5EF4-FFF2-40B4-BE49-F238E27FC236}">
                <a16:creationId xmlns:a16="http://schemas.microsoft.com/office/drawing/2014/main" id="{CA109276-11FC-437F-B9CB-D9007C6DBF1D}"/>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592"/>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B81F1065-FCC5-4B94-8672-9A53E3EAC96D}"/>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算子白名单（规则内容当不可信输入）</a:t>
            </a:r>
          </a:p>
        </p:txBody>
      </p:sp>
      <p:sp>
        <p:nvSpPr>
          <p:cNvPr id="71" name="">
            <a:extLst xmlns:a="http://schemas.openxmlformats.org/drawingml/2006/main">
              <a:ext uri="{FF2B5EF4-FFF2-40B4-BE49-F238E27FC236}">
                <a16:creationId xmlns:a16="http://schemas.microsoft.com/office/drawing/2014/main" id="{C1D58E4C-FD69-4948-86BF-33C5BC4A3194}"/>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2" name="">
            <a:extLst xmlns:a="http://schemas.openxmlformats.org/drawingml/2006/main">
              <a:ext uri="{FF2B5EF4-FFF2-40B4-BE49-F238E27FC236}">
                <a16:creationId xmlns:a16="http://schemas.microsoft.com/office/drawing/2014/main" id="{FF1968FE-EF20-4537-9367-9A1F4454EB22}"/>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73" name="">
            <a:extLst xmlns:a="http://schemas.openxmlformats.org/drawingml/2006/main">
              <a:ext uri="{FF2B5EF4-FFF2-40B4-BE49-F238E27FC236}">
                <a16:creationId xmlns:a16="http://schemas.microsoft.com/office/drawing/2014/main" id="{99C6B9BB-128D-45F0-B141-857B8DED2B4D}"/>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4" name="">
            <a:extLst xmlns:a="http://schemas.openxmlformats.org/drawingml/2006/main">
              <a:ext uri="{FF2B5EF4-FFF2-40B4-BE49-F238E27FC236}">
                <a16:creationId xmlns:a16="http://schemas.microsoft.com/office/drawing/2014/main" id="{D1BEDB26-070E-4377-B0DC-37CC472FA11A}"/>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75" name="">
            <a:extLst xmlns:a="http://schemas.openxmlformats.org/drawingml/2006/main">
              <a:ext uri="{FF2B5EF4-FFF2-40B4-BE49-F238E27FC236}">
                <a16:creationId xmlns:a16="http://schemas.microsoft.com/office/drawing/2014/main" id="{A3133178-DC57-472D-AFA2-8265B02C3C3B}"/>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6" name="">
            <a:extLst xmlns:a="http://schemas.openxmlformats.org/drawingml/2006/main">
              <a:ext uri="{FF2B5EF4-FFF2-40B4-BE49-F238E27FC236}">
                <a16:creationId xmlns:a16="http://schemas.microsoft.com/office/drawing/2014/main" id="{96F380F4-8F53-41C8-8D07-585B5476D31C}"/>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77" name="">
            <a:extLst xmlns:a="http://schemas.openxmlformats.org/drawingml/2006/main">
              <a:ext uri="{FF2B5EF4-FFF2-40B4-BE49-F238E27FC236}">
                <a16:creationId xmlns:a16="http://schemas.microsoft.com/office/drawing/2014/main" id="{01BBD2F3-2E88-40AC-B46E-57ED908F3B6E}"/>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8" name="">
            <a:extLst xmlns:a="http://schemas.openxmlformats.org/drawingml/2006/main">
              <a:ext uri="{FF2B5EF4-FFF2-40B4-BE49-F238E27FC236}">
                <a16:creationId xmlns:a16="http://schemas.microsoft.com/office/drawing/2014/main" id="{263281FA-090C-4549-81C2-6C6079F99306}"/>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79" name="">
            <a:extLst xmlns:a="http://schemas.openxmlformats.org/drawingml/2006/main">
              <a:ext uri="{FF2B5EF4-FFF2-40B4-BE49-F238E27FC236}">
                <a16:creationId xmlns:a16="http://schemas.microsoft.com/office/drawing/2014/main" id="{12A3B91A-34CA-437E-8C07-DB2D502AF6AB}"/>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0" name="">
            <a:extLst xmlns:a="http://schemas.openxmlformats.org/drawingml/2006/main">
              <a:ext uri="{FF2B5EF4-FFF2-40B4-BE49-F238E27FC236}">
                <a16:creationId xmlns:a16="http://schemas.microsoft.com/office/drawing/2014/main" id="{A06CEA8E-A8F6-4092-ACE8-C7274774ABCB}"/>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81" name="">
            <a:extLst xmlns:a="http://schemas.openxmlformats.org/drawingml/2006/main">
              <a:ext uri="{FF2B5EF4-FFF2-40B4-BE49-F238E27FC236}">
                <a16:creationId xmlns:a16="http://schemas.microsoft.com/office/drawing/2014/main" id="{14E69548-46CC-4478-9F55-3CDE90C956E4}"/>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2" name="">
            <a:extLst xmlns:a="http://schemas.openxmlformats.org/drawingml/2006/main">
              <a:ext uri="{FF2B5EF4-FFF2-40B4-BE49-F238E27FC236}">
                <a16:creationId xmlns:a16="http://schemas.microsoft.com/office/drawing/2014/main" id="{AF2CD08A-18D3-4A51-8C11-5869101B3B9D}"/>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83" name="">
            <a:extLst xmlns:a="http://schemas.openxmlformats.org/drawingml/2006/main">
              <a:ext uri="{FF2B5EF4-FFF2-40B4-BE49-F238E27FC236}">
                <a16:creationId xmlns:a16="http://schemas.microsoft.com/office/drawing/2014/main" id="{840272E2-EB85-4ADF-A564-5C7909E4A972}"/>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4" name="">
            <a:extLst xmlns:a="http://schemas.openxmlformats.org/drawingml/2006/main">
              <a:ext uri="{FF2B5EF4-FFF2-40B4-BE49-F238E27FC236}">
                <a16:creationId xmlns:a16="http://schemas.microsoft.com/office/drawing/2014/main" id="{840968A7-1F61-4103-91A6-754E1AC753EF}"/>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85" name="">
            <a:extLst xmlns:a="http://schemas.openxmlformats.org/drawingml/2006/main">
              <a:ext uri="{FF2B5EF4-FFF2-40B4-BE49-F238E27FC236}">
                <a16:creationId xmlns:a16="http://schemas.microsoft.com/office/drawing/2014/main" id="{7EFCB819-7E24-428A-B819-B92375FB91D4}"/>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6" name="">
            <a:extLst xmlns:a="http://schemas.openxmlformats.org/drawingml/2006/main">
              <a:ext uri="{FF2B5EF4-FFF2-40B4-BE49-F238E27FC236}">
                <a16:creationId xmlns:a16="http://schemas.microsoft.com/office/drawing/2014/main" id="{A0CCB0B1-A998-4EC4-8465-DD471AC1C865}"/>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87" name="">
            <a:extLst xmlns:a="http://schemas.openxmlformats.org/drawingml/2006/main">
              <a:ext uri="{FF2B5EF4-FFF2-40B4-BE49-F238E27FC236}">
                <a16:creationId xmlns:a16="http://schemas.microsoft.com/office/drawing/2014/main" id="{B0A38A40-9147-432F-9934-2A19335D2417}"/>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8" name="">
            <a:extLst xmlns:a="http://schemas.openxmlformats.org/drawingml/2006/main">
              <a:ext uri="{FF2B5EF4-FFF2-40B4-BE49-F238E27FC236}">
                <a16:creationId xmlns:a16="http://schemas.microsoft.com/office/drawing/2014/main" id="{29BBA3AB-A362-40D3-B804-2F87E03BE4A3}"/>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89" name="">
            <a:extLst xmlns:a="http://schemas.openxmlformats.org/drawingml/2006/main">
              <a:ext uri="{FF2B5EF4-FFF2-40B4-BE49-F238E27FC236}">
                <a16:creationId xmlns:a16="http://schemas.microsoft.com/office/drawing/2014/main" id="{9739EC03-A160-495F-BDF2-77178FDAEC30}"/>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F2705E"/>
                </a:solidFill>
                <a:latin typeface="微软雅黑"/>
                <a:ea typeface="微软雅黑"/>
                <a:cs typeface="微软雅黑"/>
              </a:defRPr>
            </a:pPr>
            <a:r>
              <a:rPr sz="863" b="0">
                <a:solidFill>
                  <a:srgbClr val="F2705E"/>
                </a:solidFill>
                <a:latin typeface="微软雅黑"/>
                <a:ea typeface="微软雅黑"/>
                <a:cs typeface="微软雅黑"/>
              </a:rPr>
              <a:t>全程不使用 </a:t>
            </a:r>
            <a:r>
              <a:rPr sz="863" b="0">
                <a:solidFill>
                  <a:srgbClr val="F2705E"/>
                </a:solidFill>
                <a:latin typeface="微软雅黑"/>
                <a:ea typeface="微软雅黑"/>
                <a:cs typeface="微软雅黑"/>
              </a:rPr>
              <a:t>SpEL / eval / </a:t>
            </a:r>
            <a:r>
              <a:rPr sz="863" b="0">
                <a:solidFill>
                  <a:srgbClr val="F2705E"/>
                </a:solidFill>
                <a:latin typeface="微软雅黑"/>
                <a:ea typeface="微软雅黑"/>
                <a:cs typeface="微软雅黑"/>
              </a:rPr>
              <a:t>脚本引擎 </a:t>
            </a:r>
            <a:r>
              <a:rPr sz="863" b="0">
                <a:solidFill>
                  <a:srgbClr val="F2705E"/>
                </a:solidFill>
                <a:latin typeface="微软雅黑"/>
                <a:ea typeface="微软雅黑"/>
                <a:cs typeface="微软雅黑"/>
              </a:rPr>
              <a:t>/ </a:t>
            </a:r>
            <a:r>
              <a:rPr sz="863" b="0">
                <a:solidFill>
                  <a:srgbClr val="F2705E"/>
                </a:solidFill>
                <a:latin typeface="微软雅黑"/>
                <a:ea typeface="微软雅黑"/>
                <a:cs typeface="微软雅黑"/>
              </a:rPr>
              <a:t>拼 </a:t>
            </a:r>
            <a:r>
              <a:rPr sz="863" b="0">
                <a:solidFill>
                  <a:srgbClr val="F2705E"/>
                </a:solidFill>
                <a:latin typeface="微软雅黑"/>
                <a:ea typeface="微软雅黑"/>
                <a:cs typeface="微软雅黑"/>
              </a:rPr>
              <a:t>SQL</a:t>
            </a:r>
            <a:r>
              <a:rPr sz="863" b="0">
                <a:solidFill>
                  <a:srgbClr val="F2705E"/>
                </a:solidFill>
                <a:latin typeface="微软雅黑"/>
                <a:ea typeface="微软雅黑"/>
                <a:cs typeface="微软雅黑"/>
              </a:rPr>
              <a:t>。</a:t>
            </a:r>
          </a:p>
        </p:txBody>
      </p:sp>
      <p:sp>
        <p:nvSpPr>
          <p:cNvPr id="90" name="">
            <a:extLst xmlns:a="http://schemas.openxmlformats.org/drawingml/2006/main">
              <a:ext uri="{FF2B5EF4-FFF2-40B4-BE49-F238E27FC236}">
                <a16:creationId xmlns:a16="http://schemas.microsoft.com/office/drawing/2014/main" id="{C28A9EA8-F197-493E-A02A-178FE5B753D0}"/>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输入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匹配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求值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分组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合并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输出</a:t>
            </a:r>
          </a:p>
        </p:txBody>
      </p:sp>
      <p:sp>
        <p:nvSpPr>
          <p:cNvPr id="91" name="">
            <a:extLst xmlns:a="http://schemas.openxmlformats.org/drawingml/2006/main">
              <a:ext uri="{FF2B5EF4-FFF2-40B4-BE49-F238E27FC236}">
                <a16:creationId xmlns:a16="http://schemas.microsoft.com/office/drawing/2014/main" id="{0F34F011-76B5-42BA-A232-F782DF2AC30F}"/>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2" name="">
            <a:extLst xmlns:a="http://schemas.openxmlformats.org/drawingml/2006/main">
              <a:ext uri="{FF2B5EF4-FFF2-40B4-BE49-F238E27FC236}">
                <a16:creationId xmlns:a16="http://schemas.microsoft.com/office/drawing/2014/main" id="{35CE013A-ED50-42DF-A277-3AB18A97FD0D}"/>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输入</a:t>
            </a:r>
          </a:p>
        </p:txBody>
      </p:sp>
      <p:sp>
        <p:nvSpPr>
          <p:cNvPr id="93" name="">
            <a:extLst xmlns:a="http://schemas.openxmlformats.org/drawingml/2006/main">
              <a:ext uri="{FF2B5EF4-FFF2-40B4-BE49-F238E27FC236}">
                <a16:creationId xmlns:a16="http://schemas.microsoft.com/office/drawing/2014/main" id="{FE7DE5B2-5F05-4E4E-ADB4-8F85C3EC8857}"/>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场景 </a:t>
            </a:r>
            <a:r>
              <a:rPr sz="825" b="0">
                <a:solidFill>
                  <a:srgbClr val="D6E6F7"/>
                </a:solidFill>
                <a:latin typeface="微软雅黑"/>
                <a:ea typeface="微软雅黑"/>
                <a:cs typeface="微软雅黑"/>
              </a:rPr>
              <a:t>PERSONAL_GAP / EXAM_RESULT / TALENT_GAP / REPORT_GAS / REPORT_ANALYSIS</a:t>
            </a:r>
            <a:r>
              <a:rPr sz="825" b="0">
                <a:solidFill>
                  <a:srgbClr val="D6E6F7"/>
                </a:solidFill>
                <a:latin typeface="微软雅黑"/>
                <a:ea typeface="微软雅黑"/>
                <a:cs typeface="微软雅黑"/>
              </a:rPr>
              <a:t>；事实：考试分、技能等级、岗位要求、检测值、报告文本</a:t>
            </a:r>
          </a:p>
        </p:txBody>
      </p:sp>
      <p:sp>
        <p:nvSpPr>
          <p:cNvPr id="94" name="">
            <a:extLst xmlns:a="http://schemas.openxmlformats.org/drawingml/2006/main">
              <a:ext uri="{FF2B5EF4-FFF2-40B4-BE49-F238E27FC236}">
                <a16:creationId xmlns:a16="http://schemas.microsoft.com/office/drawing/2014/main" id="{D3E1E8B7-3414-437F-B184-43D669543DEF}"/>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5" name="">
            <a:extLst xmlns:a="http://schemas.openxmlformats.org/drawingml/2006/main">
              <a:ext uri="{FF2B5EF4-FFF2-40B4-BE49-F238E27FC236}">
                <a16:creationId xmlns:a16="http://schemas.microsoft.com/office/drawing/2014/main" id="{D9544F7B-ACCC-4822-8B77-DDD9E8BE2FD0}"/>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匹配</a:t>
            </a:r>
          </a:p>
        </p:txBody>
      </p:sp>
      <p:sp>
        <p:nvSpPr>
          <p:cNvPr id="96" name="">
            <a:extLst xmlns:a="http://schemas.openxmlformats.org/drawingml/2006/main">
              <a:ext uri="{FF2B5EF4-FFF2-40B4-BE49-F238E27FC236}">
                <a16:creationId xmlns:a16="http://schemas.microsoft.com/office/drawing/2014/main" id="{E01A758F-3446-4939-B57A-4DE3303192B6}"/>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取启用规则 </a:t>
            </a:r>
            <a:r>
              <a:rPr sz="825" b="0">
                <a:solidFill>
                  <a:srgbClr val="D6E6F7"/>
                </a:solidFill>
                <a:latin typeface="微软雅黑"/>
                <a:ea typeface="微软雅黑"/>
                <a:cs typeface="微软雅黑"/>
              </a:rPr>
              <a:t>→ priority </a:t>
            </a:r>
            <a:r>
              <a:rPr sz="825" b="0">
                <a:solidFill>
                  <a:srgbClr val="D6E6F7"/>
                </a:solidFill>
                <a:latin typeface="微软雅黑"/>
                <a:ea typeface="微软雅黑"/>
                <a:cs typeface="微软雅黑"/>
              </a:rPr>
              <a:t>降序 </a:t>
            </a:r>
            <a:r>
              <a:rPr sz="825" b="0">
                <a:solidFill>
                  <a:srgbClr val="D6E6F7"/>
                </a:solidFill>
                <a:latin typeface="微软雅黑"/>
                <a:ea typeface="微软雅黑"/>
                <a:cs typeface="微软雅黑"/>
              </a:rPr>
              <a:t>→ rule_code </a:t>
            </a:r>
            <a:r>
              <a:rPr sz="825" b="0">
                <a:solidFill>
                  <a:srgbClr val="D6E6F7"/>
                </a:solidFill>
                <a:latin typeface="微软雅黑"/>
                <a:ea typeface="微软雅黑"/>
                <a:cs typeface="微软雅黑"/>
              </a:rPr>
              <a:t>稳定排序</a:t>
            </a:r>
          </a:p>
        </p:txBody>
      </p:sp>
      <p:sp>
        <p:nvSpPr>
          <p:cNvPr id="97" name="">
            <a:extLst xmlns:a="http://schemas.openxmlformats.org/drawingml/2006/main">
              <a:ext uri="{FF2B5EF4-FFF2-40B4-BE49-F238E27FC236}">
                <a16:creationId xmlns:a16="http://schemas.microsoft.com/office/drawing/2014/main" id="{CE9D40AD-5D39-4AA9-9A41-4FE125A26FA0}"/>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8" name="">
            <a:extLst xmlns:a="http://schemas.openxmlformats.org/drawingml/2006/main">
              <a:ext uri="{FF2B5EF4-FFF2-40B4-BE49-F238E27FC236}">
                <a16:creationId xmlns:a16="http://schemas.microsoft.com/office/drawing/2014/main" id="{767EF6B6-A832-42A2-9FBE-7BEC448ABB12}"/>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求值</a:t>
            </a:r>
          </a:p>
        </p:txBody>
      </p:sp>
      <p:sp>
        <p:nvSpPr>
          <p:cNvPr id="99" name="">
            <a:extLst xmlns:a="http://schemas.openxmlformats.org/drawingml/2006/main">
              <a:ext uri="{FF2B5EF4-FFF2-40B4-BE49-F238E27FC236}">
                <a16:creationId xmlns:a16="http://schemas.microsoft.com/office/drawing/2014/main" id="{ED2773AA-21AE-43C7-9C89-2C512BCB2044}"/>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条件树逐节点求值，缺失字段或类型不符不抛错，计入 </a:t>
            </a:r>
            <a:r>
              <a:rPr sz="825" b="0">
                <a:solidFill>
                  <a:srgbClr val="D6E6F7"/>
                </a:solidFill>
                <a:latin typeface="微软雅黑"/>
                <a:ea typeface="微软雅黑"/>
                <a:cs typeface="微软雅黑"/>
              </a:rPr>
              <a:t>skipped </a:t>
            </a:r>
            <a:r>
              <a:rPr sz="825" b="0">
                <a:solidFill>
                  <a:srgbClr val="D6E6F7"/>
                </a:solidFill>
                <a:latin typeface="微软雅黑"/>
                <a:ea typeface="微软雅黑"/>
                <a:cs typeface="微软雅黑"/>
              </a:rPr>
              <a:t>并给出原因</a:t>
            </a:r>
          </a:p>
        </p:txBody>
      </p:sp>
      <p:sp>
        <p:nvSpPr>
          <p:cNvPr id="100" name="">
            <a:extLst xmlns:a="http://schemas.openxmlformats.org/drawingml/2006/main">
              <a:ext uri="{FF2B5EF4-FFF2-40B4-BE49-F238E27FC236}">
                <a16:creationId xmlns:a16="http://schemas.microsoft.com/office/drawing/2014/main" id="{6A1C83C7-E231-4CEA-A5B4-6ADCE1EC5C0D}"/>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5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1" name="">
            <a:extLst xmlns:a="http://schemas.openxmlformats.org/drawingml/2006/main">
              <a:ext uri="{FF2B5EF4-FFF2-40B4-BE49-F238E27FC236}">
                <a16:creationId xmlns:a16="http://schemas.microsoft.com/office/drawing/2014/main" id="{C1BB2AF8-EFB8-47CE-91AC-FDE3A6971869}"/>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分组</a:t>
            </a:r>
          </a:p>
        </p:txBody>
      </p:sp>
      <p:sp>
        <p:nvSpPr>
          <p:cNvPr id="102" name="">
            <a:extLst xmlns:a="http://schemas.openxmlformats.org/drawingml/2006/main">
              <a:ext uri="{FF2B5EF4-FFF2-40B4-BE49-F238E27FC236}">
                <a16:creationId xmlns:a16="http://schemas.microsoft.com/office/drawing/2014/main" id="{8330D595-2AFD-4636-A18A-3A4E96E7ACA3}"/>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VALUE </a:t>
            </a:r>
            <a:r>
              <a:rPr sz="825" b="0">
                <a:solidFill>
                  <a:srgbClr val="D6E6F7"/>
                </a:solidFill>
                <a:latin typeface="微软雅黑"/>
                <a:ea typeface="微软雅黑"/>
                <a:cs typeface="微软雅黑"/>
              </a:rPr>
              <a:t>组定严重度、</a:t>
            </a:r>
            <a:r>
              <a:rPr sz="825" b="0">
                <a:solidFill>
                  <a:srgbClr val="D6E6F7"/>
                </a:solidFill>
                <a:latin typeface="微软雅黑"/>
                <a:ea typeface="微软雅黑"/>
                <a:cs typeface="微软雅黑"/>
              </a:rPr>
              <a:t>KEYWORD </a:t>
            </a:r>
            <a:r>
              <a:rPr sz="825" b="0">
                <a:solidFill>
                  <a:srgbClr val="D6E6F7"/>
                </a:solidFill>
                <a:latin typeface="微软雅黑"/>
                <a:ea typeface="微软雅黑"/>
                <a:cs typeface="微软雅黑"/>
              </a:rPr>
              <a:t>组补原因，两组独立，互不阻断</a:t>
            </a:r>
          </a:p>
        </p:txBody>
      </p:sp>
      <p:sp>
        <p:nvSpPr>
          <p:cNvPr id="103" name="">
            <a:extLst xmlns:a="http://schemas.openxmlformats.org/drawingml/2006/main">
              <a:ext uri="{FF2B5EF4-FFF2-40B4-BE49-F238E27FC236}">
                <a16:creationId xmlns:a16="http://schemas.microsoft.com/office/drawing/2014/main" id="{84A98695-4D92-40A2-AE33-E19099184464}"/>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5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4" name="">
            <a:extLst xmlns:a="http://schemas.openxmlformats.org/drawingml/2006/main">
              <a:ext uri="{FF2B5EF4-FFF2-40B4-BE49-F238E27FC236}">
                <a16:creationId xmlns:a16="http://schemas.microsoft.com/office/drawing/2014/main" id="{B4AFD0D0-E72B-4F8F-B64C-C92B59CF5F3D}"/>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输出</a:t>
            </a:r>
          </a:p>
        </p:txBody>
      </p:sp>
      <p:sp>
        <p:nvSpPr>
          <p:cNvPr id="105" name="">
            <a:extLst xmlns:a="http://schemas.openxmlformats.org/drawingml/2006/main">
              <a:ext uri="{FF2B5EF4-FFF2-40B4-BE49-F238E27FC236}">
                <a16:creationId xmlns:a16="http://schemas.microsoft.com/office/drawing/2014/main" id="{A4256070-E67E-430E-898D-8E665157C690}"/>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matched / hits</a:t>
            </a:r>
            <a:r>
              <a:rPr sz="825" b="0">
                <a:solidFill>
                  <a:srgbClr val="D6E6F7"/>
                </a:solidFill>
                <a:latin typeface="微软雅黑"/>
                <a:ea typeface="微软雅黑"/>
                <a:cs typeface="微软雅黑"/>
              </a:rPr>
              <a:t>（命中规则与解释）</a:t>
            </a:r>
            <a:r>
              <a:rPr sz="825" b="0">
                <a:solidFill>
                  <a:srgbClr val="D6E6F7"/>
                </a:solidFill>
                <a:latin typeface="微软雅黑"/>
                <a:ea typeface="微软雅黑"/>
                <a:cs typeface="微软雅黑"/>
              </a:rPr>
              <a:t>/ skipped</a:t>
            </a:r>
            <a:r>
              <a:rPr sz="825" b="0">
                <a:solidFill>
                  <a:srgbClr val="D6E6F7"/>
                </a:solidFill>
                <a:latin typeface="微软雅黑"/>
                <a:ea typeface="微软雅黑"/>
                <a:cs typeface="微软雅黑"/>
              </a:rPr>
              <a:t>（无法判定及原因）</a:t>
            </a:r>
            <a:r>
              <a:rPr sz="825" b="0">
                <a:solidFill>
                  <a:srgbClr val="D6E6F7"/>
                </a:solidFill>
                <a:latin typeface="微软雅黑"/>
                <a:ea typeface="微软雅黑"/>
                <a:cs typeface="微软雅黑"/>
              </a:rPr>
              <a:t>/ verdict</a:t>
            </a:r>
            <a:r>
              <a:rPr sz="825" b="0">
                <a:solidFill>
                  <a:srgbClr val="D6E6F7"/>
                </a:solidFill>
                <a:latin typeface="微软雅黑"/>
                <a:ea typeface="微软雅黑"/>
                <a:cs typeface="微软雅黑"/>
              </a:rPr>
              <a:t>（动作、原因、严重度、</a:t>
            </a:r>
            <a:r>
              <a:rPr sz="825" b="0">
                <a:solidFill>
                  <a:srgbClr val="D6E6F7"/>
                </a:solidFill>
                <a:latin typeface="微软雅黑"/>
                <a:ea typeface="微软雅黑"/>
                <a:cs typeface="微软雅黑"/>
              </a:rPr>
              <a:t>rule_code</a:t>
            </a:r>
            <a:r>
              <a:rPr sz="825" b="0">
                <a:solidFill>
                  <a:srgbClr val="D6E6F7"/>
                </a:solidFill>
                <a:latin typeface="微软雅黑"/>
                <a:ea typeface="微软雅黑"/>
                <a:cs typeface="微软雅黑"/>
              </a:rPr>
              <a:t>、置信度）</a:t>
            </a:r>
          </a:p>
        </p:txBody>
      </p:sp>
      <p:sp>
        <p:nvSpPr>
          <p:cNvPr id="106" name="">
            <a:extLst xmlns:a="http://schemas.openxmlformats.org/drawingml/2006/main">
              <a:ext uri="{FF2B5EF4-FFF2-40B4-BE49-F238E27FC236}">
                <a16:creationId xmlns:a16="http://schemas.microsoft.com/office/drawing/2014/main" id="{B14CE4DA-4FDF-422A-B024-DE5F050633DC}"/>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642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07" name="">
            <a:extLst xmlns:a="http://schemas.openxmlformats.org/drawingml/2006/main">
              <a:ext uri="{FF2B5EF4-FFF2-40B4-BE49-F238E27FC236}">
                <a16:creationId xmlns:a16="http://schemas.microsoft.com/office/drawing/2014/main" id="{5ACDB184-B7C6-481A-9297-FE7BD32A680F}"/>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FD08A"/>
                </a:solidFill>
                <a:latin typeface="微软雅黑"/>
                <a:ea typeface="微软雅黑"/>
                <a:cs typeface="微软雅黑"/>
              </a:defRPr>
            </a:pPr>
            <a:r>
              <a:rPr sz="1050" b="1">
                <a:solidFill>
                  <a:srgbClr val="3FD08A"/>
                </a:solidFill>
                <a:latin typeface="微软雅黑"/>
                <a:ea typeface="微软雅黑"/>
                <a:cs typeface="微软雅黑"/>
              </a:rPr>
              <a:t>实测数据（演示数据集口径）</a:t>
            </a:r>
          </a:p>
        </p:txBody>
      </p:sp>
      <p:sp>
        <p:nvSpPr>
          <p:cNvPr id="108" name="">
            <a:extLst xmlns:a="http://schemas.openxmlformats.org/drawingml/2006/main">
              <a:ext uri="{FF2B5EF4-FFF2-40B4-BE49-F238E27FC236}">
                <a16:creationId xmlns:a16="http://schemas.microsoft.com/office/drawing/2014/main" id="{545C6A22-21DF-40B6-AE20-BF5A74B82667}"/>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18 </a:t>
            </a:r>
            <a:r>
              <a:rPr sz="1425" b="1">
                <a:solidFill>
                  <a:srgbClr val="F5C33B"/>
                </a:solidFill>
                <a:latin typeface="Bahnschrift"/>
                <a:ea typeface="Bahnschrift"/>
                <a:cs typeface="Bahnschrift"/>
              </a:rPr>
              <a:t>条</a:t>
            </a:r>
          </a:p>
        </p:txBody>
      </p:sp>
      <p:sp>
        <p:nvSpPr>
          <p:cNvPr id="109" name="">
            <a:extLst xmlns:a="http://schemas.openxmlformats.org/drawingml/2006/main">
              <a:ext uri="{FF2B5EF4-FFF2-40B4-BE49-F238E27FC236}">
                <a16:creationId xmlns:a16="http://schemas.microsoft.com/office/drawing/2014/main" id="{E04ABDEF-F6F5-4075-A350-CF6C3E8A6226}"/>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规则总数</a:t>
            </a:r>
          </a:p>
        </p:txBody>
      </p:sp>
      <p:sp>
        <p:nvSpPr>
          <p:cNvPr id="110" name="">
            <a:extLst xmlns:a="http://schemas.openxmlformats.org/drawingml/2006/main">
              <a:ext uri="{FF2B5EF4-FFF2-40B4-BE49-F238E27FC236}">
                <a16:creationId xmlns:a16="http://schemas.microsoft.com/office/drawing/2014/main" id="{E384FE8F-3713-4EB9-8756-368E66254255}"/>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5 </a:t>
            </a:r>
            <a:r>
              <a:rPr sz="1425" b="1">
                <a:solidFill>
                  <a:srgbClr val="F5C33B"/>
                </a:solidFill>
                <a:latin typeface="Bahnschrift"/>
                <a:ea typeface="Bahnschrift"/>
                <a:cs typeface="Bahnschrift"/>
              </a:rPr>
              <a:t>个</a:t>
            </a:r>
          </a:p>
        </p:txBody>
      </p:sp>
      <p:sp>
        <p:nvSpPr>
          <p:cNvPr id="111" name="">
            <a:extLst xmlns:a="http://schemas.openxmlformats.org/drawingml/2006/main">
              <a:ext uri="{FF2B5EF4-FFF2-40B4-BE49-F238E27FC236}">
                <a16:creationId xmlns:a16="http://schemas.microsoft.com/office/drawing/2014/main" id="{6F6D1EBA-FB65-4363-B97B-889AFD5A12C2}"/>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覆盖场景</a:t>
            </a:r>
          </a:p>
        </p:txBody>
      </p:sp>
      <p:sp>
        <p:nvSpPr>
          <p:cNvPr id="112" name="">
            <a:extLst xmlns:a="http://schemas.openxmlformats.org/drawingml/2006/main">
              <a:ext uri="{FF2B5EF4-FFF2-40B4-BE49-F238E27FC236}">
                <a16:creationId xmlns:a16="http://schemas.microsoft.com/office/drawing/2014/main" id="{0C9C4516-3C45-43CF-ADC3-D0D789C6648B}"/>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3 </a:t>
            </a:r>
            <a:r>
              <a:rPr sz="1425" b="1">
                <a:solidFill>
                  <a:srgbClr val="F5C33B"/>
                </a:solidFill>
                <a:latin typeface="Bahnschrift"/>
                <a:ea typeface="Bahnschrift"/>
                <a:cs typeface="Bahnschrift"/>
              </a:rPr>
              <a:t>组</a:t>
            </a:r>
          </a:p>
        </p:txBody>
      </p:sp>
      <p:sp>
        <p:nvSpPr>
          <p:cNvPr id="113" name="">
            <a:extLst xmlns:a="http://schemas.openxmlformats.org/drawingml/2006/main">
              <a:ext uri="{FF2B5EF4-FFF2-40B4-BE49-F238E27FC236}">
                <a16:creationId xmlns:a16="http://schemas.microsoft.com/office/drawing/2014/main" id="{D00FB7E4-0B49-4AC8-B2B4-68C2B900D171}"/>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匹配分组</a:t>
            </a:r>
          </a:p>
        </p:txBody>
      </p:sp>
      <p:sp>
        <p:nvSpPr>
          <p:cNvPr id="114" name="">
            <a:extLst xmlns:a="http://schemas.openxmlformats.org/drawingml/2006/main">
              <a:ext uri="{FF2B5EF4-FFF2-40B4-BE49-F238E27FC236}">
                <a16:creationId xmlns:a16="http://schemas.microsoft.com/office/drawing/2014/main" id="{1ECF17C6-66FD-40A1-851A-3B346921160B}"/>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200 </a:t>
            </a:r>
            <a:r>
              <a:rPr sz="1425" b="1">
                <a:solidFill>
                  <a:srgbClr val="F5C33B"/>
                </a:solidFill>
                <a:latin typeface="Bahnschrift"/>
                <a:ea typeface="Bahnschrift"/>
                <a:cs typeface="Bahnschrift"/>
              </a:rPr>
              <a:t>次</a:t>
            </a:r>
          </a:p>
        </p:txBody>
      </p:sp>
      <p:sp>
        <p:nvSpPr>
          <p:cNvPr id="115" name="">
            <a:extLst xmlns:a="http://schemas.openxmlformats.org/drawingml/2006/main">
              <a:ext uri="{FF2B5EF4-FFF2-40B4-BE49-F238E27FC236}">
                <a16:creationId xmlns:a16="http://schemas.microsoft.com/office/drawing/2014/main" id="{6C09B078-3626-4E04-B040-02FB5D537B96}"/>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重复一致性 </a:t>
            </a:r>
            <a:r>
              <a:rPr sz="825" b="0">
                <a:solidFill>
                  <a:srgbClr val="9FC2E8"/>
                </a:solidFill>
                <a:latin typeface="微软雅黑"/>
                <a:ea typeface="微软雅黑"/>
                <a:cs typeface="微软雅黑"/>
              </a:rPr>
              <a:t>100%</a:t>
            </a:r>
          </a:p>
        </p:txBody>
      </p:sp>
      <p:sp>
        <p:nvSpPr>
          <p:cNvPr id="116" name="">
            <a:extLst xmlns:a="http://schemas.openxmlformats.org/drawingml/2006/main">
              <a:ext uri="{FF2B5EF4-FFF2-40B4-BE49-F238E27FC236}">
                <a16:creationId xmlns:a16="http://schemas.microsoft.com/office/drawing/2014/main" id="{549E180E-561B-4FDA-845B-C2C4EDF8D10A}"/>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Bahnschrift"/>
                <a:ea typeface="Bahnschrift"/>
                <a:cs typeface="Bahnschrift"/>
              </a:defRPr>
            </a:pPr>
            <a:r>
              <a:rPr sz="1425" b="1">
                <a:solidFill>
                  <a:srgbClr val="F5C33B"/>
                </a:solidFill>
                <a:latin typeface="Bahnschrift"/>
                <a:ea typeface="Bahnschrift"/>
                <a:cs typeface="Bahnschrift"/>
              </a:rPr>
              <a:t>11 </a:t>
            </a:r>
            <a:r>
              <a:rPr sz="1425" b="1">
                <a:solidFill>
                  <a:srgbClr val="F5C33B"/>
                </a:solidFill>
                <a:latin typeface="Bahnschrift"/>
                <a:ea typeface="Bahnschrift"/>
                <a:cs typeface="Bahnschrift"/>
              </a:rPr>
              <a:t>项</a:t>
            </a:r>
          </a:p>
        </p:txBody>
      </p:sp>
      <p:sp>
        <p:nvSpPr>
          <p:cNvPr id="117" name="">
            <a:extLst xmlns:a="http://schemas.openxmlformats.org/drawingml/2006/main">
              <a:ext uri="{FF2B5EF4-FFF2-40B4-BE49-F238E27FC236}">
                <a16:creationId xmlns:a16="http://schemas.microsoft.com/office/drawing/2014/main" id="{1E2998C3-8F5B-4C99-B7F8-0CF6795EB229}"/>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规则测试场景通过</a:t>
            </a:r>
          </a:p>
        </p:txBody>
      </p:sp>
      <p:sp>
        <p:nvSpPr>
          <p:cNvPr id="118" name="">
            <a:extLst xmlns:a="http://schemas.openxmlformats.org/drawingml/2006/main">
              <a:ext uri="{FF2B5EF4-FFF2-40B4-BE49-F238E27FC236}">
                <a16:creationId xmlns:a16="http://schemas.microsoft.com/office/drawing/2014/main" id="{7ACC2582-F1B0-4A7D-B22B-C85B1503E2A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BE0A1DFC-C95A-4C90-8C4C-709ED2BFCC7B}"/>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C51D0094-E798-4E24-972C-106B1C8CFF12}"/>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7BC42603-DFFE-4823-9C31-F785CDAA79BA}"/>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D1056514-8C68-49B0-B57C-8AE1057FBD73}"/>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C8DAF4FB-69F8-4403-9F7B-413DD9D95D5F}"/>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4" name="">
            <a:extLst xmlns:a="http://schemas.openxmlformats.org/drawingml/2006/main">
              <a:ext uri="{FF2B5EF4-FFF2-40B4-BE49-F238E27FC236}">
                <a16:creationId xmlns:a16="http://schemas.microsoft.com/office/drawing/2014/main" id="{22030B60-7FBB-4C7F-9BBF-17EAF3AD4F09}"/>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14B091DE-951F-42F4-85F3-C550B6A81CE0}"/>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14</a:t>
            </a:r>
          </a:p>
        </p:txBody>
      </p:sp>
    </p:spTree>
    <p:extLst>
      <p:ext uri="{BB962C8B-B14F-4D97-AF65-F5344CB8AC3E}">
        <p14:creationId xmlns:p14="http://schemas.microsoft.com/office/powerpoint/2010/main" val="1733389806"/>
      </p:ext>
    </p:extLst>
  </p:cSld>
</p:sld>
</file>

<file path=ppt/slides/slide1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65048e56acc1498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C24236-110C-4457-8986-C94CDCD6CF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390D1ABD-667C-48FB-BBF1-FF81C3A3127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89C8ADB-4369-4FC6-9CC4-410788401064}"/>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AA9087B-A01E-4B73-AA8A-52F09F0D64C0}"/>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97896906-7A04-4DA3-9BCF-D905168C1C2E}"/>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25424C4-F642-42E2-A31B-EB4A5ADEE850}"/>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89BAB3F-7279-49F6-80E0-30D85E7424E9}"/>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EB51E83-50EE-4C75-9768-8B227EC85489}"/>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3E93EC3-6EC2-4048-B6EF-759B9E5E48D4}"/>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5760B7B-DEA1-48DC-99F9-242E63D59ED0}"/>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A0586B9-7E9A-4C07-B11F-C0FBE0CF8D81}"/>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A8DC3E0-703D-4EAE-B11A-A5979DDE1889}"/>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04985A1-6A93-4370-B80B-928CEC56123C}"/>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389E62F2-A981-42C0-84E3-DAF7A7B43018}"/>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8A2C54F0-4AE2-4CD2-9E17-787542884AAB}"/>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F39569A-8774-466B-97F2-CCC2DD8EC8F2}"/>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77096A2-1A69-4693-89CE-4BC5BA980689}"/>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4FA5CA2-2F36-4957-B133-9760905847DD}"/>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D1DBD4F9-146A-4AE7-89B4-D8BB6409C4E9}"/>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2CA4486C-9AF3-418D-B982-3AC51DC11E9C}"/>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12D0D4A4-48D9-4104-B01B-D2A7A703171A}"/>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4E9D5C8E-7E88-4D0C-A028-F5E12CADA6FC}"/>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C7203F1-2590-43D5-9B12-10FB69F33069}"/>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5E89A249-D42E-49CC-B8DF-1F965DEE3438}"/>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B14B1889-5202-4F12-BA49-A7A5842733CA}"/>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24869E2-8043-4318-B214-0FD254EA9C87}"/>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7D2FFF2E-0DA1-471B-A256-326A1E8733BE}"/>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C061162-3842-4209-82FB-BCEB3BBA37C1}"/>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88D83434-B62D-4803-882E-CA6119CB73E7}"/>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95749B0-F967-43F5-927A-F5F4B99E9714}"/>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64FFADB3-CE68-40A2-91FE-68C426D31FAA}"/>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DF654B14-ADDC-41F8-BC97-B273571E9EA7}"/>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71B36000-5661-49F8-BCC5-7ED634097EFF}"/>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68D1EB8-4AB0-44D1-8A60-425D367FC0BB}"/>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1FCB665-109E-481E-88A5-66F75DEDD52E}"/>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6AC497C8-1339-4CC4-A201-6C129904819C}"/>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B63D553-D110-47FB-BF89-BBFC60D747DB}"/>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D31A276-269A-491B-925F-8B0C8CCDA4EE}"/>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DCA9622-958A-40BB-A31C-D418BF02E92A}"/>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242E36D-4EB8-49F7-961C-2BE3724CAEEA}"/>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F658D35-A382-46C4-A9BC-61F53F5DA699}"/>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F035AEB8-521D-46C3-B81A-DBF6E77A3673}"/>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489184D-1108-4AFE-A47F-8358055C11D7}"/>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302AA83C-F6CE-453E-A9E4-60858B69EAE7}"/>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3EDF7272-3A68-4750-9683-4B17E2844C2B}"/>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F5C33B">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B1F34C5-E259-481D-AF92-54D5A04631F8}"/>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F5C33B">
                  <a:alpha val="0"/>
                </a:srgbClr>
              </a:gs>
              <a:gs pos="45000">
                <a:srgbClr val="F5C33B"/>
              </a:gs>
              <a:gs pos="100000">
                <a:srgbClr val="F5C33B">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C8D3AD04-3EFE-4788-A20B-188EA21A638A}"/>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575F8FC1-1782-4D75-907B-E2CBCA7EC11F}"/>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E01838BA-6494-4C44-956F-96AE0FE53899}"/>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E5AA4A0-4F62-48F7-9F06-9ECC2F68D8B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0EE94872-B2D2-4E09-A61A-D4C8A9811614}"/>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2663405-F301-4DD5-927A-D4A0A640E5F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5828FF0E-1EF9-44D3-B05E-B1F00285C926}"/>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2A94C7A-03EE-4EE4-B024-62EC2E541FF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3FF0D09-5116-4D3C-BABF-39ACD54BA6DB}"/>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45ED7D3-E17A-44B5-B69D-3B4C3241B92B}"/>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542B7AF-01D6-4115-AB88-26811A086D14}"/>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640EBC9-DEF4-44B5-A033-1968023E2B42}"/>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097F967-96BF-4376-922E-E62BFAF3AC42}"/>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491AC2A8-797F-4F79-B41B-852A913CD3D6}"/>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4298DF72-EB8E-4D65-91E3-9DDC9B432C18}"/>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702A9F14-8EA8-477B-9525-DDE408931F52}"/>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DFA12D7-BF06-439E-AFF8-8DB596FD1DF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0C91072A-1854-474E-9407-777683513AC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4043D0F-2D45-497F-8811-EC8133AB0647}"/>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2BB0F8E6-88FD-4EF1-976E-C9C0A39CFF45}"/>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CA7AD3EF-1DC0-4953-8745-C806E7A675B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2C40687D-3061-45B1-A3D6-6FAD2534C45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A58C057D-1369-4D4B-AB99-0ED9A4FB309D}"/>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191CA7C1-B4E1-4958-99C3-46EDBA9000E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5A506409-491E-4404-B8A3-22A92E02399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554054A1-B9A0-429F-9FBA-11B96BDE1E5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D61D6626-5ACE-4631-A20A-FE5CFF5A1111}"/>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8A8175A8-9082-4D23-AF85-FEB18EB230AD}"/>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44ACE1A7-CA43-46B6-ABD2-1DA55FECDBB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D8CC914C-2327-4475-B3D1-F5D96BB31A03}"/>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F1C065F2-42D4-41B6-BCA1-EF91838E1FE2}"/>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B86487D7-FB5C-4973-A03F-5B2D60B4BA88}"/>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2076B2FE-731A-472E-A611-4BA2FECF5B63}"/>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04E454A1-0E11-4FC8-9BED-29FF873D78A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39977A72-A9FC-410B-8FC9-DFD65C16172C}"/>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4A0F2849-FA5E-4601-8321-52070352F710}"/>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9F5D5E1B-859E-43B7-93CB-F47BE859CF73}"/>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2A6BA097-D2E8-49C2-8AC7-0403F522E38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3DE536BE-9541-4540-A180-320E878E1D1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87" name="">
            <a:extLst xmlns:a="http://schemas.openxmlformats.org/drawingml/2006/main">
              <a:ext uri="{FF2B5EF4-FFF2-40B4-BE49-F238E27FC236}">
                <a16:creationId xmlns:a16="http://schemas.microsoft.com/office/drawing/2014/main" id="{1790B0C1-E17E-458F-8552-EC1AB999D902}"/>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88" name="">
            <a:extLst xmlns:a="http://schemas.openxmlformats.org/drawingml/2006/main">
              <a:ext uri="{FF2B5EF4-FFF2-40B4-BE49-F238E27FC236}">
                <a16:creationId xmlns:a16="http://schemas.microsoft.com/office/drawing/2014/main" id="{2AE83F28-D73B-40B1-8FF8-E7892407B9FA}"/>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0CD61EE2-4B98-4745-B4C3-D1809CE39E6D}"/>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算法二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气体检测报告双组匹配与引用事实</a:t>
            </a:r>
          </a:p>
        </p:txBody>
      </p:sp>
      <p:sp>
        <p:nvSpPr>
          <p:cNvPr id="90" name="">
            <a:extLst xmlns:a="http://schemas.openxmlformats.org/drawingml/2006/main">
              <a:ext uri="{FF2B5EF4-FFF2-40B4-BE49-F238E27FC236}">
                <a16:creationId xmlns:a16="http://schemas.microsoft.com/office/drawing/2014/main" id="{D43F9C43-B12A-4CB9-BDAF-1756D5A6924F}"/>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6BA94DD5-0147-410E-B159-672452BAEB22}"/>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6B97F4BC-6BB9-40BC-B985-66757DB5B428}"/>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88C30ED6-D806-49C8-9814-547BD77ECF6F}"/>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7E8AB359-4BF8-4477-82F8-B4BEE3490EA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F15E05D1-7330-4064-9F98-086B4B7FDD36}"/>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55C9A25B-A2F1-4CF9-9EC0-6FF388BA7D5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375466B3-2D27-4120-B3F4-D576D9B0CDB1}"/>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5656AF9F-97F0-4008-BF2E-C1628F81353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379F6169-2BC5-4955-80A3-C721FA38E557}"/>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886034E2-03CE-48B3-AC0D-0F65EE5EE313}"/>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832A1784-C386-4186-ACEA-9DD147A865E6}"/>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39A3771A-CB1A-497C-9BB9-751EADECA674}"/>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CC5BC5F0-BAA3-4B0F-8E9F-5BA05A52E11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9E2E09C-90D9-4FC1-BDD6-24C1915D67F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用「双组匹配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引用事实」把规则条数从「气体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档位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现象」压到 </a:t>
            </a:r>
            <a:r>
              <a:rPr sz="1238">
                <a:solidFill>
                  <a:srgbClr val="FFFFFF"/>
                </a:solidFill>
                <a:latin typeface="微软雅黑"/>
                <a:ea typeface="微软雅黑"/>
                <a:cs typeface="微软雅黑"/>
              </a:rPr>
              <a:t>12 </a:t>
            </a:r>
            <a:r>
              <a:rPr sz="1238">
                <a:solidFill>
                  <a:srgbClr val="FFFFFF"/>
                </a:solidFill>
                <a:latin typeface="微软雅黑"/>
                <a:ea typeface="微软雅黑"/>
                <a:cs typeface="微软雅黑"/>
              </a:rPr>
              <a:t>条，且两组互不阻断。</a:t>
            </a:r>
          </a:p>
        </p:txBody>
      </p:sp>
      <p:sp>
        <p:nvSpPr>
          <p:cNvPr id="105" name="">
            <a:extLst xmlns:a="http://schemas.openxmlformats.org/drawingml/2006/main">
              <a:ext uri="{FF2B5EF4-FFF2-40B4-BE49-F238E27FC236}">
                <a16:creationId xmlns:a16="http://schemas.microsoft.com/office/drawing/2014/main" id="{9F5D7F16-5469-4C9E-8EBE-8AB88D1CD391}"/>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6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79F61E0A-AF6D-4930-8016-98C2CE089594}"/>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输入：一份真实填报的报告</a:t>
            </a:r>
          </a:p>
        </p:txBody>
      </p:sp>
      <p:sp>
        <p:nvSpPr>
          <p:cNvPr id="107" name="">
            <a:extLst xmlns:a="http://schemas.openxmlformats.org/drawingml/2006/main">
              <a:ext uri="{FF2B5EF4-FFF2-40B4-BE49-F238E27FC236}">
                <a16:creationId xmlns:a16="http://schemas.microsoft.com/office/drawing/2014/main" id="{F3047FAD-3FC6-48A9-B0C0-E796CB1CB012}"/>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报告编号　</a:t>
            </a:r>
            <a:r>
              <a:rPr sz="938">
                <a:solidFill>
                  <a:srgbClr val="D6E6F7"/>
                </a:solidFill>
                <a:latin typeface="微软雅黑"/>
                <a:ea typeface="微软雅黑"/>
                <a:cs typeface="微软雅黑"/>
              </a:rPr>
              <a:t>RPT-20260919-0003</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检测地点　</a:t>
            </a:r>
            <a:r>
              <a:rPr sz="938">
                <a:solidFill>
                  <a:srgbClr val="D6E6F7"/>
                </a:solidFill>
                <a:latin typeface="微软雅黑"/>
                <a:ea typeface="微软雅黑"/>
                <a:cs typeface="微软雅黑"/>
              </a:rPr>
              <a:t>110kV </a:t>
            </a:r>
            <a:r>
              <a:rPr sz="938">
                <a:solidFill>
                  <a:srgbClr val="D6E6F7"/>
                </a:solidFill>
                <a:latin typeface="微软雅黑"/>
                <a:ea typeface="微软雅黑"/>
                <a:cs typeface="微软雅黑"/>
              </a:rPr>
              <a:t>城北变电所电缆沟 </a:t>
            </a:r>
            <a:r>
              <a:rPr sz="938">
                <a:solidFill>
                  <a:srgbClr val="D6E6F7"/>
                </a:solidFill>
                <a:latin typeface="微软雅黑"/>
                <a:ea typeface="微软雅黑"/>
                <a:cs typeface="微软雅黑"/>
              </a:rPr>
              <a:t>A </a:t>
            </a:r>
            <a:r>
              <a:rPr sz="938">
                <a:solidFill>
                  <a:srgbClr val="D6E6F7"/>
                </a:solidFill>
                <a:latin typeface="微软雅黑"/>
                <a:ea typeface="微软雅黑"/>
                <a:cs typeface="微软雅黑"/>
              </a:rPr>
              <a:t>段 </a:t>
            </a: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检查井</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气体类型　</a:t>
            </a:r>
            <a:r>
              <a:rPr sz="938">
                <a:solidFill>
                  <a:srgbClr val="D6E6F7"/>
                </a:solidFill>
                <a:latin typeface="微软雅黑"/>
                <a:ea typeface="微软雅黑"/>
                <a:cs typeface="微软雅黑"/>
              </a:rPr>
              <a:t>氧气 </a:t>
            </a:r>
            <a:r>
              <a:rPr sz="938">
                <a:solidFill>
                  <a:srgbClr val="D6E6F7"/>
                </a:solidFill>
                <a:latin typeface="微软雅黑"/>
                <a:ea typeface="微软雅黑"/>
                <a:cs typeface="微软雅黑"/>
              </a:rPr>
              <a:t>O2</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检测值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阈值　</a:t>
            </a:r>
            <a:r>
              <a:rPr sz="938" b="1">
                <a:solidFill>
                  <a:srgbClr val="D6E6F7"/>
                </a:solidFill>
                <a:latin typeface="微软雅黑"/>
                <a:ea typeface="微软雅黑"/>
                <a:cs typeface="微软雅黑"/>
              </a:rPr>
              <a:t>18.2 %VOL / 19.5 %VOL</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异常现象　</a:t>
            </a:r>
            <a:r>
              <a:rPr sz="938">
                <a:solidFill>
                  <a:srgbClr val="D6E6F7"/>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SOP </a:t>
            </a:r>
            <a:r>
              <a:rPr sz="938">
                <a:solidFill>
                  <a:srgbClr val="D6E6F7"/>
                </a:solidFill>
                <a:latin typeface="微软雅黑"/>
                <a:ea typeface="微软雅黑"/>
                <a:cs typeface="微软雅黑"/>
              </a:rPr>
              <a:t>执行　</a:t>
            </a:r>
            <a:r>
              <a:rPr sz="938" b="1">
                <a:solidFill>
                  <a:srgbClr val="D6E6F7"/>
                </a:solidFill>
                <a:latin typeface="微软雅黑"/>
                <a:ea typeface="微软雅黑"/>
                <a:cs typeface="微软雅黑"/>
              </a:rPr>
              <a:t>未按 </a:t>
            </a:r>
            <a:r>
              <a:rPr sz="938" b="1">
                <a:solidFill>
                  <a:srgbClr val="D6E6F7"/>
                </a:solidFill>
                <a:latin typeface="微软雅黑"/>
                <a:ea typeface="微软雅黑"/>
                <a:cs typeface="微软雅黑"/>
              </a:rPr>
              <a:t>SOP </a:t>
            </a:r>
            <a:r>
              <a:rPr sz="938" b="1">
                <a:solidFill>
                  <a:srgbClr val="D6E6F7"/>
                </a:solidFill>
                <a:latin typeface="微软雅黑"/>
                <a:ea typeface="微软雅黑"/>
                <a:cs typeface="微软雅黑"/>
              </a:rPr>
              <a:t>执行</a:t>
            </a:r>
          </a:p>
        </p:txBody>
      </p:sp>
      <p:sp>
        <p:nvSpPr>
          <p:cNvPr id="108" name="">
            <a:extLst xmlns:a="http://schemas.openxmlformats.org/drawingml/2006/main">
              <a:ext uri="{FF2B5EF4-FFF2-40B4-BE49-F238E27FC236}">
                <a16:creationId xmlns:a16="http://schemas.microsoft.com/office/drawing/2014/main" id="{CF1386D1-C943-4077-BB9D-A36A8A655377}"/>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57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9" name="">
            <a:extLst xmlns:a="http://schemas.openxmlformats.org/drawingml/2006/main">
              <a:ext uri="{FF2B5EF4-FFF2-40B4-BE49-F238E27FC236}">
                <a16:creationId xmlns:a16="http://schemas.microsoft.com/office/drawing/2014/main" id="{951F08F8-9C1B-42D4-B5DA-47A6DE99CCF1}"/>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设计要点：为什么只写一条</a:t>
            </a:r>
          </a:p>
        </p:txBody>
      </p:sp>
      <p:sp>
        <p:nvSpPr>
          <p:cNvPr id="110" name="">
            <a:extLst xmlns:a="http://schemas.openxmlformats.org/drawingml/2006/main">
              <a:ext uri="{FF2B5EF4-FFF2-40B4-BE49-F238E27FC236}">
                <a16:creationId xmlns:a16="http://schemas.microsoft.com/office/drawing/2014/main" id="{A767356D-9715-440B-8228-A2E7BCBADD32}"/>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问题　</a:t>
            </a:r>
            <a:r>
              <a:rPr sz="938">
                <a:solidFill>
                  <a:srgbClr val="D6E6F7"/>
                </a:solidFill>
                <a:latin typeface="微软雅黑"/>
                <a:ea typeface="微软雅黑"/>
                <a:cs typeface="微软雅黑"/>
              </a:rPr>
              <a:t>每种气体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每个档位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每条现象都写规则，规则库会迅速膨胀。</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做法一　</a:t>
            </a:r>
            <a:r>
              <a:rPr sz="938">
                <a:solidFill>
                  <a:srgbClr val="D6E6F7"/>
                </a:solidFill>
                <a:latin typeface="微软雅黑"/>
                <a:ea typeface="微软雅黑"/>
                <a:cs typeface="微软雅黑"/>
              </a:rPr>
              <a:t>VALUE </a:t>
            </a:r>
            <a:r>
              <a:rPr sz="938">
                <a:solidFill>
                  <a:srgbClr val="D6E6F7"/>
                </a:solidFill>
                <a:latin typeface="微软雅黑"/>
                <a:ea typeface="微软雅黑"/>
                <a:cs typeface="微软雅黑"/>
              </a:rPr>
              <a:t>组只判「超没超、余量多少」，一套规则服务全部 </a:t>
            </a: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类气体。</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做法二　</a:t>
            </a:r>
            <a:r>
              <a:rPr sz="938">
                <a:solidFill>
                  <a:srgbClr val="D6E6F7"/>
                </a:solidFill>
                <a:latin typeface="微软雅黑"/>
                <a:ea typeface="微软雅黑"/>
                <a:cs typeface="微软雅黑"/>
              </a:rPr>
              <a:t>KEYWORD </a:t>
            </a:r>
            <a:r>
              <a:rPr sz="938">
                <a:solidFill>
                  <a:srgbClr val="D6E6F7"/>
                </a:solidFill>
                <a:latin typeface="微软雅黑"/>
                <a:ea typeface="微软雅黑"/>
                <a:cs typeface="微软雅黑"/>
              </a:rPr>
              <a:t>组只判现象文本，</a:t>
            </a:r>
            <a:r>
              <a:rPr sz="938">
                <a:solidFill>
                  <a:srgbClr val="D6E6F7"/>
                </a:solidFill>
                <a:latin typeface="微软雅黑"/>
                <a:ea typeface="微软雅黑"/>
                <a:cs typeface="微软雅黑"/>
              </a:rPr>
              <a:t>7 </a:t>
            </a:r>
            <a:r>
              <a:rPr sz="938">
                <a:solidFill>
                  <a:srgbClr val="D6E6F7"/>
                </a:solidFill>
                <a:latin typeface="微软雅黑"/>
                <a:ea typeface="微软雅黑"/>
                <a:cs typeface="微软雅黑"/>
              </a:rPr>
              <a:t>条规则覆盖 </a:t>
            </a:r>
            <a:r>
              <a:rPr sz="938">
                <a:solidFill>
                  <a:srgbClr val="D6E6F7"/>
                </a:solidFill>
                <a:latin typeface="微软雅黑"/>
                <a:ea typeface="微软雅黑"/>
                <a:cs typeface="微软雅黑"/>
              </a:rPr>
              <a:t>7 </a:t>
            </a:r>
            <a:r>
              <a:rPr sz="938">
                <a:solidFill>
                  <a:srgbClr val="D6E6F7"/>
                </a:solidFill>
                <a:latin typeface="微软雅黑"/>
                <a:ea typeface="微软雅黑"/>
                <a:cs typeface="微软雅黑"/>
              </a:rPr>
              <a:t>类典型缺陷。</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做法三　</a:t>
            </a:r>
            <a:r>
              <a:rPr sz="938">
                <a:solidFill>
                  <a:srgbClr val="D6E6F7"/>
                </a:solidFill>
                <a:latin typeface="微软雅黑"/>
                <a:ea typeface="微软雅黑"/>
                <a:cs typeface="微软雅黑"/>
              </a:rPr>
              <a:t>action_json </a:t>
            </a:r>
            <a:r>
              <a:rPr sz="938">
                <a:solidFill>
                  <a:srgbClr val="D6E6F7"/>
                </a:solidFill>
                <a:latin typeface="微软雅黑"/>
                <a:ea typeface="微软雅黑"/>
                <a:cs typeface="微软雅黑"/>
              </a:rPr>
              <a:t>用 </a:t>
            </a:r>
            <a:r>
              <a:rPr sz="938">
                <a:solidFill>
                  <a:srgbClr val="D6E6F7"/>
                </a:solidFill>
                <a:latin typeface="微软雅黑"/>
                <a:ea typeface="微软雅黑"/>
                <a:cs typeface="微软雅黑"/>
              </a:rPr>
              <a:t>*_from </a:t>
            </a:r>
            <a:r>
              <a:rPr sz="938">
                <a:solidFill>
                  <a:srgbClr val="D6E6F7"/>
                </a:solidFill>
                <a:latin typeface="微软雅黑"/>
                <a:ea typeface="微软雅黑"/>
                <a:cs typeface="微软雅黑"/>
              </a:rPr>
              <a:t>引用事实（如 </a:t>
            </a:r>
            <a:r>
              <a:rPr sz="938">
                <a:solidFill>
                  <a:srgbClr val="D6E6F7"/>
                </a:solidFill>
                <a:latin typeface="微软雅黑"/>
                <a:ea typeface="微软雅黑"/>
                <a:cs typeface="微软雅黑"/>
              </a:rPr>
              <a:t>cause_from=gas_attribution</a:t>
            </a:r>
            <a:r>
              <a:rPr sz="938">
                <a:solidFill>
                  <a:srgbClr val="D6E6F7"/>
                </a:solidFill>
                <a:latin typeface="微软雅黑"/>
                <a:ea typeface="微软雅黑"/>
                <a:cs typeface="微软雅黑"/>
              </a:rPr>
              <a:t>），输出时替换为当前值。</a:t>
            </a:r>
          </a:p>
        </p:txBody>
      </p:sp>
      <p:sp>
        <p:nvSpPr>
          <p:cNvPr id="111" name="">
            <a:extLst xmlns:a="http://schemas.openxmlformats.org/drawingml/2006/main">
              <a:ext uri="{FF2B5EF4-FFF2-40B4-BE49-F238E27FC236}">
                <a16:creationId xmlns:a16="http://schemas.microsoft.com/office/drawing/2014/main" id="{B8E73647-6E15-44CD-9C94-B7688B6FE53C}"/>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双组匹配结果</a:t>
            </a:r>
          </a:p>
        </p:txBody>
      </p:sp>
      <p:sp>
        <p:nvSpPr>
          <p:cNvPr id="112" name="">
            <a:extLst xmlns:a="http://schemas.openxmlformats.org/drawingml/2006/main">
              <a:ext uri="{FF2B5EF4-FFF2-40B4-BE49-F238E27FC236}">
                <a16:creationId xmlns:a16="http://schemas.microsoft.com/office/drawing/2014/main" id="{F582D869-5DE6-4574-A773-6A3EE90402D2}"/>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76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2E86E8"/>
            </a:solidFill>
            <a:prstDash val="solid"/>
          </a:ln>
        </p:spPr>
      </p:sp>
      <p:sp>
        <p:nvSpPr>
          <p:cNvPr id="113" name="">
            <a:extLst xmlns:a="http://schemas.openxmlformats.org/drawingml/2006/main">
              <a:ext uri="{FF2B5EF4-FFF2-40B4-BE49-F238E27FC236}">
                <a16:creationId xmlns:a16="http://schemas.microsoft.com/office/drawing/2014/main" id="{DC22CA6B-A9F0-4C1C-9D34-23A714839A59}"/>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9C46582A-D5D3-40A9-9154-123A32E2E6BC}"/>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8"/>
                </a:solidFill>
                <a:latin typeface="微软雅黑"/>
                <a:ea typeface="微软雅黑"/>
                <a:cs typeface="微软雅黑"/>
              </a:defRPr>
            </a:pPr>
            <a:r>
              <a:rPr sz="1050" b="1">
                <a:solidFill>
                  <a:srgbClr val="2E86E8"/>
                </a:solidFill>
                <a:latin typeface="微软雅黑"/>
                <a:ea typeface="微软雅黑"/>
                <a:cs typeface="微软雅黑"/>
              </a:rPr>
              <a:t>VALUE </a:t>
            </a:r>
            <a:r>
              <a:rPr sz="1050" b="1">
                <a:solidFill>
                  <a:srgbClr val="2E86E8"/>
                </a:solidFill>
                <a:latin typeface="微软雅黑"/>
                <a:ea typeface="微软雅黑"/>
                <a:cs typeface="微软雅黑"/>
              </a:rPr>
              <a:t>组 </a:t>
            </a:r>
            <a:r>
              <a:rPr sz="1050" b="1">
                <a:solidFill>
                  <a:srgbClr val="2E86E8"/>
                </a:solidFill>
                <a:latin typeface="微软雅黑"/>
                <a:ea typeface="微软雅黑"/>
                <a:cs typeface="微软雅黑"/>
              </a:rPr>
              <a:t>· </a:t>
            </a:r>
            <a:r>
              <a:rPr sz="1050" b="1">
                <a:solidFill>
                  <a:srgbClr val="2E86E8"/>
                </a:solidFill>
                <a:latin typeface="微软雅黑"/>
                <a:ea typeface="微软雅黑"/>
                <a:cs typeface="微软雅黑"/>
              </a:rPr>
              <a:t>定档</a:t>
            </a:r>
          </a:p>
        </p:txBody>
      </p:sp>
      <p:sp>
        <p:nvSpPr>
          <p:cNvPr id="115" name="">
            <a:extLst xmlns:a="http://schemas.openxmlformats.org/drawingml/2006/main">
              <a:ext uri="{FF2B5EF4-FFF2-40B4-BE49-F238E27FC236}">
                <a16:creationId xmlns:a16="http://schemas.microsoft.com/office/drawing/2014/main" id="{D0F9906A-FFE9-4CC3-A8AB-A7F1C8F9FDA8}"/>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116" name="">
            <a:extLst xmlns:a="http://schemas.openxmlformats.org/drawingml/2006/main">
              <a:ext uri="{FF2B5EF4-FFF2-40B4-BE49-F238E27FC236}">
                <a16:creationId xmlns:a16="http://schemas.microsoft.com/office/drawing/2014/main" id="{DB24F354-4C2B-4179-ADA3-C35C1B350D9D}"/>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REPORT_GAS_OVER_MARGIN_MID</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140</a:t>
            </a:r>
            <a:r>
              <a:rPr sz="825" b="0">
                <a:solidFill>
                  <a:srgbClr val="FFFFFF"/>
                </a:solidFill>
                <a:latin typeface="Bahnschrift"/>
                <a:ea typeface="Bahnschrift"/>
                <a:cs typeface="Bahnschrift"/>
              </a:rPr>
              <a:t>）</a:t>
            </a:r>
          </a:p>
        </p:txBody>
      </p:sp>
      <p:sp>
        <p:nvSpPr>
          <p:cNvPr id="117" name="">
            <a:extLst xmlns:a="http://schemas.openxmlformats.org/drawingml/2006/main">
              <a:ext uri="{FF2B5EF4-FFF2-40B4-BE49-F238E27FC236}">
                <a16:creationId xmlns:a16="http://schemas.microsoft.com/office/drawing/2014/main" id="{6938E947-D924-4E2D-BB20-2C53D0537432}"/>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118" name="">
            <a:extLst xmlns:a="http://schemas.openxmlformats.org/drawingml/2006/main">
              <a:ext uri="{FF2B5EF4-FFF2-40B4-BE49-F238E27FC236}">
                <a16:creationId xmlns:a16="http://schemas.microsoft.com/office/drawing/2014/main" id="{EC8B99E9-6900-40A6-A030-7D75A84CC566}"/>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a:t>
            </a:r>
            <a:r>
              <a:rPr sz="825" b="0">
                <a:solidFill>
                  <a:srgbClr val="FFFFFF"/>
                </a:solidFill>
                <a:latin typeface="微软雅黑"/>
                <a:ea typeface="微软雅黑"/>
                <a:cs typeface="微软雅黑"/>
              </a:rPr>
              <a:t>；</a:t>
            </a:r>
            <a:r>
              <a:rPr sz="825" b="0">
                <a:solidFill>
                  <a:srgbClr val="FFFFFF"/>
                </a:solidFill>
                <a:latin typeface="微软雅黑"/>
                <a:ea typeface="微软雅黑"/>
                <a:cs typeface="微软雅黑"/>
              </a:rPr>
              <a:t>ratio = 0.0667 → gte 0.05</a:t>
            </a:r>
          </a:p>
        </p:txBody>
      </p:sp>
      <p:sp>
        <p:nvSpPr>
          <p:cNvPr id="119" name="">
            <a:extLst xmlns:a="http://schemas.openxmlformats.org/drawingml/2006/main">
              <a:ext uri="{FF2B5EF4-FFF2-40B4-BE49-F238E27FC236}">
                <a16:creationId xmlns:a16="http://schemas.microsoft.com/office/drawing/2014/main" id="{C9354634-9BE1-4A40-89B6-449DFF1E5433}"/>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120" name="">
            <a:extLst xmlns:a="http://schemas.openxmlformats.org/drawingml/2006/main">
              <a:ext uri="{FF2B5EF4-FFF2-40B4-BE49-F238E27FC236}">
                <a16:creationId xmlns:a16="http://schemas.microsoft.com/office/drawing/2014/main" id="{19D638B6-FFE2-4573-AB37-0FA1DD383A93}"/>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p>
        </p:txBody>
      </p:sp>
      <p:sp>
        <p:nvSpPr>
          <p:cNvPr id="121" name="">
            <a:extLst xmlns:a="http://schemas.openxmlformats.org/drawingml/2006/main">
              <a:ext uri="{FF2B5EF4-FFF2-40B4-BE49-F238E27FC236}">
                <a16:creationId xmlns:a16="http://schemas.microsoft.com/office/drawing/2014/main" id="{699E210C-B4E2-4A23-BD27-B2E76D97B8B1}"/>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76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31C7F0"/>
            </a:solidFill>
            <a:prstDash val="solid"/>
          </a:ln>
        </p:spPr>
      </p:sp>
      <p:sp>
        <p:nvSpPr>
          <p:cNvPr id="122" name="">
            <a:extLst xmlns:a="http://schemas.openxmlformats.org/drawingml/2006/main">
              <a:ext uri="{FF2B5EF4-FFF2-40B4-BE49-F238E27FC236}">
                <a16:creationId xmlns:a16="http://schemas.microsoft.com/office/drawing/2014/main" id="{E3B8FDEB-C7B7-490C-A150-A5B7162BE0C9}"/>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2084DE54-481F-4268-83BD-1FA8AB8331AB}"/>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KEYWORD </a:t>
            </a:r>
            <a:r>
              <a:rPr sz="1050" b="1">
                <a:solidFill>
                  <a:srgbClr val="31C7F0"/>
                </a:solidFill>
                <a:latin typeface="微软雅黑"/>
                <a:ea typeface="微软雅黑"/>
                <a:cs typeface="微软雅黑"/>
              </a:rPr>
              <a:t>组 </a:t>
            </a:r>
            <a:r>
              <a:rPr sz="1050" b="1">
                <a:solidFill>
                  <a:srgbClr val="31C7F0"/>
                </a:solidFill>
                <a:latin typeface="微软雅黑"/>
                <a:ea typeface="微软雅黑"/>
                <a:cs typeface="微软雅黑"/>
              </a:rPr>
              <a:t>· </a:t>
            </a:r>
            <a:r>
              <a:rPr sz="1050" b="1">
                <a:solidFill>
                  <a:srgbClr val="31C7F0"/>
                </a:solidFill>
                <a:latin typeface="微软雅黑"/>
                <a:ea typeface="微软雅黑"/>
                <a:cs typeface="微软雅黑"/>
              </a:rPr>
              <a:t>补充</a:t>
            </a:r>
          </a:p>
        </p:txBody>
      </p:sp>
      <p:sp>
        <p:nvSpPr>
          <p:cNvPr id="124" name="">
            <a:extLst xmlns:a="http://schemas.openxmlformats.org/drawingml/2006/main">
              <a:ext uri="{FF2B5EF4-FFF2-40B4-BE49-F238E27FC236}">
                <a16:creationId xmlns:a16="http://schemas.microsoft.com/office/drawing/2014/main" id="{9358E45E-11B9-47CE-B552-CE80F7E60F7E}"/>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125" name="">
            <a:extLst xmlns:a="http://schemas.openxmlformats.org/drawingml/2006/main">
              <a:ext uri="{FF2B5EF4-FFF2-40B4-BE49-F238E27FC236}">
                <a16:creationId xmlns:a16="http://schemas.microsoft.com/office/drawing/2014/main" id="{AF9E0132-3D70-4A4E-B61E-CF98C0297BDB}"/>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RULE-KW-HEALTH</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95</a:t>
            </a:r>
            <a:r>
              <a:rPr sz="825" b="0">
                <a:solidFill>
                  <a:srgbClr val="FFFFFF"/>
                </a:solidFill>
                <a:latin typeface="Bahnschrift"/>
                <a:ea typeface="Bahnschrift"/>
                <a:cs typeface="Bahnschrift"/>
              </a:rPr>
              <a:t>）</a:t>
            </a:r>
          </a:p>
        </p:txBody>
      </p:sp>
      <p:sp>
        <p:nvSpPr>
          <p:cNvPr id="126" name="">
            <a:extLst xmlns:a="http://schemas.openxmlformats.org/drawingml/2006/main">
              <a:ext uri="{FF2B5EF4-FFF2-40B4-BE49-F238E27FC236}">
                <a16:creationId xmlns:a16="http://schemas.microsoft.com/office/drawing/2014/main" id="{71B1933D-8964-4114-9969-FE2EEBE84BA7}"/>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127" name="">
            <a:extLst xmlns:a="http://schemas.openxmlformats.org/drawingml/2006/main">
              <a:ext uri="{FF2B5EF4-FFF2-40B4-BE49-F238E27FC236}">
                <a16:creationId xmlns:a16="http://schemas.microsoft.com/office/drawing/2014/main" id="{9E7252C4-33E7-4E73-9304-4E093FF97B19}"/>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128" name="">
            <a:extLst xmlns:a="http://schemas.openxmlformats.org/drawingml/2006/main">
              <a:ext uri="{FF2B5EF4-FFF2-40B4-BE49-F238E27FC236}">
                <a16:creationId xmlns:a16="http://schemas.microsoft.com/office/drawing/2014/main" id="{0A74418C-8722-4EDE-8D82-E28BB1E6BF26}"/>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129" name="">
            <a:extLst xmlns:a="http://schemas.openxmlformats.org/drawingml/2006/main">
              <a:ext uri="{FF2B5EF4-FFF2-40B4-BE49-F238E27FC236}">
                <a16:creationId xmlns:a16="http://schemas.microsoft.com/office/drawing/2014/main" id="{9A35318D-6248-4F42-9FAD-8DADC8B0437B}"/>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r>
              <a:rPr sz="825" b="0">
                <a:solidFill>
                  <a:srgbClr val="FFFFFF"/>
                </a:solidFill>
                <a:latin typeface="微软雅黑"/>
                <a:ea typeface="微软雅黑"/>
                <a:cs typeface="微软雅黑"/>
              </a:rPr>
              <a:t>max_hits </a:t>
            </a:r>
            <a:r>
              <a:rPr sz="825" b="0">
                <a:solidFill>
                  <a:srgbClr val="FFFFFF"/>
                </a:solidFill>
                <a:latin typeface="微软雅黑"/>
                <a:ea typeface="微软雅黑"/>
                <a:cs typeface="微软雅黑"/>
              </a:rPr>
              <a:t>限本组）</a:t>
            </a:r>
          </a:p>
        </p:txBody>
      </p:sp>
      <p:sp>
        <p:nvSpPr>
          <p:cNvPr id="130" name="">
            <a:extLst xmlns:a="http://schemas.openxmlformats.org/drawingml/2006/main">
              <a:ext uri="{FF2B5EF4-FFF2-40B4-BE49-F238E27FC236}">
                <a16:creationId xmlns:a16="http://schemas.microsoft.com/office/drawing/2014/main" id="{2CF3A77F-2B54-4053-9F7C-84C88281EAED}"/>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625"/>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solidFill>
            <a:prstDash val="solid"/>
          </a:ln>
        </p:spPr>
      </p:sp>
      <p:sp>
        <p:nvSpPr>
          <p:cNvPr id="131" name="">
            <a:extLst xmlns:a="http://schemas.openxmlformats.org/drawingml/2006/main">
              <a:ext uri="{FF2B5EF4-FFF2-40B4-BE49-F238E27FC236}">
                <a16:creationId xmlns:a16="http://schemas.microsoft.com/office/drawing/2014/main" id="{67A98107-E940-43AA-8D25-4649302D9F85}"/>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两组独立：一组命中不会阻断另一组</a:t>
            </a:r>
          </a:p>
        </p:txBody>
      </p:sp>
      <p:sp>
        <p:nvSpPr>
          <p:cNvPr id="132" name="">
            <a:extLst xmlns:a="http://schemas.openxmlformats.org/drawingml/2006/main">
              <a:ext uri="{FF2B5EF4-FFF2-40B4-BE49-F238E27FC236}">
                <a16:creationId xmlns:a16="http://schemas.microsoft.com/office/drawing/2014/main" id="{B58CB036-CB65-43A4-91B4-3DC226D92439}"/>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旧实现用 </a:t>
            </a:r>
            <a:r>
              <a:rPr sz="863" b="0">
                <a:solidFill>
                  <a:srgbClr val="D6E6F7"/>
                </a:solidFill>
                <a:latin typeface="微软雅黑"/>
                <a:ea typeface="微软雅黑"/>
                <a:cs typeface="微软雅黑"/>
              </a:rPr>
              <a:t>Java </a:t>
            </a:r>
            <a:r>
              <a:rPr sz="863" b="0">
                <a:solidFill>
                  <a:srgbClr val="D6E6F7"/>
                </a:solidFill>
                <a:latin typeface="微软雅黑"/>
                <a:ea typeface="微软雅黑"/>
                <a:cs typeface="微软雅黑"/>
              </a:rPr>
              <a:t>拼出 </a:t>
            </a:r>
            <a:r>
              <a:rPr sz="863" b="0">
                <a:solidFill>
                  <a:srgbClr val="D6E6F7"/>
                </a:solidFill>
                <a:latin typeface="微软雅黑"/>
                <a:ea typeface="微软雅黑"/>
                <a:cs typeface="微软雅黑"/>
              </a:rPr>
              <a:t>RULE-GAS-ABOVE </a:t>
            </a:r>
            <a:r>
              <a:rPr sz="863" b="0">
                <a:solidFill>
                  <a:srgbClr val="D6E6F7"/>
                </a:solidFill>
                <a:latin typeface="微软雅黑"/>
                <a:ea typeface="微软雅黑"/>
                <a:cs typeface="微软雅黑"/>
              </a:rPr>
              <a:t>这类【假规则编号】，无法与数据库对应；改造后 </a:t>
            </a:r>
            <a:r>
              <a:rPr sz="863" b="0">
                <a:solidFill>
                  <a:srgbClr val="D6E6F7"/>
                </a:solidFill>
                <a:latin typeface="微软雅黑"/>
                <a:ea typeface="微软雅黑"/>
                <a:cs typeface="微软雅黑"/>
              </a:rPr>
              <a:t>rule_refs </a:t>
            </a:r>
            <a:r>
              <a:rPr sz="863" b="0">
                <a:solidFill>
                  <a:srgbClr val="D6E6F7"/>
                </a:solidFill>
                <a:latin typeface="微软雅黑"/>
                <a:ea typeface="微软雅黑"/>
                <a:cs typeface="微软雅黑"/>
              </a:rPr>
              <a:t>输出的是真实存在的 </a:t>
            </a:r>
            <a:r>
              <a:rPr sz="863" b="0">
                <a:solidFill>
                  <a:srgbClr val="D6E6F7"/>
                </a:solidFill>
                <a:latin typeface="微软雅黑"/>
                <a:ea typeface="微软雅黑"/>
                <a:cs typeface="微软雅黑"/>
              </a:rPr>
              <a:t>rule_code</a:t>
            </a:r>
            <a:r>
              <a:rPr sz="863" b="0">
                <a:solidFill>
                  <a:srgbClr val="D6E6F7"/>
                </a:solidFill>
                <a:latin typeface="微软雅黑"/>
                <a:ea typeface="微软雅黑"/>
                <a:cs typeface="微软雅黑"/>
              </a:rPr>
              <a:t>，可直接回表核对。</a:t>
            </a:r>
          </a:p>
        </p:txBody>
      </p:sp>
      <p:sp>
        <p:nvSpPr>
          <p:cNvPr id="133" name="">
            <a:extLst xmlns:a="http://schemas.openxmlformats.org/drawingml/2006/main">
              <a:ext uri="{FF2B5EF4-FFF2-40B4-BE49-F238E27FC236}">
                <a16:creationId xmlns:a16="http://schemas.microsoft.com/office/drawing/2014/main" id="{6C42D07B-C972-49A1-A703-EB19F2481F02}"/>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3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13335">
            <a:solidFill>
              <a:srgbClr val="F5C33B"/>
            </a:solidFill>
            <a:prstDash val="solid"/>
          </a:ln>
        </p:spPr>
      </p:sp>
      <p:sp>
        <p:nvSpPr>
          <p:cNvPr id="134" name="">
            <a:extLst xmlns:a="http://schemas.openxmlformats.org/drawingml/2006/main">
              <a:ext uri="{FF2B5EF4-FFF2-40B4-BE49-F238E27FC236}">
                <a16:creationId xmlns:a16="http://schemas.microsoft.com/office/drawing/2014/main" id="{FE06D38A-A20B-46E2-9E7A-3FAAB012BA01}"/>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输出：一次归因的完整结论</a:t>
            </a:r>
          </a:p>
        </p:txBody>
      </p:sp>
      <p:sp>
        <p:nvSpPr>
          <p:cNvPr id="135" name="">
            <a:extLst xmlns:a="http://schemas.openxmlformats.org/drawingml/2006/main">
              <a:ext uri="{FF2B5EF4-FFF2-40B4-BE49-F238E27FC236}">
                <a16:creationId xmlns:a16="http://schemas.microsoft.com/office/drawing/2014/main" id="{FDFE8C7E-E030-423A-ADEA-F9F1E0872F41}"/>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最终严重度</a:t>
            </a:r>
          </a:p>
        </p:txBody>
      </p:sp>
      <p:sp>
        <p:nvSpPr>
          <p:cNvPr id="136" name="">
            <a:extLst xmlns:a="http://schemas.openxmlformats.org/drawingml/2006/main">
              <a:ext uri="{FF2B5EF4-FFF2-40B4-BE49-F238E27FC236}">
                <a16:creationId xmlns:a16="http://schemas.microsoft.com/office/drawing/2014/main" id="{1558021F-5BEC-4BC0-B860-D71388138E88}"/>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2705E"/>
                </a:solidFill>
                <a:latin typeface="微软雅黑"/>
                <a:ea typeface="微软雅黑"/>
                <a:cs typeface="微软雅黑"/>
              </a:defRPr>
            </a:pPr>
            <a:r>
              <a:rPr sz="900" b="1">
                <a:solidFill>
                  <a:srgbClr val="F2705E"/>
                </a:solidFill>
                <a:latin typeface="微软雅黑"/>
                <a:ea typeface="微软雅黑"/>
                <a:cs typeface="微软雅黑"/>
              </a:rPr>
              <a:t>高</a:t>
            </a:r>
          </a:p>
        </p:txBody>
      </p:sp>
      <p:sp>
        <p:nvSpPr>
          <p:cNvPr id="137" name="">
            <a:extLst xmlns:a="http://schemas.openxmlformats.org/drawingml/2006/main">
              <a:ext uri="{FF2B5EF4-FFF2-40B4-BE49-F238E27FC236}">
                <a16:creationId xmlns:a16="http://schemas.microsoft.com/office/drawing/2014/main" id="{15390405-EA33-44FF-B35A-47ED5C266272}"/>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综合原因</a:t>
            </a:r>
          </a:p>
        </p:txBody>
      </p:sp>
      <p:sp>
        <p:nvSpPr>
          <p:cNvPr id="138" name="">
            <a:extLst xmlns:a="http://schemas.openxmlformats.org/drawingml/2006/main">
              <a:ext uri="{FF2B5EF4-FFF2-40B4-BE49-F238E27FC236}">
                <a16:creationId xmlns:a16="http://schemas.microsoft.com/office/drawing/2014/main" id="{CDC16221-85C6-4F7F-94FC-5AE341A9DBB7}"/>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通风不足或 </a:t>
            </a:r>
            <a:r>
              <a:rPr sz="900" b="0">
                <a:solidFill>
                  <a:srgbClr val="D6E6F7"/>
                </a:solidFill>
                <a:latin typeface="微软雅黑"/>
                <a:ea typeface="微软雅黑"/>
                <a:cs typeface="微软雅黑"/>
              </a:rPr>
              <a:t>SF6 </a:t>
            </a:r>
            <a:r>
              <a:rPr sz="900" b="0">
                <a:solidFill>
                  <a:srgbClr val="D6E6F7"/>
                </a:solidFill>
                <a:latin typeface="微软雅黑"/>
                <a:ea typeface="微软雅黑"/>
                <a:cs typeface="微软雅黑"/>
              </a:rPr>
              <a:t>聚集导致氧含量下降，人员出现身体不适</a:t>
            </a:r>
          </a:p>
        </p:txBody>
      </p:sp>
      <p:sp>
        <p:nvSpPr>
          <p:cNvPr id="139" name="">
            <a:extLst xmlns:a="http://schemas.openxmlformats.org/drawingml/2006/main">
              <a:ext uri="{FF2B5EF4-FFF2-40B4-BE49-F238E27FC236}">
                <a16:creationId xmlns:a16="http://schemas.microsoft.com/office/drawing/2014/main" id="{8EE2D6B3-6048-4ED4-98C9-6C7E82C99D05}"/>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建议措施</a:t>
            </a:r>
          </a:p>
        </p:txBody>
      </p:sp>
      <p:sp>
        <p:nvSpPr>
          <p:cNvPr id="140" name="">
            <a:extLst xmlns:a="http://schemas.openxmlformats.org/drawingml/2006/main">
              <a:ext uri="{FF2B5EF4-FFF2-40B4-BE49-F238E27FC236}">
                <a16:creationId xmlns:a16="http://schemas.microsoft.com/office/drawing/2014/main" id="{DB7779BF-2557-4BEE-9634-CF96B8A14BD9}"/>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停止作业、撤出人员、强制通风、复测合格后再进入</a:t>
            </a:r>
          </a:p>
        </p:txBody>
      </p:sp>
      <p:sp>
        <p:nvSpPr>
          <p:cNvPr id="141" name="">
            <a:extLst xmlns:a="http://schemas.openxmlformats.org/drawingml/2006/main">
              <a:ext uri="{FF2B5EF4-FFF2-40B4-BE49-F238E27FC236}">
                <a16:creationId xmlns:a16="http://schemas.microsoft.com/office/drawing/2014/main" id="{B4D52949-4720-4D0A-BD0A-63FDBEEE3303}"/>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规则编号</a:t>
            </a:r>
          </a:p>
        </p:txBody>
      </p:sp>
      <p:sp>
        <p:nvSpPr>
          <p:cNvPr id="142" name="">
            <a:extLst xmlns:a="http://schemas.openxmlformats.org/drawingml/2006/main">
              <a:ext uri="{FF2B5EF4-FFF2-40B4-BE49-F238E27FC236}">
                <a16:creationId xmlns:a16="http://schemas.microsoft.com/office/drawing/2014/main" id="{E410C06F-A102-48E4-B0E9-31E713B77002}"/>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31C7F0"/>
                </a:solidFill>
                <a:latin typeface="微软雅黑"/>
                <a:ea typeface="微软雅黑"/>
                <a:cs typeface="微软雅黑"/>
              </a:defRPr>
            </a:pPr>
            <a:r>
              <a:rPr sz="900" b="0">
                <a:solidFill>
                  <a:srgbClr val="31C7F0"/>
                </a:solidFill>
                <a:latin typeface="微软雅黑"/>
                <a:ea typeface="微软雅黑"/>
                <a:cs typeface="微软雅黑"/>
              </a:rPr>
              <a:t>REPORT_GAS_OVER_MARGIN_MID</a:t>
            </a:r>
            <a:r>
              <a:rPr sz="900" b="0">
                <a:solidFill>
                  <a:srgbClr val="31C7F0"/>
                </a:solidFill>
                <a:latin typeface="微软雅黑"/>
                <a:ea typeface="微软雅黑"/>
                <a:cs typeface="微软雅黑"/>
              </a:rPr>
              <a:t>、</a:t>
            </a:r>
            <a:r>
              <a:rPr sz="900" b="0">
                <a:solidFill>
                  <a:srgbClr val="31C7F0"/>
                </a:solidFill>
                <a:latin typeface="微软雅黑"/>
                <a:ea typeface="微软雅黑"/>
                <a:cs typeface="微软雅黑"/>
              </a:rPr>
              <a:t>RULE-KW-HEALTH</a:t>
            </a:r>
          </a:p>
        </p:txBody>
      </p:sp>
      <p:sp>
        <p:nvSpPr>
          <p:cNvPr id="143" name="">
            <a:extLst xmlns:a="http://schemas.openxmlformats.org/drawingml/2006/main">
              <a:ext uri="{FF2B5EF4-FFF2-40B4-BE49-F238E27FC236}">
                <a16:creationId xmlns:a16="http://schemas.microsoft.com/office/drawing/2014/main" id="{8B39861B-701F-41D8-9535-A8090AEAF681}"/>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置信度 </a:t>
            </a:r>
            <a:r>
              <a:rPr sz="863" b="0">
                <a:solidFill>
                  <a:srgbClr val="7A9CC4"/>
                </a:solidFill>
                <a:latin typeface="微软雅黑"/>
                <a:ea typeface="微软雅黑"/>
                <a:cs typeface="微软雅黑"/>
              </a:rPr>
              <a:t>/ </a:t>
            </a:r>
            <a:r>
              <a:rPr sz="863" b="0">
                <a:solidFill>
                  <a:srgbClr val="7A9CC4"/>
                </a:solidFill>
                <a:latin typeface="微软雅黑"/>
                <a:ea typeface="微软雅黑"/>
                <a:cs typeface="微软雅黑"/>
              </a:rPr>
              <a:t>来源</a:t>
            </a:r>
          </a:p>
        </p:txBody>
      </p:sp>
      <p:sp>
        <p:nvSpPr>
          <p:cNvPr id="144" name="">
            <a:extLst xmlns:a="http://schemas.openxmlformats.org/drawingml/2006/main">
              <a:ext uri="{FF2B5EF4-FFF2-40B4-BE49-F238E27FC236}">
                <a16:creationId xmlns:a16="http://schemas.microsoft.com/office/drawing/2014/main" id="{0FB755F9-372C-4A9E-B7AF-D381BCF95F7A}"/>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145" name="">
            <a:extLst xmlns:a="http://schemas.openxmlformats.org/drawingml/2006/main">
              <a:ext uri="{FF2B5EF4-FFF2-40B4-BE49-F238E27FC236}">
                <a16:creationId xmlns:a16="http://schemas.microsoft.com/office/drawing/2014/main" id="{46FE6725-75E5-4878-B345-4376613AF5D0}"/>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5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6" name="">
            <a:extLst xmlns:a="http://schemas.openxmlformats.org/drawingml/2006/main">
              <a:ext uri="{FF2B5EF4-FFF2-40B4-BE49-F238E27FC236}">
                <a16:creationId xmlns:a16="http://schemas.microsoft.com/office/drawing/2014/main" id="{1DA1F228-7671-4EFA-AF41-816ADCF06AC3}"/>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9B8CFF"/>
                </a:solidFill>
                <a:latin typeface="微软雅黑"/>
                <a:ea typeface="微软雅黑"/>
                <a:cs typeface="微软雅黑"/>
              </a:defRPr>
            </a:pPr>
            <a:r>
              <a:rPr sz="1013" b="1">
                <a:solidFill>
                  <a:srgbClr val="9B8CFF"/>
                </a:solidFill>
                <a:latin typeface="微软雅黑"/>
                <a:ea typeface="微软雅黑"/>
                <a:cs typeface="微软雅黑"/>
              </a:rPr>
              <a:t>人工确认（</a:t>
            </a:r>
            <a:r>
              <a:rPr sz="1013" b="1">
                <a:solidFill>
                  <a:srgbClr val="9B8CFF"/>
                </a:solidFill>
                <a:latin typeface="微软雅黑"/>
                <a:ea typeface="微软雅黑"/>
                <a:cs typeface="微软雅黑"/>
              </a:rPr>
              <a:t>need_human_confirm = true</a:t>
            </a:r>
            <a:r>
              <a:rPr sz="1013" b="1">
                <a:solidFill>
                  <a:srgbClr val="9B8CFF"/>
                </a:solidFill>
                <a:latin typeface="微软雅黑"/>
                <a:ea typeface="微软雅黑"/>
                <a:cs typeface="微软雅黑"/>
              </a:rPr>
              <a:t>）</a:t>
            </a:r>
          </a:p>
        </p:txBody>
      </p:sp>
      <p:sp>
        <p:nvSpPr>
          <p:cNvPr id="147" name="">
            <a:extLst xmlns:a="http://schemas.openxmlformats.org/drawingml/2006/main">
              <a:ext uri="{FF2B5EF4-FFF2-40B4-BE49-F238E27FC236}">
                <a16:creationId xmlns:a16="http://schemas.microsoft.com/office/drawing/2014/main" id="{41172B5A-A011-4B07-98D7-CE7CA38FA11C}"/>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确认人　</a:t>
            </a:r>
            <a:r>
              <a:rPr sz="900">
                <a:solidFill>
                  <a:srgbClr val="D6E6F7"/>
                </a:solidFill>
                <a:latin typeface="微软雅黑"/>
                <a:ea typeface="微软雅黑"/>
                <a:cs typeface="微软雅黑"/>
              </a:rPr>
              <a:t>limin</a:t>
            </a:r>
            <a:r>
              <a:rPr sz="900">
                <a:solidFill>
                  <a:srgbClr val="D6E6F7"/>
                </a:solidFill>
                <a:latin typeface="微软雅黑"/>
                <a:ea typeface="微软雅黑"/>
                <a:cs typeface="微软雅黑"/>
              </a:rPr>
              <a:t>（班组长）</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决定　</a:t>
            </a:r>
            <a:r>
              <a:rPr sz="900" b="1">
                <a:solidFill>
                  <a:srgbClr val="D6E6F7"/>
                </a:solidFill>
                <a:latin typeface="微软雅黑"/>
                <a:ea typeface="微软雅黑"/>
                <a:cs typeface="微软雅黑"/>
              </a:rPr>
              <a:t>ACCEPTED</a:t>
            </a:r>
            <a:r>
              <a:rPr sz="900" b="1">
                <a:solidFill>
                  <a:srgbClr val="D6E6F7"/>
                </a:solidFill>
                <a:latin typeface="微软雅黑"/>
                <a:ea typeface="微软雅黑"/>
                <a:cs typeface="微软雅黑"/>
              </a:rPr>
              <a:t>（采纳）</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理由　</a:t>
            </a:r>
            <a:r>
              <a:rPr sz="900">
                <a:solidFill>
                  <a:srgbClr val="D6E6F7"/>
                </a:solidFill>
                <a:latin typeface="微软雅黑"/>
                <a:ea typeface="微软雅黑"/>
                <a:cs typeface="微软雅黑"/>
              </a:rPr>
              <a:t>结论与现场情况一致，按建议补充 </a:t>
            </a:r>
            <a:r>
              <a:rPr sz="900">
                <a:solidFill>
                  <a:srgbClr val="D6E6F7"/>
                </a:solidFill>
                <a:latin typeface="微软雅黑"/>
                <a:ea typeface="微软雅黑"/>
                <a:cs typeface="微软雅黑"/>
              </a:rPr>
              <a:t>SOP </a:t>
            </a:r>
            <a:r>
              <a:rPr sz="900">
                <a:solidFill>
                  <a:srgbClr val="D6E6F7"/>
                </a:solidFill>
                <a:latin typeface="微软雅黑"/>
                <a:ea typeface="微软雅黑"/>
                <a:cs typeface="微软雅黑"/>
              </a:rPr>
              <a:t>卡并跟踪隐患</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说明　</a:t>
            </a:r>
            <a:r>
              <a:rPr sz="900">
                <a:solidFill>
                  <a:srgbClr val="D6E6F7"/>
                </a:solidFill>
                <a:latin typeface="微软雅黑"/>
                <a:ea typeface="微软雅黑"/>
                <a:cs typeface="微软雅黑"/>
              </a:rPr>
              <a:t>确认接口只改建议状态，不改任何业务数据。</a:t>
            </a:r>
          </a:p>
        </p:txBody>
      </p:sp>
      <p:sp>
        <p:nvSpPr>
          <p:cNvPr id="148" name="">
            <a:extLst xmlns:a="http://schemas.openxmlformats.org/drawingml/2006/main">
              <a:ext uri="{FF2B5EF4-FFF2-40B4-BE49-F238E27FC236}">
                <a16:creationId xmlns:a16="http://schemas.microsoft.com/office/drawing/2014/main" id="{84E643DA-B0B0-4A26-943D-F6239057792F}"/>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28CC3E11-B750-4452-9F83-12005BF8141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50" name="">
            <a:extLst xmlns:a="http://schemas.openxmlformats.org/drawingml/2006/main">
              <a:ext uri="{FF2B5EF4-FFF2-40B4-BE49-F238E27FC236}">
                <a16:creationId xmlns:a16="http://schemas.microsoft.com/office/drawing/2014/main" id="{36B7E08C-5EC6-42A5-91CF-F0302CFB5357}"/>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9B3AC05A-6E98-47AF-BA66-BB570C89425C}"/>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2" name="">
            <a:extLst xmlns:a="http://schemas.openxmlformats.org/drawingml/2006/main">
              <a:ext uri="{FF2B5EF4-FFF2-40B4-BE49-F238E27FC236}">
                <a16:creationId xmlns:a16="http://schemas.microsoft.com/office/drawing/2014/main" id="{E0657D47-CF56-4496-8041-970ED78AF789}"/>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53" name="">
            <a:extLst xmlns:a="http://schemas.openxmlformats.org/drawingml/2006/main">
              <a:ext uri="{FF2B5EF4-FFF2-40B4-BE49-F238E27FC236}">
                <a16:creationId xmlns:a16="http://schemas.microsoft.com/office/drawing/2014/main" id="{968BFA44-79F3-4DC6-85CF-BA85FBA5FE30}"/>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54" name="">
            <a:extLst xmlns:a="http://schemas.openxmlformats.org/drawingml/2006/main">
              <a:ext uri="{FF2B5EF4-FFF2-40B4-BE49-F238E27FC236}">
                <a16:creationId xmlns:a16="http://schemas.microsoft.com/office/drawing/2014/main" id="{F88ACA9B-0148-4DF5-AA56-22933CA31573}"/>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55" name="">
            <a:extLst xmlns:a="http://schemas.openxmlformats.org/drawingml/2006/main">
              <a:ext uri="{FF2B5EF4-FFF2-40B4-BE49-F238E27FC236}">
                <a16:creationId xmlns:a16="http://schemas.microsoft.com/office/drawing/2014/main" id="{D2B4E518-8982-4A4A-AA7B-CA0617498E2B}"/>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15</a:t>
            </a:r>
          </a:p>
        </p:txBody>
      </p:sp>
    </p:spTree>
    <p:extLst>
      <p:ext uri="{BB962C8B-B14F-4D97-AF65-F5344CB8AC3E}">
        <p14:creationId xmlns:p14="http://schemas.microsoft.com/office/powerpoint/2010/main" val="1757381049"/>
      </p:ext>
    </p:extLst>
  </p:cSld>
</p:sld>
</file>

<file path=ppt/slides/slide1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af3873abfb7448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150333B-75AC-4480-9A8F-262399B4E5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F913689-F73F-4829-A7B0-F9BAD014719E}"/>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0275023-35E1-4FA5-A499-3C1BC11569AD}"/>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796C6A6-A421-4597-8943-B1E68BC918AC}"/>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253CB20-4F67-484D-A14B-6FE5D1B9087B}"/>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8E061CF2-E49A-4665-A59B-B08B6E49C879}"/>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3BEF16D-8521-407B-BC1E-8659BA60F5B2}"/>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0A08033-8FFA-4BBE-B558-FE597A94A77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32D9DE4-9DDD-43BD-A286-9443A320F3C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3B79402-66DE-4B71-9475-76CF5812FA8A}"/>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A29B799-B62F-471D-B352-FED9DB5D4208}"/>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8852B93-819D-4683-8E0E-10BEAEEC2754}"/>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5E94606-8794-414F-8E79-3C1F9CFC0314}"/>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E89D103-6DF6-49B6-9AB9-6BA7E9C6D4D2}"/>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89C9786A-BD9B-45F1-8DD1-7A2B35D4D247}"/>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62FA192-FF88-4235-BA47-FC319B5596F9}"/>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DFF5C843-D717-40B7-B1E3-97F22CEE0453}"/>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03FDEF6-978D-46B4-993B-733AB3383BA3}"/>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11FB2D9D-91AE-4025-A243-6A4E1DE83EA5}"/>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729B6DDC-6A64-48F0-BB06-8F49731146B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A31F1CD5-62D3-4B0C-89CB-6CF5B22A78C0}"/>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6D02744-EDE5-42EF-A826-DACE49144D56}"/>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4B5E3F3-123E-410D-AA47-E623BA51A797}"/>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88DF221-6FE5-4914-8A0E-DEDED12D4A15}"/>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01A5F92C-FB4B-42A2-96F4-650F48666908}"/>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1C507931-E8A9-47A8-8AB6-6723EB76CEA9}"/>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A250467B-B861-4435-B99E-48B31E936BB8}"/>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3D365E3E-DD42-4040-AD52-F9A223E5F6E2}"/>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EF63583-CFCF-437F-8393-CFA628F5E24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A8D53393-FCA3-49C0-91B2-E7C5977020F5}"/>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0EFBC46-B9C9-4B7D-A20F-42A07F52A35C}"/>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277ABB4-3681-421F-8C0F-578054645553}"/>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999CA15-08B0-46FF-AA79-2DD57E164AA1}"/>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2439C20-80A7-46F3-AC34-17EF4D2FFB56}"/>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07256CD7-F329-4A1C-81C7-07B9BD10EE1C}"/>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754A410-F39B-4B33-9A95-55EA5DA2CE3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28F442F-AA7F-48C8-8531-8F54B5CF66B1}"/>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72A6A870-E3EE-4963-ACAE-6F5D207D8FA1}"/>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3C780F20-F82C-4E8F-91E9-DF040FA9FE6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91F69D6-9F09-4660-ACC8-7286959758D3}"/>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950221BE-F4C5-4B0D-940D-C39E2655C356}"/>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9D258509-0BA2-4743-868F-3E8C27CC5B6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62E72A3-F4EA-45E6-A3CF-FC342852346D}"/>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EDCC79BA-08A5-4B8A-BDDE-9A3219A586A0}"/>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6" name="">
            <a:extLst xmlns:a="http://schemas.openxmlformats.org/drawingml/2006/main">
              <a:ext uri="{FF2B5EF4-FFF2-40B4-BE49-F238E27FC236}">
                <a16:creationId xmlns:a16="http://schemas.microsoft.com/office/drawing/2014/main" id="{9FD52F03-DDF6-4FF8-B433-AD3D7B4DE588}"/>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7" name="">
            <a:extLst xmlns:a="http://schemas.openxmlformats.org/drawingml/2006/main">
              <a:ext uri="{FF2B5EF4-FFF2-40B4-BE49-F238E27FC236}">
                <a16:creationId xmlns:a16="http://schemas.microsoft.com/office/drawing/2014/main" id="{05D887C0-FBA5-465F-844A-8295D6CB6724}"/>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068A2F5-1124-4433-A300-1864E45BCA0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算法三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个性化组卷与题量分配</a:t>
            </a:r>
          </a:p>
        </p:txBody>
      </p:sp>
      <p:sp>
        <p:nvSpPr>
          <p:cNvPr id="49" name="">
            <a:extLst xmlns:a="http://schemas.openxmlformats.org/drawingml/2006/main">
              <a:ext uri="{FF2B5EF4-FFF2-40B4-BE49-F238E27FC236}">
                <a16:creationId xmlns:a16="http://schemas.microsoft.com/office/drawing/2014/main" id="{AA0DA1F6-703E-4242-B731-E10DCA47C76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BE4A35E-7245-4EBE-BC9D-BAA4C04CD715}"/>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9A16F06-7445-40F3-9BC3-2660AED52846}"/>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7EE90299-E3E3-41CE-88A1-87833F6EBFD2}"/>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0FA761B-8171-4A15-9EED-0B46121B966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D872C0E0-7DCF-4620-A87F-213F9E6740AA}"/>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E4CA0403-50DB-4BF9-8BD9-84C59F089BD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6460F8C7-33DD-49E7-A4A9-FC5BE4DEDA61}"/>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1BA6B7FC-3F9A-4E73-AED8-E06FB9B31C9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0AA741F-7369-45DE-B12A-9180E705006B}"/>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781D940D-1C1A-4F3F-AAE3-D6469D888B7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141760C4-D6A9-44F4-B291-1894D4151673}"/>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B73EEE5-69BC-4113-B0EE-F17D7642AD48}"/>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BE112C02-D370-4702-93C3-4E1C4FE57EBF}"/>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5634D1A4-1FB8-4C8C-9F29-FEFEBD29A7D1}"/>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题目按「缺口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历史正确率」分配，练完回流正确率</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让每一道题都打在当前的短板上。</a:t>
            </a:r>
          </a:p>
        </p:txBody>
      </p:sp>
      <p:sp>
        <p:nvSpPr>
          <p:cNvPr id="64" name="">
            <a:extLst xmlns:a="http://schemas.openxmlformats.org/drawingml/2006/main">
              <a:ext uri="{FF2B5EF4-FFF2-40B4-BE49-F238E27FC236}">
                <a16:creationId xmlns:a16="http://schemas.microsoft.com/office/drawing/2014/main" id="{8F1BA783-5E87-475B-999D-22D685028649}"/>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5" name="">
            <a:extLst xmlns:a="http://schemas.openxmlformats.org/drawingml/2006/main">
              <a:ext uri="{FF2B5EF4-FFF2-40B4-BE49-F238E27FC236}">
                <a16:creationId xmlns:a16="http://schemas.microsoft.com/office/drawing/2014/main" id="{52A50389-286D-4A3D-AE3C-1F41E10EA48C}"/>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66" name="">
            <a:extLst xmlns:a="http://schemas.openxmlformats.org/drawingml/2006/main">
              <a:ext uri="{FF2B5EF4-FFF2-40B4-BE49-F238E27FC236}">
                <a16:creationId xmlns:a16="http://schemas.microsoft.com/office/drawing/2014/main" id="{D62706E5-32B0-4053-ABD3-7073BD53F73F}"/>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effort(</a:t>
            </a:r>
            <a:r>
              <a:rPr sz="975" b="1">
                <a:solidFill>
                  <a:srgbClr val="D6E6F7"/>
                </a:solidFill>
                <a:latin typeface="微软雅黑"/>
                <a:ea typeface="微软雅黑"/>
                <a:cs typeface="微软雅黑"/>
              </a:rPr>
              <a:t>技能</a:t>
            </a:r>
            <a:r>
              <a:rPr sz="975" b="1">
                <a:solidFill>
                  <a:srgbClr val="D6E6F7"/>
                </a:solidFill>
                <a:latin typeface="微软雅黑"/>
                <a:ea typeface="微软雅黑"/>
                <a:cs typeface="微软雅黑"/>
              </a:rPr>
              <a:t>) = </a:t>
            </a:r>
            <a:r>
              <a:rPr sz="975" b="1">
                <a:solidFill>
                  <a:srgbClr val="D6E6F7"/>
                </a:solidFill>
                <a:latin typeface="微软雅黑"/>
                <a:ea typeface="微软雅黑"/>
                <a:cs typeface="微软雅黑"/>
              </a:rPr>
              <a:t>缺口权重 </a:t>
            </a:r>
            <a:r>
              <a:rPr sz="975" b="1">
                <a:solidFill>
                  <a:srgbClr val="D6E6F7"/>
                </a:solidFill>
                <a:latin typeface="微软雅黑"/>
                <a:ea typeface="微软雅黑"/>
                <a:cs typeface="微软雅黑"/>
              </a:rPr>
              <a:t>× max(0.2, 1.6 − </a:t>
            </a:r>
            <a:r>
              <a:rPr sz="975" b="1">
                <a:solidFill>
                  <a:srgbClr val="D6E6F7"/>
                </a:solidFill>
                <a:latin typeface="微软雅黑"/>
                <a:ea typeface="微软雅黑"/>
                <a:cs typeface="微软雅黑"/>
              </a:rPr>
              <a:t>历史正确率</a:t>
            </a:r>
            <a:r>
              <a:rPr sz="975" b="1">
                <a:solidFill>
                  <a:srgbClr val="D6E6F7"/>
                </a:solidFill>
                <a:latin typeface="微软雅黑"/>
                <a:ea typeface="微软雅黑"/>
                <a:cs typeface="微软雅黑"/>
              </a:rPr>
              <a:t>)</a:t>
            </a:r>
          </a:p>
          <a:p xmlns:a="http://schemas.openxmlformats.org/drawingml/2006/main">
            <a:pPr algn="l">
              <a:lnSpc>
                <a:spcPct val="16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题量分配量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总题量 </a:t>
            </a:r>
            <a:r>
              <a:rPr sz="975">
                <a:solidFill>
                  <a:srgbClr val="D6E6F7"/>
                </a:solidFill>
                <a:latin typeface="微软雅黑"/>
                <a:ea typeface="微软雅黑"/>
                <a:cs typeface="微软雅黑"/>
              </a:rPr>
              <a:t>× effort / Σ effort</a:t>
            </a:r>
            <a:r>
              <a:rPr sz="975">
                <a:solidFill>
                  <a:srgbClr val="D6E6F7"/>
                </a:solidFill>
                <a:latin typeface="微软雅黑"/>
                <a:ea typeface="微软雅黑"/>
                <a:cs typeface="微软雅黑"/>
              </a:rPr>
              <a:t>；实际分配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向下取整 </a:t>
            </a: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余量按 </a:t>
            </a:r>
            <a:r>
              <a:rPr sz="975">
                <a:solidFill>
                  <a:srgbClr val="D6E6F7"/>
                </a:solidFill>
                <a:latin typeface="微软雅黑"/>
                <a:ea typeface="微软雅黑"/>
                <a:cs typeface="微软雅黑"/>
              </a:rPr>
              <a:t>effort </a:t>
            </a:r>
            <a:r>
              <a:rPr sz="975">
                <a:solidFill>
                  <a:srgbClr val="D6E6F7"/>
                </a:solidFill>
                <a:latin typeface="微软雅黑"/>
                <a:ea typeface="微软雅黑"/>
                <a:cs typeface="微软雅黑"/>
              </a:rPr>
              <a:t>补足</a:t>
            </a:r>
          </a:p>
        </p:txBody>
      </p:sp>
      <p:sp>
        <p:nvSpPr>
          <p:cNvPr id="67" name="">
            <a:extLst xmlns:a="http://schemas.openxmlformats.org/drawingml/2006/main">
              <a:ext uri="{FF2B5EF4-FFF2-40B4-BE49-F238E27FC236}">
                <a16:creationId xmlns:a16="http://schemas.microsoft.com/office/drawing/2014/main" id="{78EA491C-3AA7-4525-9B33-F06E9E9773E1}"/>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69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B8F4990C-385E-4D46-BAAB-A7EB39AB02F7}"/>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算法流程（</a:t>
            </a:r>
            <a:r>
              <a:rPr sz="1050" b="1">
                <a:solidFill>
                  <a:srgbClr val="31C7F0"/>
                </a:solidFill>
                <a:latin typeface="微软雅黑"/>
                <a:ea typeface="微软雅黑"/>
                <a:cs typeface="微软雅黑"/>
              </a:rPr>
              <a:t>5 </a:t>
            </a:r>
            <a:r>
              <a:rPr sz="1050" b="1">
                <a:solidFill>
                  <a:srgbClr val="31C7F0"/>
                </a:solidFill>
                <a:latin typeface="微软雅黑"/>
                <a:ea typeface="微软雅黑"/>
                <a:cs typeface="微软雅黑"/>
              </a:rPr>
              <a:t>步）</a:t>
            </a:r>
          </a:p>
        </p:txBody>
      </p:sp>
      <p:sp>
        <p:nvSpPr>
          <p:cNvPr id="69" name="">
            <a:extLst xmlns:a="http://schemas.openxmlformats.org/drawingml/2006/main">
              <a:ext uri="{FF2B5EF4-FFF2-40B4-BE49-F238E27FC236}">
                <a16:creationId xmlns:a16="http://schemas.microsoft.com/office/drawing/2014/main" id="{152EE8EB-96EC-4666-BC4E-FE4F5D5CE962}"/>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计算每个技能的 </a:t>
            </a:r>
            <a:r>
              <a:rPr sz="938">
                <a:solidFill>
                  <a:srgbClr val="D6E6F7"/>
                </a:solidFill>
                <a:latin typeface="微软雅黑"/>
                <a:ea typeface="微软雅黑"/>
                <a:cs typeface="微软雅黑"/>
              </a:rPr>
              <a:t>effort = </a:t>
            </a:r>
            <a:r>
              <a:rPr sz="938">
                <a:solidFill>
                  <a:srgbClr val="D6E6F7"/>
                </a:solidFill>
                <a:latin typeface="微软雅黑"/>
                <a:ea typeface="微软雅黑"/>
                <a:cs typeface="微软雅黑"/>
              </a:rPr>
              <a:t>缺口权重 </a:t>
            </a:r>
            <a:r>
              <a:rPr sz="938">
                <a:solidFill>
                  <a:srgbClr val="D6E6F7"/>
                </a:solidFill>
                <a:latin typeface="微软雅黑"/>
                <a:ea typeface="微软雅黑"/>
                <a:cs typeface="微软雅黑"/>
              </a:rPr>
              <a:t>× max(0.2, 1.6 − </a:t>
            </a:r>
            <a:r>
              <a:rPr sz="938">
                <a:solidFill>
                  <a:srgbClr val="D6E6F7"/>
                </a:solidFill>
                <a:latin typeface="微软雅黑"/>
                <a:ea typeface="微软雅黑"/>
                <a:cs typeface="微软雅黑"/>
              </a:rPr>
              <a:t>历史正确率</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a:t>
            </a:r>
            <a:r>
              <a:rPr sz="938">
                <a:solidFill>
                  <a:srgbClr val="D6E6F7"/>
                </a:solidFill>
                <a:latin typeface="微软雅黑"/>
                <a:ea typeface="微软雅黑"/>
                <a:cs typeface="微软雅黑"/>
              </a:rPr>
              <a:t>effort </a:t>
            </a:r>
            <a:r>
              <a:rPr sz="938">
                <a:solidFill>
                  <a:srgbClr val="D6E6F7"/>
                </a:solidFill>
                <a:latin typeface="微软雅黑"/>
                <a:ea typeface="微软雅黑"/>
                <a:cs typeface="微软雅黑"/>
              </a:rPr>
              <a:t>降序排列，并按权重占比把本次题量分配到各技能；</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每个实际分配到的技能至少 </a:t>
            </a: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题，且不超过题库存量与本次剩余题量，题量耗尽后不再分配；</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技能内部按 </a:t>
            </a:r>
            <a:r>
              <a:rPr sz="938">
                <a:solidFill>
                  <a:srgbClr val="D6E6F7"/>
                </a:solidFill>
                <a:latin typeface="微软雅黑"/>
                <a:ea typeface="微软雅黑"/>
                <a:cs typeface="微软雅黑"/>
              </a:rPr>
              <a:t>used_count </a:t>
            </a:r>
            <a:r>
              <a:rPr sz="938">
                <a:solidFill>
                  <a:srgbClr val="D6E6F7"/>
                </a:solidFill>
                <a:latin typeface="微软雅黑"/>
                <a:ea typeface="微软雅黑"/>
                <a:cs typeface="微软雅黑"/>
              </a:rPr>
              <a:t>升序、题目等级升序取题；</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交卷后更新 </a:t>
            </a:r>
            <a:r>
              <a:rPr sz="938">
                <a:solidFill>
                  <a:srgbClr val="D6E6F7"/>
                </a:solidFill>
                <a:latin typeface="微软雅黑"/>
                <a:ea typeface="微软雅黑"/>
                <a:cs typeface="微软雅黑"/>
              </a:rPr>
              <a:t>practice_stat</a:t>
            </a:r>
            <a:r>
              <a:rPr sz="938">
                <a:solidFill>
                  <a:srgbClr val="D6E6F7"/>
                </a:solidFill>
                <a:latin typeface="微软雅黑"/>
                <a:ea typeface="微软雅黑"/>
                <a:cs typeface="微软雅黑"/>
              </a:rPr>
              <a:t>，错题写入 </a:t>
            </a:r>
            <a:r>
              <a:rPr sz="938">
                <a:solidFill>
                  <a:srgbClr val="D6E6F7"/>
                </a:solidFill>
                <a:latin typeface="微软雅黑"/>
                <a:ea typeface="微软雅黑"/>
                <a:cs typeface="微软雅黑"/>
              </a:rPr>
              <a:t>memory_item</a:t>
            </a:r>
            <a:r>
              <a:rPr sz="938">
                <a:solidFill>
                  <a:srgbClr val="D6E6F7"/>
                </a:solidFill>
                <a:latin typeface="微软雅黑"/>
                <a:ea typeface="微软雅黑"/>
                <a:cs typeface="微软雅黑"/>
              </a:rPr>
              <a:t>，由历史正确率影响后续组卷权重。</a:t>
            </a:r>
          </a:p>
        </p:txBody>
      </p:sp>
      <p:sp>
        <p:nvSpPr>
          <p:cNvPr id="70" name="">
            <a:extLst xmlns:a="http://schemas.openxmlformats.org/drawingml/2006/main">
              <a:ext uri="{FF2B5EF4-FFF2-40B4-BE49-F238E27FC236}">
                <a16:creationId xmlns:a16="http://schemas.microsoft.com/office/drawing/2014/main" id="{F88A7035-8659-40DB-8CEF-E5E68729D034}"/>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D07B0272-F250-4CDE-B3EA-70ED78495966}"/>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输入参数（演示数据口径）</a:t>
            </a:r>
          </a:p>
        </p:txBody>
      </p:sp>
      <p:sp>
        <p:nvSpPr>
          <p:cNvPr id="72" name="">
            <a:extLst xmlns:a="http://schemas.openxmlformats.org/drawingml/2006/main">
              <a:ext uri="{FF2B5EF4-FFF2-40B4-BE49-F238E27FC236}">
                <a16:creationId xmlns:a16="http://schemas.microsoft.com/office/drawing/2014/main" id="{94A4DF80-531C-4161-8BCF-DAB79B77AF4F}"/>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缺口权重</a:t>
            </a:r>
          </a:p>
        </p:txBody>
      </p:sp>
      <p:sp>
        <p:nvSpPr>
          <p:cNvPr id="73" name="">
            <a:extLst xmlns:a="http://schemas.openxmlformats.org/drawingml/2006/main">
              <a:ext uri="{FF2B5EF4-FFF2-40B4-BE49-F238E27FC236}">
                <a16:creationId xmlns:a16="http://schemas.microsoft.com/office/drawing/2014/main" id="{FB5BA23C-3C0E-4F8B-B5CA-FB1252ABDC45}"/>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继电保护 </a:t>
            </a:r>
            <a:r>
              <a:rPr sz="863" b="0">
                <a:solidFill>
                  <a:srgbClr val="D6E6F7"/>
                </a:solidFill>
                <a:latin typeface="微软雅黑"/>
                <a:ea typeface="微软雅黑"/>
                <a:cs typeface="微软雅黑"/>
              </a:rPr>
              <a:t>3.0 / </a:t>
            </a:r>
            <a:r>
              <a:rPr sz="863" b="0">
                <a:solidFill>
                  <a:srgbClr val="D6E6F7"/>
                </a:solidFill>
                <a:latin typeface="微软雅黑"/>
                <a:ea typeface="微软雅黑"/>
                <a:cs typeface="微软雅黑"/>
              </a:rPr>
              <a:t>高压试验 </a:t>
            </a:r>
            <a:r>
              <a:rPr sz="863" b="0">
                <a:solidFill>
                  <a:srgbClr val="D6E6F7"/>
                </a:solidFill>
                <a:latin typeface="微软雅黑"/>
                <a:ea typeface="微软雅黑"/>
                <a:cs typeface="微软雅黑"/>
              </a:rPr>
              <a:t>2.0 / </a:t>
            </a:r>
            <a:r>
              <a:rPr sz="863" b="0">
                <a:solidFill>
                  <a:srgbClr val="D6E6F7"/>
                </a:solidFill>
                <a:latin typeface="微软雅黑"/>
                <a:ea typeface="微软雅黑"/>
                <a:cs typeface="微软雅黑"/>
              </a:rPr>
              <a:t>故障录波 </a:t>
            </a:r>
            <a:r>
              <a:rPr sz="863" b="0">
                <a:solidFill>
                  <a:srgbClr val="D6E6F7"/>
                </a:solidFill>
                <a:latin typeface="微软雅黑"/>
                <a:ea typeface="微软雅黑"/>
                <a:cs typeface="微软雅黑"/>
              </a:rPr>
              <a:t>2.0 / </a:t>
            </a:r>
            <a:r>
              <a:rPr sz="863" b="0">
                <a:solidFill>
                  <a:srgbClr val="D6E6F7"/>
                </a:solidFill>
                <a:latin typeface="微软雅黑"/>
                <a:ea typeface="微软雅黑"/>
                <a:cs typeface="微软雅黑"/>
              </a:rPr>
              <a:t>倒闸操作 </a:t>
            </a:r>
            <a:r>
              <a:rPr sz="863" b="0">
                <a:solidFill>
                  <a:srgbClr val="D6E6F7"/>
                </a:solidFill>
                <a:latin typeface="微软雅黑"/>
                <a:ea typeface="微软雅黑"/>
                <a:cs typeface="微软雅黑"/>
              </a:rPr>
              <a:t>1.0 / </a:t>
            </a:r>
            <a:r>
              <a:rPr sz="863" b="0">
                <a:solidFill>
                  <a:srgbClr val="D6E6F7"/>
                </a:solidFill>
                <a:latin typeface="微软雅黑"/>
                <a:ea typeface="微软雅黑"/>
                <a:cs typeface="微软雅黑"/>
              </a:rPr>
              <a:t>安全规程 </a:t>
            </a:r>
            <a:r>
              <a:rPr sz="863" b="0">
                <a:solidFill>
                  <a:srgbClr val="D6E6F7"/>
                </a:solidFill>
                <a:latin typeface="微软雅黑"/>
                <a:ea typeface="微软雅黑"/>
                <a:cs typeface="微软雅黑"/>
              </a:rPr>
              <a:t>1.0</a:t>
            </a:r>
          </a:p>
        </p:txBody>
      </p:sp>
      <p:sp>
        <p:nvSpPr>
          <p:cNvPr id="74" name="">
            <a:extLst xmlns:a="http://schemas.openxmlformats.org/drawingml/2006/main">
              <a:ext uri="{FF2B5EF4-FFF2-40B4-BE49-F238E27FC236}">
                <a16:creationId xmlns:a16="http://schemas.microsoft.com/office/drawing/2014/main" id="{82235A47-5C23-44A8-96D1-7CF2FC6A8F28}"/>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历史正确率</a:t>
            </a:r>
          </a:p>
        </p:txBody>
      </p:sp>
      <p:sp>
        <p:nvSpPr>
          <p:cNvPr id="75" name="">
            <a:extLst xmlns:a="http://schemas.openxmlformats.org/drawingml/2006/main">
              <a:ext uri="{FF2B5EF4-FFF2-40B4-BE49-F238E27FC236}">
                <a16:creationId xmlns:a16="http://schemas.microsoft.com/office/drawing/2014/main" id="{85D9F088-11D6-4A40-A206-5C05ECA41631}"/>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正确题数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已答题数；没有练习记录时按 </a:t>
            </a:r>
            <a:r>
              <a:rPr sz="863" b="0">
                <a:solidFill>
                  <a:srgbClr val="D6E6F7"/>
                </a:solidFill>
                <a:latin typeface="微软雅黑"/>
                <a:ea typeface="微软雅黑"/>
                <a:cs typeface="微软雅黑"/>
              </a:rPr>
              <a:t>0.70 </a:t>
            </a:r>
            <a:r>
              <a:rPr sz="863" b="0">
                <a:solidFill>
                  <a:srgbClr val="D6E6F7"/>
                </a:solidFill>
                <a:latin typeface="微软雅黑"/>
                <a:ea typeface="微软雅黑"/>
                <a:cs typeface="微软雅黑"/>
              </a:rPr>
              <a:t>冷启动</a:t>
            </a:r>
          </a:p>
        </p:txBody>
      </p:sp>
      <p:sp>
        <p:nvSpPr>
          <p:cNvPr id="76" name="">
            <a:extLst xmlns:a="http://schemas.openxmlformats.org/drawingml/2006/main">
              <a:ext uri="{FF2B5EF4-FFF2-40B4-BE49-F238E27FC236}">
                <a16:creationId xmlns:a16="http://schemas.microsoft.com/office/drawing/2014/main" id="{2DB0D521-6EF1-40EC-8E81-7D2A5FBC1F4E}"/>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题库存量</a:t>
            </a:r>
          </a:p>
        </p:txBody>
      </p:sp>
      <p:sp>
        <p:nvSpPr>
          <p:cNvPr id="77" name="">
            <a:extLst xmlns:a="http://schemas.openxmlformats.org/drawingml/2006/main">
              <a:ext uri="{FF2B5EF4-FFF2-40B4-BE49-F238E27FC236}">
                <a16:creationId xmlns:a16="http://schemas.microsoft.com/office/drawing/2014/main" id="{F566D16C-F2FE-48A9-B5FA-50F303106C99}"/>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按技能统计可抽题数，并从 </a:t>
            </a:r>
            <a:r>
              <a:rPr sz="863" b="0">
                <a:solidFill>
                  <a:srgbClr val="D6E6F7"/>
                </a:solidFill>
                <a:latin typeface="微软雅黑"/>
                <a:ea typeface="微软雅黑"/>
                <a:cs typeface="微软雅黑"/>
              </a:rPr>
              <a:t>used_count </a:t>
            </a:r>
            <a:r>
              <a:rPr sz="863" b="0">
                <a:solidFill>
                  <a:srgbClr val="D6E6F7"/>
                </a:solidFill>
                <a:latin typeface="微软雅黑"/>
                <a:ea typeface="微软雅黑"/>
                <a:cs typeface="微软雅黑"/>
              </a:rPr>
              <a:t>少的题开始选，避免反复抽同一题</a:t>
            </a:r>
          </a:p>
        </p:txBody>
      </p:sp>
      <p:sp>
        <p:nvSpPr>
          <p:cNvPr id="78" name="">
            <a:extLst xmlns:a="http://schemas.openxmlformats.org/drawingml/2006/main">
              <a:ext uri="{FF2B5EF4-FFF2-40B4-BE49-F238E27FC236}">
                <a16:creationId xmlns:a16="http://schemas.microsoft.com/office/drawing/2014/main" id="{7B7A0C75-3160-4422-9F32-828821ADAF04}"/>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已实现入口</a:t>
            </a:r>
          </a:p>
        </p:txBody>
      </p:sp>
      <p:sp>
        <p:nvSpPr>
          <p:cNvPr id="79" name="">
            <a:extLst xmlns:a="http://schemas.openxmlformats.org/drawingml/2006/main">
              <a:ext uri="{FF2B5EF4-FFF2-40B4-BE49-F238E27FC236}">
                <a16:creationId xmlns:a16="http://schemas.microsoft.com/office/drawing/2014/main" id="{9EF47F3F-D8CE-4C1F-94DA-AC6C86ACD037}"/>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学习与考试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练习题；已落库：缺口权重、逐技能正确率、题目使用次数、抽题与练习记录</a:t>
            </a:r>
          </a:p>
        </p:txBody>
      </p:sp>
      <p:sp>
        <p:nvSpPr>
          <p:cNvPr id="80" name="">
            <a:extLst xmlns:a="http://schemas.openxmlformats.org/drawingml/2006/main">
              <a:ext uri="{FF2B5EF4-FFF2-40B4-BE49-F238E27FC236}">
                <a16:creationId xmlns:a16="http://schemas.microsoft.com/office/drawing/2014/main" id="{25D8EA7C-BD4F-4BCD-8CAA-86113F73A24A}"/>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闭环：抽题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作答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正确率更新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错题入记忆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重新分配题量</a:t>
            </a:r>
          </a:p>
        </p:txBody>
      </p:sp>
      <p:sp>
        <p:nvSpPr>
          <p:cNvPr id="81" name="">
            <a:extLst xmlns:a="http://schemas.openxmlformats.org/drawingml/2006/main">
              <a:ext uri="{FF2B5EF4-FFF2-40B4-BE49-F238E27FC236}">
                <a16:creationId xmlns:a16="http://schemas.microsoft.com/office/drawing/2014/main" id="{93EF1BFE-C955-41EE-B4BE-663F3F4CF98D}"/>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48AB0EA1-AC70-49AE-B94E-3150B08470A9}"/>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23631F5F-0A37-4FD6-BCFB-40B6090466DE}"/>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1</a:t>
            </a:r>
          </a:p>
        </p:txBody>
      </p:sp>
      <p:sp>
        <p:nvSpPr>
          <p:cNvPr id="84" name="">
            <a:extLst xmlns:a="http://schemas.openxmlformats.org/drawingml/2006/main">
              <a:ext uri="{FF2B5EF4-FFF2-40B4-BE49-F238E27FC236}">
                <a16:creationId xmlns:a16="http://schemas.microsoft.com/office/drawing/2014/main" id="{38EEB7DC-953E-434D-8672-826050F57CE1}"/>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85" name="">
            <a:extLst xmlns:a="http://schemas.openxmlformats.org/drawingml/2006/main">
              <a:ext uri="{FF2B5EF4-FFF2-40B4-BE49-F238E27FC236}">
                <a16:creationId xmlns:a16="http://schemas.microsoft.com/office/drawing/2014/main" id="{B4FAD74F-D1DC-4B78-B8DD-846E2A7F6085}"/>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 </a:t>
            </a:r>
            <a:r>
              <a:rPr sz="863" b="0">
                <a:solidFill>
                  <a:srgbClr val="D6E6F7"/>
                </a:solidFill>
                <a:latin typeface="微软雅黑"/>
                <a:ea typeface="微软雅黑"/>
                <a:cs typeface="微软雅黑"/>
              </a:rPr>
              <a:t>effort </a:t>
            </a:r>
            <a:r>
              <a:rPr sz="863" b="0">
                <a:solidFill>
                  <a:srgbClr val="D6E6F7"/>
                </a:solidFill>
                <a:latin typeface="微软雅黑"/>
                <a:ea typeface="微软雅黑"/>
                <a:cs typeface="微软雅黑"/>
              </a:rPr>
              <a:t>分配题量，</a:t>
            </a:r>
            <a:r>
              <a:rPr sz="863" b="0">
                <a:solidFill>
                  <a:srgbClr val="D6E6F7"/>
                </a:solidFill>
                <a:latin typeface="微软雅黑"/>
                <a:ea typeface="微软雅黑"/>
                <a:cs typeface="微软雅黑"/>
              </a:rPr>
              <a:t>used_count </a:t>
            </a:r>
            <a:r>
              <a:rPr sz="863" b="0">
                <a:solidFill>
                  <a:srgbClr val="D6E6F7"/>
                </a:solidFill>
                <a:latin typeface="微软雅黑"/>
                <a:ea typeface="微软雅黑"/>
                <a:cs typeface="微软雅黑"/>
              </a:rPr>
              <a:t>少的题优先</a:t>
            </a:r>
          </a:p>
        </p:txBody>
      </p:sp>
      <p:sp>
        <p:nvSpPr>
          <p:cNvPr id="86" name="">
            <a:extLst xmlns:a="http://schemas.openxmlformats.org/drawingml/2006/main">
              <a:ext uri="{FF2B5EF4-FFF2-40B4-BE49-F238E27FC236}">
                <a16:creationId xmlns:a16="http://schemas.microsoft.com/office/drawing/2014/main" id="{5F846F90-2BAD-48FC-9BA3-6EAF1CF9247E}"/>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87" name="">
            <a:extLst xmlns:a="http://schemas.openxmlformats.org/drawingml/2006/main">
              <a:ext uri="{FF2B5EF4-FFF2-40B4-BE49-F238E27FC236}">
                <a16:creationId xmlns:a16="http://schemas.microsoft.com/office/drawing/2014/main" id="{F56D86CC-D490-468C-B50C-7E7032870086}"/>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8" name="">
            <a:extLst xmlns:a="http://schemas.openxmlformats.org/drawingml/2006/main">
              <a:ext uri="{FF2B5EF4-FFF2-40B4-BE49-F238E27FC236}">
                <a16:creationId xmlns:a16="http://schemas.microsoft.com/office/drawing/2014/main" id="{621971BF-4BCC-4EDA-A1F6-009B12B1D079}"/>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FC3434CF-875F-44E9-A862-E636CEE96204}"/>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2</a:t>
            </a:r>
          </a:p>
        </p:txBody>
      </p:sp>
      <p:sp>
        <p:nvSpPr>
          <p:cNvPr id="90" name="">
            <a:extLst xmlns:a="http://schemas.openxmlformats.org/drawingml/2006/main">
              <a:ext uri="{FF2B5EF4-FFF2-40B4-BE49-F238E27FC236}">
                <a16:creationId xmlns:a16="http://schemas.microsoft.com/office/drawing/2014/main" id="{343B5017-E45C-4346-BF8D-A3E77F4F0FA0}"/>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91" name="">
            <a:extLst xmlns:a="http://schemas.openxmlformats.org/drawingml/2006/main">
              <a:ext uri="{FF2B5EF4-FFF2-40B4-BE49-F238E27FC236}">
                <a16:creationId xmlns:a16="http://schemas.microsoft.com/office/drawing/2014/main" id="{1E65D3BC-365C-4EB3-AD9A-5E872D30D25C}"/>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员工端在线作答，客观题自动判分</a:t>
            </a:r>
          </a:p>
        </p:txBody>
      </p:sp>
      <p:sp>
        <p:nvSpPr>
          <p:cNvPr id="92" name="">
            <a:extLst xmlns:a="http://schemas.openxmlformats.org/drawingml/2006/main">
              <a:ext uri="{FF2B5EF4-FFF2-40B4-BE49-F238E27FC236}">
                <a16:creationId xmlns:a16="http://schemas.microsoft.com/office/drawing/2014/main" id="{48B3D632-05F3-439E-90B7-5B1266895F9F}"/>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93" name="">
            <a:extLst xmlns:a="http://schemas.openxmlformats.org/drawingml/2006/main">
              <a:ext uri="{FF2B5EF4-FFF2-40B4-BE49-F238E27FC236}">
                <a16:creationId xmlns:a16="http://schemas.microsoft.com/office/drawing/2014/main" id="{1E3F2A56-F259-4486-BE14-B4E568040A52}"/>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94" name="">
            <a:extLst xmlns:a="http://schemas.openxmlformats.org/drawingml/2006/main">
              <a:ext uri="{FF2B5EF4-FFF2-40B4-BE49-F238E27FC236}">
                <a16:creationId xmlns:a16="http://schemas.microsoft.com/office/drawing/2014/main" id="{FEB4119B-F0C2-4867-B2E5-83EE822D0BFA}"/>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1155F5C6-D361-4329-B8B2-61FFA2BDAB45}"/>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3</a:t>
            </a:r>
          </a:p>
        </p:txBody>
      </p:sp>
      <p:sp>
        <p:nvSpPr>
          <p:cNvPr id="96" name="">
            <a:extLst xmlns:a="http://schemas.openxmlformats.org/drawingml/2006/main">
              <a:ext uri="{FF2B5EF4-FFF2-40B4-BE49-F238E27FC236}">
                <a16:creationId xmlns:a16="http://schemas.microsoft.com/office/drawing/2014/main" id="{C8E16925-A467-4EDD-856A-02FEF6C28E1D}"/>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97" name="">
            <a:extLst xmlns:a="http://schemas.openxmlformats.org/drawingml/2006/main">
              <a:ext uri="{FF2B5EF4-FFF2-40B4-BE49-F238E27FC236}">
                <a16:creationId xmlns:a16="http://schemas.microsoft.com/office/drawing/2014/main" id="{60C649B7-86BC-4A4D-910D-54F827EFD5D6}"/>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写回 </a:t>
            </a:r>
            <a:r>
              <a:rPr sz="863" b="0">
                <a:solidFill>
                  <a:srgbClr val="D6E6F7"/>
                </a:solidFill>
                <a:latin typeface="微软雅黑"/>
                <a:ea typeface="微软雅黑"/>
                <a:cs typeface="微软雅黑"/>
              </a:rPr>
              <a:t>practice_stat</a:t>
            </a:r>
            <a:r>
              <a:rPr sz="863" b="0">
                <a:solidFill>
                  <a:srgbClr val="D6E6F7"/>
                </a:solidFill>
                <a:latin typeface="微软雅黑"/>
                <a:ea typeface="微软雅黑"/>
                <a:cs typeface="微软雅黑"/>
              </a:rPr>
              <a:t>，形成逐技能正确率</a:t>
            </a:r>
          </a:p>
        </p:txBody>
      </p:sp>
      <p:sp>
        <p:nvSpPr>
          <p:cNvPr id="98" name="">
            <a:extLst xmlns:a="http://schemas.openxmlformats.org/drawingml/2006/main">
              <a:ext uri="{FF2B5EF4-FFF2-40B4-BE49-F238E27FC236}">
                <a16:creationId xmlns:a16="http://schemas.microsoft.com/office/drawing/2014/main" id="{A18A094A-3691-4E92-8CC1-625674F8C511}"/>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99" name="">
            <a:extLst xmlns:a="http://schemas.openxmlformats.org/drawingml/2006/main">
              <a:ext uri="{FF2B5EF4-FFF2-40B4-BE49-F238E27FC236}">
                <a16:creationId xmlns:a16="http://schemas.microsoft.com/office/drawing/2014/main" id="{22C82366-42DF-4886-8B19-EFB699E68A1A}"/>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406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7389094B-25C2-4B31-BA4F-54BA8E523DC8}"/>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8"/>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0AAF9A1D-0505-400A-B320-321E091996D6}"/>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4</a:t>
            </a:r>
          </a:p>
        </p:txBody>
      </p:sp>
      <p:sp>
        <p:nvSpPr>
          <p:cNvPr id="102" name="">
            <a:extLst xmlns:a="http://schemas.openxmlformats.org/drawingml/2006/main">
              <a:ext uri="{FF2B5EF4-FFF2-40B4-BE49-F238E27FC236}">
                <a16:creationId xmlns:a16="http://schemas.microsoft.com/office/drawing/2014/main" id="{9A763354-F010-4F6C-B6C0-236B6D185747}"/>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103" name="">
            <a:extLst xmlns:a="http://schemas.openxmlformats.org/drawingml/2006/main">
              <a:ext uri="{FF2B5EF4-FFF2-40B4-BE49-F238E27FC236}">
                <a16:creationId xmlns:a16="http://schemas.microsoft.com/office/drawing/2014/main" id="{3DEF2640-6153-4A62-8B4A-B6C971C39798}"/>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错题写 </a:t>
            </a:r>
            <a:r>
              <a:rPr sz="863" b="0">
                <a:solidFill>
                  <a:srgbClr val="D6E6F7"/>
                </a:solidFill>
                <a:latin typeface="微软雅黑"/>
                <a:ea typeface="微软雅黑"/>
                <a:cs typeface="微软雅黑"/>
              </a:rPr>
              <a:t>memory_item</a:t>
            </a:r>
            <a:r>
              <a:rPr sz="863" b="0">
                <a:solidFill>
                  <a:srgbClr val="D6E6F7"/>
                </a:solidFill>
                <a:latin typeface="微软雅黑"/>
                <a:ea typeface="微软雅黑"/>
                <a:cs typeface="微软雅黑"/>
              </a:rPr>
              <a:t>，归因到知识点与技能</a:t>
            </a:r>
          </a:p>
        </p:txBody>
      </p:sp>
      <p:sp>
        <p:nvSpPr>
          <p:cNvPr id="104" name="">
            <a:extLst xmlns:a="http://schemas.openxmlformats.org/drawingml/2006/main">
              <a:ext uri="{FF2B5EF4-FFF2-40B4-BE49-F238E27FC236}">
                <a16:creationId xmlns:a16="http://schemas.microsoft.com/office/drawing/2014/main" id="{8A8A3A55-2BBA-44C5-88F9-2EC306E007F5}"/>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105" name="">
            <a:extLst xmlns:a="http://schemas.openxmlformats.org/drawingml/2006/main">
              <a:ext uri="{FF2B5EF4-FFF2-40B4-BE49-F238E27FC236}">
                <a16:creationId xmlns:a16="http://schemas.microsoft.com/office/drawing/2014/main" id="{C1E0842F-E268-4F99-B440-1E89EB4D890E}"/>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406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6" name="">
            <a:extLst xmlns:a="http://schemas.openxmlformats.org/drawingml/2006/main">
              <a:ext uri="{FF2B5EF4-FFF2-40B4-BE49-F238E27FC236}">
                <a16:creationId xmlns:a16="http://schemas.microsoft.com/office/drawing/2014/main" id="{079DAA5A-533A-429B-A37B-CF9A2AAF7381}"/>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A2004930-D9B3-40AB-BE0F-BDAA70A673A1}"/>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08243F"/>
                </a:solidFill>
                <a:latin typeface="Bahnschrift"/>
                <a:ea typeface="Bahnschrift"/>
                <a:cs typeface="Bahnschrift"/>
              </a:defRPr>
            </a:pPr>
            <a:r>
              <a:rPr sz="900" b="1">
                <a:solidFill>
                  <a:srgbClr val="08243F"/>
                </a:solidFill>
                <a:latin typeface="Bahnschrift"/>
                <a:ea typeface="Bahnschrift"/>
                <a:cs typeface="Bahnschrift"/>
              </a:rPr>
              <a:t>5</a:t>
            </a:r>
          </a:p>
        </p:txBody>
      </p:sp>
      <p:sp>
        <p:nvSpPr>
          <p:cNvPr id="108" name="">
            <a:extLst xmlns:a="http://schemas.openxmlformats.org/drawingml/2006/main">
              <a:ext uri="{FF2B5EF4-FFF2-40B4-BE49-F238E27FC236}">
                <a16:creationId xmlns:a16="http://schemas.microsoft.com/office/drawing/2014/main" id="{FAF9F4AF-B7DC-421C-A1A2-B43995EF969D}"/>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重新分配题量</a:t>
            </a:r>
          </a:p>
        </p:txBody>
      </p:sp>
      <p:sp>
        <p:nvSpPr>
          <p:cNvPr id="109" name="">
            <a:extLst xmlns:a="http://schemas.openxmlformats.org/drawingml/2006/main">
              <a:ext uri="{FF2B5EF4-FFF2-40B4-BE49-F238E27FC236}">
                <a16:creationId xmlns:a16="http://schemas.microsoft.com/office/drawing/2014/main" id="{D36F42D1-3B57-4E74-959D-CCF7FDAA3AEC}"/>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下一轮组卷按新的正确率重新计算 </a:t>
            </a:r>
            <a:r>
              <a:rPr sz="863" b="0">
                <a:solidFill>
                  <a:srgbClr val="D6E6F7"/>
                </a:solidFill>
                <a:latin typeface="微软雅黑"/>
                <a:ea typeface="微软雅黑"/>
                <a:cs typeface="微软雅黑"/>
              </a:rPr>
              <a:t>effort</a:t>
            </a:r>
          </a:p>
        </p:txBody>
      </p:sp>
      <p:sp>
        <p:nvSpPr>
          <p:cNvPr id="110" name="">
            <a:extLst xmlns:a="http://schemas.openxmlformats.org/drawingml/2006/main">
              <a:ext uri="{FF2B5EF4-FFF2-40B4-BE49-F238E27FC236}">
                <a16:creationId xmlns:a16="http://schemas.microsoft.com/office/drawing/2014/main" id="{0D176989-A47A-49FB-8F2B-DC9AD2BC7453}"/>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865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1" name="">
            <a:extLst xmlns:a="http://schemas.openxmlformats.org/drawingml/2006/main">
              <a:ext uri="{FF2B5EF4-FFF2-40B4-BE49-F238E27FC236}">
                <a16:creationId xmlns:a16="http://schemas.microsoft.com/office/drawing/2014/main" id="{DA0C08A1-8E3D-4E5E-8035-15D8DAE1BE1C}"/>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与「固定套卷」的差异</a:t>
            </a:r>
          </a:p>
        </p:txBody>
      </p:sp>
      <p:sp>
        <p:nvSpPr>
          <p:cNvPr id="112" name="">
            <a:extLst xmlns:a="http://schemas.openxmlformats.org/drawingml/2006/main">
              <a:ext uri="{FF2B5EF4-FFF2-40B4-BE49-F238E27FC236}">
                <a16:creationId xmlns:a16="http://schemas.microsoft.com/office/drawing/2014/main" id="{12CB093C-FBA9-4B69-9AC3-587114DA3FFD}"/>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固定套卷：</a:t>
            </a:r>
            <a:r>
              <a:rPr sz="900">
                <a:solidFill>
                  <a:srgbClr val="D6E6F7"/>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本算法：</a:t>
            </a:r>
            <a:r>
              <a:rPr sz="900">
                <a:solidFill>
                  <a:srgbClr val="D6E6F7"/>
                </a:solidFill>
                <a:latin typeface="微软雅黑"/>
                <a:ea typeface="微软雅黑"/>
                <a:cs typeface="微软雅黑"/>
              </a:rPr>
              <a:t>题量随缺口与正确率动态变化，一次交卷即改变下一轮权重。</a:t>
            </a:r>
          </a:p>
        </p:txBody>
      </p:sp>
      <p:sp>
        <p:nvSpPr>
          <p:cNvPr id="113" name="">
            <a:extLst xmlns:a="http://schemas.openxmlformats.org/drawingml/2006/main">
              <a:ext uri="{FF2B5EF4-FFF2-40B4-BE49-F238E27FC236}">
                <a16:creationId xmlns:a16="http://schemas.microsoft.com/office/drawing/2014/main" id="{2FA3B186-C22E-443B-A84A-7379B8F8D810}"/>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E4DA4A91-DAC7-416C-BD0A-4682AAF7B7C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EF28A487-191A-40A7-A7DC-766F5B9DBC99}"/>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EA662F02-8256-40FD-A6A6-B24667727C2A}"/>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D1594425-D0A5-4011-89FE-BD9823A3DE01}"/>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7C97901C-7FB8-43E4-BD2E-C8B047CD6A4D}"/>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9" name="">
            <a:extLst xmlns:a="http://schemas.openxmlformats.org/drawingml/2006/main">
              <a:ext uri="{FF2B5EF4-FFF2-40B4-BE49-F238E27FC236}">
                <a16:creationId xmlns:a16="http://schemas.microsoft.com/office/drawing/2014/main" id="{FC42945A-9209-4893-97EE-9AF1B04623E7}"/>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89B98CC7-41C0-407A-A676-39769EAD5416}"/>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16</a:t>
            </a:r>
          </a:p>
        </p:txBody>
      </p:sp>
    </p:spTree>
    <p:extLst>
      <p:ext uri="{BB962C8B-B14F-4D97-AF65-F5344CB8AC3E}">
        <p14:creationId xmlns:p14="http://schemas.microsoft.com/office/powerpoint/2010/main" val="355735474"/>
      </p:ext>
    </p:extLst>
  </p:cSld>
</p:sld>
</file>

<file path=ppt/slides/slide1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8a1527cc949e4b1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7DAF47-4F7E-4839-9B4F-E71669A8B8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A3666A2D-5AE1-43F5-95D5-0673DD13F79F}"/>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CC2220E-31A7-4144-B1C4-877487FA66EF}"/>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EE2366D-8459-4333-9515-572047D1FA89}"/>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6" name="">
            <a:extLst xmlns:a="http://schemas.openxmlformats.org/drawingml/2006/main">
              <a:ext uri="{FF2B5EF4-FFF2-40B4-BE49-F238E27FC236}">
                <a16:creationId xmlns:a16="http://schemas.microsoft.com/office/drawing/2014/main" id="{3EA2ADA4-73E0-449C-A0A7-AC3ADDB5C4AA}"/>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7" name="">
            <a:extLst xmlns:a="http://schemas.openxmlformats.org/drawingml/2006/main">
              <a:ext uri="{FF2B5EF4-FFF2-40B4-BE49-F238E27FC236}">
                <a16:creationId xmlns:a16="http://schemas.microsoft.com/office/drawing/2014/main" id="{28D44F74-A38E-494C-9308-8D9AD06997E9}"/>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F5C33B">
                <a:alpha val="28000"/>
              </a:srgbClr>
            </a:solidFill>
            <a:prstDash val="solid"/>
          </a:ln>
        </p:spPr>
      </p:sp>
      <p:sp>
        <p:nvSpPr>
          <p:cNvPr id="8" name="">
            <a:extLst xmlns:a="http://schemas.openxmlformats.org/drawingml/2006/main">
              <a:ext uri="{FF2B5EF4-FFF2-40B4-BE49-F238E27FC236}">
                <a16:creationId xmlns:a16="http://schemas.microsoft.com/office/drawing/2014/main" id="{97F685AD-7D3C-4D45-A4D7-78E41FE62B94}"/>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5195C0E-F94E-49A5-A80B-0DC81C074C71}"/>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45339AA-A287-4B5F-81E2-EC97979A6E84}"/>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C32CA4E-9BB8-4D4C-A451-6E9E45438AAF}"/>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ECFF71B1-15B4-4AFE-9871-24447C9EA8EE}"/>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908DEB6-0FE1-4DB2-ACD5-AFA379C109AF}"/>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80F04FF-C5A5-4166-A1FE-E0D0AC69B0FB}"/>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6938AD4-C493-49A5-BC3A-B67E452F8FA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9BC77B23-56EA-4C4D-BE3B-10C0D120D02E}"/>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B3D8AC1-E491-4CCC-BD98-FB0CFD830611}"/>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0AFC99B-A98C-40BC-9E5C-37741903004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FCCA5F8-1FC0-45A2-A25E-B9A32485C160}"/>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A3D47561-DEF0-4699-8852-40F83F01B89A}"/>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997F0DD3-7162-4A90-8845-3CE109AB244C}"/>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05390552-E517-4795-BAE0-F2D9EA12D3D9}"/>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921CBEDF-56CB-44D4-8F3D-3770885C235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697174E-B30C-4602-8A04-2532FDA1064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29A77EC0-95E1-4A96-AEDE-13A73A59ACA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B320FC7-264B-4F26-93B6-C8170B895FB7}"/>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19441C7-50A9-4BC6-9924-5F55600C976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274A0C7-1203-4253-A39E-15A152D4A24C}"/>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219B2A4-002C-47DC-9E27-A43691B8CEE8}"/>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ECDD7327-F680-4288-B08E-594D0FC1B0BB}"/>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E90045A-A647-41A8-A89E-465B13AF793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6E780A2-4941-4877-9F6B-F1BBD933DFA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88A21996-E458-41AD-87CA-3DAA3EACBA4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7B328F21-EC35-4DF0-B642-9C57A3D3891B}"/>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BEFC4B8-02A8-4BE3-9178-A8520CCC4C50}"/>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CF42683-122A-4DFF-9B63-5D675953BAD4}"/>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A750E48-BDE2-4D25-A553-ACBBB47687C0}"/>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3A45564-76F9-423D-B186-8F7E884B945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AA41E84-F2AB-4A22-B8A5-BBADA4D9EDE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A8C72F65-E317-4D59-98DD-A5C7E79D4A9F}"/>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C2F144E-4C10-4FDF-AF99-7D089DCBC12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9866980-54D0-41A7-B0EC-8B12CF03FD3F}"/>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B12BF7DD-0392-4839-810E-747ED41F6505}"/>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E7E25820-9EE5-4AD3-BBE3-D17105B6C693}"/>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ABCA7EA5-DC4E-419E-9039-387388DDC565}"/>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B7C6C10-2D7A-4013-9504-301A7E2C95D4}"/>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7" name="">
            <a:extLst xmlns:a="http://schemas.openxmlformats.org/drawingml/2006/main">
              <a:ext uri="{FF2B5EF4-FFF2-40B4-BE49-F238E27FC236}">
                <a16:creationId xmlns:a16="http://schemas.microsoft.com/office/drawing/2014/main" id="{B7BE5D02-893A-4116-8760-455B1537DB75}"/>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8" name="">
            <a:extLst xmlns:a="http://schemas.openxmlformats.org/drawingml/2006/main">
              <a:ext uri="{FF2B5EF4-FFF2-40B4-BE49-F238E27FC236}">
                <a16:creationId xmlns:a16="http://schemas.microsoft.com/office/drawing/2014/main" id="{22D20652-9A01-4558-92FF-B6812D521C67}"/>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316D8C2C-B892-4412-BB5E-3CDCAB99D229}"/>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算法四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课程内容匹配与缺口优先排序</a:t>
            </a:r>
          </a:p>
        </p:txBody>
      </p:sp>
      <p:sp>
        <p:nvSpPr>
          <p:cNvPr id="50" name="">
            <a:extLst xmlns:a="http://schemas.openxmlformats.org/drawingml/2006/main">
              <a:ext uri="{FF2B5EF4-FFF2-40B4-BE49-F238E27FC236}">
                <a16:creationId xmlns:a16="http://schemas.microsoft.com/office/drawing/2014/main" id="{056B58E0-F2C8-4F88-A6BD-10139C7B395A}"/>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A23D8077-211E-4FC5-9787-8C9AA364214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0BFADBDA-71F6-433B-B874-CBA2D131476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8D4CA205-7CE4-42AC-8A1A-B9ECA033EAAA}"/>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656EAB41-6E0D-4C1A-ADA1-313FFFAEF73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D0233AF2-E1D8-4624-9D1C-56A07A81224F}"/>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9A0574A8-C133-4632-A514-6AD417A5700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5383A40-B868-4EC4-A1B5-05D0DD8ABD68}"/>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111FA495-F04C-4271-BDEC-B8470F5034FA}"/>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CE2F7C6A-0947-4EE7-90D1-60C0130E6F38}"/>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21BA271-76D9-49C4-A602-062CFA9F7015}"/>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0A213A50-0735-4502-9E9E-2555DA794C84}"/>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123ECE1-5A04-42E3-8637-B50CF030FF87}"/>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B7CE120-59F8-4348-B9C3-00143E34879A}"/>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54011A89-1F76-4592-9935-3D3D995338EE}"/>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「搜到课程」不等于「该学这门课」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先算内容命中分，再用岗位缺口做二次排序。</a:t>
            </a:r>
          </a:p>
        </p:txBody>
      </p:sp>
      <p:sp>
        <p:nvSpPr>
          <p:cNvPr id="65" name="">
            <a:extLst xmlns:a="http://schemas.openxmlformats.org/drawingml/2006/main">
              <a:ext uri="{FF2B5EF4-FFF2-40B4-BE49-F238E27FC236}">
                <a16:creationId xmlns:a16="http://schemas.microsoft.com/office/drawing/2014/main" id="{E1F3014F-A288-4CB3-8951-9F32DD221E89}"/>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9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66" name="">
            <a:extLst xmlns:a="http://schemas.openxmlformats.org/drawingml/2006/main">
              <a:ext uri="{FF2B5EF4-FFF2-40B4-BE49-F238E27FC236}">
                <a16:creationId xmlns:a16="http://schemas.microsoft.com/office/drawing/2014/main" id="{DAE51C69-DBA4-41F6-B85E-118FFEFD82BB}"/>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问题定义</a:t>
            </a:r>
          </a:p>
        </p:txBody>
      </p:sp>
      <p:sp>
        <p:nvSpPr>
          <p:cNvPr id="67" name="">
            <a:extLst xmlns:a="http://schemas.openxmlformats.org/drawingml/2006/main">
              <a:ext uri="{FF2B5EF4-FFF2-40B4-BE49-F238E27FC236}">
                <a16:creationId xmlns:a16="http://schemas.microsoft.com/office/drawing/2014/main" id="{DC4D7394-459E-4A05-9E6F-227F1FC47853}"/>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68" name="">
            <a:extLst xmlns:a="http://schemas.openxmlformats.org/drawingml/2006/main">
              <a:ext uri="{FF2B5EF4-FFF2-40B4-BE49-F238E27FC236}">
                <a16:creationId xmlns:a16="http://schemas.microsoft.com/office/drawing/2014/main" id="{10A4D628-C29D-4259-9949-14C3630DEA5C}"/>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424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9" name="">
            <a:extLst xmlns:a="http://schemas.openxmlformats.org/drawingml/2006/main">
              <a:ext uri="{FF2B5EF4-FFF2-40B4-BE49-F238E27FC236}">
                <a16:creationId xmlns:a16="http://schemas.microsoft.com/office/drawing/2014/main" id="{3F52403E-6591-4603-A84E-8CCE78F67E92}"/>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打分公式（命中即加分，可叠加）</a:t>
            </a:r>
          </a:p>
        </p:txBody>
      </p:sp>
      <p:sp>
        <p:nvSpPr>
          <p:cNvPr id="70" name="">
            <a:extLst xmlns:a="http://schemas.openxmlformats.org/drawingml/2006/main">
              <a:ext uri="{FF2B5EF4-FFF2-40B4-BE49-F238E27FC236}">
                <a16:creationId xmlns:a16="http://schemas.microsoft.com/office/drawing/2014/main" id="{5D19DFB6-0BCB-44B8-BA54-FCB691E19FEB}"/>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标题命中</a:t>
            </a:r>
          </a:p>
        </p:txBody>
      </p:sp>
      <p:sp>
        <p:nvSpPr>
          <p:cNvPr id="71" name="">
            <a:extLst xmlns:a="http://schemas.openxmlformats.org/drawingml/2006/main">
              <a:ext uri="{FF2B5EF4-FFF2-40B4-BE49-F238E27FC236}">
                <a16:creationId xmlns:a16="http://schemas.microsoft.com/office/drawing/2014/main" id="{BA5829AD-7853-4A84-847C-DBF6D4368010}"/>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+6 / </a:t>
            </a:r>
            <a:r>
              <a:rPr sz="938" b="1">
                <a:solidFill>
                  <a:srgbClr val="F5C33B"/>
                </a:solidFill>
                <a:latin typeface="微软雅黑"/>
                <a:ea typeface="微软雅黑"/>
                <a:cs typeface="微软雅黑"/>
              </a:rPr>
              <a:t>每个检索词</a:t>
            </a:r>
          </a:p>
        </p:txBody>
      </p:sp>
      <p:sp>
        <p:nvSpPr>
          <p:cNvPr id="72" name="">
            <a:extLst xmlns:a="http://schemas.openxmlformats.org/drawingml/2006/main">
              <a:ext uri="{FF2B5EF4-FFF2-40B4-BE49-F238E27FC236}">
                <a16:creationId xmlns:a16="http://schemas.microsoft.com/office/drawing/2014/main" id="{B438245D-D106-45DC-943C-CDA0A155A2D3}"/>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最高权重，标题最能代表课程主题</a:t>
            </a:r>
          </a:p>
        </p:txBody>
      </p:sp>
      <p:sp>
        <p:nvSpPr>
          <p:cNvPr id="73" name="">
            <a:extLst xmlns:a="http://schemas.openxmlformats.org/drawingml/2006/main">
              <a:ext uri="{FF2B5EF4-FFF2-40B4-BE49-F238E27FC236}">
                <a16:creationId xmlns:a16="http://schemas.microsoft.com/office/drawing/2014/main" id="{759F7157-621A-442F-A6D6-954F07AB04B3}"/>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平台检索词命中</a:t>
            </a:r>
          </a:p>
        </p:txBody>
      </p:sp>
      <p:sp>
        <p:nvSpPr>
          <p:cNvPr id="74" name="">
            <a:extLst xmlns:a="http://schemas.openxmlformats.org/drawingml/2006/main">
              <a:ext uri="{FF2B5EF4-FFF2-40B4-BE49-F238E27FC236}">
                <a16:creationId xmlns:a16="http://schemas.microsoft.com/office/drawing/2014/main" id="{B5572092-551A-4FAE-8640-7CC917D838DB}"/>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+4 / </a:t>
            </a:r>
            <a:r>
              <a:rPr sz="938" b="1">
                <a:solidFill>
                  <a:srgbClr val="F5C33B"/>
                </a:solidFill>
                <a:latin typeface="微软雅黑"/>
                <a:ea typeface="微软雅黑"/>
                <a:cs typeface="微软雅黑"/>
              </a:rPr>
              <a:t>每个检索词</a:t>
            </a:r>
          </a:p>
        </p:txBody>
      </p:sp>
      <p:sp>
        <p:nvSpPr>
          <p:cNvPr id="75" name="">
            <a:extLst xmlns:a="http://schemas.openxmlformats.org/drawingml/2006/main">
              <a:ext uri="{FF2B5EF4-FFF2-40B4-BE49-F238E27FC236}">
                <a16:creationId xmlns:a16="http://schemas.microsoft.com/office/drawing/2014/main" id="{190EBD1B-8841-43E9-B6C1-6E7D3EE18B84}"/>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课程在各平台的实际检索入口</a:t>
            </a:r>
          </a:p>
        </p:txBody>
      </p:sp>
      <p:sp>
        <p:nvSpPr>
          <p:cNvPr id="76" name="">
            <a:extLst xmlns:a="http://schemas.openxmlformats.org/drawingml/2006/main">
              <a:ext uri="{FF2B5EF4-FFF2-40B4-BE49-F238E27FC236}">
                <a16:creationId xmlns:a16="http://schemas.microsoft.com/office/drawing/2014/main" id="{23EA77B2-E76E-4ABE-AA4C-D6CA8763EBDA}"/>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标签命中</a:t>
            </a:r>
          </a:p>
        </p:txBody>
      </p:sp>
      <p:sp>
        <p:nvSpPr>
          <p:cNvPr id="77" name="">
            <a:extLst xmlns:a="http://schemas.openxmlformats.org/drawingml/2006/main">
              <a:ext uri="{FF2B5EF4-FFF2-40B4-BE49-F238E27FC236}">
                <a16:creationId xmlns:a16="http://schemas.microsoft.com/office/drawing/2014/main" id="{DA02379A-52A3-4CDE-8D1B-E1C0E80F3B79}"/>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+3 / </a:t>
            </a:r>
            <a:r>
              <a:rPr sz="938" b="1">
                <a:solidFill>
                  <a:srgbClr val="F5C33B"/>
                </a:solidFill>
                <a:latin typeface="微软雅黑"/>
                <a:ea typeface="微软雅黑"/>
                <a:cs typeface="微软雅黑"/>
              </a:rPr>
              <a:t>每个检索词</a:t>
            </a:r>
          </a:p>
        </p:txBody>
      </p:sp>
      <p:sp>
        <p:nvSpPr>
          <p:cNvPr id="78" name="">
            <a:extLst xmlns:a="http://schemas.openxmlformats.org/drawingml/2006/main">
              <a:ext uri="{FF2B5EF4-FFF2-40B4-BE49-F238E27FC236}">
                <a16:creationId xmlns:a16="http://schemas.microsoft.com/office/drawing/2014/main" id="{90545CC4-3795-4F36-9E60-05176CE02896}"/>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技能命中再加 </a:t>
            </a:r>
            <a:r>
              <a:rPr sz="863" b="0">
                <a:solidFill>
                  <a:srgbClr val="9FC2E8"/>
                </a:solidFill>
                <a:latin typeface="微软雅黑"/>
                <a:ea typeface="微软雅黑"/>
                <a:cs typeface="微软雅黑"/>
              </a:rPr>
              <a:t>+3</a:t>
            </a:r>
          </a:p>
        </p:txBody>
      </p:sp>
      <p:sp>
        <p:nvSpPr>
          <p:cNvPr id="79" name="">
            <a:extLst xmlns:a="http://schemas.openxmlformats.org/drawingml/2006/main">
              <a:ext uri="{FF2B5EF4-FFF2-40B4-BE49-F238E27FC236}">
                <a16:creationId xmlns:a16="http://schemas.microsoft.com/office/drawing/2014/main" id="{A112CAFB-4D33-411F-950A-D4B4D345CE69}"/>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机构命中</a:t>
            </a:r>
          </a:p>
        </p:txBody>
      </p:sp>
      <p:sp>
        <p:nvSpPr>
          <p:cNvPr id="80" name="">
            <a:extLst xmlns:a="http://schemas.openxmlformats.org/drawingml/2006/main">
              <a:ext uri="{FF2B5EF4-FFF2-40B4-BE49-F238E27FC236}">
                <a16:creationId xmlns:a16="http://schemas.microsoft.com/office/drawing/2014/main" id="{D3B31026-3C89-40AF-B6F0-BF64616E471E}"/>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+2</a:t>
            </a:r>
          </a:p>
        </p:txBody>
      </p:sp>
      <p:sp>
        <p:nvSpPr>
          <p:cNvPr id="81" name="">
            <a:extLst xmlns:a="http://schemas.openxmlformats.org/drawingml/2006/main">
              <a:ext uri="{FF2B5EF4-FFF2-40B4-BE49-F238E27FC236}">
                <a16:creationId xmlns:a16="http://schemas.microsoft.com/office/drawing/2014/main" id="{370A2449-0AB8-4605-A642-A49D0A68091A}"/>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机构权威度作为弱信号</a:t>
            </a:r>
          </a:p>
        </p:txBody>
      </p:sp>
      <p:sp>
        <p:nvSpPr>
          <p:cNvPr id="82" name="">
            <a:extLst xmlns:a="http://schemas.openxmlformats.org/drawingml/2006/main">
              <a:ext uri="{FF2B5EF4-FFF2-40B4-BE49-F238E27FC236}">
                <a16:creationId xmlns:a16="http://schemas.microsoft.com/office/drawing/2014/main" id="{F710084B-836B-475D-9685-CDC838357949}"/>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匹配理由命中</a:t>
            </a:r>
          </a:p>
        </p:txBody>
      </p:sp>
      <p:sp>
        <p:nvSpPr>
          <p:cNvPr id="83" name="">
            <a:extLst xmlns:a="http://schemas.openxmlformats.org/drawingml/2006/main">
              <a:ext uri="{FF2B5EF4-FFF2-40B4-BE49-F238E27FC236}">
                <a16:creationId xmlns:a16="http://schemas.microsoft.com/office/drawing/2014/main" id="{A985B762-0CEA-49AF-A8F5-B9D45A8C9847}"/>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+1</a:t>
            </a:r>
          </a:p>
        </p:txBody>
      </p:sp>
      <p:sp>
        <p:nvSpPr>
          <p:cNvPr id="84" name="">
            <a:extLst xmlns:a="http://schemas.openxmlformats.org/drawingml/2006/main">
              <a:ext uri="{FF2B5EF4-FFF2-40B4-BE49-F238E27FC236}">
                <a16:creationId xmlns:a16="http://schemas.microsoft.com/office/drawing/2014/main" id="{14D66140-BE51-4A65-9365-AB167FE768B9}"/>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课程自带的匹配理由文本</a:t>
            </a:r>
          </a:p>
        </p:txBody>
      </p:sp>
      <p:sp>
        <p:nvSpPr>
          <p:cNvPr id="85" name="">
            <a:extLst xmlns:a="http://schemas.openxmlformats.org/drawingml/2006/main">
              <a:ext uri="{FF2B5EF4-FFF2-40B4-BE49-F238E27FC236}">
                <a16:creationId xmlns:a16="http://schemas.microsoft.com/office/drawing/2014/main" id="{80C1174C-6ACD-45F7-8D53-DB67865FF22E}"/>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839"/>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1AB8C1F9-2FA1-4F8C-B938-DDEEAC31454D}"/>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输入与输出</a:t>
            </a:r>
          </a:p>
        </p:txBody>
      </p:sp>
      <p:sp>
        <p:nvSpPr>
          <p:cNvPr id="87" name="">
            <a:extLst xmlns:a="http://schemas.openxmlformats.org/drawingml/2006/main">
              <a:ext uri="{FF2B5EF4-FFF2-40B4-BE49-F238E27FC236}">
                <a16:creationId xmlns:a16="http://schemas.microsoft.com/office/drawing/2014/main" id="{CA48D926-DE5F-471B-A0E2-2ED319E89DC3}"/>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输入　</a:t>
            </a:r>
            <a:r>
              <a:rPr sz="900">
                <a:solidFill>
                  <a:srgbClr val="D6E6F7"/>
                </a:solidFill>
                <a:latin typeface="微软雅黑"/>
                <a:ea typeface="微软雅黑"/>
                <a:cs typeface="微软雅黑"/>
              </a:rPr>
              <a:t>检索词（按空格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逗号拆分去重）；课程字段（标题、平台检索词、标签、技能、机构、匹配理由）；个人缺口（</a:t>
            </a:r>
            <a:r>
              <a:rPr sz="900">
                <a:solidFill>
                  <a:srgbClr val="D6E6F7"/>
                </a:solidFill>
                <a:latin typeface="微软雅黑"/>
                <a:ea typeface="微软雅黑"/>
                <a:cs typeface="微软雅黑"/>
              </a:rPr>
              <a:t>employee_skill.level </a:t>
            </a:r>
            <a:r>
              <a:rPr sz="900">
                <a:solidFill>
                  <a:srgbClr val="D6E6F7"/>
                </a:solidFill>
                <a:latin typeface="微软雅黑"/>
                <a:ea typeface="微软雅黑"/>
                <a:cs typeface="微软雅黑"/>
              </a:rPr>
              <a:t>与 </a:t>
            </a:r>
            <a:r>
              <a:rPr sz="900">
                <a:solidFill>
                  <a:srgbClr val="D6E6F7"/>
                </a:solidFill>
                <a:latin typeface="微软雅黑"/>
                <a:ea typeface="微软雅黑"/>
                <a:cs typeface="微软雅黑"/>
              </a:rPr>
              <a:t>required_level</a:t>
            </a:r>
            <a:r>
              <a:rPr sz="900">
                <a:solidFill>
                  <a:srgbClr val="D6E6F7"/>
                </a:solidFill>
                <a:latin typeface="微软雅黑"/>
                <a:ea typeface="微软雅黑"/>
                <a:cs typeface="微软雅黑"/>
              </a:rPr>
              <a:t>）。</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输出　</a:t>
            </a:r>
            <a:r>
              <a:rPr sz="900">
                <a:solidFill>
                  <a:srgbClr val="D6E6F7"/>
                </a:solidFill>
                <a:latin typeface="微软雅黑"/>
                <a:ea typeface="微软雅黑"/>
                <a:cs typeface="微软雅黑"/>
              </a:rPr>
              <a:t>按内容命中分降序的课程列表；内容分相同时，对口个人缺口的课程再加 </a:t>
            </a:r>
            <a:r>
              <a:rPr sz="900">
                <a:solidFill>
                  <a:srgbClr val="D6E6F7"/>
                </a:solidFill>
                <a:latin typeface="微软雅黑"/>
                <a:ea typeface="微软雅黑"/>
                <a:cs typeface="微软雅黑"/>
              </a:rPr>
              <a:t>5 </a:t>
            </a:r>
            <a:r>
              <a:rPr sz="900">
                <a:solidFill>
                  <a:srgbClr val="D6E6F7"/>
                </a:solidFill>
                <a:latin typeface="微软雅黑"/>
                <a:ea typeface="微软雅黑"/>
                <a:cs typeface="微软雅黑"/>
              </a:rPr>
              <a:t>分并优先排列。</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落库　</a:t>
            </a:r>
            <a:r>
              <a:rPr sz="900">
                <a:solidFill>
                  <a:srgbClr val="D6E6F7"/>
                </a:solidFill>
                <a:latin typeface="微软雅黑"/>
                <a:ea typeface="微软雅黑"/>
                <a:cs typeface="微软雅黑"/>
              </a:rPr>
              <a:t>external_course</a:t>
            </a:r>
            <a:r>
              <a:rPr sz="900">
                <a:solidFill>
                  <a:srgbClr val="D6E6F7"/>
                </a:solidFill>
                <a:latin typeface="微软雅黑"/>
                <a:ea typeface="微软雅黑"/>
                <a:cs typeface="微软雅黑"/>
              </a:rPr>
              <a:t>、</a:t>
            </a:r>
            <a:r>
              <a:rPr sz="900">
                <a:solidFill>
                  <a:srgbClr val="D6E6F7"/>
                </a:solidFill>
                <a:latin typeface="微软雅黑"/>
                <a:ea typeface="微软雅黑"/>
                <a:cs typeface="微软雅黑"/>
              </a:rPr>
              <a:t>external_course_source</a:t>
            </a:r>
            <a:r>
              <a:rPr sz="900">
                <a:solidFill>
                  <a:srgbClr val="D6E6F7"/>
                </a:solidFill>
                <a:latin typeface="微软雅黑"/>
                <a:ea typeface="微软雅黑"/>
                <a:cs typeface="微软雅黑"/>
              </a:rPr>
              <a:t>、</a:t>
            </a:r>
            <a:r>
              <a:rPr sz="900">
                <a:solidFill>
                  <a:srgbClr val="D6E6F7"/>
                </a:solidFill>
                <a:latin typeface="微软雅黑"/>
                <a:ea typeface="微软雅黑"/>
                <a:cs typeface="微软雅黑"/>
              </a:rPr>
              <a:t>employee_skill </a:t>
            </a:r>
            <a:r>
              <a:rPr sz="900">
                <a:solidFill>
                  <a:srgbClr val="D6E6F7"/>
                </a:solidFill>
                <a:latin typeface="微软雅黑"/>
                <a:ea typeface="微软雅黑"/>
                <a:cs typeface="微软雅黑"/>
              </a:rPr>
              <a:t>三张表。</a:t>
            </a:r>
          </a:p>
        </p:txBody>
      </p:sp>
      <p:sp>
        <p:nvSpPr>
          <p:cNvPr id="88" name="">
            <a:extLst xmlns:a="http://schemas.openxmlformats.org/drawingml/2006/main">
              <a:ext uri="{FF2B5EF4-FFF2-40B4-BE49-F238E27FC236}">
                <a16:creationId xmlns:a16="http://schemas.microsoft.com/office/drawing/2014/main" id="{4856BC87-2F16-4DA3-A2C9-9475FE8840EF}"/>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71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9" name="">
            <a:extLst xmlns:a="http://schemas.openxmlformats.org/drawingml/2006/main">
              <a:ext uri="{FF2B5EF4-FFF2-40B4-BE49-F238E27FC236}">
                <a16:creationId xmlns:a16="http://schemas.microsoft.com/office/drawing/2014/main" id="{F90FE56B-C456-43EB-9212-B8AC3C19A184}"/>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案例：继电保护 </a:t>
            </a:r>
            <a:r>
              <a:rPr sz="1013" b="1">
                <a:solidFill>
                  <a:srgbClr val="F5C33B"/>
                </a:solidFill>
                <a:latin typeface="微软雅黑"/>
                <a:ea typeface="微软雅黑"/>
                <a:cs typeface="微软雅黑"/>
              </a:rPr>
              <a:t>L1 → </a:t>
            </a:r>
            <a:r>
              <a:rPr sz="1013" b="1">
                <a:solidFill>
                  <a:srgbClr val="F5C33B"/>
                </a:solidFill>
                <a:latin typeface="微软雅黑"/>
                <a:ea typeface="微软雅黑"/>
                <a:cs typeface="微软雅黑"/>
              </a:rPr>
              <a:t>要求 </a:t>
            </a:r>
            <a:r>
              <a:rPr sz="1013" b="1">
                <a:solidFill>
                  <a:srgbClr val="F5C33B"/>
                </a:solidFill>
                <a:latin typeface="微软雅黑"/>
                <a:ea typeface="微软雅黑"/>
                <a:cs typeface="微软雅黑"/>
              </a:rPr>
              <a:t>L3 </a:t>
            </a:r>
            <a:r>
              <a:rPr sz="1013" b="1">
                <a:solidFill>
                  <a:srgbClr val="F5C33B"/>
                </a:solidFill>
                <a:latin typeface="微软雅黑"/>
                <a:ea typeface="微软雅黑"/>
                <a:cs typeface="微软雅黑"/>
              </a:rPr>
              <a:t>的员工检索「软压板」</a:t>
            </a:r>
          </a:p>
        </p:txBody>
      </p:sp>
      <p:sp>
        <p:nvSpPr>
          <p:cNvPr id="90" name="">
            <a:extLst xmlns:a="http://schemas.openxmlformats.org/drawingml/2006/main">
              <a:ext uri="{FF2B5EF4-FFF2-40B4-BE49-F238E27FC236}">
                <a16:creationId xmlns:a16="http://schemas.microsoft.com/office/drawing/2014/main" id="{74EC9911-EB5A-43CE-90CA-A90065C32265}"/>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2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91" name="">
            <a:extLst xmlns:a="http://schemas.openxmlformats.org/drawingml/2006/main">
              <a:ext uri="{FF2B5EF4-FFF2-40B4-BE49-F238E27FC236}">
                <a16:creationId xmlns:a16="http://schemas.microsoft.com/office/drawing/2014/main" id="{45CB507A-CFFE-49FA-B34C-C58D2BFFD2D8}"/>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86CC528D-0FEB-4B5E-8265-63C3693E4D0D}"/>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1</a:t>
            </a:r>
          </a:p>
        </p:txBody>
      </p:sp>
      <p:sp>
        <p:nvSpPr>
          <p:cNvPr id="93" name="">
            <a:extLst xmlns:a="http://schemas.openxmlformats.org/drawingml/2006/main">
              <a:ext uri="{FF2B5EF4-FFF2-40B4-BE49-F238E27FC236}">
                <a16:creationId xmlns:a16="http://schemas.microsoft.com/office/drawing/2014/main" id="{DFF8FF65-9628-487E-9C6F-A661419C6C16}"/>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94" name="">
            <a:extLst xmlns:a="http://schemas.openxmlformats.org/drawingml/2006/main">
              <a:ext uri="{FF2B5EF4-FFF2-40B4-BE49-F238E27FC236}">
                <a16:creationId xmlns:a16="http://schemas.microsoft.com/office/drawing/2014/main" id="{78B7A82F-CC6A-4856-B51F-87CCA3BE7427}"/>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a:t>
            </a:r>
            <a:r>
              <a:rPr sz="825" b="0">
                <a:solidFill>
                  <a:srgbClr val="9FC2E8"/>
                </a:solidFill>
                <a:latin typeface="微软雅黑"/>
                <a:ea typeface="微软雅黑"/>
                <a:cs typeface="微软雅黑"/>
              </a:rPr>
              <a:t>+6 · </a:t>
            </a:r>
            <a:r>
              <a:rPr sz="825" b="0">
                <a:solidFill>
                  <a:srgbClr val="9FC2E8"/>
                </a:solidFill>
                <a:latin typeface="微软雅黑"/>
                <a:ea typeface="微软雅黑"/>
                <a:cs typeface="微软雅黑"/>
              </a:rPr>
              <a:t>技能 </a:t>
            </a:r>
            <a:r>
              <a:rPr sz="825" b="0">
                <a:solidFill>
                  <a:srgbClr val="9FC2E8"/>
                </a:solidFill>
                <a:latin typeface="微软雅黑"/>
                <a:ea typeface="微软雅黑"/>
                <a:cs typeface="微软雅黑"/>
              </a:rPr>
              <a:t>+3 · </a:t>
            </a:r>
            <a:r>
              <a:rPr sz="825" b="0">
                <a:solidFill>
                  <a:srgbClr val="9FC2E8"/>
                </a:solidFill>
                <a:latin typeface="微软雅黑"/>
                <a:ea typeface="微软雅黑"/>
                <a:cs typeface="微软雅黑"/>
              </a:rPr>
              <a:t>缺口 </a:t>
            </a:r>
            <a:r>
              <a:rPr sz="825" b="0">
                <a:solidFill>
                  <a:srgbClr val="9FC2E8"/>
                </a:solidFill>
                <a:latin typeface="微软雅黑"/>
                <a:ea typeface="微软雅黑"/>
                <a:cs typeface="微软雅黑"/>
              </a:rPr>
              <a:t>+5</a:t>
            </a:r>
          </a:p>
        </p:txBody>
      </p:sp>
      <p:sp>
        <p:nvSpPr>
          <p:cNvPr id="95" name="">
            <a:extLst xmlns:a="http://schemas.openxmlformats.org/drawingml/2006/main">
              <a:ext uri="{FF2B5EF4-FFF2-40B4-BE49-F238E27FC236}">
                <a16:creationId xmlns:a16="http://schemas.microsoft.com/office/drawing/2014/main" id="{6D9C9AD8-D1BA-47F0-96DC-1690EE3FA25E}"/>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Bahnschrift"/>
                <a:ea typeface="Bahnschrift"/>
                <a:cs typeface="Bahnschrift"/>
              </a:defRPr>
            </a:pPr>
            <a:r>
              <a:rPr sz="1200" b="1">
                <a:solidFill>
                  <a:srgbClr val="3FD08A"/>
                </a:solidFill>
                <a:latin typeface="Bahnschrift"/>
                <a:ea typeface="Bahnschrift"/>
                <a:cs typeface="Bahnschrift"/>
              </a:rPr>
              <a:t>14 </a:t>
            </a:r>
            <a:r>
              <a:rPr sz="1200" b="1">
                <a:solidFill>
                  <a:srgbClr val="3FD08A"/>
                </a:solidFill>
                <a:latin typeface="Bahnschrift"/>
                <a:ea typeface="Bahnschrift"/>
                <a:cs typeface="Bahnschrift"/>
              </a:rPr>
              <a:t>分</a:t>
            </a:r>
          </a:p>
        </p:txBody>
      </p:sp>
      <p:sp>
        <p:nvSpPr>
          <p:cNvPr id="96" name="">
            <a:extLst xmlns:a="http://schemas.openxmlformats.org/drawingml/2006/main">
              <a:ext uri="{FF2B5EF4-FFF2-40B4-BE49-F238E27FC236}">
                <a16:creationId xmlns:a16="http://schemas.microsoft.com/office/drawing/2014/main" id="{A18BCD49-5891-4958-B381-67A41CE8E83C}"/>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25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97" name="">
            <a:extLst xmlns:a="http://schemas.openxmlformats.org/drawingml/2006/main">
              <a:ext uri="{FF2B5EF4-FFF2-40B4-BE49-F238E27FC236}">
                <a16:creationId xmlns:a16="http://schemas.microsoft.com/office/drawing/2014/main" id="{A59C4D9F-A547-4A11-AAEF-8A6C0505B03C}"/>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B07A6FD9-2A53-4CB9-A67A-3150CFEB0FE6}"/>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2</a:t>
            </a:r>
          </a:p>
        </p:txBody>
      </p:sp>
      <p:sp>
        <p:nvSpPr>
          <p:cNvPr id="99" name="">
            <a:extLst xmlns:a="http://schemas.openxmlformats.org/drawingml/2006/main">
              <a:ext uri="{FF2B5EF4-FFF2-40B4-BE49-F238E27FC236}">
                <a16:creationId xmlns:a16="http://schemas.microsoft.com/office/drawing/2014/main" id="{70A79BEA-21CA-4CBE-84AC-53AF1DA45F5F}"/>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100" name="">
            <a:extLst xmlns:a="http://schemas.openxmlformats.org/drawingml/2006/main">
              <a:ext uri="{FF2B5EF4-FFF2-40B4-BE49-F238E27FC236}">
                <a16:creationId xmlns:a16="http://schemas.microsoft.com/office/drawing/2014/main" id="{3B83D8DA-2624-41CF-9534-4F893A372D1A}"/>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a:t>
            </a:r>
            <a:r>
              <a:rPr sz="825" b="0">
                <a:solidFill>
                  <a:srgbClr val="9FC2E8"/>
                </a:solidFill>
                <a:latin typeface="微软雅黑"/>
                <a:ea typeface="微软雅黑"/>
                <a:cs typeface="微软雅黑"/>
              </a:rPr>
              <a:t>+6 · </a:t>
            </a:r>
            <a:r>
              <a:rPr sz="825" b="0">
                <a:solidFill>
                  <a:srgbClr val="9FC2E8"/>
                </a:solidFill>
                <a:latin typeface="微软雅黑"/>
                <a:ea typeface="微软雅黑"/>
                <a:cs typeface="微软雅黑"/>
              </a:rPr>
              <a:t>平台词 </a:t>
            </a:r>
            <a:r>
              <a:rPr sz="825" b="0">
                <a:solidFill>
                  <a:srgbClr val="9FC2E8"/>
                </a:solidFill>
                <a:latin typeface="微软雅黑"/>
                <a:ea typeface="微软雅黑"/>
                <a:cs typeface="微软雅黑"/>
              </a:rPr>
              <a:t>+4</a:t>
            </a:r>
          </a:p>
        </p:txBody>
      </p:sp>
      <p:sp>
        <p:nvSpPr>
          <p:cNvPr id="101" name="">
            <a:extLst xmlns:a="http://schemas.openxmlformats.org/drawingml/2006/main">
              <a:ext uri="{FF2B5EF4-FFF2-40B4-BE49-F238E27FC236}">
                <a16:creationId xmlns:a16="http://schemas.microsoft.com/office/drawing/2014/main" id="{5FDD07F1-AC1D-4986-938C-AC6BDF6C221F}"/>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Bahnschrift"/>
                <a:ea typeface="Bahnschrift"/>
                <a:cs typeface="Bahnschrift"/>
              </a:defRPr>
            </a:pPr>
            <a:r>
              <a:rPr sz="1200" b="1">
                <a:solidFill>
                  <a:srgbClr val="3FD08A"/>
                </a:solidFill>
                <a:latin typeface="Bahnschrift"/>
                <a:ea typeface="Bahnschrift"/>
                <a:cs typeface="Bahnschrift"/>
              </a:rPr>
              <a:t>10 </a:t>
            </a:r>
            <a:r>
              <a:rPr sz="1200" b="1">
                <a:solidFill>
                  <a:srgbClr val="3FD08A"/>
                </a:solidFill>
                <a:latin typeface="Bahnschrift"/>
                <a:ea typeface="Bahnschrift"/>
                <a:cs typeface="Bahnschrift"/>
              </a:rPr>
              <a:t>分</a:t>
            </a:r>
          </a:p>
        </p:txBody>
      </p:sp>
      <p:sp>
        <p:nvSpPr>
          <p:cNvPr id="102" name="">
            <a:extLst xmlns:a="http://schemas.openxmlformats.org/drawingml/2006/main">
              <a:ext uri="{FF2B5EF4-FFF2-40B4-BE49-F238E27FC236}">
                <a16:creationId xmlns:a16="http://schemas.microsoft.com/office/drawing/2014/main" id="{8CB19278-0395-4877-AA67-A3F8D754419F}"/>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2500"/>
            </a:avLst>
          </a:prstGeom>
          <a:gradFill xmlns:a="http://schemas.openxmlformats.org/drawingml/2006/main">
            <a:gsLst>
              <a:gs pos="0">
                <a:srgbClr val="253C59"/>
              </a:gs>
              <a:gs pos="62000">
                <a:srgbClr val="0A2444"/>
              </a:gs>
              <a:gs pos="100000">
                <a:srgbClr val="081C35"/>
              </a:gs>
            </a:gsLst>
            <a:lin ang="8100000"/>
          </a:gradFill>
          <a:ln xmlns:a="http://schemas.openxmlformats.org/drawingml/2006/main" w="9525">
            <a:solidFill>
              <a:srgbClr val="173D68"/>
            </a:solidFill>
            <a:prstDash val="solid"/>
          </a:ln>
        </p:spPr>
      </p:sp>
      <p:sp>
        <p:nvSpPr>
          <p:cNvPr id="103" name="">
            <a:extLst xmlns:a="http://schemas.openxmlformats.org/drawingml/2006/main">
              <a:ext uri="{FF2B5EF4-FFF2-40B4-BE49-F238E27FC236}">
                <a16:creationId xmlns:a16="http://schemas.microsoft.com/office/drawing/2014/main" id="{4577768C-98D4-46DC-9F23-AAE54E2CD4A3}"/>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1B4C8A"/>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CF091B38-08EF-45FA-A1D1-83D1077675E1}"/>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3</a:t>
            </a:r>
          </a:p>
        </p:txBody>
      </p:sp>
      <p:sp>
        <p:nvSpPr>
          <p:cNvPr id="105" name="">
            <a:extLst xmlns:a="http://schemas.openxmlformats.org/drawingml/2006/main">
              <a:ext uri="{FF2B5EF4-FFF2-40B4-BE49-F238E27FC236}">
                <a16:creationId xmlns:a16="http://schemas.microsoft.com/office/drawing/2014/main" id="{F0240795-F9AD-488A-8B13-6440CA684D36}"/>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106" name="">
            <a:extLst xmlns:a="http://schemas.openxmlformats.org/drawingml/2006/main">
              <a:ext uri="{FF2B5EF4-FFF2-40B4-BE49-F238E27FC236}">
                <a16:creationId xmlns:a16="http://schemas.microsoft.com/office/drawing/2014/main" id="{18021ECF-D287-4B6C-8417-457545B1F613}"/>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标签 </a:t>
            </a:r>
            <a:r>
              <a:rPr sz="825" b="0">
                <a:solidFill>
                  <a:srgbClr val="9FC2E8"/>
                </a:solidFill>
                <a:latin typeface="微软雅黑"/>
                <a:ea typeface="微软雅黑"/>
                <a:cs typeface="微软雅黑"/>
              </a:rPr>
              <a:t>+3 · </a:t>
            </a:r>
            <a:r>
              <a:rPr sz="825" b="0">
                <a:solidFill>
                  <a:srgbClr val="9FC2E8"/>
                </a:solidFill>
                <a:latin typeface="微软雅黑"/>
                <a:ea typeface="微软雅黑"/>
                <a:cs typeface="微软雅黑"/>
              </a:rPr>
              <a:t>机构 </a:t>
            </a:r>
            <a:r>
              <a:rPr sz="825" b="0">
                <a:solidFill>
                  <a:srgbClr val="9FC2E8"/>
                </a:solidFill>
                <a:latin typeface="微软雅黑"/>
                <a:ea typeface="微软雅黑"/>
                <a:cs typeface="微软雅黑"/>
              </a:rPr>
              <a:t>+2</a:t>
            </a:r>
          </a:p>
        </p:txBody>
      </p:sp>
      <p:sp>
        <p:nvSpPr>
          <p:cNvPr id="107" name="">
            <a:extLst xmlns:a="http://schemas.openxmlformats.org/drawingml/2006/main">
              <a:ext uri="{FF2B5EF4-FFF2-40B4-BE49-F238E27FC236}">
                <a16:creationId xmlns:a16="http://schemas.microsoft.com/office/drawing/2014/main" id="{9887BBDE-FF1F-436F-AF11-DD1C32A34A00}"/>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Bahnschrift"/>
                <a:ea typeface="Bahnschrift"/>
                <a:cs typeface="Bahnschrift"/>
              </a:defRPr>
            </a:pPr>
            <a:r>
              <a:rPr sz="1200" b="1">
                <a:solidFill>
                  <a:srgbClr val="7A9CC4"/>
                </a:solidFill>
                <a:latin typeface="Bahnschrift"/>
                <a:ea typeface="Bahnschrift"/>
                <a:cs typeface="Bahnschrift"/>
              </a:rPr>
              <a:t>5 </a:t>
            </a:r>
            <a:r>
              <a:rPr sz="1200" b="1">
                <a:solidFill>
                  <a:srgbClr val="7A9CC4"/>
                </a:solidFill>
                <a:latin typeface="Bahnschrift"/>
                <a:ea typeface="Bahnschrift"/>
                <a:cs typeface="Bahnschrift"/>
              </a:rPr>
              <a:t>分</a:t>
            </a:r>
          </a:p>
        </p:txBody>
      </p:sp>
      <p:sp>
        <p:nvSpPr>
          <p:cNvPr id="108" name="">
            <a:extLst xmlns:a="http://schemas.openxmlformats.org/drawingml/2006/main">
              <a:ext uri="{FF2B5EF4-FFF2-40B4-BE49-F238E27FC236}">
                <a16:creationId xmlns:a16="http://schemas.microsoft.com/office/drawing/2014/main" id="{76C16EDE-CBE2-46E3-ACC0-F967FDB05433}"/>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2500"/>
            </a:avLst>
          </a:prstGeom>
          <a:gradFill xmlns:a="http://schemas.openxmlformats.org/drawingml/2006/main">
            <a:gsLst>
              <a:gs pos="0">
                <a:srgbClr val="253C59"/>
              </a:gs>
              <a:gs pos="62000">
                <a:srgbClr val="0A2444"/>
              </a:gs>
              <a:gs pos="100000">
                <a:srgbClr val="081C35"/>
              </a:gs>
            </a:gsLst>
            <a:lin ang="8100000"/>
          </a:gradFill>
          <a:ln xmlns:a="http://schemas.openxmlformats.org/drawingml/2006/main" w="9525">
            <a:solidFill>
              <a:srgbClr val="173D68"/>
            </a:solidFill>
            <a:prstDash val="solid"/>
          </a:ln>
        </p:spPr>
      </p:sp>
      <p:sp>
        <p:nvSpPr>
          <p:cNvPr id="109" name="">
            <a:extLst xmlns:a="http://schemas.openxmlformats.org/drawingml/2006/main">
              <a:ext uri="{FF2B5EF4-FFF2-40B4-BE49-F238E27FC236}">
                <a16:creationId xmlns:a16="http://schemas.microsoft.com/office/drawing/2014/main" id="{3D905142-2B76-44B7-AC98-20D1C209CB91}"/>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1B4C8A"/>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01DBA421-EC2C-489D-B636-063EFB770D0B}"/>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Bahnschrift"/>
                <a:ea typeface="Bahnschrift"/>
                <a:cs typeface="Bahnschrift"/>
              </a:defRPr>
            </a:pPr>
            <a:r>
              <a:rPr sz="975" b="1">
                <a:solidFill>
                  <a:srgbClr val="08243F"/>
                </a:solidFill>
                <a:latin typeface="Bahnschrift"/>
                <a:ea typeface="Bahnschrift"/>
                <a:cs typeface="Bahnschrift"/>
              </a:rPr>
              <a:t>4</a:t>
            </a:r>
          </a:p>
        </p:txBody>
      </p:sp>
      <p:sp>
        <p:nvSpPr>
          <p:cNvPr id="111" name="">
            <a:extLst xmlns:a="http://schemas.openxmlformats.org/drawingml/2006/main">
              <a:ext uri="{FF2B5EF4-FFF2-40B4-BE49-F238E27FC236}">
                <a16:creationId xmlns:a16="http://schemas.microsoft.com/office/drawing/2014/main" id="{6FB73FD3-E021-495A-8E2C-D5FE9483A484}"/>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112" name="">
            <a:extLst xmlns:a="http://schemas.openxmlformats.org/drawingml/2006/main">
              <a:ext uri="{FF2B5EF4-FFF2-40B4-BE49-F238E27FC236}">
                <a16:creationId xmlns:a16="http://schemas.microsoft.com/office/drawing/2014/main" id="{9290CC07-6114-4208-BCF7-520EF1BA3034}"/>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匹配理由 </a:t>
            </a:r>
            <a:r>
              <a:rPr sz="825" b="0">
                <a:solidFill>
                  <a:srgbClr val="9FC2E8"/>
                </a:solidFill>
                <a:latin typeface="微软雅黑"/>
                <a:ea typeface="微软雅黑"/>
                <a:cs typeface="微软雅黑"/>
              </a:rPr>
              <a:t>+1</a:t>
            </a:r>
          </a:p>
        </p:txBody>
      </p:sp>
      <p:sp>
        <p:nvSpPr>
          <p:cNvPr id="113" name="">
            <a:extLst xmlns:a="http://schemas.openxmlformats.org/drawingml/2006/main">
              <a:ext uri="{FF2B5EF4-FFF2-40B4-BE49-F238E27FC236}">
                <a16:creationId xmlns:a16="http://schemas.microsoft.com/office/drawing/2014/main" id="{D3A122DE-BFFB-4C8B-B1C5-F22E01ED2912}"/>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Bahnschrift"/>
                <a:ea typeface="Bahnschrift"/>
                <a:cs typeface="Bahnschrift"/>
              </a:defRPr>
            </a:pPr>
            <a:r>
              <a:rPr sz="1200" b="1">
                <a:solidFill>
                  <a:srgbClr val="7A9CC4"/>
                </a:solidFill>
                <a:latin typeface="Bahnschrift"/>
                <a:ea typeface="Bahnschrift"/>
                <a:cs typeface="Bahnschrift"/>
              </a:rPr>
              <a:t>1 </a:t>
            </a:r>
            <a:r>
              <a:rPr sz="1200" b="1">
                <a:solidFill>
                  <a:srgbClr val="7A9CC4"/>
                </a:solidFill>
                <a:latin typeface="Bahnschrift"/>
                <a:ea typeface="Bahnschrift"/>
                <a:cs typeface="Bahnschrift"/>
              </a:rPr>
              <a:t>分</a:t>
            </a:r>
          </a:p>
        </p:txBody>
      </p:sp>
      <p:sp>
        <p:nvSpPr>
          <p:cNvPr id="114" name="">
            <a:extLst xmlns:a="http://schemas.openxmlformats.org/drawingml/2006/main">
              <a:ext uri="{FF2B5EF4-FFF2-40B4-BE49-F238E27FC236}">
                <a16:creationId xmlns:a16="http://schemas.microsoft.com/office/drawing/2014/main" id="{11539EF0-F43B-4270-B215-71EC9659EF41}"/>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737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5" name="">
            <a:extLst xmlns:a="http://schemas.openxmlformats.org/drawingml/2006/main">
              <a:ext uri="{FF2B5EF4-FFF2-40B4-BE49-F238E27FC236}">
                <a16:creationId xmlns:a16="http://schemas.microsoft.com/office/drawing/2014/main" id="{E2F0183F-23D1-4C8D-8256-7D85BD1192AD}"/>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排序规则：先内容分，再缺口加权</a:t>
            </a:r>
          </a:p>
        </p:txBody>
      </p:sp>
      <p:sp>
        <p:nvSpPr>
          <p:cNvPr id="116" name="">
            <a:extLst xmlns:a="http://schemas.openxmlformats.org/drawingml/2006/main">
              <a:ext uri="{FF2B5EF4-FFF2-40B4-BE49-F238E27FC236}">
                <a16:creationId xmlns:a16="http://schemas.microsoft.com/office/drawing/2014/main" id="{DBB875EA-12AE-4D76-9A91-D04B7699D3AD}"/>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内容分把「标题里出现软压板」的课排前面；缺口加权再把「正好补当前 </a:t>
            </a:r>
            <a:r>
              <a:rPr sz="900" b="0">
                <a:solidFill>
                  <a:srgbClr val="D6E6F7"/>
                </a:solidFill>
                <a:latin typeface="微软雅黑"/>
                <a:ea typeface="微软雅黑"/>
                <a:cs typeface="微软雅黑"/>
              </a:rPr>
              <a:t>L1→L3 </a:t>
            </a:r>
            <a:r>
              <a:rPr sz="900" b="0">
                <a:solidFill>
                  <a:srgbClr val="D6E6F7"/>
                </a:solidFill>
                <a:latin typeface="微软雅黑"/>
                <a:ea typeface="微软雅黑"/>
                <a:cs typeface="微软雅黑"/>
              </a:rPr>
              <a:t>缺口」的课顶到最前。两者结合，才不会出现「搜到一堆相关课，却不知道该学哪一门」。</a:t>
            </a:r>
          </a:p>
        </p:txBody>
      </p:sp>
      <p:sp>
        <p:nvSpPr>
          <p:cNvPr id="117" name="">
            <a:extLst xmlns:a="http://schemas.openxmlformats.org/drawingml/2006/main">
              <a:ext uri="{FF2B5EF4-FFF2-40B4-BE49-F238E27FC236}">
                <a16:creationId xmlns:a16="http://schemas.microsoft.com/office/drawing/2014/main" id="{C8479B2E-5052-4257-9663-B5FC0FA6E24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1DAE8963-E3EA-45CD-B8CB-7F9CFB102CC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9F3E9077-5B71-41E9-8942-875007BD1C1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C496B99F-97C2-457C-8CDA-737AC0883536}"/>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2D992F07-39FE-4F35-8ADA-910EEC4EF12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207CEE4E-95A9-40BB-8F76-D42845F2B745}"/>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3" name="">
            <a:extLst xmlns:a="http://schemas.openxmlformats.org/drawingml/2006/main">
              <a:ext uri="{FF2B5EF4-FFF2-40B4-BE49-F238E27FC236}">
                <a16:creationId xmlns:a16="http://schemas.microsoft.com/office/drawing/2014/main" id="{41ED92A5-0E7F-43BB-A3BF-86CC2F2E2EE1}"/>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8F337914-D6BF-4256-971C-3899665E0334}"/>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17</a:t>
            </a:r>
          </a:p>
        </p:txBody>
      </p:sp>
    </p:spTree>
    <p:extLst>
      <p:ext uri="{BB962C8B-B14F-4D97-AF65-F5344CB8AC3E}">
        <p14:creationId xmlns:p14="http://schemas.microsoft.com/office/powerpoint/2010/main" val="4141496"/>
      </p:ext>
    </p:extLst>
  </p:cSld>
</p:sld>
</file>

<file path=ppt/slides/slide1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4cf652d3cc6e482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3020BA-A82B-4F58-AAC6-E4D69360D4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999EFD0-37D3-409C-AACE-D151BB0FB451}"/>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F5C33B">
                  <a:alpha val="15000"/>
                </a:srgbClr>
              </a:gs>
              <a:gs pos="45000">
                <a:srgbClr val="F5C33B">
                  <a:alpha val="6000"/>
                </a:srgbClr>
              </a:gs>
              <a:gs pos="100000">
                <a:srgbClr val="F5C33B">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6B4337C-6B07-4E67-B281-6BC990A6367E}"/>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6BBE125-9388-4187-BDFA-82BDB7F93FA6}"/>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3AFD47F-18ED-4EE6-A3FC-15BE290C140A}"/>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F5C33B">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9D4FAD7D-1E91-40FD-A098-E12410910E0E}"/>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017B3EA-A3E5-4250-AB2E-C7AA04A8DBDE}"/>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DC83D4D-C4DF-4502-8A44-46E17BAB92CC}"/>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5CD2B21-76FF-4CEB-B5AD-A8F331D89654}"/>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0312EF1-E2D1-49F2-BA7A-ECA6C2202CA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1A3305B-0B76-42E8-941D-66B0BE44E1D9}"/>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5A1B57E-3EA8-4AF4-9DEF-CAAB10832A24}"/>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B07AF521-C7EB-4411-97E4-684AE8EC5C2D}"/>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CD8403F-A38A-4AB3-90D2-42B102EB6544}"/>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FFD03CA1-507A-4256-8167-2C9107D3810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587275B-E7CA-4216-9EF1-2C0FF3BA626D}"/>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E48FDB1-3C52-4E3E-AB63-BCFCC19A9C2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F5C33B">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635D071-A428-49AF-81A3-36A3E886B208}"/>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07FF3584-34ED-45F8-AEF4-68DB93F4C0D0}"/>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BEFA24D9-EF81-4916-AB81-76D22ED9BEA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C603599-D4BC-432D-9D7C-503FD703C97C}"/>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D0021FF-E67A-40C5-9349-0D0008B5EFE1}"/>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686BB83-E538-4C0B-A069-4F908DCA60B1}"/>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AE96A5E-EEE5-4F70-8107-BA2A216CC34C}"/>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24FD3901-D9AC-48B5-A780-FA89260956AA}"/>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336D52C-A501-4E0A-B9CB-AC9AA4DE7108}"/>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B21DD5F2-2C8F-46DB-A6E4-720844F5CA20}"/>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CD18E5D4-5644-4185-ACE4-7137C98A6F4A}"/>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FED559B5-4EB4-4C65-A855-67AE6A526EA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EF42203-A196-4BC8-82C7-9C355F1C1D9B}"/>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5989E81-A4A1-492C-BC33-7DCD51CF8152}"/>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D013F80-6441-45C3-A5FD-54EB5A7C1A8D}"/>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86F20F6-A222-4846-AFAA-B2D2AD192BC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0CFC92D7-4C23-437F-BCDF-1E8F55CD57A4}"/>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E9EC131-3EAA-4EB9-8736-7FFCA0525BEC}"/>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052FF9B-6BEC-4390-8FA9-BE902AFDB74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4EFEDD7-A84E-436B-8CD3-C10868B2CF5E}"/>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F5C33B"/>
              </a:gs>
              <a:gs pos="100000">
                <a:srgbClr val="F5C33B">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DCAE35D3-6E2D-444E-AB8E-3BA7399D454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F5C33B">
                  <a:alpha val="45000"/>
                </a:srgbClr>
              </a:gs>
              <a:gs pos="100000">
                <a:srgbClr val="F5C33B">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3FF4AF0-1FE8-4CA1-85AA-39ABC5339ECC}"/>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502A6995-9A0C-4880-B65A-977ED5A8D391}"/>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FE4261AF-60FE-48A4-A0EB-5534BD61E79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43D72E4B-E383-49C2-927B-5D6F50A0C8CC}"/>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F5C33B">
                  <a:alpha val="26000"/>
                </a:srgbClr>
              </a:gs>
              <a:gs pos="45000">
                <a:srgbClr val="F5C33B">
                  <a:alpha val="10000"/>
                </a:srgbClr>
              </a:gs>
              <a:gs pos="100000">
                <a:srgbClr val="F5C33B">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B0AC765-A01D-4495-896A-8C8AAB9F44AC}"/>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F5C33B"/>
              </a:gs>
              <a:gs pos="100000">
                <a:srgbClr val="7B621E"/>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03</a:t>
            </a:r>
          </a:p>
        </p:txBody>
      </p:sp>
      <p:sp>
        <p:nvSpPr>
          <p:cNvPr id="45" name="">
            <a:extLst xmlns:a="http://schemas.openxmlformats.org/drawingml/2006/main">
              <a:ext uri="{FF2B5EF4-FFF2-40B4-BE49-F238E27FC236}">
                <a16:creationId xmlns:a16="http://schemas.microsoft.com/office/drawing/2014/main" id="{FC4490AC-A11E-414B-AD68-8F050130A197}"/>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核心算法</a:t>
            </a:r>
          </a:p>
        </p:txBody>
      </p:sp>
      <p:sp>
        <p:nvSpPr>
          <p:cNvPr id="46" name="">
            <a:extLst xmlns:a="http://schemas.openxmlformats.org/drawingml/2006/main">
              <a:ext uri="{FF2B5EF4-FFF2-40B4-BE49-F238E27FC236}">
                <a16:creationId xmlns:a16="http://schemas.microsoft.com/office/drawing/2014/main" id="{58F31ABC-450D-4DF7-9BF5-A994D43A803D}"/>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F5C33B"/>
              </a:gs>
              <a:gs pos="100000">
                <a:srgbClr val="F5C33B">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4AF0F4EF-4EBC-4B5A-B6F5-1DAC21891480}"/>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算法小结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为什么不让大模型直接下结论</a:t>
            </a:r>
          </a:p>
        </p:txBody>
      </p:sp>
      <p:sp>
        <p:nvSpPr>
          <p:cNvPr id="48" name="">
            <a:extLst xmlns:a="http://schemas.openxmlformats.org/drawingml/2006/main">
              <a:ext uri="{FF2B5EF4-FFF2-40B4-BE49-F238E27FC236}">
                <a16:creationId xmlns:a16="http://schemas.microsoft.com/office/drawing/2014/main" id="{748C3BD0-CE34-4B9A-9491-5FB35FF6E682}"/>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4974DCDC-1C71-4EB7-AB52-67AC20F5AA00}"/>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C63125C-5649-4DEA-AC24-B01B96B138BC}"/>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22E76CC8-B8C8-49A3-A42E-017FF35C78F8}"/>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F5C33B">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18051DC-324C-4509-AC70-AC0E38D4CDC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057A4F65-3C49-4523-886A-D6D9B5500FF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8E592A60-E579-4E68-89D5-84441709A3A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4B68AE2F-9496-4FDB-993E-A54DF01A405B}"/>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A1783327-A361-4D6C-ABD6-C09AF899C080}"/>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98CF129-6C89-42AB-A9C9-36BBB059C3FC}"/>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A059D00B-AA27-4DAD-A8B3-E51CAC49FA86}"/>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8BE9408-DF30-436E-957B-25E238594F7D}"/>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BAC2D8C-1B09-4E35-8F6F-FF8229DD418C}"/>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F5C33B">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276801D-E244-427F-8C12-85187E7BEC82}"/>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246C861-855B-42E8-90AC-3D3CC21639FC}"/>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大模型负责把「话」变成「数」、再把「数」翻译回「话」；凡是涉及人和钱的判断，都交给可复算的算法。</a:t>
            </a:r>
          </a:p>
        </p:txBody>
      </p:sp>
      <p:sp>
        <p:nvSpPr>
          <p:cNvPr id="63" name="">
            <a:extLst xmlns:a="http://schemas.openxmlformats.org/drawingml/2006/main">
              <a:ext uri="{FF2B5EF4-FFF2-40B4-BE49-F238E27FC236}">
                <a16:creationId xmlns:a16="http://schemas.microsoft.com/office/drawing/2014/main" id="{AD22EF9D-6D2C-45D6-804E-2B25B0DA53FB}"/>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3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B3485D61-F975-44C3-BE0C-3C2D13D28F02}"/>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9FC2E8"/>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F7A850F0-D8FF-4A7A-BFA1-8A46720BAD0B}"/>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FC2E8"/>
                </a:solidFill>
                <a:latin typeface="微软雅黑"/>
                <a:ea typeface="微软雅黑"/>
                <a:cs typeface="微软雅黑"/>
              </a:defRPr>
            </a:pPr>
            <a:r>
              <a:rPr sz="1425" b="1">
                <a:solidFill>
                  <a:srgbClr val="9FC2E8"/>
                </a:solidFill>
                <a:latin typeface="微软雅黑"/>
                <a:ea typeface="微软雅黑"/>
                <a:cs typeface="微软雅黑"/>
              </a:rPr>
              <a:t>纯规则</a:t>
            </a:r>
          </a:p>
        </p:txBody>
      </p:sp>
      <p:sp>
        <p:nvSpPr>
          <p:cNvPr id="66" name="">
            <a:extLst xmlns:a="http://schemas.openxmlformats.org/drawingml/2006/main">
              <a:ext uri="{FF2B5EF4-FFF2-40B4-BE49-F238E27FC236}">
                <a16:creationId xmlns:a16="http://schemas.microsoft.com/office/drawing/2014/main" id="{C95DA20F-E985-4228-90DD-8B0B38EAE6D5}"/>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在本系统中的位置：作为保底与定档，</a:t>
            </a:r>
            <a:r>
              <a:rPr sz="938">
                <a:solidFill>
                  <a:srgbClr val="D6E6F7"/>
                </a:solidFill>
                <a:latin typeface="微软雅黑"/>
                <a:ea typeface="微软雅黑"/>
                <a:cs typeface="微软雅黑"/>
              </a:rPr>
              <a:t>18 </a:t>
            </a:r>
            <a:r>
              <a:rPr sz="938">
                <a:solidFill>
                  <a:srgbClr val="D6E6F7"/>
                </a:solidFill>
                <a:latin typeface="微软雅黑"/>
                <a:ea typeface="微软雅黑"/>
                <a:cs typeface="微软雅黑"/>
              </a:rPr>
              <a:t>条规则覆盖 </a:t>
            </a: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个场景</a:t>
            </a:r>
          </a:p>
        </p:txBody>
      </p:sp>
      <p:sp>
        <p:nvSpPr>
          <p:cNvPr id="67" name="">
            <a:extLst xmlns:a="http://schemas.openxmlformats.org/drawingml/2006/main">
              <a:ext uri="{FF2B5EF4-FFF2-40B4-BE49-F238E27FC236}">
                <a16:creationId xmlns:a16="http://schemas.microsoft.com/office/drawing/2014/main" id="{6D56C9B1-5ABC-406D-98B1-6305F5B6A56E}"/>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3000"/>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D166A446-6969-4644-8852-46574D236368}"/>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F17B33E8-4F90-4319-B6DE-11E3B62CDA29}"/>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2705E"/>
                </a:solidFill>
                <a:latin typeface="微软雅黑"/>
                <a:ea typeface="微软雅黑"/>
                <a:cs typeface="微软雅黑"/>
              </a:defRPr>
            </a:pPr>
            <a:r>
              <a:rPr sz="1425" b="1">
                <a:solidFill>
                  <a:srgbClr val="F2705E"/>
                </a:solidFill>
                <a:latin typeface="微软雅黑"/>
                <a:ea typeface="微软雅黑"/>
                <a:cs typeface="微软雅黑"/>
              </a:rPr>
              <a:t>纯大模型</a:t>
            </a:r>
          </a:p>
        </p:txBody>
      </p:sp>
      <p:sp>
        <p:nvSpPr>
          <p:cNvPr id="70" name="">
            <a:extLst xmlns:a="http://schemas.openxmlformats.org/drawingml/2006/main">
              <a:ext uri="{FF2B5EF4-FFF2-40B4-BE49-F238E27FC236}">
                <a16:creationId xmlns:a16="http://schemas.microsoft.com/office/drawing/2014/main" id="{C9420954-3CFF-4A74-B721-591BC7193ED3}"/>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在本系统中的位置：仅作为可选增强（</a:t>
            </a:r>
            <a:r>
              <a:rPr sz="938">
                <a:solidFill>
                  <a:srgbClr val="D6E6F7"/>
                </a:solidFill>
                <a:latin typeface="微软雅黑"/>
                <a:ea typeface="微软雅黑"/>
                <a:cs typeface="微软雅黑"/>
              </a:rPr>
              <a:t>AI_ENABLED </a:t>
            </a:r>
            <a:r>
              <a:rPr sz="938">
                <a:solidFill>
                  <a:srgbClr val="D6E6F7"/>
                </a:solidFill>
                <a:latin typeface="微软雅黑"/>
                <a:ea typeface="微软雅黑"/>
                <a:cs typeface="微软雅黑"/>
              </a:rPr>
              <a:t>默认 </a:t>
            </a:r>
            <a:r>
              <a:rPr sz="938">
                <a:solidFill>
                  <a:srgbClr val="D6E6F7"/>
                </a:solidFill>
                <a:latin typeface="微软雅黑"/>
                <a:ea typeface="微软雅黑"/>
                <a:cs typeface="微软雅黑"/>
              </a:rPr>
              <a:t>false</a:t>
            </a:r>
            <a:r>
              <a:rPr sz="938">
                <a:solidFill>
                  <a:srgbClr val="D6E6F7"/>
                </a:solidFill>
                <a:latin typeface="微软雅黑"/>
                <a:ea typeface="微软雅黑"/>
                <a:cs typeface="微软雅黑"/>
              </a:rPr>
              <a:t>）</a:t>
            </a:r>
          </a:p>
        </p:txBody>
      </p:sp>
      <p:sp>
        <p:nvSpPr>
          <p:cNvPr id="71" name="">
            <a:extLst xmlns:a="http://schemas.openxmlformats.org/drawingml/2006/main">
              <a:ext uri="{FF2B5EF4-FFF2-40B4-BE49-F238E27FC236}">
                <a16:creationId xmlns:a16="http://schemas.microsoft.com/office/drawing/2014/main" id="{61422C25-0B2F-4CE1-AB1E-C7A610D8432C}"/>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3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72" name="">
            <a:extLst xmlns:a="http://schemas.openxmlformats.org/drawingml/2006/main">
              <a:ext uri="{FF2B5EF4-FFF2-40B4-BE49-F238E27FC236}">
                <a16:creationId xmlns:a16="http://schemas.microsoft.com/office/drawing/2014/main" id="{7021F3EF-359D-4056-B3FE-936B881F37AB}"/>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F8DEF050-0A87-4C07-B6BF-CF8FCDF2A79D}"/>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本系统（规则 </a:t>
            </a:r>
            <a:r>
              <a:rPr sz="1425" b="1">
                <a:solidFill>
                  <a:srgbClr val="3FD08A"/>
                </a:solidFill>
                <a:latin typeface="微软雅黑"/>
                <a:ea typeface="微软雅黑"/>
                <a:cs typeface="微软雅黑"/>
              </a:rPr>
              <a:t>+ </a:t>
            </a:r>
            <a:r>
              <a:rPr sz="1425" b="1">
                <a:solidFill>
                  <a:srgbClr val="3FD08A"/>
                </a:solidFill>
                <a:latin typeface="微软雅黑"/>
                <a:ea typeface="微软雅黑"/>
                <a:cs typeface="微软雅黑"/>
              </a:rPr>
              <a:t>引用事实）</a:t>
            </a:r>
          </a:p>
        </p:txBody>
      </p:sp>
      <p:sp>
        <p:nvSpPr>
          <p:cNvPr id="74" name="">
            <a:extLst xmlns:a="http://schemas.openxmlformats.org/drawingml/2006/main">
              <a:ext uri="{FF2B5EF4-FFF2-40B4-BE49-F238E27FC236}">
                <a16:creationId xmlns:a16="http://schemas.microsoft.com/office/drawing/2014/main" id="{2B9405B6-1172-4A9E-8FEA-B7174A29A11B}"/>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在本系统中的位置：决策主链路，结论带 </a:t>
            </a:r>
            <a:r>
              <a:rPr sz="938">
                <a:solidFill>
                  <a:srgbClr val="D6E6F7"/>
                </a:solidFill>
                <a:latin typeface="微软雅黑"/>
                <a:ea typeface="微软雅黑"/>
                <a:cs typeface="微软雅黑"/>
              </a:rPr>
              <a:t>rule_code </a:t>
            </a:r>
            <a:r>
              <a:rPr sz="938">
                <a:solidFill>
                  <a:srgbClr val="D6E6F7"/>
                </a:solidFill>
                <a:latin typeface="微软雅黑"/>
                <a:ea typeface="微软雅黑"/>
                <a:cs typeface="微软雅黑"/>
              </a:rPr>
              <a:t>与依据事实</a:t>
            </a:r>
          </a:p>
        </p:txBody>
      </p:sp>
      <p:sp>
        <p:nvSpPr>
          <p:cNvPr id="75" name="">
            <a:extLst xmlns:a="http://schemas.openxmlformats.org/drawingml/2006/main">
              <a:ext uri="{FF2B5EF4-FFF2-40B4-BE49-F238E27FC236}">
                <a16:creationId xmlns:a16="http://schemas.microsoft.com/office/drawing/2014/main" id="{DAFD3738-061F-4722-B1F8-038F4C489A4B}"/>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849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6" name="">
            <a:extLst xmlns:a="http://schemas.openxmlformats.org/drawingml/2006/main">
              <a:ext uri="{FF2B5EF4-FFF2-40B4-BE49-F238E27FC236}">
                <a16:creationId xmlns:a16="http://schemas.microsoft.com/office/drawing/2014/main" id="{CF15F9AD-61BF-4189-92A7-639266F3BC2B}"/>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大模型与本系统的分工（也是未来升级模型的接入点）</a:t>
            </a:r>
          </a:p>
        </p:txBody>
      </p:sp>
      <p:sp>
        <p:nvSpPr>
          <p:cNvPr id="77" name="">
            <a:extLst xmlns:a="http://schemas.openxmlformats.org/drawingml/2006/main">
              <a:ext uri="{FF2B5EF4-FFF2-40B4-BE49-F238E27FC236}">
                <a16:creationId xmlns:a16="http://schemas.microsoft.com/office/drawing/2014/main" id="{BC0470C3-A6BF-4033-A7E8-AA0709F14874}"/>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大模型做翻译　</a:t>
            </a:r>
            <a:r>
              <a:rPr sz="938">
                <a:solidFill>
                  <a:srgbClr val="D6E6F7"/>
                </a:solidFill>
                <a:latin typeface="微软雅黑"/>
                <a:ea typeface="微软雅黑"/>
                <a:cs typeface="微软雅黑"/>
              </a:rPr>
              <a:t>把报告、</a:t>
            </a:r>
            <a:r>
              <a:rPr sz="938">
                <a:solidFill>
                  <a:srgbClr val="D6E6F7"/>
                </a:solidFill>
                <a:latin typeface="微软雅黑"/>
                <a:ea typeface="微软雅黑"/>
                <a:cs typeface="微软雅黑"/>
              </a:rPr>
              <a:t>SOP </a:t>
            </a:r>
            <a:r>
              <a:rPr sz="938">
                <a:solidFill>
                  <a:srgbClr val="D6E6F7"/>
                </a:solidFill>
                <a:latin typeface="微软雅黑"/>
                <a:ea typeface="微软雅黑"/>
                <a:cs typeface="微软雅黑"/>
              </a:rPr>
              <a:t>等自由文本抽取成结构化事实（如 </a:t>
            </a:r>
            <a:r>
              <a:rPr sz="938">
                <a:solidFill>
                  <a:srgbClr val="D6E6F7"/>
                </a:solidFill>
                <a:latin typeface="微软雅黑"/>
                <a:ea typeface="微软雅黑"/>
                <a:cs typeface="微软雅黑"/>
              </a:rPr>
              <a:t>over_threshold</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ratio</a:t>
            </a:r>
            <a:r>
              <a:rPr sz="938">
                <a:solidFill>
                  <a:srgbClr val="D6E6F7"/>
                </a:solidFill>
                <a:latin typeface="微软雅黑"/>
                <a:ea typeface="微软雅黑"/>
                <a:cs typeface="微软雅黑"/>
              </a:rPr>
              <a:t>、现象关键词），以及把算法结论翻译回人话。</a:t>
            </a:r>
          </a:p>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算法做决策　</a:t>
            </a:r>
            <a:r>
              <a:rPr sz="938">
                <a:solidFill>
                  <a:srgbClr val="D6E6F7"/>
                </a:solidFill>
                <a:latin typeface="微软雅黑"/>
                <a:ea typeface="微软雅黑"/>
                <a:cs typeface="微软雅黑"/>
              </a:rPr>
              <a:t>涉及人（晋升、转岗、培训）和钱（招聘、外委）的判断全部由规则引擎生成，保证有数学定义、有唯一解、可复算、可申诉。</a:t>
            </a:r>
          </a:p>
        </p:txBody>
      </p:sp>
      <p:sp>
        <p:nvSpPr>
          <p:cNvPr id="78" name="">
            <a:extLst xmlns:a="http://schemas.openxmlformats.org/drawingml/2006/main">
              <a:ext uri="{FF2B5EF4-FFF2-40B4-BE49-F238E27FC236}">
                <a16:creationId xmlns:a16="http://schemas.microsoft.com/office/drawing/2014/main" id="{5A041008-75FA-47AC-AE31-67E97E18AE18}"/>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7DDC8D5E-8016-4478-8261-4DB13283C306}"/>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无匹配规则时</a:t>
            </a:r>
          </a:p>
        </p:txBody>
      </p:sp>
      <p:sp>
        <p:nvSpPr>
          <p:cNvPr id="80" name="">
            <a:extLst xmlns:a="http://schemas.openxmlformats.org/drawingml/2006/main">
              <a:ext uri="{FF2B5EF4-FFF2-40B4-BE49-F238E27FC236}">
                <a16:creationId xmlns:a16="http://schemas.microsoft.com/office/drawing/2014/main" id="{C7663918-4D03-45C6-A339-A72D7C7B484C}"/>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返回 </a:t>
            </a:r>
            <a:r>
              <a:rPr sz="863" b="0">
                <a:solidFill>
                  <a:srgbClr val="D6E6F7"/>
                </a:solidFill>
                <a:latin typeface="微软雅黑"/>
                <a:ea typeface="微软雅黑"/>
                <a:cs typeface="微软雅黑"/>
              </a:rPr>
              <a:t>matched=false </a:t>
            </a:r>
            <a:r>
              <a:rPr sz="863" b="0">
                <a:solidFill>
                  <a:srgbClr val="D6E6F7"/>
                </a:solidFill>
                <a:latin typeface="微软雅黑"/>
                <a:ea typeface="微软雅黑"/>
                <a:cs typeface="微软雅黑"/>
              </a:rPr>
              <a:t>的兜底输出，并给出「未命中任何规则」的原因，接口不报错</a:t>
            </a:r>
          </a:p>
        </p:txBody>
      </p:sp>
      <p:sp>
        <p:nvSpPr>
          <p:cNvPr id="81" name="">
            <a:extLst xmlns:a="http://schemas.openxmlformats.org/drawingml/2006/main">
              <a:ext uri="{FF2B5EF4-FFF2-40B4-BE49-F238E27FC236}">
                <a16:creationId xmlns:a16="http://schemas.microsoft.com/office/drawing/2014/main" id="{1D0EFEEF-2F92-419F-B5BA-44FD8789214C}"/>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3A581AAA-3D91-4C80-BC4D-2FD320C8BF41}"/>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字段缺失或类型不对时</a:t>
            </a:r>
          </a:p>
        </p:txBody>
      </p:sp>
      <p:sp>
        <p:nvSpPr>
          <p:cNvPr id="83" name="">
            <a:extLst xmlns:a="http://schemas.openxmlformats.org/drawingml/2006/main">
              <a:ext uri="{FF2B5EF4-FFF2-40B4-BE49-F238E27FC236}">
                <a16:creationId xmlns:a16="http://schemas.microsoft.com/office/drawing/2014/main" id="{C2C7D787-9B81-441E-B65F-FE742AC25367}"/>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该条规则计入 </a:t>
            </a:r>
            <a:r>
              <a:rPr sz="863" b="0">
                <a:solidFill>
                  <a:srgbClr val="D6E6F7"/>
                </a:solidFill>
                <a:latin typeface="微软雅黑"/>
                <a:ea typeface="微软雅黑"/>
                <a:cs typeface="微软雅黑"/>
              </a:rPr>
              <a:t>skipped </a:t>
            </a:r>
            <a:r>
              <a:rPr sz="863" b="0">
                <a:solidFill>
                  <a:srgbClr val="D6E6F7"/>
                </a:solidFill>
                <a:latin typeface="微软雅黑"/>
                <a:ea typeface="微软雅黑"/>
                <a:cs typeface="微软雅黑"/>
              </a:rPr>
              <a:t>并记录原因，其余规则继续执行，不影响整体结论</a:t>
            </a:r>
          </a:p>
        </p:txBody>
      </p:sp>
      <p:sp>
        <p:nvSpPr>
          <p:cNvPr id="84" name="">
            <a:extLst xmlns:a="http://schemas.openxmlformats.org/drawingml/2006/main">
              <a:ext uri="{FF2B5EF4-FFF2-40B4-BE49-F238E27FC236}">
                <a16:creationId xmlns:a16="http://schemas.microsoft.com/office/drawing/2014/main" id="{2E4906EE-11B0-4CDF-B7A2-DB5C85C4FF3C}"/>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9375"/>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D9C12330-EB20-49FF-9CB7-96C4D35FA2D6}"/>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规则被管理员停用后</a:t>
            </a:r>
          </a:p>
        </p:txBody>
      </p:sp>
      <p:sp>
        <p:nvSpPr>
          <p:cNvPr id="86" name="">
            <a:extLst xmlns:a="http://schemas.openxmlformats.org/drawingml/2006/main">
              <a:ext uri="{FF2B5EF4-FFF2-40B4-BE49-F238E27FC236}">
                <a16:creationId xmlns:a16="http://schemas.microsoft.com/office/drawing/2014/main" id="{06B83E62-B641-4F40-832B-DF6C7A1422E8}"/>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重复执行 </a:t>
            </a:r>
            <a:r>
              <a:rPr sz="863" b="0">
                <a:solidFill>
                  <a:srgbClr val="D6E6F7"/>
                </a:solidFill>
                <a:latin typeface="微软雅黑"/>
                <a:ea typeface="微软雅黑"/>
                <a:cs typeface="微软雅黑"/>
              </a:rPr>
              <a:t>008 / 009 </a:t>
            </a:r>
            <a:r>
              <a:rPr sz="863" b="0">
                <a:solidFill>
                  <a:srgbClr val="D6E6F7"/>
                </a:solidFill>
                <a:latin typeface="微软雅黑"/>
                <a:ea typeface="微软雅黑"/>
                <a:cs typeface="微软雅黑"/>
              </a:rPr>
              <a:t>脚本不会把手工停用的规则重新启用（幂等自验）</a:t>
            </a:r>
          </a:p>
        </p:txBody>
      </p:sp>
      <p:sp>
        <p:nvSpPr>
          <p:cNvPr id="87" name="">
            <a:extLst xmlns:a="http://schemas.openxmlformats.org/drawingml/2006/main">
              <a:ext uri="{FF2B5EF4-FFF2-40B4-BE49-F238E27FC236}">
                <a16:creationId xmlns:a16="http://schemas.microsoft.com/office/drawing/2014/main" id="{B346ADAC-292E-4B2F-BCA7-078EE2A6BD5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27D49967-F24C-4ABE-9869-A4315D46A396}"/>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6A221CC8-6071-43B8-8EB9-7E7882B3B9E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35A86BEB-7868-4CEC-B0D4-FF42C486D3A1}"/>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57643D9B-3111-413E-B9EE-80F1326C3A4D}"/>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75B1957E-007A-4371-AA2F-77560A7EFDB3}"/>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3" name="">
            <a:extLst xmlns:a="http://schemas.openxmlformats.org/drawingml/2006/main">
              <a:ext uri="{FF2B5EF4-FFF2-40B4-BE49-F238E27FC236}">
                <a16:creationId xmlns:a16="http://schemas.microsoft.com/office/drawing/2014/main" id="{D576CF7C-7EFB-4BE0-97AE-BEBA6C34F48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2AF0459D-F2AD-4BB1-8336-F86206EFB619}"/>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18</a:t>
            </a:r>
          </a:p>
        </p:txBody>
      </p:sp>
    </p:spTree>
    <p:extLst>
      <p:ext uri="{BB962C8B-B14F-4D97-AF65-F5344CB8AC3E}">
        <p14:creationId xmlns:p14="http://schemas.microsoft.com/office/powerpoint/2010/main" val="2114269909"/>
      </p:ext>
    </p:extLst>
  </p:cSld>
</p:sld>
</file>

<file path=ppt/slides/slide1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0695d61091fc477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BA81EE-7134-458C-B462-FD5EE2E18E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C78EB582-AEDF-4F4A-9337-39140F0EABC9}"/>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AD3B6">
                  <a:alpha val="20000"/>
                </a:srgbClr>
              </a:gs>
              <a:gs pos="45000">
                <a:srgbClr val="2AD3B6">
                  <a:alpha val="8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1BC7871B-A5F5-4B02-9480-04E11DAD124F}"/>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B07E6C0-E86F-4FD6-992E-4B176D2B5B2F}"/>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2AD3B6"/>
              </a:gs>
              <a:gs pos="100000">
                <a:srgbClr val="2AD3B6">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93DA2291-FE46-4D9D-8D2D-67A1A228F126}"/>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40D1028-AEC9-458D-924A-0135819759D8}"/>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14473A2D-072B-49C6-946C-B4961D0ED065}"/>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FECC2A0F-0487-4B89-B528-255596576DD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540C3C5-9957-448F-BCCC-CFEFBEAE5C32}"/>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2A6DDBD-0B29-4528-8E5A-082596E02735}"/>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12E4284-D80F-4C48-BFEF-556651E6D4A2}"/>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BD4F2C7-1B1A-4029-AAD5-4EAAB4FD024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8346AFC-15CA-4F4D-B8BB-3E46B86E608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B53CFCB-80E8-44B0-80EB-6F4109237BED}"/>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8AF4F183-AA97-4014-8BBE-2F434C07657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B5E4599-54EE-4778-819D-A19E1030CE6A}"/>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BDC8E2B-B7D1-4CB1-A412-274A1A7E5408}"/>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A104453-85D7-46CA-9322-DF3441130B3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A610813E-13A5-424C-A501-B3443C712C87}"/>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85AF151-C417-41B6-9431-B402FAE2BD0C}"/>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C88155C2-FF0A-4636-B094-507E61E8681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64E953B-7619-4140-87DC-F83A22D4C2F4}"/>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363F1E4-63DC-4BA3-B2C9-C4783A1EACDF}"/>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2AD3B6">
                <a:alpha val="45000"/>
              </a:srgbClr>
            </a:solidFill>
            <a:prstDash val="solid"/>
          </a:ln>
        </p:spPr>
      </p:sp>
      <p:sp>
        <p:nvSpPr>
          <p:cNvPr id="25" name="">
            <a:extLst xmlns:a="http://schemas.openxmlformats.org/drawingml/2006/main">
              <a:ext uri="{FF2B5EF4-FFF2-40B4-BE49-F238E27FC236}">
                <a16:creationId xmlns:a16="http://schemas.microsoft.com/office/drawing/2014/main" id="{CF5603C2-59EC-4E99-91BB-3E6537F455E9}"/>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2AD3B6">
                <a:alpha val="28000"/>
              </a:srgbClr>
            </a:solidFill>
            <a:prstDash val="solid"/>
          </a:ln>
        </p:spPr>
      </p:sp>
      <p:sp>
        <p:nvSpPr>
          <p:cNvPr id="26" name="">
            <a:extLst xmlns:a="http://schemas.openxmlformats.org/drawingml/2006/main">
              <a:ext uri="{FF2B5EF4-FFF2-40B4-BE49-F238E27FC236}">
                <a16:creationId xmlns:a16="http://schemas.microsoft.com/office/drawing/2014/main" id="{BC73CA1D-0C44-4A3F-B871-1F6FD35770E8}"/>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961455D-0A30-46C0-91B8-7288F66170C4}"/>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28" name="">
            <a:extLst xmlns:a="http://schemas.openxmlformats.org/drawingml/2006/main">
              <a:ext uri="{FF2B5EF4-FFF2-40B4-BE49-F238E27FC236}">
                <a16:creationId xmlns:a16="http://schemas.microsoft.com/office/drawing/2014/main" id="{F2CBCAFF-20FD-4F50-951F-9CBD72ED94A4}"/>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29" name="">
            <a:extLst xmlns:a="http://schemas.openxmlformats.org/drawingml/2006/main">
              <a:ext uri="{FF2B5EF4-FFF2-40B4-BE49-F238E27FC236}">
                <a16:creationId xmlns:a16="http://schemas.microsoft.com/office/drawing/2014/main" id="{CF4C9919-F973-487C-B98E-C448B17EBC13}"/>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2AD3B6">
                <a:alpha val="30000"/>
              </a:srgbClr>
            </a:solidFill>
            <a:prstDash val="solid"/>
          </a:ln>
        </p:spPr>
      </p:sp>
      <p:sp>
        <p:nvSpPr>
          <p:cNvPr id="30" name="">
            <a:extLst xmlns:a="http://schemas.openxmlformats.org/drawingml/2006/main">
              <a:ext uri="{FF2B5EF4-FFF2-40B4-BE49-F238E27FC236}">
                <a16:creationId xmlns:a16="http://schemas.microsoft.com/office/drawing/2014/main" id="{2D23570E-EB53-4FA6-BDD2-FFA3154153A2}"/>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2AD3B6">
                      <a:alpha val="75000"/>
                    </a:srgbClr>
                  </a:solidFill>
                  <a:prstDash val="solid"/>
                </a:ln>
                <a:solidFill>
                  <a:srgbClr val="0B2C56"/>
                </a:solidFill>
                <a:latin typeface="Bahnschrift SemiBold"/>
                <a:ea typeface="Bahnschrift SemiBold"/>
                <a:cs typeface="Bahnschrift SemiBold"/>
              </a:defRPr>
            </a:pPr>
            <a:r>
              <a:rPr sz="9900" b="1">
                <a:ln w="14288">
                  <a:solidFill>
                    <a:srgbClr val="2AD3B6">
                      <a:alpha val="75000"/>
                    </a:srgbClr>
                  </a:solidFill>
                  <a:prstDash val="solid"/>
                </a:ln>
                <a:solidFill>
                  <a:srgbClr val="0B2C56"/>
                </a:solidFill>
                <a:latin typeface="Bahnschrift SemiBold"/>
                <a:ea typeface="Bahnschrift SemiBold"/>
                <a:cs typeface="Bahnschrift SemiBold"/>
              </a:rPr>
              <a:t>04</a:t>
            </a:r>
          </a:p>
        </p:txBody>
      </p:sp>
      <p:sp>
        <p:nvSpPr>
          <p:cNvPr id="31" name="">
            <a:extLst xmlns:a="http://schemas.openxmlformats.org/drawingml/2006/main">
              <a:ext uri="{FF2B5EF4-FFF2-40B4-BE49-F238E27FC236}">
                <a16:creationId xmlns:a16="http://schemas.microsoft.com/office/drawing/2014/main" id="{F691C03D-B101-4D19-9240-A0DB28A3B7D0}"/>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78910F0-0374-4966-B383-F433F1C99614}"/>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AD3B6">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44EFC0C7-50E6-4BCC-848E-A11CDD04EDB1}"/>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C415BE7-BEFC-4A4C-932B-CE2DD049EA4A}"/>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A41480C-359D-4530-A3BB-75228FBE580F}"/>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43A101F-BEF2-4B54-9FA8-695BC7CFC5F5}"/>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DC6F419-1932-4EBD-8D72-5077803680BB}"/>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B108B75-E039-4A76-85A6-E03554699CC0}"/>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544359E-C3CB-42D1-AAE0-AE0B14A85C86}"/>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C13223E-0445-4DC3-B9D3-673313F8218F}"/>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576BD1C4-6A8F-4710-A1EB-1779808E4383}"/>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44C1CC2-2EB8-429D-AFF3-00083FF8A435}"/>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C960B0F0-B1E2-47DD-B39A-70CD864037D6}"/>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CC8D4820-713D-4BCC-B7E6-0302B8041481}"/>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54E1A22-1006-48B2-8CED-4835C1524A7E}"/>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76F31AFA-F175-4D1A-95F7-1DEF550F9874}"/>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2C4B2C3C-9B04-47F6-9C80-6A9EF57D40A3}"/>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4E2C2D8A-D4FF-4A8E-985F-33FB0B9DAFB7}"/>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BAA9E290-0511-43EF-B829-5B5A93ABA344}"/>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AF78676-3856-43FE-ACF1-4A2E0BF23C46}"/>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8B104A7-3C6E-40C7-9A97-67C3F09423FA}"/>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26BE769-11DB-4945-97F1-F66022F64FA3}"/>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15AA4F0-DF0B-4C7F-A822-46557D7158C0}"/>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6BF5F887-35FE-4072-8EC0-2B383CE18835}"/>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593D5995-2387-4DAA-8644-D7FF143761AF}"/>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F434A8B1-E700-4F00-B25A-E72B483483D3}"/>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CEC55B8-41D2-4903-84BD-4D4C88DC5AD1}"/>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486D1C4-00DD-4C44-A52A-66F351A14F5C}"/>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D9E8FB1-4B9D-4A91-90B3-51B8056A86A0}"/>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AD3B6">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D14F155-5084-4228-9AB8-F0E3B31710E4}"/>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0EC3918-759C-4E1B-A408-49DFF614C9E6}"/>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AD3B6">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B57100D-D2F9-4D7F-8945-02DB61C761FA}"/>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AD3B6">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773C32A3-A9AD-42BA-8861-8870F3A948E8}"/>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63D48306-2FB0-4BB8-8771-E86D4E4768B0}"/>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DACC8C1-6A82-451D-A428-92F74BAE73D6}"/>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D2647DD7-376C-4822-A488-BCCDAA01FC12}"/>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B10563B4-E6E1-43C2-9C50-45C5240C2F29}"/>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2D1FA751-E6E3-4279-AF85-AF99C6B7E30F}"/>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CF0CC9FB-B319-4746-8060-716873142245}"/>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2D8D5440-9218-4A4A-882C-795E6437E16E}"/>
              </a:ext>
            </a:extLst>
          </p:cNvPr>
          <p:cNvSpPr>
            <a:spLocks xmlns:a="http://schemas.openxmlformats.org/drawingml/2006/main" noGrp="1"/>
          </p:cNvSpPr>
          <p:nvPr/>
        </p:nvSpPr>
        <p:spPr>
          <a:xfrm xmlns:a="http://schemas.openxmlformats.org/drawingml/2006/main">
            <a:off x="9324975" y="4895850"/>
            <a:ext cx="571500" cy="571500"/>
          </a:xfrm>
          <a:prstGeom xmlns:a="http://schemas.openxmlformats.org/drawingml/2006/main" prst="ellipse">
            <a:avLst/>
          </a:prstGeom>
          <a:gradFill xmlns:a="http://schemas.openxmlformats.org/drawingml/2006/main">
            <a:gsLst>
              <a:gs pos="0">
                <a:srgbClr val="2AD3B6">
                  <a:alpha val="30000"/>
                </a:srgbClr>
              </a:gs>
              <a:gs pos="45000">
                <a:srgbClr val="2AD3B6">
                  <a:alpha val="12000"/>
                </a:srgbClr>
              </a:gs>
              <a:gs pos="100000">
                <a:srgbClr val="2AD3B6">
                  <a:alpha val="0"/>
                </a:srgbClr>
              </a:gs>
            </a:gsLst>
            <a:path path="shape"/>
          </a:gra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751F2093-3505-4A51-A3BF-98CC3DA616A0}"/>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2AD3B6"/>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244B52CB-196A-4C5A-93D5-2479C356FE33}"/>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系统</a:t>
            </a:r>
          </a:p>
        </p:txBody>
      </p:sp>
      <p:sp>
        <p:nvSpPr>
          <p:cNvPr id="73" name="">
            <a:extLst xmlns:a="http://schemas.openxmlformats.org/drawingml/2006/main">
              <a:ext uri="{FF2B5EF4-FFF2-40B4-BE49-F238E27FC236}">
                <a16:creationId xmlns:a16="http://schemas.microsoft.com/office/drawing/2014/main" id="{E4D9DA67-3421-48D1-848E-B2BF2A25BC6C}"/>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68985DD8-C474-49DA-B9AC-206D69E44B11}"/>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EA43FD28-18FC-469C-B85F-E2B6DE2C8758}"/>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A2784932-BAB7-4B73-BDD7-0D4058148F33}"/>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B2AD14D7-ED4F-45E6-87FE-386E0C2F5A2A}"/>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DD08C88E-9386-4F93-AD32-EDFC4449E92F}"/>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612A9C38-7D28-49B2-A598-BB34AC7B9420}"/>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D180658C-FB17-45FD-9E4A-3EE07BEC1253}"/>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1F025E0A-E5ED-4791-858C-1B2EBEDFBD5D}"/>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F12B1B6-2245-4DB7-8DB2-7A12DB0EE362}"/>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FB761A46-C371-4678-8BC6-607787A9D75C}"/>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04</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631179B7-233A-4CEC-94D5-855DAB31CE91}"/>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8C2E30D4-E6E4-4E02-82B2-CBEA3C21C7AA}"/>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系统实现</a:t>
            </a:r>
          </a:p>
        </p:txBody>
      </p:sp>
      <p:sp>
        <p:nvSpPr>
          <p:cNvPr id="86" name="">
            <a:extLst xmlns:a="http://schemas.openxmlformats.org/drawingml/2006/main">
              <a:ext uri="{FF2B5EF4-FFF2-40B4-BE49-F238E27FC236}">
                <a16:creationId xmlns:a16="http://schemas.microsoft.com/office/drawing/2014/main" id="{03162361-9341-4DD2-ABDE-831C1F1CB698}"/>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AD3B6"/>
                </a:solidFill>
                <a:latin typeface="Bahnschrift"/>
                <a:ea typeface="Bahnschrift"/>
                <a:cs typeface="Bahnschrift"/>
              </a:defRPr>
            </a:pPr>
            <a:r>
              <a:rPr sz="1013" b="0" spc="3">
                <a:solidFill>
                  <a:srgbClr val="2AD3B6"/>
                </a:solidFill>
                <a:latin typeface="Bahnschrift"/>
                <a:ea typeface="Bahnschrift"/>
                <a:cs typeface="Bahnschrift"/>
              </a:rPr>
              <a:t>IMPLEMENTATION · SYSTEM &amp; ROLES</a:t>
            </a:r>
          </a:p>
        </p:txBody>
      </p:sp>
      <p:sp>
        <p:nvSpPr>
          <p:cNvPr id="87" name="">
            <a:extLst xmlns:a="http://schemas.openxmlformats.org/drawingml/2006/main">
              <a:ext uri="{FF2B5EF4-FFF2-40B4-BE49-F238E27FC236}">
                <a16:creationId xmlns:a16="http://schemas.microsoft.com/office/drawing/2014/main" id="{E3BA8714-C3D3-4C0A-BBE4-5DC82AF47C85}"/>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053F26C9-8043-4934-A71E-E2C58B75FCF5}"/>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从架构到界面：先讲清系统边界，再用真实系统截图说话</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技能画像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实操归因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组卷考试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运行诊断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审计溯源</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员工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班组长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管理者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管理员四类角色的功能边界与数据流</a:t>
            </a:r>
          </a:p>
        </p:txBody>
      </p:sp>
      <p:sp>
        <p:nvSpPr>
          <p:cNvPr id="89" name="">
            <a:extLst xmlns:a="http://schemas.openxmlformats.org/drawingml/2006/main">
              <a:ext uri="{FF2B5EF4-FFF2-40B4-BE49-F238E27FC236}">
                <a16:creationId xmlns:a16="http://schemas.microsoft.com/office/drawing/2014/main" id="{5B8919DE-0EB4-48C4-AD1B-859E6E6F3648}"/>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0" name="">
            <a:extLst xmlns:a="http://schemas.openxmlformats.org/drawingml/2006/main">
              <a:ext uri="{FF2B5EF4-FFF2-40B4-BE49-F238E27FC236}">
                <a16:creationId xmlns:a16="http://schemas.microsoft.com/office/drawing/2014/main" id="{C7172C4C-241A-4826-94DF-635307776B27}"/>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4383386E-D620-410C-B367-F30A265E2916}"/>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4DAA1B12-4B14-4D50-A971-EB6C3B041AD7}"/>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类角色 </a:t>
            </a:r>
            <a:r>
              <a:rPr sz="863" b="0">
                <a:solidFill>
                  <a:srgbClr val="9FC2E8"/>
                </a:solidFill>
                <a:latin typeface="微软雅黑"/>
                <a:ea typeface="微软雅黑"/>
                <a:cs typeface="微软雅黑"/>
              </a:rPr>
              <a:t>/ 75 </a:t>
            </a:r>
            <a:r>
              <a:rPr sz="863" b="0">
                <a:solidFill>
                  <a:srgbClr val="9FC2E8"/>
                </a:solidFill>
                <a:latin typeface="微软雅黑"/>
                <a:ea typeface="微软雅黑"/>
                <a:cs typeface="微软雅黑"/>
              </a:rPr>
              <a:t>个在线接口</a:t>
            </a:r>
          </a:p>
        </p:txBody>
      </p:sp>
      <p:sp>
        <p:nvSpPr>
          <p:cNvPr id="93" name="">
            <a:extLst xmlns:a="http://schemas.openxmlformats.org/drawingml/2006/main">
              <a:ext uri="{FF2B5EF4-FFF2-40B4-BE49-F238E27FC236}">
                <a16:creationId xmlns:a16="http://schemas.microsoft.com/office/drawing/2014/main" id="{D8580CE0-D174-4833-8433-6EAC2EB514C4}"/>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4" name="">
            <a:extLst xmlns:a="http://schemas.openxmlformats.org/drawingml/2006/main">
              <a:ext uri="{FF2B5EF4-FFF2-40B4-BE49-F238E27FC236}">
                <a16:creationId xmlns:a16="http://schemas.microsoft.com/office/drawing/2014/main" id="{5F3F9036-2302-4367-BBBA-DDBE34528E02}"/>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C726FFAA-8985-4CB8-A206-321E2F2528CB}"/>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53</a:t>
            </a:r>
          </a:p>
        </p:txBody>
      </p:sp>
      <p:sp>
        <p:nvSpPr>
          <p:cNvPr id="96" name="">
            <a:extLst xmlns:a="http://schemas.openxmlformats.org/drawingml/2006/main">
              <a:ext uri="{FF2B5EF4-FFF2-40B4-BE49-F238E27FC236}">
                <a16:creationId xmlns:a16="http://schemas.microsoft.com/office/drawing/2014/main" id="{FDE23775-C8C7-4626-B05E-42DCD5D96272}"/>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张数据库表 </a:t>
            </a:r>
            <a:r>
              <a:rPr sz="863" b="0">
                <a:solidFill>
                  <a:srgbClr val="9FC2E8"/>
                </a:solidFill>
                <a:latin typeface="微软雅黑"/>
                <a:ea typeface="微软雅黑"/>
                <a:cs typeface="微软雅黑"/>
              </a:rPr>
              <a:t>/ 7 </a:t>
            </a:r>
            <a:r>
              <a:rPr sz="863" b="0">
                <a:solidFill>
                  <a:srgbClr val="9FC2E8"/>
                </a:solidFill>
                <a:latin typeface="微软雅黑"/>
                <a:ea typeface="微软雅黑"/>
                <a:cs typeface="微软雅黑"/>
              </a:rPr>
              <a:t>组</a:t>
            </a:r>
          </a:p>
        </p:txBody>
      </p:sp>
      <p:sp>
        <p:nvSpPr>
          <p:cNvPr id="97" name="">
            <a:extLst xmlns:a="http://schemas.openxmlformats.org/drawingml/2006/main">
              <a:ext uri="{FF2B5EF4-FFF2-40B4-BE49-F238E27FC236}">
                <a16:creationId xmlns:a16="http://schemas.microsoft.com/office/drawing/2014/main" id="{62683832-6A2D-4B5F-9715-2212FCC0E154}"/>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D3B6">
                <a:alpha val="50000"/>
              </a:srgbClr>
            </a:solidFill>
            <a:prstDash val="solid"/>
          </a:ln>
        </p:spPr>
      </p:sp>
      <p:sp>
        <p:nvSpPr>
          <p:cNvPr id="98" name="">
            <a:extLst xmlns:a="http://schemas.openxmlformats.org/drawingml/2006/main">
              <a:ext uri="{FF2B5EF4-FFF2-40B4-BE49-F238E27FC236}">
                <a16:creationId xmlns:a16="http://schemas.microsoft.com/office/drawing/2014/main" id="{3CA9F146-5A9D-4142-9F84-88053EE2931E}"/>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4E3ED148-244C-4CB3-AAF4-0B580AA67F5E}"/>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8</a:t>
            </a:r>
          </a:p>
        </p:txBody>
      </p:sp>
      <p:sp>
        <p:nvSpPr>
          <p:cNvPr id="100" name="">
            <a:extLst xmlns:a="http://schemas.openxmlformats.org/drawingml/2006/main">
              <a:ext uri="{FF2B5EF4-FFF2-40B4-BE49-F238E27FC236}">
                <a16:creationId xmlns:a16="http://schemas.microsoft.com/office/drawing/2014/main" id="{43BBDC83-2A0D-40BC-A6D3-6E0236BB8C85}"/>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张系统真实截图</a:t>
            </a:r>
          </a:p>
        </p:txBody>
      </p:sp>
      <p:sp>
        <p:nvSpPr>
          <p:cNvPr id="101" name="">
            <a:extLst xmlns:a="http://schemas.openxmlformats.org/drawingml/2006/main">
              <a:ext uri="{FF2B5EF4-FFF2-40B4-BE49-F238E27FC236}">
                <a16:creationId xmlns:a16="http://schemas.microsoft.com/office/drawing/2014/main" id="{C79EAD04-D8C0-406C-8C13-AF59CEA26105}"/>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834FAB29-F373-4CCE-8C70-B56DB0BE6DC4}"/>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78C7E9F8-4BFE-44B6-83E6-E980A04EDB24}"/>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B7ACBD41-B1DD-4DBF-835F-0AF031103649}"/>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AD3B6">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422757717"/>
      </p:ext>
    </p:extLst>
  </p:cSld>
</p:sld>
</file>

<file path=ppt/slides/slide2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2133a834c4dc484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69419A-3A5B-4C76-A3AA-5CFD73F728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EA0B5F3-1332-4629-9FFC-287714BB2BF4}"/>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E817AC6-68C5-4D4C-BBEE-2EEB8B3644CC}"/>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84E6338-0FBE-4540-9CFD-6664B03A6AAC}"/>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E292F46-809C-474D-9925-21D1DFFAE5B7}"/>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AAFF1AEC-2BFE-44CF-B3AF-E498D0D5FA46}"/>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C60F953-44AA-41D4-B179-7BFFE70B7F46}"/>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FB3A35F-9A86-43EA-BD44-A8222DB217F5}"/>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5331DD2-3442-424F-A0A2-574D6E5310E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6DD7CBCB-8207-4885-9DAB-E3A3820AD3B8}"/>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41A9219-5E70-42B6-A7C7-75E48C92D7B7}"/>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E890DF7-A097-4970-AF15-6BA3EC88ABFB}"/>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3C8179BA-9AB5-4A7E-8886-9D92D02A326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9E6CC24F-D3E6-4821-A8DD-C208A36BF13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F704AFBC-0C6A-4BC2-9818-877A47629B20}"/>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E0BF2A2-CFE5-4A44-A36B-DC26FF869331}"/>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3E33256-8CD9-4065-8FA1-99B529CA0FA2}"/>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22D868B-748C-43B0-92D7-2A6AEBDED134}"/>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8D4C34A-D0C4-48FE-BD81-EB624E8EF49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2A75BA4D-B110-4678-B4BD-F4A66680BD0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05617686-EA73-47A0-8DDF-FD124208748C}"/>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79316918-2438-4DF1-90AC-754D1B90A79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A99A8E9-B049-42A1-8C7E-24842BF38EC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578CC57-C0EC-4D6B-A918-EB799FB0131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9C5E8EB-3EB8-49F6-9459-07090AACC23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B5FA9A6-71D5-4939-8407-FB3485392994}"/>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19C190FE-00D3-4BB3-8EC7-4E2D62DFAAE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49E5818-1B96-4CD8-B0B8-164AACBD226A}"/>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EB7DA60-78CB-4C60-86BE-6564E2372B87}"/>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1BD423D-8860-47E3-856C-D5D6CF39CDD1}"/>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7B71272-31E3-458C-85B5-369E07FF3046}"/>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494B2AC0-EB27-4291-9AE7-DA674E0EA48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B1671274-2A06-44D7-9A1E-27DCC402E3AC}"/>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40E24376-A3BF-4A53-B34D-448129E7C5BC}"/>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3725F00E-BA68-4077-89E7-9554021A3D0D}"/>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72F321B-9272-48A4-8478-5E8DB3975E72}"/>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6E99601-2F52-490B-A041-15735EE2B32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A05F409-EED0-4255-8EB4-27A9F15055C9}"/>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DEB2FC0-0677-45F6-9FC7-EA664AEBEDB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9F1C9B0D-613C-48C6-B74A-057309D21072}"/>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8DD43D2A-F8D4-4830-AA18-E44858179B1E}"/>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78030AF4-A1A0-47C6-BE6D-B0565E64609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7AF84FC-4CF5-421C-B624-13BB18661BD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8DFB3571-FBAA-4255-973B-EB6C92CCE143}"/>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6" name="">
            <a:extLst xmlns:a="http://schemas.openxmlformats.org/drawingml/2006/main">
              <a:ext uri="{FF2B5EF4-FFF2-40B4-BE49-F238E27FC236}">
                <a16:creationId xmlns:a16="http://schemas.microsoft.com/office/drawing/2014/main" id="{A27F0785-5C82-466D-9A2B-755BA05D4E90}"/>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7" name="">
            <a:extLst xmlns:a="http://schemas.openxmlformats.org/drawingml/2006/main">
              <a:ext uri="{FF2B5EF4-FFF2-40B4-BE49-F238E27FC236}">
                <a16:creationId xmlns:a16="http://schemas.microsoft.com/office/drawing/2014/main" id="{12B70BB1-40A3-41A1-B995-7B2BD15B2BDD}"/>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372E9F46-935F-4D2A-9E3E-1C01EE04372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软件系统架构：四层解耦、互补牵连</a:t>
            </a:r>
          </a:p>
        </p:txBody>
      </p:sp>
      <p:sp>
        <p:nvSpPr>
          <p:cNvPr id="49" name="">
            <a:extLst xmlns:a="http://schemas.openxmlformats.org/drawingml/2006/main">
              <a:ext uri="{FF2B5EF4-FFF2-40B4-BE49-F238E27FC236}">
                <a16:creationId xmlns:a16="http://schemas.microsoft.com/office/drawing/2014/main" id="{94820942-B2F7-40CE-B9ED-A3AE3C1A49FD}"/>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984E95CA-6FA5-4423-8035-271733C998F3}"/>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617E008-02CA-4C8E-BE31-8A542916A3CE}"/>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BDF87688-8BD4-4A15-9AF1-9F846521DE5B}"/>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5E87E303-A8FB-45DF-A3E7-7A9C77C1125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F47E1DA2-56F7-4FE2-A516-32D0EB6DB921}"/>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82465CFC-4AB6-46D9-8C3A-2EF69E12859E}"/>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65B08F3B-34C7-4869-88FB-E44DD073979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ED782978-E1B8-4402-AFD6-A7F9C2D501D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B4DE6EA-F921-4A08-9C90-0F2BD9F607E5}"/>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A794D3B-EE0B-4A4A-921F-6B36B413959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DAFC68C8-793F-46F1-9C12-2F55E23E4DE2}"/>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D5F48D9-CCE2-46DA-9C58-6BFA9B461A8A}"/>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121244FD-641D-4E91-B02C-8608455F6379}"/>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3644D028-4558-404D-A42E-2BAC45C72106}"/>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换页面、换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、调规则三件事互不影响</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因为它们被四层架构隔开了。</a:t>
            </a:r>
          </a:p>
        </p:txBody>
      </p:sp>
      <p:sp>
        <p:nvSpPr>
          <p:cNvPr id="64" name="">
            <a:extLst xmlns:a="http://schemas.openxmlformats.org/drawingml/2006/main">
              <a:ext uri="{FF2B5EF4-FFF2-40B4-BE49-F238E27FC236}">
                <a16:creationId xmlns:a16="http://schemas.microsoft.com/office/drawing/2014/main" id="{61790994-1DB1-4449-9954-6E96FE9E9C98}"/>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8036"/>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7763C23E-22A1-477C-83F4-19C12C5B1366}"/>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52452FB1-6752-4A4B-AB99-FED3B02328E4}"/>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应用层</a:t>
            </a:r>
          </a:p>
        </p:txBody>
      </p:sp>
      <p:sp>
        <p:nvSpPr>
          <p:cNvPr id="67" name="">
            <a:extLst xmlns:a="http://schemas.openxmlformats.org/drawingml/2006/main">
              <a:ext uri="{FF2B5EF4-FFF2-40B4-BE49-F238E27FC236}">
                <a16:creationId xmlns:a16="http://schemas.microsoft.com/office/drawing/2014/main" id="{16ED80C9-CACE-435E-AF90-4326C8472ED9}"/>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68" name="">
            <a:extLst xmlns:a="http://schemas.openxmlformats.org/drawingml/2006/main">
              <a:ext uri="{FF2B5EF4-FFF2-40B4-BE49-F238E27FC236}">
                <a16:creationId xmlns:a16="http://schemas.microsoft.com/office/drawing/2014/main" id="{8C6CABFE-A561-4DD0-BF9E-BC1A1DB91FB9}"/>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69" name="">
            <a:extLst xmlns:a="http://schemas.openxmlformats.org/drawingml/2006/main">
              <a:ext uri="{FF2B5EF4-FFF2-40B4-BE49-F238E27FC236}">
                <a16:creationId xmlns:a16="http://schemas.microsoft.com/office/drawing/2014/main" id="{2D68B0CA-02D4-4395-B073-D4674551E49F}"/>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0" name="">
            <a:extLst xmlns:a="http://schemas.openxmlformats.org/drawingml/2006/main">
              <a:ext uri="{FF2B5EF4-FFF2-40B4-BE49-F238E27FC236}">
                <a16:creationId xmlns:a16="http://schemas.microsoft.com/office/drawing/2014/main" id="{1270F6C5-5534-4C89-B603-31D6F63A9AB6}"/>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71" name="">
            <a:extLst xmlns:a="http://schemas.openxmlformats.org/drawingml/2006/main">
              <a:ext uri="{FF2B5EF4-FFF2-40B4-BE49-F238E27FC236}">
                <a16:creationId xmlns:a16="http://schemas.microsoft.com/office/drawing/2014/main" id="{50CC55EF-920D-43EA-9542-AD455A7348DC}"/>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2" name="">
            <a:extLst xmlns:a="http://schemas.openxmlformats.org/drawingml/2006/main">
              <a:ext uri="{FF2B5EF4-FFF2-40B4-BE49-F238E27FC236}">
                <a16:creationId xmlns:a16="http://schemas.microsoft.com/office/drawing/2014/main" id="{B9FB43B0-8A59-493D-A8C6-4E18A4F149A9}"/>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73" name="">
            <a:extLst xmlns:a="http://schemas.openxmlformats.org/drawingml/2006/main">
              <a:ext uri="{FF2B5EF4-FFF2-40B4-BE49-F238E27FC236}">
                <a16:creationId xmlns:a16="http://schemas.microsoft.com/office/drawing/2014/main" id="{5F7B7395-9629-4588-A606-D9FA5428D5AD}"/>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四端页面共用同一套能力数据；页面可增删，引擎与接口不动。</a:t>
            </a:r>
          </a:p>
        </p:txBody>
      </p:sp>
      <p:sp>
        <p:nvSpPr>
          <p:cNvPr id="74" name="">
            <a:extLst xmlns:a="http://schemas.openxmlformats.org/drawingml/2006/main">
              <a:ext uri="{FF2B5EF4-FFF2-40B4-BE49-F238E27FC236}">
                <a16:creationId xmlns:a16="http://schemas.microsoft.com/office/drawing/2014/main" id="{F982A388-3908-4AA8-BC4F-6D8464ADCFCD}"/>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803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5" name="">
            <a:extLst xmlns:a="http://schemas.openxmlformats.org/drawingml/2006/main">
              <a:ext uri="{FF2B5EF4-FFF2-40B4-BE49-F238E27FC236}">
                <a16:creationId xmlns:a16="http://schemas.microsoft.com/office/drawing/2014/main" id="{E9C28EDC-26B3-4C56-A71B-F49A67BD1D1D}"/>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7893141A-11FD-4E72-BB54-305EC7F0A0C4}"/>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智能层</a:t>
            </a:r>
          </a:p>
        </p:txBody>
      </p:sp>
      <p:sp>
        <p:nvSpPr>
          <p:cNvPr id="77" name="">
            <a:extLst xmlns:a="http://schemas.openxmlformats.org/drawingml/2006/main">
              <a:ext uri="{FF2B5EF4-FFF2-40B4-BE49-F238E27FC236}">
                <a16:creationId xmlns:a16="http://schemas.microsoft.com/office/drawing/2014/main" id="{AD76B632-E299-4A78-8129-12923145C3FE}"/>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78" name="">
            <a:extLst xmlns:a="http://schemas.openxmlformats.org/drawingml/2006/main">
              <a:ext uri="{FF2B5EF4-FFF2-40B4-BE49-F238E27FC236}">
                <a16:creationId xmlns:a16="http://schemas.microsoft.com/office/drawing/2014/main" id="{2DD3C2C2-9FC2-4F1F-9EFB-0D615E8AE1C8}"/>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a:t>
            </a:r>
            <a:r>
              <a:rPr sz="863" b="1">
                <a:solidFill>
                  <a:srgbClr val="FFFFFF"/>
                </a:solidFill>
                <a:latin typeface="微软雅黑"/>
                <a:ea typeface="微软雅黑"/>
                <a:cs typeface="微软雅黑"/>
              </a:rPr>
              <a:t>RuleEngine</a:t>
            </a:r>
          </a:p>
        </p:txBody>
      </p:sp>
      <p:sp>
        <p:nvSpPr>
          <p:cNvPr id="79" name="">
            <a:extLst xmlns:a="http://schemas.openxmlformats.org/drawingml/2006/main">
              <a:ext uri="{FF2B5EF4-FFF2-40B4-BE49-F238E27FC236}">
                <a16:creationId xmlns:a16="http://schemas.microsoft.com/office/drawing/2014/main" id="{7D47ABEC-3903-4631-9E8C-E5F40BEB61BF}"/>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0" name="">
            <a:extLst xmlns:a="http://schemas.openxmlformats.org/drawingml/2006/main">
              <a:ext uri="{FF2B5EF4-FFF2-40B4-BE49-F238E27FC236}">
                <a16:creationId xmlns:a16="http://schemas.microsoft.com/office/drawing/2014/main" id="{BDB157E5-0EDC-4F7A-9158-786D48F1B5F2}"/>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t>
            </a:r>
            <a:r>
              <a:rPr sz="863" b="1">
                <a:solidFill>
                  <a:srgbClr val="FFFFFF"/>
                </a:solidFill>
                <a:latin typeface="微软雅黑"/>
                <a:ea typeface="微软雅黑"/>
                <a:cs typeface="微软雅黑"/>
              </a:rPr>
              <a:t>Agent </a:t>
            </a:r>
            <a:r>
              <a:rPr sz="863" b="1">
                <a:solidFill>
                  <a:srgbClr val="FFFFFF"/>
                </a:solidFill>
                <a:latin typeface="微软雅黑"/>
                <a:ea typeface="微软雅黑"/>
                <a:cs typeface="微软雅黑"/>
              </a:rPr>
              <a:t>接口（稳定契约）</a:t>
            </a:r>
          </a:p>
        </p:txBody>
      </p:sp>
      <p:sp>
        <p:nvSpPr>
          <p:cNvPr id="81" name="">
            <a:extLst xmlns:a="http://schemas.openxmlformats.org/drawingml/2006/main">
              <a:ext uri="{FF2B5EF4-FFF2-40B4-BE49-F238E27FC236}">
                <a16:creationId xmlns:a16="http://schemas.microsoft.com/office/drawing/2014/main" id="{AF7A2C2E-5F8A-41EE-A505-240A8C4F6F09}"/>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2" name="">
            <a:extLst xmlns:a="http://schemas.openxmlformats.org/drawingml/2006/main">
              <a:ext uri="{FF2B5EF4-FFF2-40B4-BE49-F238E27FC236}">
                <a16:creationId xmlns:a16="http://schemas.microsoft.com/office/drawing/2014/main" id="{9804BD3A-27E7-46F9-81BE-61B17D7ACD7E}"/>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83" name="">
            <a:extLst xmlns:a="http://schemas.openxmlformats.org/drawingml/2006/main">
              <a:ext uri="{FF2B5EF4-FFF2-40B4-BE49-F238E27FC236}">
                <a16:creationId xmlns:a16="http://schemas.microsoft.com/office/drawing/2014/main" id="{10EFF0FF-8741-4F4D-A224-7B6C0F7C7AD8}"/>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只换 </a:t>
            </a:r>
            <a:r>
              <a:rPr sz="863" b="0">
                <a:solidFill>
                  <a:srgbClr val="9FC2E8"/>
                </a:solidFill>
                <a:latin typeface="微软雅黑"/>
                <a:ea typeface="微软雅黑"/>
                <a:cs typeface="微软雅黑"/>
              </a:rPr>
              <a:t>Service </a:t>
            </a:r>
            <a:r>
              <a:rPr sz="863" b="0">
                <a:solidFill>
                  <a:srgbClr val="9FC2E8"/>
                </a:solidFill>
                <a:latin typeface="微软雅黑"/>
                <a:ea typeface="微软雅黑"/>
                <a:cs typeface="微软雅黑"/>
              </a:rPr>
              <a:t>实现：</a:t>
            </a:r>
            <a:r>
              <a:rPr sz="863" b="0">
                <a:solidFill>
                  <a:srgbClr val="9FC2E8"/>
                </a:solidFill>
                <a:latin typeface="微软雅黑"/>
                <a:ea typeface="微软雅黑"/>
                <a:cs typeface="微软雅黑"/>
              </a:rPr>
              <a:t>Controller / DTO / </a:t>
            </a:r>
            <a:r>
              <a:rPr sz="863" b="0">
                <a:solidFill>
                  <a:srgbClr val="9FC2E8"/>
                </a:solidFill>
                <a:latin typeface="微软雅黑"/>
                <a:ea typeface="微软雅黑"/>
                <a:cs typeface="微软雅黑"/>
              </a:rPr>
              <a:t>接口路径与前端全部不动。</a:t>
            </a:r>
          </a:p>
        </p:txBody>
      </p:sp>
      <p:sp>
        <p:nvSpPr>
          <p:cNvPr id="84" name="">
            <a:extLst xmlns:a="http://schemas.openxmlformats.org/drawingml/2006/main">
              <a:ext uri="{FF2B5EF4-FFF2-40B4-BE49-F238E27FC236}">
                <a16:creationId xmlns:a16="http://schemas.microsoft.com/office/drawing/2014/main" id="{2132A15B-71A7-49CE-A13D-9CF18233FE52}"/>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8036"/>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525DDF36-F31B-49F4-BBEC-FC4801F0D728}"/>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923106FC-3261-4EC1-97A2-BE67AD942B6E}"/>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数据层</a:t>
            </a:r>
          </a:p>
        </p:txBody>
      </p:sp>
      <p:sp>
        <p:nvSpPr>
          <p:cNvPr id="87" name="">
            <a:extLst xmlns:a="http://schemas.openxmlformats.org/drawingml/2006/main">
              <a:ext uri="{FF2B5EF4-FFF2-40B4-BE49-F238E27FC236}">
                <a16:creationId xmlns:a16="http://schemas.microsoft.com/office/drawing/2014/main" id="{AED0CB09-4DE3-4C84-9675-D431BB184147}"/>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88" name="">
            <a:extLst xmlns:a="http://schemas.openxmlformats.org/drawingml/2006/main">
              <a:ext uri="{FF2B5EF4-FFF2-40B4-BE49-F238E27FC236}">
                <a16:creationId xmlns:a16="http://schemas.microsoft.com/office/drawing/2014/main" id="{409B1180-2991-4EC8-AE4E-2339A6845103}"/>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a:t>
            </a:r>
            <a:r>
              <a:rPr sz="863" b="1">
                <a:solidFill>
                  <a:srgbClr val="FFFFFF"/>
                </a:solidFill>
                <a:latin typeface="微软雅黑"/>
                <a:ea typeface="微软雅黑"/>
                <a:cs typeface="微软雅黑"/>
              </a:rPr>
              <a:t>一套库</a:t>
            </a:r>
          </a:p>
        </p:txBody>
      </p:sp>
      <p:sp>
        <p:nvSpPr>
          <p:cNvPr id="89" name="">
            <a:extLst xmlns:a="http://schemas.openxmlformats.org/drawingml/2006/main">
              <a:ext uri="{FF2B5EF4-FFF2-40B4-BE49-F238E27FC236}">
                <a16:creationId xmlns:a16="http://schemas.microsoft.com/office/drawing/2014/main" id="{A8D60199-EF38-47BA-A62C-6458EC8F7C93}"/>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0" name="">
            <a:extLst xmlns:a="http://schemas.openxmlformats.org/drawingml/2006/main">
              <a:ext uri="{FF2B5EF4-FFF2-40B4-BE49-F238E27FC236}">
                <a16:creationId xmlns:a16="http://schemas.microsoft.com/office/drawing/2014/main" id="{F0BCA0F5-E363-4256-A7A1-3B9BCA69CE83}"/>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a:t>
            </a:r>
            <a:r>
              <a:rPr sz="863" b="1">
                <a:solidFill>
                  <a:srgbClr val="FFFFFF"/>
                </a:solidFill>
                <a:latin typeface="微软雅黑"/>
                <a:ea typeface="微软雅黑"/>
                <a:cs typeface="微软雅黑"/>
              </a:rPr>
              <a:t>张表 </a:t>
            </a:r>
            <a:r>
              <a:rPr sz="863" b="1">
                <a:solidFill>
                  <a:srgbClr val="FFFFFF"/>
                </a:solidFill>
                <a:latin typeface="微软雅黑"/>
                <a:ea typeface="微软雅黑"/>
                <a:cs typeface="微软雅黑"/>
              </a:rPr>
              <a:t>/ 7 </a:t>
            </a:r>
            <a:r>
              <a:rPr sz="863" b="1">
                <a:solidFill>
                  <a:srgbClr val="FFFFFF"/>
                </a:solidFill>
                <a:latin typeface="微软雅黑"/>
                <a:ea typeface="微软雅黑"/>
                <a:cs typeface="微软雅黑"/>
              </a:rPr>
              <a:t>组</a:t>
            </a:r>
          </a:p>
        </p:txBody>
      </p:sp>
      <p:sp>
        <p:nvSpPr>
          <p:cNvPr id="91" name="">
            <a:extLst xmlns:a="http://schemas.openxmlformats.org/drawingml/2006/main">
              <a:ext uri="{FF2B5EF4-FFF2-40B4-BE49-F238E27FC236}">
                <a16:creationId xmlns:a16="http://schemas.microsoft.com/office/drawing/2014/main" id="{C904B765-2870-4DE8-B89D-ED2968643A4C}"/>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2" name="">
            <a:extLst xmlns:a="http://schemas.openxmlformats.org/drawingml/2006/main">
              <a:ext uri="{FF2B5EF4-FFF2-40B4-BE49-F238E27FC236}">
                <a16:creationId xmlns:a16="http://schemas.microsoft.com/office/drawing/2014/main" id="{C5FA3694-7A69-40EF-9235-ED8A224CE44F}"/>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a:t>
            </a:r>
            <a:r>
              <a:rPr sz="863" b="1">
                <a:solidFill>
                  <a:srgbClr val="FFFFFF"/>
                </a:solidFill>
                <a:latin typeface="微软雅黑"/>
                <a:ea typeface="微软雅黑"/>
                <a:cs typeface="微软雅黑"/>
              </a:rPr>
              <a:t>列存规则与结论</a:t>
            </a:r>
          </a:p>
        </p:txBody>
      </p:sp>
      <p:sp>
        <p:nvSpPr>
          <p:cNvPr id="93" name="">
            <a:extLst xmlns:a="http://schemas.openxmlformats.org/drawingml/2006/main">
              <a:ext uri="{FF2B5EF4-FFF2-40B4-BE49-F238E27FC236}">
                <a16:creationId xmlns:a16="http://schemas.microsoft.com/office/drawing/2014/main" id="{8EFB931F-D688-4562-A6C4-14CB5180FEE6}"/>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主数据、业务数据、</a:t>
            </a:r>
            <a:r>
              <a:rPr sz="863" b="0">
                <a:solidFill>
                  <a:srgbClr val="9FC2E8"/>
                </a:solidFill>
                <a:latin typeface="微软雅黑"/>
                <a:ea typeface="微软雅黑"/>
                <a:cs typeface="微软雅黑"/>
              </a:rPr>
              <a:t>Agent </a:t>
            </a:r>
            <a:r>
              <a:rPr sz="863" b="0">
                <a:solidFill>
                  <a:srgbClr val="9FC2E8"/>
                </a:solidFill>
                <a:latin typeface="微软雅黑"/>
                <a:ea typeface="微软雅黑"/>
                <a:cs typeface="微软雅黑"/>
              </a:rPr>
              <a:t>结论与审计留痕全部落库，改规则只动数据库。</a:t>
            </a:r>
          </a:p>
        </p:txBody>
      </p:sp>
      <p:sp>
        <p:nvSpPr>
          <p:cNvPr id="94" name="">
            <a:extLst xmlns:a="http://schemas.openxmlformats.org/drawingml/2006/main">
              <a:ext uri="{FF2B5EF4-FFF2-40B4-BE49-F238E27FC236}">
                <a16:creationId xmlns:a16="http://schemas.microsoft.com/office/drawing/2014/main" id="{2F8F4FFA-47AB-435A-AF05-9752571FDEE0}"/>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8036"/>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95" name="">
            <a:extLst xmlns:a="http://schemas.openxmlformats.org/drawingml/2006/main">
              <a:ext uri="{FF2B5EF4-FFF2-40B4-BE49-F238E27FC236}">
                <a16:creationId xmlns:a16="http://schemas.microsoft.com/office/drawing/2014/main" id="{619745F7-6140-4936-8EA4-A20EF84836CB}"/>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6" name="">
            <a:extLst xmlns:a="http://schemas.openxmlformats.org/drawingml/2006/main">
              <a:ext uri="{FF2B5EF4-FFF2-40B4-BE49-F238E27FC236}">
                <a16:creationId xmlns:a16="http://schemas.microsoft.com/office/drawing/2014/main" id="{B7BA6C4D-875C-439C-9152-AF8A7E876B1B}"/>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部署层</a:t>
            </a:r>
          </a:p>
        </p:txBody>
      </p:sp>
      <p:sp>
        <p:nvSpPr>
          <p:cNvPr id="97" name="">
            <a:extLst xmlns:a="http://schemas.openxmlformats.org/drawingml/2006/main">
              <a:ext uri="{FF2B5EF4-FFF2-40B4-BE49-F238E27FC236}">
                <a16:creationId xmlns:a16="http://schemas.microsoft.com/office/drawing/2014/main" id="{47E37285-C43C-47F7-A2BE-25EC3223539B}"/>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98" name="">
            <a:extLst xmlns:a="http://schemas.openxmlformats.org/drawingml/2006/main">
              <a:ext uri="{FF2B5EF4-FFF2-40B4-BE49-F238E27FC236}">
                <a16:creationId xmlns:a16="http://schemas.microsoft.com/office/drawing/2014/main" id="{794645EB-9B2D-4067-960C-6208A3EEF4AA}"/>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99" name="">
            <a:extLst xmlns:a="http://schemas.openxmlformats.org/drawingml/2006/main">
              <a:ext uri="{FF2B5EF4-FFF2-40B4-BE49-F238E27FC236}">
                <a16:creationId xmlns:a16="http://schemas.microsoft.com/office/drawing/2014/main" id="{33E7A78A-2E4A-4F00-9545-D5497D5FDEDE}"/>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0" name="">
            <a:extLst xmlns:a="http://schemas.openxmlformats.org/drawingml/2006/main">
              <a:ext uri="{FF2B5EF4-FFF2-40B4-BE49-F238E27FC236}">
                <a16:creationId xmlns:a16="http://schemas.microsoft.com/office/drawing/2014/main" id="{F7720105-0DA0-4104-95DD-8A40EAFFD75F}"/>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101" name="">
            <a:extLst xmlns:a="http://schemas.openxmlformats.org/drawingml/2006/main">
              <a:ext uri="{FF2B5EF4-FFF2-40B4-BE49-F238E27FC236}">
                <a16:creationId xmlns:a16="http://schemas.microsoft.com/office/drawing/2014/main" id="{F19A8809-E21B-470B-BA60-52096CFE153C}"/>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A4478"/>
            </a:solidFill>
            <a:prstDash val="solid"/>
          </a:ln>
        </p:spPr>
      </p:sp>
      <p:sp>
        <p:nvSpPr>
          <p:cNvPr id="102" name="">
            <a:extLst xmlns:a="http://schemas.openxmlformats.org/drawingml/2006/main">
              <a:ext uri="{FF2B5EF4-FFF2-40B4-BE49-F238E27FC236}">
                <a16:creationId xmlns:a16="http://schemas.microsoft.com/office/drawing/2014/main" id="{9381138E-0697-4666-AC6E-358B0CEAEBE5}"/>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a:t>
            </a:r>
            <a:r>
              <a:rPr sz="863" b="1">
                <a:solidFill>
                  <a:srgbClr val="FFFFFF"/>
                </a:solidFill>
                <a:latin typeface="微软雅黑"/>
                <a:ea typeface="微软雅黑"/>
                <a:cs typeface="微软雅黑"/>
              </a:rPr>
              <a:t>一键起</a:t>
            </a:r>
          </a:p>
        </p:txBody>
      </p:sp>
      <p:sp>
        <p:nvSpPr>
          <p:cNvPr id="103" name="">
            <a:extLst xmlns:a="http://schemas.openxmlformats.org/drawingml/2006/main">
              <a:ext uri="{FF2B5EF4-FFF2-40B4-BE49-F238E27FC236}">
                <a16:creationId xmlns:a16="http://schemas.microsoft.com/office/drawing/2014/main" id="{7BE3AF7C-AE61-4333-B31B-C4D0597023C9}"/>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无 </a:t>
            </a:r>
            <a:r>
              <a:rPr sz="863" b="0">
                <a:solidFill>
                  <a:srgbClr val="9FC2E8"/>
                </a:solidFill>
                <a:latin typeface="微软雅黑"/>
                <a:ea typeface="微软雅黑"/>
                <a:cs typeface="微软雅黑"/>
              </a:rPr>
              <a:t>ORM</a:t>
            </a:r>
            <a:r>
              <a:rPr sz="863" b="0">
                <a:solidFill>
                  <a:srgbClr val="9FC2E8"/>
                </a:solidFill>
                <a:latin typeface="微软雅黑"/>
                <a:ea typeface="微软雅黑"/>
                <a:cs typeface="微软雅黑"/>
              </a:rPr>
              <a:t>；</a:t>
            </a:r>
            <a:r>
              <a:rPr sz="863" b="0">
                <a:solidFill>
                  <a:srgbClr val="9FC2E8"/>
                </a:solidFill>
                <a:latin typeface="微软雅黑"/>
                <a:ea typeface="微软雅黑"/>
                <a:cs typeface="微软雅黑"/>
              </a:rPr>
              <a:t>MySQL + API + Web </a:t>
            </a:r>
            <a:r>
              <a:rPr sz="863" b="0">
                <a:solidFill>
                  <a:srgbClr val="9FC2E8"/>
                </a:solidFill>
                <a:latin typeface="微软雅黑"/>
                <a:ea typeface="微软雅黑"/>
                <a:cs typeface="微软雅黑"/>
              </a:rPr>
              <a:t>三容器，支持内网部署与完全离线运行。</a:t>
            </a:r>
          </a:p>
        </p:txBody>
      </p:sp>
      <p:sp>
        <p:nvSpPr>
          <p:cNvPr id="104" name="">
            <a:extLst xmlns:a="http://schemas.openxmlformats.org/drawingml/2006/main">
              <a:ext uri="{FF2B5EF4-FFF2-40B4-BE49-F238E27FC236}">
                <a16:creationId xmlns:a16="http://schemas.microsoft.com/office/drawing/2014/main" id="{1A649FA7-3789-495E-83A6-0D228C5F020E}"/>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2239"/>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5" name="">
            <a:extLst xmlns:a="http://schemas.openxmlformats.org/drawingml/2006/main">
              <a:ext uri="{FF2B5EF4-FFF2-40B4-BE49-F238E27FC236}">
                <a16:creationId xmlns:a16="http://schemas.microsoft.com/office/drawing/2014/main" id="{27BA6052-D5BF-43E7-82F7-B477ABB40F0E}"/>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工程规模（可现场核对）</a:t>
            </a:r>
          </a:p>
        </p:txBody>
      </p:sp>
      <p:sp>
        <p:nvSpPr>
          <p:cNvPr id="106" name="">
            <a:extLst xmlns:a="http://schemas.openxmlformats.org/drawingml/2006/main">
              <a:ext uri="{FF2B5EF4-FFF2-40B4-BE49-F238E27FC236}">
                <a16:creationId xmlns:a16="http://schemas.microsoft.com/office/drawing/2014/main" id="{EDDF5F69-19FE-44E2-9BA8-D7A41E03FE5D}"/>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75 </a:t>
            </a:r>
            <a:r>
              <a:rPr sz="1950" b="1">
                <a:solidFill>
                  <a:srgbClr val="FFFFFF"/>
                </a:solidFill>
                <a:latin typeface="Bahnschrift"/>
                <a:ea typeface="Bahnschrift"/>
                <a:cs typeface="Bahnschrift"/>
              </a:rPr>
              <a:t>个</a:t>
            </a:r>
          </a:p>
        </p:txBody>
      </p:sp>
      <p:sp>
        <p:nvSpPr>
          <p:cNvPr id="107" name="">
            <a:extLst xmlns:a="http://schemas.openxmlformats.org/drawingml/2006/main">
              <a:ext uri="{FF2B5EF4-FFF2-40B4-BE49-F238E27FC236}">
                <a16:creationId xmlns:a16="http://schemas.microsoft.com/office/drawing/2014/main" id="{C291F686-FF06-4935-A170-907FE87D58CD}"/>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在线接口</a:t>
            </a:r>
          </a:p>
        </p:txBody>
      </p:sp>
      <p:sp>
        <p:nvSpPr>
          <p:cNvPr id="108" name="">
            <a:extLst xmlns:a="http://schemas.openxmlformats.org/drawingml/2006/main">
              <a:ext uri="{FF2B5EF4-FFF2-40B4-BE49-F238E27FC236}">
                <a16:creationId xmlns:a16="http://schemas.microsoft.com/office/drawing/2014/main" id="{71E06B1B-8DD4-4047-832B-F3ED1C8FD687}"/>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23C267E8-F9B9-4022-9CE1-35DAF319EA54}"/>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53 </a:t>
            </a:r>
            <a:r>
              <a:rPr sz="1950" b="1">
                <a:solidFill>
                  <a:srgbClr val="FFFFFF"/>
                </a:solidFill>
                <a:latin typeface="Bahnschrift"/>
                <a:ea typeface="Bahnschrift"/>
                <a:cs typeface="Bahnschrift"/>
              </a:rPr>
              <a:t>张</a:t>
            </a:r>
          </a:p>
        </p:txBody>
      </p:sp>
      <p:sp>
        <p:nvSpPr>
          <p:cNvPr id="110" name="">
            <a:extLst xmlns:a="http://schemas.openxmlformats.org/drawingml/2006/main">
              <a:ext uri="{FF2B5EF4-FFF2-40B4-BE49-F238E27FC236}">
                <a16:creationId xmlns:a16="http://schemas.microsoft.com/office/drawing/2014/main" id="{AB134100-7326-40A6-A521-22ADF46FBB56}"/>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数据库表（</a:t>
            </a:r>
            <a:r>
              <a:rPr sz="900" b="0">
                <a:solidFill>
                  <a:srgbClr val="9FC2E8"/>
                </a:solidFill>
                <a:latin typeface="微软雅黑"/>
                <a:ea typeface="微软雅黑"/>
                <a:cs typeface="微软雅黑"/>
              </a:rPr>
              <a:t>7 </a:t>
            </a:r>
            <a:r>
              <a:rPr sz="900" b="0">
                <a:solidFill>
                  <a:srgbClr val="9FC2E8"/>
                </a:solidFill>
                <a:latin typeface="微软雅黑"/>
                <a:ea typeface="微软雅黑"/>
                <a:cs typeface="微软雅黑"/>
              </a:rPr>
              <a:t>组）</a:t>
            </a:r>
          </a:p>
        </p:txBody>
      </p:sp>
      <p:sp>
        <p:nvSpPr>
          <p:cNvPr id="111" name="">
            <a:extLst xmlns:a="http://schemas.openxmlformats.org/drawingml/2006/main">
              <a:ext uri="{FF2B5EF4-FFF2-40B4-BE49-F238E27FC236}">
                <a16:creationId xmlns:a16="http://schemas.microsoft.com/office/drawing/2014/main" id="{251AD446-B0C7-43B6-96C4-B043556F2E88}"/>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DC907D1D-E9F3-47A9-A503-30817F6CEE11}"/>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18 </a:t>
            </a:r>
            <a:r>
              <a:rPr sz="1950" b="1">
                <a:solidFill>
                  <a:srgbClr val="FFFFFF"/>
                </a:solidFill>
                <a:latin typeface="Bahnschrift"/>
                <a:ea typeface="Bahnschrift"/>
                <a:cs typeface="Bahnschrift"/>
              </a:rPr>
              <a:t>条</a:t>
            </a:r>
          </a:p>
        </p:txBody>
      </p:sp>
      <p:sp>
        <p:nvSpPr>
          <p:cNvPr id="113" name="">
            <a:extLst xmlns:a="http://schemas.openxmlformats.org/drawingml/2006/main">
              <a:ext uri="{FF2B5EF4-FFF2-40B4-BE49-F238E27FC236}">
                <a16:creationId xmlns:a16="http://schemas.microsoft.com/office/drawing/2014/main" id="{D18D9B84-C209-44E9-AEF5-2F17677CAE47}"/>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启用规则（</a:t>
            </a:r>
            <a:r>
              <a:rPr sz="900" b="0">
                <a:solidFill>
                  <a:srgbClr val="9FC2E8"/>
                </a:solidFill>
                <a:latin typeface="微软雅黑"/>
                <a:ea typeface="微软雅黑"/>
                <a:cs typeface="微软雅黑"/>
              </a:rPr>
              <a:t>5 </a:t>
            </a:r>
            <a:r>
              <a:rPr sz="900" b="0">
                <a:solidFill>
                  <a:srgbClr val="9FC2E8"/>
                </a:solidFill>
                <a:latin typeface="微软雅黑"/>
                <a:ea typeface="微软雅黑"/>
                <a:cs typeface="微软雅黑"/>
              </a:rPr>
              <a:t>场景）</a:t>
            </a:r>
          </a:p>
        </p:txBody>
      </p:sp>
      <p:sp>
        <p:nvSpPr>
          <p:cNvPr id="114" name="">
            <a:extLst xmlns:a="http://schemas.openxmlformats.org/drawingml/2006/main">
              <a:ext uri="{FF2B5EF4-FFF2-40B4-BE49-F238E27FC236}">
                <a16:creationId xmlns:a16="http://schemas.microsoft.com/office/drawing/2014/main" id="{575E4279-EB74-4B1B-B1CF-A7F27BC9B533}"/>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53C5240A-EAA7-4E6F-8707-7CC2E55E6A0D}"/>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11 </a:t>
            </a:r>
            <a:r>
              <a:rPr sz="1950" b="1">
                <a:solidFill>
                  <a:srgbClr val="FFFFFF"/>
                </a:solidFill>
                <a:latin typeface="Bahnschrift"/>
                <a:ea typeface="Bahnschrift"/>
                <a:cs typeface="Bahnschrift"/>
              </a:rPr>
              <a:t>个</a:t>
            </a:r>
          </a:p>
        </p:txBody>
      </p:sp>
      <p:sp>
        <p:nvSpPr>
          <p:cNvPr id="116" name="">
            <a:extLst xmlns:a="http://schemas.openxmlformats.org/drawingml/2006/main">
              <a:ext uri="{FF2B5EF4-FFF2-40B4-BE49-F238E27FC236}">
                <a16:creationId xmlns:a16="http://schemas.microsoft.com/office/drawing/2014/main" id="{C4087955-B1FC-44C4-BB81-5DB11829BCB9}"/>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建库脚本（</a:t>
            </a:r>
            <a:r>
              <a:rPr sz="900" b="0">
                <a:solidFill>
                  <a:srgbClr val="9FC2E8"/>
                </a:solidFill>
                <a:latin typeface="微软雅黑"/>
                <a:ea typeface="微软雅黑"/>
                <a:cs typeface="微软雅黑"/>
              </a:rPr>
              <a:t>001~011</a:t>
            </a:r>
            <a:r>
              <a:rPr sz="900" b="0">
                <a:solidFill>
                  <a:srgbClr val="9FC2E8"/>
                </a:solidFill>
                <a:latin typeface="微软雅黑"/>
                <a:ea typeface="微软雅黑"/>
                <a:cs typeface="微软雅黑"/>
              </a:rPr>
              <a:t>）</a:t>
            </a:r>
          </a:p>
        </p:txBody>
      </p:sp>
      <p:sp>
        <p:nvSpPr>
          <p:cNvPr id="117" name="">
            <a:extLst xmlns:a="http://schemas.openxmlformats.org/drawingml/2006/main">
              <a:ext uri="{FF2B5EF4-FFF2-40B4-BE49-F238E27FC236}">
                <a16:creationId xmlns:a16="http://schemas.microsoft.com/office/drawing/2014/main" id="{A339EA26-A9C9-48F2-AF07-5C3D6981DBDE}"/>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6ACF29A7-0EFE-4CC8-8602-FFD804E5436C}"/>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4 </a:t>
            </a:r>
            <a:r>
              <a:rPr sz="1950" b="1">
                <a:solidFill>
                  <a:srgbClr val="FFFFFF"/>
                </a:solidFill>
                <a:latin typeface="Bahnschrift"/>
                <a:ea typeface="Bahnschrift"/>
                <a:cs typeface="Bahnschrift"/>
              </a:rPr>
              <a:t>类</a:t>
            </a:r>
          </a:p>
        </p:txBody>
      </p:sp>
      <p:sp>
        <p:nvSpPr>
          <p:cNvPr id="119" name="">
            <a:extLst xmlns:a="http://schemas.openxmlformats.org/drawingml/2006/main">
              <a:ext uri="{FF2B5EF4-FFF2-40B4-BE49-F238E27FC236}">
                <a16:creationId xmlns:a16="http://schemas.microsoft.com/office/drawing/2014/main" id="{F084D38D-52B9-4F55-B178-6FA13AB693E7}"/>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角色：员工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班组长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管理者 </a:t>
            </a:r>
            <a:r>
              <a:rPr sz="900" b="0">
                <a:solidFill>
                  <a:srgbClr val="9FC2E8"/>
                </a:solidFill>
                <a:latin typeface="微软雅黑"/>
                <a:ea typeface="微软雅黑"/>
                <a:cs typeface="微软雅黑"/>
              </a:rPr>
              <a:t>/ </a:t>
            </a:r>
            <a:r>
              <a:rPr sz="900" b="0">
                <a:solidFill>
                  <a:srgbClr val="9FC2E8"/>
                </a:solidFill>
                <a:latin typeface="微软雅黑"/>
                <a:ea typeface="微软雅黑"/>
                <a:cs typeface="微软雅黑"/>
              </a:rPr>
              <a:t>管理员</a:t>
            </a:r>
          </a:p>
        </p:txBody>
      </p:sp>
      <p:sp>
        <p:nvSpPr>
          <p:cNvPr id="120" name="">
            <a:extLst xmlns:a="http://schemas.openxmlformats.org/drawingml/2006/main">
              <a:ext uri="{FF2B5EF4-FFF2-40B4-BE49-F238E27FC236}">
                <a16:creationId xmlns:a16="http://schemas.microsoft.com/office/drawing/2014/main" id="{C7083158-20E9-4F0F-9F8D-72B242E5B171}"/>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3D68"/>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4D36F69B-9C2A-43FC-81BB-B7FAF525E07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E8DB26C0-4DAC-4AB9-94D2-E912309DACF9}"/>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E3082392-8698-4CFB-ADA5-A377F970152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4" name="">
            <a:extLst xmlns:a="http://schemas.openxmlformats.org/drawingml/2006/main">
              <a:ext uri="{FF2B5EF4-FFF2-40B4-BE49-F238E27FC236}">
                <a16:creationId xmlns:a16="http://schemas.microsoft.com/office/drawing/2014/main" id="{C7D9D897-67AD-4F25-8D54-AA0F9B655B94}"/>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5" name="">
            <a:extLst xmlns:a="http://schemas.openxmlformats.org/drawingml/2006/main">
              <a:ext uri="{FF2B5EF4-FFF2-40B4-BE49-F238E27FC236}">
                <a16:creationId xmlns:a16="http://schemas.microsoft.com/office/drawing/2014/main" id="{17B96A4E-27AD-47A1-B55B-77615376BC21}"/>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6" name="">
            <a:extLst xmlns:a="http://schemas.openxmlformats.org/drawingml/2006/main">
              <a:ext uri="{FF2B5EF4-FFF2-40B4-BE49-F238E27FC236}">
                <a16:creationId xmlns:a16="http://schemas.microsoft.com/office/drawing/2014/main" id="{E630C8C6-FA02-459A-8FF7-362FC0C42D32}"/>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7" name="">
            <a:extLst xmlns:a="http://schemas.openxmlformats.org/drawingml/2006/main">
              <a:ext uri="{FF2B5EF4-FFF2-40B4-BE49-F238E27FC236}">
                <a16:creationId xmlns:a16="http://schemas.microsoft.com/office/drawing/2014/main" id="{83D5FF1A-77D8-4C3A-B1D8-AF25DEF261ED}"/>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8" name="">
            <a:extLst xmlns:a="http://schemas.openxmlformats.org/drawingml/2006/main">
              <a:ext uri="{FF2B5EF4-FFF2-40B4-BE49-F238E27FC236}">
                <a16:creationId xmlns:a16="http://schemas.microsoft.com/office/drawing/2014/main" id="{CA7CD5C2-8506-4B8D-AA75-2166D40B6434}"/>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20</a:t>
            </a:r>
          </a:p>
        </p:txBody>
      </p:sp>
    </p:spTree>
    <p:extLst>
      <p:ext uri="{BB962C8B-B14F-4D97-AF65-F5344CB8AC3E}">
        <p14:creationId xmlns:p14="http://schemas.microsoft.com/office/powerpoint/2010/main" val="1151912156"/>
      </p:ext>
    </p:extLst>
  </p:cSld>
</p:sld>
</file>

<file path=ppt/slides/slide2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531a82a1dbab4dd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F50A48-699B-45D9-A6BF-74E03D3881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F727013-259C-48B5-AAC3-31E3AD35B5E8}"/>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8015F12-1F0C-4C92-A9F7-35D6F8861171}"/>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4F3DB59-A008-4854-BE09-B33E4233357A}"/>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6" name="">
            <a:extLst xmlns:a="http://schemas.openxmlformats.org/drawingml/2006/main">
              <a:ext uri="{FF2B5EF4-FFF2-40B4-BE49-F238E27FC236}">
                <a16:creationId xmlns:a16="http://schemas.microsoft.com/office/drawing/2014/main" id="{941C0B94-8412-4B91-B2D6-BDE7FA0ECD37}"/>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7" name="">
            <a:extLst xmlns:a="http://schemas.openxmlformats.org/drawingml/2006/main">
              <a:ext uri="{FF2B5EF4-FFF2-40B4-BE49-F238E27FC236}">
                <a16:creationId xmlns:a16="http://schemas.microsoft.com/office/drawing/2014/main" id="{2B344B89-C996-4051-87FC-C67947D50318}"/>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8" name="">
            <a:extLst xmlns:a="http://schemas.openxmlformats.org/drawingml/2006/main">
              <a:ext uri="{FF2B5EF4-FFF2-40B4-BE49-F238E27FC236}">
                <a16:creationId xmlns:a16="http://schemas.microsoft.com/office/drawing/2014/main" id="{22D72CE4-BEF3-43D8-A278-0E9A6FE4D430}"/>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8A3456D-B4E0-4FE2-9CB5-D0F38BC019F0}"/>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CA89C75-A08D-4968-8301-E144336CC718}"/>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7F8529E-5DFE-4E55-8931-8114BC20C146}"/>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AD5F560-740A-4CC6-996C-89656065BB00}"/>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1049D6C8-019A-4EAE-9370-CA861C29000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A63A313-F413-4769-A463-A1C47444AA8C}"/>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3105FD77-8B49-458B-9DAF-54FEC1739370}"/>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D58D3772-0D12-4779-BD76-4305F5410AA1}"/>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DD4846B-F7ED-42C7-A96C-1C896671737E}"/>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29976C8-EF50-4FB3-B091-E2BFC7F24A7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D1EA649-3488-411E-8404-8B01A5584BA9}"/>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2BC4BB4-2BB9-4DE3-BCD7-96F70DCD65D6}"/>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2C5C2C2B-2CEE-4033-A450-F968636E5CE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F6B8EADC-FE43-4531-80DE-61273DC1093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73527C87-9183-4C15-8BED-CA08F52E5D8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527D8DC8-726E-4F90-8956-C2F858EE43DA}"/>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BCDB982-A42E-47DE-B575-7FF678B2F849}"/>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78FD70D-DC16-4949-9425-94F8D083EB3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6647D47-9766-422A-B019-69AA5133979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78437547-F93A-4587-966F-6014F5C2456E}"/>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F59AB466-AC26-490C-A55E-8256ECD9033F}"/>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A78D2CC0-08B7-4B3E-AEA6-61C722D01A4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F07D590-34A5-4C81-98A9-5BABA0CBE39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15F032D8-781E-432F-8FBA-657892E9118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0A83BC5-42B9-4BBB-A281-81F905371A6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BE4D83B-7270-4C08-B214-96C5FD377CDB}"/>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B702C4B6-54B0-4146-A3ED-CDAD34D1B70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2010D170-176B-4F6E-82F4-9B182D3D3A0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11C61F1-737E-4E99-B568-7DD1784342C4}"/>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D91DC90-5554-4127-8FED-F72D39727194}"/>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9CC21E3-C7B1-4EC2-B36A-BB7438D2F125}"/>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A3B2FD2-B36E-4103-A911-609552E0D92B}"/>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E6C744BE-725B-4C80-B11D-43F651767579}"/>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6E9FC442-03CD-4377-949B-F6A5DB2270A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A2FDE2DA-84A2-4FC5-AB05-7CCFF72C42B2}"/>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321D3FF-50BF-4764-8343-CCC6523BC406}"/>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935BAEA-557F-46C8-AC39-671356B02620}"/>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8A54A5E8-6073-48D0-ABA5-FC046EDBBC9A}"/>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7" name="">
            <a:extLst xmlns:a="http://schemas.openxmlformats.org/drawingml/2006/main">
              <a:ext uri="{FF2B5EF4-FFF2-40B4-BE49-F238E27FC236}">
                <a16:creationId xmlns:a16="http://schemas.microsoft.com/office/drawing/2014/main" id="{53A2D965-DD21-450B-B218-58186189A279}"/>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8" name="">
            <a:extLst xmlns:a="http://schemas.openxmlformats.org/drawingml/2006/main">
              <a:ext uri="{FF2B5EF4-FFF2-40B4-BE49-F238E27FC236}">
                <a16:creationId xmlns:a16="http://schemas.microsoft.com/office/drawing/2014/main" id="{A97CE6C4-3365-4690-A46E-B7B630D9AE4C}"/>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DDBE879D-E178-4979-91D5-AD4AC05239CE}"/>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系统界面一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员工工作台与差距建议</a:t>
            </a:r>
          </a:p>
        </p:txBody>
      </p:sp>
      <p:sp>
        <p:nvSpPr>
          <p:cNvPr id="50" name="">
            <a:extLst xmlns:a="http://schemas.openxmlformats.org/drawingml/2006/main">
              <a:ext uri="{FF2B5EF4-FFF2-40B4-BE49-F238E27FC236}">
                <a16:creationId xmlns:a16="http://schemas.microsoft.com/office/drawing/2014/main" id="{AB2A36F0-EF7E-47FC-9CC0-630C772D910A}"/>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D3CC457-F879-4C64-88C5-0E8E725BEC60}"/>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0B2A489-AAD9-4015-9B23-67AE7CFD0F38}"/>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DCEB880-3F02-4B2D-A32B-9A0EAEF5FC59}"/>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7D57BF5D-F236-4182-829D-19D40D94951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1D38102C-C673-4807-9D83-A11BB5C26D1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D72E4EA1-C93F-42D2-83AE-1F5C3D26BF1E}"/>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71D8E0BD-A5B5-4C8C-BC63-2435110F11A2}"/>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C419CB82-EBC4-4C82-AC40-935A140EAE7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B87EC48-3D18-433B-8C15-AF2AB421738E}"/>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28473D7-AEED-4DEA-9B66-299C38C3D46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572BEF7-8989-4E93-B7CE-D6F56A15B81A}"/>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0EABFC7C-6D18-456A-9726-88DB654463D4}"/>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BF46AE9C-676E-466A-8D3B-CF7C68203F82}"/>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5F3155BE-498A-4A16-90B4-F484ED28D5A8}"/>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员工登录后看到的第一屏不是课程列表，而是「我差在哪、下一步该补什么」。</a:t>
            </a:r>
          </a:p>
        </p:txBody>
      </p:sp>
      <p:sp>
        <p:nvSpPr>
          <p:cNvPr id="65" name="">
            <a:extLst xmlns:a="http://schemas.openxmlformats.org/drawingml/2006/main">
              <a:ext uri="{FF2B5EF4-FFF2-40B4-BE49-F238E27FC236}">
                <a16:creationId xmlns:a16="http://schemas.microsoft.com/office/drawing/2014/main" id="{0F7202C4-01CE-4FE4-A870-76C6964B4BDF}"/>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15cccdc42d9c491f"/>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67" name="">
            <a:extLst xmlns:a="http://schemas.openxmlformats.org/drawingml/2006/main">
              <a:ext uri="{FF2B5EF4-FFF2-40B4-BE49-F238E27FC236}">
                <a16:creationId xmlns:a16="http://schemas.microsoft.com/office/drawing/2014/main" id="{A1112A0A-86A0-44CC-927F-D30982B6D9A7}"/>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14A4C696-9B52-4457-AD3A-8B5E592A7D78}"/>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本图证明：技能雷达把「岗位要求 </a:t>
            </a:r>
            <a:r>
              <a:rPr sz="863" b="0">
                <a:solidFill>
                  <a:srgbClr val="F5C33B"/>
                </a:solidFill>
                <a:latin typeface="微软雅黑"/>
                <a:ea typeface="微软雅黑"/>
                <a:cs typeface="微软雅黑"/>
              </a:rPr>
              <a:t>L3 / </a:t>
            </a:r>
            <a:r>
              <a:rPr sz="863" b="0">
                <a:solidFill>
                  <a:srgbClr val="F5C33B"/>
                </a:solidFill>
                <a:latin typeface="微软雅黑"/>
                <a:ea typeface="微软雅黑"/>
                <a:cs typeface="微软雅黑"/>
              </a:rPr>
              <a:t>当前 </a:t>
            </a:r>
            <a:r>
              <a:rPr sz="863" b="0">
                <a:solidFill>
                  <a:srgbClr val="F5C33B"/>
                </a:solidFill>
                <a:latin typeface="微软雅黑"/>
                <a:ea typeface="微软雅黑"/>
                <a:cs typeface="微软雅黑"/>
              </a:rPr>
              <a:t>L1</a:t>
            </a:r>
            <a:r>
              <a:rPr sz="863" b="0">
                <a:solidFill>
                  <a:srgbClr val="F5C33B"/>
                </a:solidFill>
                <a:latin typeface="微软雅黑"/>
                <a:ea typeface="微软雅黑"/>
                <a:cs typeface="微软雅黑"/>
              </a:rPr>
              <a:t>」直接画在一张图上，员工一眼就能看到差距项与达标项。</a:t>
            </a:r>
          </a:p>
        </p:txBody>
      </p:sp>
      <p:sp>
        <p:nvSpPr>
          <p:cNvPr id="69" name="">
            <a:extLst xmlns:a="http://schemas.openxmlformats.org/drawingml/2006/main">
              <a:ext uri="{FF2B5EF4-FFF2-40B4-BE49-F238E27FC236}">
                <a16:creationId xmlns:a16="http://schemas.microsoft.com/office/drawing/2014/main" id="{41686FCD-5C04-45E5-8339-D8955CD61B7B}"/>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d161662f5a6f46fb"/>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71" name="">
            <a:extLst xmlns:a="http://schemas.openxmlformats.org/drawingml/2006/main">
              <a:ext uri="{FF2B5EF4-FFF2-40B4-BE49-F238E27FC236}">
                <a16:creationId xmlns:a16="http://schemas.microsoft.com/office/drawing/2014/main" id="{44CA1638-D40C-4DE3-AF18-5E9DC2B229A5}"/>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A4B2A3FB-B99B-4943-82C3-C5A436E0FD98}"/>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本图证明：差距与建议页把个人欠缺逐条列出（技能缺失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知识缺失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经验缺失），并给出对应的学习计划，而不是只给一个总分。</a:t>
            </a:r>
          </a:p>
        </p:txBody>
      </p:sp>
      <p:sp>
        <p:nvSpPr>
          <p:cNvPr id="73" name="">
            <a:extLst xmlns:a="http://schemas.openxmlformats.org/drawingml/2006/main">
              <a:ext uri="{FF2B5EF4-FFF2-40B4-BE49-F238E27FC236}">
                <a16:creationId xmlns:a16="http://schemas.microsoft.com/office/drawing/2014/main" id="{739D6551-5B99-4280-B567-F15491C50BA3}"/>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4" name="">
            <a:extLst xmlns:a="http://schemas.openxmlformats.org/drawingml/2006/main">
              <a:ext uri="{FF2B5EF4-FFF2-40B4-BE49-F238E27FC236}">
                <a16:creationId xmlns:a16="http://schemas.microsoft.com/office/drawing/2014/main" id="{5DEA0302-A171-480C-B1EA-F8022B842D7C}"/>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差距来源</a:t>
            </a:r>
          </a:p>
        </p:txBody>
      </p:sp>
      <p:sp>
        <p:nvSpPr>
          <p:cNvPr id="75" name="">
            <a:extLst xmlns:a="http://schemas.openxmlformats.org/drawingml/2006/main">
              <a:ext uri="{FF2B5EF4-FFF2-40B4-BE49-F238E27FC236}">
                <a16:creationId xmlns:a16="http://schemas.microsoft.com/office/drawing/2014/main" id="{BEEC7A13-3FB7-47DD-9317-B26D59514B21}"/>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岗位要求、考试成绩、实操报告、工单表现、师傅评价</a:t>
            </a:r>
          </a:p>
        </p:txBody>
      </p:sp>
      <p:sp>
        <p:nvSpPr>
          <p:cNvPr id="76" name="">
            <a:extLst xmlns:a="http://schemas.openxmlformats.org/drawingml/2006/main">
              <a:ext uri="{FF2B5EF4-FFF2-40B4-BE49-F238E27FC236}">
                <a16:creationId xmlns:a16="http://schemas.microsoft.com/office/drawing/2014/main" id="{DFF7A78C-247E-455B-9380-748BFCE439F6}"/>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欠缺分类</a:t>
            </a:r>
          </a:p>
        </p:txBody>
      </p:sp>
      <p:sp>
        <p:nvSpPr>
          <p:cNvPr id="77" name="">
            <a:extLst xmlns:a="http://schemas.openxmlformats.org/drawingml/2006/main">
              <a:ext uri="{FF2B5EF4-FFF2-40B4-BE49-F238E27FC236}">
                <a16:creationId xmlns:a16="http://schemas.microsoft.com/office/drawing/2014/main" id="{13F40D62-41FF-42CA-90DA-D0DCEB2EFE26}"/>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技能缺失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知识缺失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经验缺失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证书过期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安全短板</a:t>
            </a:r>
          </a:p>
        </p:txBody>
      </p:sp>
      <p:sp>
        <p:nvSpPr>
          <p:cNvPr id="78" name="">
            <a:extLst xmlns:a="http://schemas.openxmlformats.org/drawingml/2006/main">
              <a:ext uri="{FF2B5EF4-FFF2-40B4-BE49-F238E27FC236}">
                <a16:creationId xmlns:a16="http://schemas.microsoft.com/office/drawing/2014/main" id="{B60F46EC-63CB-45FB-8D61-99BAAA543D52}"/>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欠缺原因</a:t>
            </a:r>
          </a:p>
        </p:txBody>
      </p:sp>
      <p:sp>
        <p:nvSpPr>
          <p:cNvPr id="79" name="">
            <a:extLst xmlns:a="http://schemas.openxmlformats.org/drawingml/2006/main">
              <a:ext uri="{FF2B5EF4-FFF2-40B4-BE49-F238E27FC236}">
                <a16:creationId xmlns:a16="http://schemas.microsoft.com/office/drawing/2014/main" id="{4C636B18-F7A2-416E-8ABB-5AE7686EB7D1}"/>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如「继保考试 </a:t>
            </a:r>
            <a:r>
              <a:rPr sz="900" b="0">
                <a:solidFill>
                  <a:srgbClr val="D6E6F7"/>
                </a:solidFill>
                <a:latin typeface="微软雅黑"/>
                <a:ea typeface="微软雅黑"/>
                <a:cs typeface="微软雅黑"/>
              </a:rPr>
              <a:t>62 </a:t>
            </a:r>
            <a:r>
              <a:rPr sz="900" b="0">
                <a:solidFill>
                  <a:srgbClr val="D6E6F7"/>
                </a:solidFill>
                <a:latin typeface="微软雅黑"/>
                <a:ea typeface="微软雅黑"/>
                <a:cs typeface="微软雅黑"/>
              </a:rPr>
              <a:t>分」「实操报告写误读软压板」「未按 </a:t>
            </a:r>
            <a:r>
              <a:rPr sz="900" b="0">
                <a:solidFill>
                  <a:srgbClr val="D6E6F7"/>
                </a:solidFill>
                <a:latin typeface="微软雅黑"/>
                <a:ea typeface="微软雅黑"/>
                <a:cs typeface="微软雅黑"/>
              </a:rPr>
              <a:t>SOP </a:t>
            </a:r>
            <a:r>
              <a:rPr sz="900" b="0">
                <a:solidFill>
                  <a:srgbClr val="D6E6F7"/>
                </a:solidFill>
                <a:latin typeface="微软雅黑"/>
                <a:ea typeface="微软雅黑"/>
                <a:cs typeface="微软雅黑"/>
              </a:rPr>
              <a:t>准备」</a:t>
            </a:r>
          </a:p>
        </p:txBody>
      </p:sp>
      <p:sp>
        <p:nvSpPr>
          <p:cNvPr id="80" name="">
            <a:extLst xmlns:a="http://schemas.openxmlformats.org/drawingml/2006/main">
              <a:ext uri="{FF2B5EF4-FFF2-40B4-BE49-F238E27FC236}">
                <a16:creationId xmlns:a16="http://schemas.microsoft.com/office/drawing/2014/main" id="{F48A3FEE-DF0C-4043-A423-8AFDFF06345D}"/>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输出</a:t>
            </a:r>
          </a:p>
        </p:txBody>
      </p:sp>
      <p:sp>
        <p:nvSpPr>
          <p:cNvPr id="81" name="">
            <a:extLst xmlns:a="http://schemas.openxmlformats.org/drawingml/2006/main">
              <a:ext uri="{FF2B5EF4-FFF2-40B4-BE49-F238E27FC236}">
                <a16:creationId xmlns:a16="http://schemas.microsoft.com/office/drawing/2014/main" id="{FB5A0352-FAAC-47A5-91C8-DE26188B3A21}"/>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学习计划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推荐课程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带教安排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模拟考（由规则引擎生成，带 </a:t>
            </a:r>
            <a:r>
              <a:rPr sz="900" b="0">
                <a:solidFill>
                  <a:srgbClr val="D6E6F7"/>
                </a:solidFill>
                <a:latin typeface="微软雅黑"/>
                <a:ea typeface="微软雅黑"/>
                <a:cs typeface="微软雅黑"/>
              </a:rPr>
              <a:t>rule_code</a:t>
            </a:r>
            <a:r>
              <a:rPr sz="900" b="0">
                <a:solidFill>
                  <a:srgbClr val="D6E6F7"/>
                </a:solidFill>
                <a:latin typeface="微软雅黑"/>
                <a:ea typeface="微软雅黑"/>
                <a:cs typeface="微软雅黑"/>
              </a:rPr>
              <a:t>）</a:t>
            </a:r>
          </a:p>
        </p:txBody>
      </p:sp>
      <p:sp>
        <p:nvSpPr>
          <p:cNvPr id="82" name="">
            <a:extLst xmlns:a="http://schemas.openxmlformats.org/drawingml/2006/main">
              <a:ext uri="{FF2B5EF4-FFF2-40B4-BE49-F238E27FC236}">
                <a16:creationId xmlns:a16="http://schemas.microsoft.com/office/drawing/2014/main" id="{AD304661-6EBB-46A9-A57E-F9FAD7129E3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A1D75197-D968-4660-9041-A27923BF9989}"/>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67FAE0F2-7175-4113-9C94-5B49302A492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E180BC26-F223-4B11-A422-FDA155C726ED}"/>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D778CAC0-32D0-413A-A814-839C7D90E8E2}"/>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CD8CFB72-1207-4522-B533-4C64428306AD}"/>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88" name="">
            <a:extLst xmlns:a="http://schemas.openxmlformats.org/drawingml/2006/main">
              <a:ext uri="{FF2B5EF4-FFF2-40B4-BE49-F238E27FC236}">
                <a16:creationId xmlns:a16="http://schemas.microsoft.com/office/drawing/2014/main" id="{53CD7DAA-B76C-4E38-B41F-05B64EBE26DB}"/>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3C2A690B-F686-4F98-B457-1FDA35A1269A}"/>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21</a:t>
            </a:r>
          </a:p>
        </p:txBody>
      </p:sp>
    </p:spTree>
    <p:extLst>
      <p:ext uri="{BB962C8B-B14F-4D97-AF65-F5344CB8AC3E}">
        <p14:creationId xmlns:p14="http://schemas.microsoft.com/office/powerpoint/2010/main" val="386281230"/>
      </p:ext>
    </p:extLst>
  </p:cSld>
</p:sld>
</file>

<file path=ppt/slides/slide2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99ba6a3e0130456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B4339E-0F7A-4C67-B2A6-708652538F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B45C65C-C8C0-4519-AA9B-70173E71F180}"/>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44E16D2-4F4B-4AD4-979F-EB2D099AFFF5}"/>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5450D36-1E6A-48FE-9883-31064F1F87D3}"/>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C702D5E-AA81-4A58-9C35-7F3C06723D56}"/>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AD3B6">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71DA132-BFEC-4683-B863-52B59522E9E0}"/>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62E480F7-6B8C-43CF-8379-BE58EC75C3F5}"/>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A709837-F479-4B7F-9086-29A146137DA3}"/>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5F64F11-0178-4EDB-AD35-79A6EF16638E}"/>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D32DFCB-B9EB-4F8F-A95C-3FB03D61F301}"/>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CB77F49-8C75-459B-BF26-AEB12078A517}"/>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3215C30-3F40-4B8A-92A9-6300EF4CACDB}"/>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4923DA5-538D-477C-A8B1-58DAC1767680}"/>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9432E3E-5D1C-40D1-8B1C-BC0D702CED1E}"/>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E0D806A-DBF8-44A3-BD40-EB2A99138DFD}"/>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F694A83-B9C4-4B86-9016-98BA3CA641EE}"/>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DBD1F6AB-7644-4B07-A4A9-937F42424D95}"/>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4AA8B55-8D81-45CF-BCF8-C555E8D81C14}"/>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A1AD6355-A996-42CB-9126-A55D87FEFB6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D6FEB75E-CB25-4F30-B44F-F280A0FEB98C}"/>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40865F47-3DC5-4823-AE2F-0D6B2A6A7BC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042F5ADB-AD57-40AA-9538-B10B84A23C4F}"/>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AF85F2EE-4A67-4B83-8B44-2040DA44C42F}"/>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DA65205-FB88-4053-BD7B-7A5125F1E18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8CC0692-B369-4261-AFC0-946106715A6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0F1FFC6-EC9D-4E8B-A7C4-5F34EBED426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EEFD2E19-979E-4A34-BD79-CF5EC3E093D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3D684BE1-BF84-423E-9519-BE1CC2520AFB}"/>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474F5F38-2F09-4E75-B80E-52C026AC4C87}"/>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88CFB03-D563-4837-9CE2-E50A1DFBD221}"/>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956299A-CFBE-4F7D-9298-8A32841B8ADE}"/>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E76229D-2154-4F57-822F-8F8F74F73F43}"/>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7DEE2E3-3895-4457-AAD3-42F7DF3E17D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3172C9B-6B81-4468-9FA3-17A8503FE92F}"/>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4CF82A5-BDF4-4E76-8F70-45A724EC5ECF}"/>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D901B56-CF7E-4640-BDA7-D037EA2C5FCE}"/>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1BC585FA-C1D8-442C-BAF9-F002E175BE32}"/>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63221AE-0341-414F-BFCB-9E8A31F5C32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F4766325-EF44-4F07-A8A1-EB1ED72F9B4E}"/>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2AD15925-85FF-4616-9FD1-F2CF3708A0D3}"/>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7CC1CA9-E28B-477E-89EB-D853AAE68339}"/>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CDD967E-B5FE-4D04-B879-DDF1B8894A3B}"/>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224BC35-DD4C-4A83-A363-2E2D8BBB4339}"/>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5" name="">
            <a:extLst xmlns:a="http://schemas.openxmlformats.org/drawingml/2006/main">
              <a:ext uri="{FF2B5EF4-FFF2-40B4-BE49-F238E27FC236}">
                <a16:creationId xmlns:a16="http://schemas.microsoft.com/office/drawing/2014/main" id="{75168CDD-AC57-450E-AA96-3869CE4B3B8E}"/>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6" name="">
            <a:extLst xmlns:a="http://schemas.openxmlformats.org/drawingml/2006/main">
              <a:ext uri="{FF2B5EF4-FFF2-40B4-BE49-F238E27FC236}">
                <a16:creationId xmlns:a16="http://schemas.microsoft.com/office/drawing/2014/main" id="{499AF069-D6F2-45D0-AD43-778FCCBF28A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0DA078D-5A3D-469E-B8BB-323953EE6C9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系统界面二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组卷考试与个性化学习计划</a:t>
            </a:r>
          </a:p>
        </p:txBody>
      </p:sp>
      <p:sp>
        <p:nvSpPr>
          <p:cNvPr id="48" name="">
            <a:extLst xmlns:a="http://schemas.openxmlformats.org/drawingml/2006/main">
              <a:ext uri="{FF2B5EF4-FFF2-40B4-BE49-F238E27FC236}">
                <a16:creationId xmlns:a16="http://schemas.microsoft.com/office/drawing/2014/main" id="{50C51693-C02C-4929-90A4-D7AD18AE5903}"/>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14559150-8E8F-4E92-8590-F1D7C06E1F57}"/>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BED49C7-8A6B-41E6-A113-C744C21784B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BB98E18-8F6E-4BC2-A7C2-28D4E67425EC}"/>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60B6A584-63F5-4B93-9F14-E2339810E8C3}"/>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5C2E401E-492A-4332-8D5A-D34C3AD84A3E}"/>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D08FE43C-D4ED-44BA-8015-B868A561AC5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8A28872-11C1-4627-ABFA-F4902C8CC53B}"/>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1C31CBA9-5286-4441-ABE7-80A6443A0E9D}"/>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B5F83A3-8F01-4BB3-870A-F278444D881A}"/>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B2CBADF2-F910-458E-AC09-4EF6E92F82EE}"/>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FEE3C9A-A584-47C0-97EB-B4D8B3E03B47}"/>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A8F4882-B539-4350-A453-8BBEADD3E3A9}"/>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50D020AD-0294-47EE-B772-C705E2CF37D6}"/>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FAD97420-F50B-4F72-9035-6A568587A04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同一套能力数据，既驱动「我的考试」入口，也驱动 </a:t>
            </a:r>
            <a:r>
              <a:rPr sz="1238">
                <a:solidFill>
                  <a:srgbClr val="FFFFFF"/>
                </a:solidFill>
                <a:latin typeface="微软雅黑"/>
                <a:ea typeface="微软雅黑"/>
                <a:cs typeface="微软雅黑"/>
              </a:rPr>
              <a:t>Agent </a:t>
            </a:r>
            <a:r>
              <a:rPr sz="1238">
                <a:solidFill>
                  <a:srgbClr val="FFFFFF"/>
                </a:solidFill>
                <a:latin typeface="微软雅黑"/>
                <a:ea typeface="微软雅黑"/>
                <a:cs typeface="微软雅黑"/>
              </a:rPr>
              <a:t>生成的学习计划。</a:t>
            </a:r>
          </a:p>
        </p:txBody>
      </p:sp>
      <p:sp>
        <p:nvSpPr>
          <p:cNvPr id="63" name="">
            <a:extLst xmlns:a="http://schemas.openxmlformats.org/drawingml/2006/main">
              <a:ext uri="{FF2B5EF4-FFF2-40B4-BE49-F238E27FC236}">
                <a16:creationId xmlns:a16="http://schemas.microsoft.com/office/drawing/2014/main" id="{DCBBBA2F-DEFE-478C-9967-0C3055F41DD9}"/>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c1666dc69e6342c2"/>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65" name="">
            <a:extLst xmlns:a="http://schemas.openxmlformats.org/drawingml/2006/main">
              <a:ext uri="{FF2B5EF4-FFF2-40B4-BE49-F238E27FC236}">
                <a16:creationId xmlns:a16="http://schemas.microsoft.com/office/drawing/2014/main" id="{EC3C2F1D-19E7-4FD5-9867-871AFF59C4C6}"/>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6" name="">
            <a:extLst xmlns:a="http://schemas.openxmlformats.org/drawingml/2006/main">
              <a:ext uri="{FF2B5EF4-FFF2-40B4-BE49-F238E27FC236}">
                <a16:creationId xmlns:a16="http://schemas.microsoft.com/office/drawing/2014/main" id="{9C111E26-D788-4B32-AC0E-768C6D0B68A8}"/>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本图证明：我的考试页把待考、历史成绩、错题与补考收在一个入口，考试成绩通过后自动回流技能等级。</a:t>
            </a:r>
          </a:p>
        </p:txBody>
      </p:sp>
      <p:sp>
        <p:nvSpPr>
          <p:cNvPr id="67" name="">
            <a:extLst xmlns:a="http://schemas.openxmlformats.org/drawingml/2006/main">
              <a:ext uri="{FF2B5EF4-FFF2-40B4-BE49-F238E27FC236}">
                <a16:creationId xmlns:a16="http://schemas.microsoft.com/office/drawing/2014/main" id="{73A490FE-5B8F-4076-A368-5BFC49E87B6C}"/>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d85fc37312b842b3"/>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69" name="">
            <a:extLst xmlns:a="http://schemas.openxmlformats.org/drawingml/2006/main">
              <a:ext uri="{FF2B5EF4-FFF2-40B4-BE49-F238E27FC236}">
                <a16:creationId xmlns:a16="http://schemas.microsoft.com/office/drawing/2014/main" id="{C933CB4C-A73B-47D3-842F-F27F9DC4BA0A}"/>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37FA4FCE-936D-4FE7-8460-70426F59A4B2}"/>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本图证明：个性化 </a:t>
            </a:r>
            <a:r>
              <a:rPr sz="863" b="0">
                <a:solidFill>
                  <a:srgbClr val="F5C33B"/>
                </a:solidFill>
                <a:latin typeface="微软雅黑"/>
                <a:ea typeface="微软雅黑"/>
                <a:cs typeface="微软雅黑"/>
              </a:rPr>
              <a:t>Agent </a:t>
            </a:r>
            <a:r>
              <a:rPr sz="863" b="0">
                <a:solidFill>
                  <a:srgbClr val="F5C33B"/>
                </a:solidFill>
                <a:latin typeface="微软雅黑"/>
                <a:ea typeface="微软雅黑"/>
                <a:cs typeface="微软雅黑"/>
              </a:rPr>
              <a:t>计划把「推荐课程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带教 </a:t>
            </a:r>
            <a:r>
              <a:rPr sz="863" b="0">
                <a:solidFill>
                  <a:srgbClr val="F5C33B"/>
                </a:solidFill>
                <a:latin typeface="微软雅黑"/>
                <a:ea typeface="微软雅黑"/>
                <a:cs typeface="微软雅黑"/>
              </a:rPr>
              <a:t>+ </a:t>
            </a:r>
            <a:r>
              <a:rPr sz="863" b="0">
                <a:solidFill>
                  <a:srgbClr val="F5C33B"/>
                </a:solidFill>
                <a:latin typeface="微软雅黑"/>
                <a:ea typeface="微软雅黑"/>
                <a:cs typeface="微软雅黑"/>
              </a:rPr>
              <a:t>模拟考」写成可执行条目，每条都能回溯到命中的规则与依据数据点。</a:t>
            </a:r>
          </a:p>
        </p:txBody>
      </p:sp>
      <p:sp>
        <p:nvSpPr>
          <p:cNvPr id="71" name="">
            <a:extLst xmlns:a="http://schemas.openxmlformats.org/drawingml/2006/main">
              <a:ext uri="{FF2B5EF4-FFF2-40B4-BE49-F238E27FC236}">
                <a16:creationId xmlns:a16="http://schemas.microsoft.com/office/drawing/2014/main" id="{08B60B02-EB1B-4BAA-A76D-BF4E8156CCE0}"/>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72" name="">
            <a:extLst xmlns:a="http://schemas.openxmlformats.org/drawingml/2006/main">
              <a:ext uri="{FF2B5EF4-FFF2-40B4-BE49-F238E27FC236}">
                <a16:creationId xmlns:a16="http://schemas.microsoft.com/office/drawing/2014/main" id="{A680BC23-69CB-4206-8660-73090658AF25}"/>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组卷考试能力（管理员配置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员工答题 </a:t>
            </a:r>
            <a:r>
              <a:rPr sz="1050" b="1">
                <a:solidFill>
                  <a:srgbClr val="F5C33B"/>
                </a:solidFill>
                <a:latin typeface="微软雅黑"/>
                <a:ea typeface="微软雅黑"/>
                <a:cs typeface="微软雅黑"/>
              </a:rPr>
              <a:t>→ </a:t>
            </a:r>
            <a:r>
              <a:rPr sz="1050" b="1">
                <a:solidFill>
                  <a:srgbClr val="F5C33B"/>
                </a:solidFill>
                <a:latin typeface="微软雅黑"/>
                <a:ea typeface="微软雅黑"/>
                <a:cs typeface="微软雅黑"/>
              </a:rPr>
              <a:t>成绩回流）</a:t>
            </a:r>
          </a:p>
        </p:txBody>
      </p:sp>
      <p:sp>
        <p:nvSpPr>
          <p:cNvPr id="73" name="">
            <a:extLst xmlns:a="http://schemas.openxmlformats.org/drawingml/2006/main">
              <a:ext uri="{FF2B5EF4-FFF2-40B4-BE49-F238E27FC236}">
                <a16:creationId xmlns:a16="http://schemas.microsoft.com/office/drawing/2014/main" id="{BAC3D519-C204-4A5A-93FF-8986ACBCCA99}"/>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组卷</a:t>
            </a:r>
          </a:p>
        </p:txBody>
      </p:sp>
      <p:sp>
        <p:nvSpPr>
          <p:cNvPr id="74" name="">
            <a:extLst xmlns:a="http://schemas.openxmlformats.org/drawingml/2006/main">
              <a:ext uri="{FF2B5EF4-FFF2-40B4-BE49-F238E27FC236}">
                <a16:creationId xmlns:a16="http://schemas.microsoft.com/office/drawing/2014/main" id="{0E307529-14B7-469F-9E6A-FD97AEF1F64A}"/>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按岗位、技能、等级抽题；题量与技能配比由算法三动态分配</a:t>
            </a:r>
          </a:p>
        </p:txBody>
      </p:sp>
      <p:sp>
        <p:nvSpPr>
          <p:cNvPr id="75" name="">
            <a:extLst xmlns:a="http://schemas.openxmlformats.org/drawingml/2006/main">
              <a:ext uri="{FF2B5EF4-FFF2-40B4-BE49-F238E27FC236}">
                <a16:creationId xmlns:a16="http://schemas.microsoft.com/office/drawing/2014/main" id="{EBDAA260-CC49-4323-96B3-9906FA559B47}"/>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开考门禁</a:t>
            </a:r>
          </a:p>
        </p:txBody>
      </p:sp>
      <p:sp>
        <p:nvSpPr>
          <p:cNvPr id="76" name="">
            <a:extLst xmlns:a="http://schemas.openxmlformats.org/drawingml/2006/main">
              <a:ext uri="{FF2B5EF4-FFF2-40B4-BE49-F238E27FC236}">
                <a16:creationId xmlns:a16="http://schemas.microsoft.com/office/drawing/2014/main" id="{ECF49068-253E-44D6-8656-427BCEA20BB4}"/>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管理员未开考时，前端按钮不可点击，接口侧直接拒绝发卷</a:t>
            </a:r>
          </a:p>
        </p:txBody>
      </p:sp>
      <p:sp>
        <p:nvSpPr>
          <p:cNvPr id="77" name="">
            <a:extLst xmlns:a="http://schemas.openxmlformats.org/drawingml/2006/main">
              <a:ext uri="{FF2B5EF4-FFF2-40B4-BE49-F238E27FC236}">
                <a16:creationId xmlns:a16="http://schemas.microsoft.com/office/drawing/2014/main" id="{69A03A91-4FDA-4A80-AE0A-21C857B43DFE}"/>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判卷</a:t>
            </a:r>
          </a:p>
        </p:txBody>
      </p:sp>
      <p:sp>
        <p:nvSpPr>
          <p:cNvPr id="78" name="">
            <a:extLst xmlns:a="http://schemas.openxmlformats.org/drawingml/2006/main">
              <a:ext uri="{FF2B5EF4-FFF2-40B4-BE49-F238E27FC236}">
                <a16:creationId xmlns:a16="http://schemas.microsoft.com/office/drawing/2014/main" id="{5C03DDFA-0790-4E26-A2E9-40B6D888847C}"/>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客观题自动判分，主观题与实操由班组长评；错题归因到知识点与技能</a:t>
            </a:r>
          </a:p>
        </p:txBody>
      </p:sp>
      <p:sp>
        <p:nvSpPr>
          <p:cNvPr id="79" name="">
            <a:extLst xmlns:a="http://schemas.openxmlformats.org/drawingml/2006/main">
              <a:ext uri="{FF2B5EF4-FFF2-40B4-BE49-F238E27FC236}">
                <a16:creationId xmlns:a16="http://schemas.microsoft.com/office/drawing/2014/main" id="{71782BA1-0252-4EBD-B2A0-4D01E542B053}"/>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防作弊</a:t>
            </a:r>
          </a:p>
        </p:txBody>
      </p:sp>
      <p:sp>
        <p:nvSpPr>
          <p:cNvPr id="80" name="">
            <a:extLst xmlns:a="http://schemas.openxmlformats.org/drawingml/2006/main">
              <a:ext uri="{FF2B5EF4-FFF2-40B4-BE49-F238E27FC236}">
                <a16:creationId xmlns:a16="http://schemas.microsoft.com/office/drawing/2014/main" id="{B36384EF-9DEC-4FB5-B7D3-67811B873C93}"/>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人脸识别、切屏检测、随机题、限时、操作日志与异常报警</a:t>
            </a:r>
          </a:p>
        </p:txBody>
      </p:sp>
      <p:sp>
        <p:nvSpPr>
          <p:cNvPr id="81" name="">
            <a:extLst xmlns:a="http://schemas.openxmlformats.org/drawingml/2006/main">
              <a:ext uri="{FF2B5EF4-FFF2-40B4-BE49-F238E27FC236}">
                <a16:creationId xmlns:a16="http://schemas.microsoft.com/office/drawing/2014/main" id="{8E9EF3F0-CF58-4564-8E8C-38B53997D323}"/>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回流</a:t>
            </a:r>
          </a:p>
        </p:txBody>
      </p:sp>
      <p:sp>
        <p:nvSpPr>
          <p:cNvPr id="82" name="">
            <a:extLst xmlns:a="http://schemas.openxmlformats.org/drawingml/2006/main">
              <a:ext uri="{FF2B5EF4-FFF2-40B4-BE49-F238E27FC236}">
                <a16:creationId xmlns:a16="http://schemas.microsoft.com/office/drawing/2014/main" id="{3CF19CA1-B5DA-4511-9ED2-F42356B74CA6}"/>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成绩通过后更新技能等级、个人欠缺、管理看板与证书</a:t>
            </a:r>
          </a:p>
        </p:txBody>
      </p:sp>
      <p:sp>
        <p:nvSpPr>
          <p:cNvPr id="83" name="">
            <a:extLst xmlns:a="http://schemas.openxmlformats.org/drawingml/2006/main">
              <a:ext uri="{FF2B5EF4-FFF2-40B4-BE49-F238E27FC236}">
                <a16:creationId xmlns:a16="http://schemas.microsoft.com/office/drawing/2014/main" id="{FD26901C-1389-4080-AD8B-97D310FFC31B}"/>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B703662-A80F-4567-9F5D-3EB86D65D6C2}"/>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43887F68-0771-4EED-B42B-555DCA0D8BF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C32D1FB9-EC69-4BB5-8208-0CEE090846DB}"/>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DC03082B-58BE-4D7C-A13C-35005D566810}"/>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E298B8D9-7BB5-40E5-B73B-2744AE1061AB}"/>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89" name="">
            <a:extLst xmlns:a="http://schemas.openxmlformats.org/drawingml/2006/main">
              <a:ext uri="{FF2B5EF4-FFF2-40B4-BE49-F238E27FC236}">
                <a16:creationId xmlns:a16="http://schemas.microsoft.com/office/drawing/2014/main" id="{7E4593BA-EF48-405B-85C3-59A27ABBDFE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A42F8E47-DA33-4E85-A0F7-A397D52DE798}"/>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22</a:t>
            </a:r>
          </a:p>
        </p:txBody>
      </p:sp>
    </p:spTree>
    <p:extLst>
      <p:ext uri="{BB962C8B-B14F-4D97-AF65-F5344CB8AC3E}">
        <p14:creationId xmlns:p14="http://schemas.microsoft.com/office/powerpoint/2010/main" val="1914415938"/>
      </p:ext>
    </p:extLst>
  </p:cSld>
</p:sld>
</file>

<file path=ppt/slides/slide2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9026d120e36c4f4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2CF4B7-E66B-4A11-8A0B-29E7D3F164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A876ED8E-B6DF-4171-A3EA-BE1E9CEB477E}"/>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4E95CAAD-5A10-400E-ACC6-5A00C4BC6DCC}"/>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080A63D-3B07-4F80-98A3-6E6898E768FB}"/>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C0C79CB-650E-4D0E-88F2-2385D5D62BFA}"/>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79F9255-976C-48CE-B2CC-53CB39317843}"/>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9E808D4-B66B-499C-A792-45277132C069}"/>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4CB3E01-6DEF-4819-B1B6-0475A5D63328}"/>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B3FD94D-67B5-470D-897D-D28641A4EDA2}"/>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74D2432-2516-4E44-A711-C7B080F4011D}"/>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793EC577-F819-4AEC-B4E7-73F4A738A1D4}"/>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2DB7884-8E2F-4B2C-B04F-8A831293FCD5}"/>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F844A347-510A-43C6-B4D7-A5B61B3F986C}"/>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22115E4-544C-461C-9F40-71C926DF982A}"/>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709CAE7-AA31-419E-B9E4-B079B7AEDEA6}"/>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A26CE23-B670-4CA8-9F75-4426349A3AF7}"/>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407916C-8BEE-4D77-ADB7-9D8AF1159E07}"/>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046B65E-EDE7-4D57-B32C-521DA34BDA04}"/>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59F3B5E6-1A16-49C1-B2E5-5433B5ADE8E6}"/>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BBAF9C88-ADD8-4967-86A5-191284AA9106}"/>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A54E713A-7F25-4B94-AED8-9E8A41EEA287}"/>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41E64BA-54FC-4FB9-8FC4-253A6906C59C}"/>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DCB4B822-9D9E-4800-92D5-41B64FDAF1C6}"/>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CD44CDC-A545-4D6B-A745-0E87B376E580}"/>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498B2F2-8E33-4549-B3EA-128B81015F10}"/>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782300F-0E66-493F-959A-86D7B7448876}"/>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2F497F5A-8199-4281-B737-119516A8BAC0}"/>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2593B321-C983-4E54-8F55-5816AE6E468F}"/>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871E73AB-7901-407D-AD3E-6B82F187C56D}"/>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9D3375B-C838-4D9A-AD16-BC38045F19AD}"/>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1D40F033-9019-4656-9E7C-0D696692E9A6}"/>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F13D0C0-FF79-472C-9A17-48EE475CD4AC}"/>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56301298-70BF-4ECF-89D3-F791017414CA}"/>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7C140CAC-9BB5-416E-B75A-230D772AE7FD}"/>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9780853F-F3BB-4445-BDC6-32B1A083A84C}"/>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1BAD1C6C-9E89-4AD3-91CA-459235E099B6}"/>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E19DADB8-1B76-414B-A3DB-AEA2C990DE5E}"/>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4B96879-E7E4-4C3D-A5DF-1569F4080309}"/>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F106DEFA-BB05-4249-A49A-7B9E81378D8B}"/>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9FB76F1-5923-4376-8467-187EF34ED67C}"/>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BDF90FE0-8D21-482F-B6A0-41B1AF1C9B72}"/>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327CFDF6-C876-4231-9C00-1330874C699A}"/>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5CDD8AA-4DFA-4291-B635-0378D663A3D3}"/>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86081566-43AA-49BF-A230-210072EC856A}"/>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1ECA6C9A-3B24-407A-BC94-1AB961C43262}"/>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2AD3B6">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5C13F268-3D18-4F5E-842D-849F302AD3F2}"/>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2AD3B6">
                  <a:alpha val="0"/>
                </a:srgbClr>
              </a:gs>
              <a:gs pos="45000">
                <a:srgbClr val="2AD3B6"/>
              </a:gs>
              <a:gs pos="100000">
                <a:srgbClr val="2AD3B6">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FC88CC63-5C9D-4C2E-8286-B8F2D0E8E951}"/>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FF337D8C-036B-472F-933E-C37C02ACEE02}"/>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667A97F-A1CB-4406-9CF9-3100DF21A5BF}"/>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E94F2156-5018-4507-98D3-2FA791115272}"/>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21661159-915B-4A48-9335-A6A5936656CE}"/>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8664A076-6F16-47E2-8519-FDF6E8316C5D}"/>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D5FC1880-6AC8-43DB-92A8-BA8F6BD9136F}"/>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2922C511-7E98-4CC2-9CC1-F6B618D2502C}"/>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40BD9090-A777-4C56-9054-BA2895742C4B}"/>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70B98680-1F88-492A-932B-982F5187BC93}"/>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8748F96-A01B-485B-B0A2-9DADA4DC93A4}"/>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2261192-E20A-4109-903C-D21E5A82025D}"/>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EB687EE-9C04-4D9A-BD13-C3BD2FCA62D5}"/>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F6847D6-2139-465B-8F5D-AA8031A8F93F}"/>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E0543CC0-37FE-42D3-BDC1-74786F6F7AFD}"/>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07B944D7-B1A5-465D-BA1B-3E017322F6F3}"/>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1649817C-1906-4B15-956B-6AFE98027015}"/>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91A8AFDA-5C7E-48FB-BD13-76153963B464}"/>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4D51BC64-8DFD-4CCA-B6FB-E633687FC00D}"/>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AED65B83-8CE4-442D-BE71-81ACA5DBD38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62A2FBB2-FE42-46D7-965D-FBBA6B041400}"/>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28E7CA91-9053-4FB3-BDA0-0B4DECEFFF2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5A9D3A48-74A5-41DB-94A1-A7F3D9F84C1D}"/>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E8B00E85-85E4-4E5E-86FB-83C5E095FB2C}"/>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4CA8FBE-6753-42C9-9419-C033AC3EDF08}"/>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A246401F-718F-4809-8696-508F57D0FADE}"/>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A70BCC7D-8909-4DFF-83ED-B28107388B0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0A578297-87C4-4435-ABE7-5F28D7CEFB50}"/>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46AF8C7C-66EB-41E8-9047-CCCE8A3C9C6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6148D534-53D8-4630-8354-8A9C599843B1}"/>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16D2763A-2D8D-409A-8473-1279A83E55E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5635B219-65E0-43D7-B082-7F6B11B2DEB6}"/>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D5D310D1-1126-4F50-B659-9B0534CEA230}"/>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D40C12B6-25D7-4A90-AA16-B90CF04636C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E1D3F2A7-AB21-43C8-B70A-F2B0ACC83680}"/>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AB0D8912-9F60-43AA-96AD-FF0E69177C44}"/>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870507D-7952-48F1-82E5-9E9429D991C8}"/>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E06F05DE-4A88-4EDF-B0AC-43122D5608E9}"/>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3A1BD427-4374-44F8-AB54-C411A6AE93A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87" name="">
            <a:extLst xmlns:a="http://schemas.openxmlformats.org/drawingml/2006/main">
              <a:ext uri="{FF2B5EF4-FFF2-40B4-BE49-F238E27FC236}">
                <a16:creationId xmlns:a16="http://schemas.microsoft.com/office/drawing/2014/main" id="{5C9859C2-9174-4B92-AD1B-869CA700848F}"/>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88" name="">
            <a:extLst xmlns:a="http://schemas.openxmlformats.org/drawingml/2006/main">
              <a:ext uri="{FF2B5EF4-FFF2-40B4-BE49-F238E27FC236}">
                <a16:creationId xmlns:a16="http://schemas.microsoft.com/office/drawing/2014/main" id="{1A57F0B5-C011-4303-9D4E-3F9EE2249D2D}"/>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1A905626-2500-405D-AE3A-E7F62195F766}"/>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系统界面三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班组长端：实操报告与归因确认</a:t>
            </a:r>
          </a:p>
        </p:txBody>
      </p:sp>
      <p:sp>
        <p:nvSpPr>
          <p:cNvPr id="90" name="">
            <a:extLst xmlns:a="http://schemas.openxmlformats.org/drawingml/2006/main">
              <a:ext uri="{FF2B5EF4-FFF2-40B4-BE49-F238E27FC236}">
                <a16:creationId xmlns:a16="http://schemas.microsoft.com/office/drawing/2014/main" id="{9C22368B-BE5A-4BC0-88E5-621554EE3ED7}"/>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4FD2C17C-033F-4B46-8EEF-D80EBB687954}"/>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4EB20F3C-CCF1-4847-904C-B053BE26C23D}"/>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20557803-2324-4C51-89EC-76E06E5A6D89}"/>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EB718209-69EA-42BE-87F3-75B77AABAB1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BBF4EE5A-A550-4EE9-B8D3-16C240CB6B81}"/>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9BB0D258-BCC9-49B9-A263-11F79729197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E14369BC-5FD2-4139-B9CD-A6D80CA5976E}"/>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EC0CADEE-70E7-4B0E-A235-27AEFC667FF0}"/>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36CC63B0-ADC3-4FD8-B8AA-6CB0EE9A2992}"/>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A927CFBE-1A94-410B-8D7D-CDF42772F790}"/>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9C1CE8F3-3227-47CA-9E7F-088FA58F1F95}"/>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2F91CACD-ED57-453A-BA9B-EC14521582D5}"/>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F3FA0479-57ED-4DB7-8D63-AA54C2795ACA}"/>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D2A805CF-680F-4ECA-A176-2DBF7EA0B509}"/>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班组长不只看到「谁交了报告」，而是看到「这份报告该判成技能原因还是人为原因」。</a:t>
            </a:r>
          </a:p>
        </p:txBody>
      </p:sp>
      <p:sp>
        <p:nvSpPr>
          <p:cNvPr id="105" name="">
            <a:extLst xmlns:a="http://schemas.openxmlformats.org/drawingml/2006/main">
              <a:ext uri="{FF2B5EF4-FFF2-40B4-BE49-F238E27FC236}">
                <a16:creationId xmlns:a16="http://schemas.microsoft.com/office/drawing/2014/main" id="{2C8A3571-ECB5-4939-8995-7B7965C13901}"/>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52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9289536ee7a047e9"/>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107" name="">
            <a:extLst xmlns:a="http://schemas.openxmlformats.org/drawingml/2006/main">
              <a:ext uri="{FF2B5EF4-FFF2-40B4-BE49-F238E27FC236}">
                <a16:creationId xmlns:a16="http://schemas.microsoft.com/office/drawing/2014/main" id="{5FB7B4B9-2F6B-47BE-96C3-01BF32BA6CAD}"/>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108" name="">
            <a:extLst xmlns:a="http://schemas.openxmlformats.org/drawingml/2006/main">
              <a:ext uri="{FF2B5EF4-FFF2-40B4-BE49-F238E27FC236}">
                <a16:creationId xmlns:a16="http://schemas.microsoft.com/office/drawing/2014/main" id="{E399C1D3-37D5-4692-AD5D-04F9B1CD3C75}"/>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本图证明：班组报告页汇总本班组任务量、完成率、超时率与报告状态，并可直接进入归因建议确认。</a:t>
            </a:r>
          </a:p>
        </p:txBody>
      </p:sp>
      <p:sp>
        <p:nvSpPr>
          <p:cNvPr id="109" name="">
            <a:extLst xmlns:a="http://schemas.openxmlformats.org/drawingml/2006/main">
              <a:ext uri="{FF2B5EF4-FFF2-40B4-BE49-F238E27FC236}">
                <a16:creationId xmlns:a16="http://schemas.microsoft.com/office/drawing/2014/main" id="{A5523ED7-D9EF-4D7B-A3F3-573666C0CE83}"/>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0" name="">
            <a:extLst xmlns:a="http://schemas.openxmlformats.org/drawingml/2006/main">
              <a:ext uri="{FF2B5EF4-FFF2-40B4-BE49-F238E27FC236}">
                <a16:creationId xmlns:a16="http://schemas.microsoft.com/office/drawing/2014/main" id="{EEE0B467-1BE6-447C-8E01-42394DF8D16C}"/>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C0F36E9A-8B40-4AC6-B249-AFC37710ED6D}"/>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填报实操报告</a:t>
            </a:r>
          </a:p>
        </p:txBody>
      </p:sp>
      <p:sp>
        <p:nvSpPr>
          <p:cNvPr id="112" name="">
            <a:extLst xmlns:a="http://schemas.openxmlformats.org/drawingml/2006/main">
              <a:ext uri="{FF2B5EF4-FFF2-40B4-BE49-F238E27FC236}">
                <a16:creationId xmlns:a16="http://schemas.microsoft.com/office/drawing/2014/main" id="{8629EA19-45C8-42C0-9B5A-089AE5652621}"/>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步骤、实际工时、问题分类、照片、录波、验收结果；提交后自动触发报告分析。</a:t>
            </a:r>
          </a:p>
        </p:txBody>
      </p:sp>
      <p:sp>
        <p:nvSpPr>
          <p:cNvPr id="113" name="">
            <a:extLst xmlns:a="http://schemas.openxmlformats.org/drawingml/2006/main">
              <a:ext uri="{FF2B5EF4-FFF2-40B4-BE49-F238E27FC236}">
                <a16:creationId xmlns:a16="http://schemas.microsoft.com/office/drawing/2014/main" id="{2BA8EBB1-144A-44D4-9F03-5DB42B1DB248}"/>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730EDD4D-EB47-4A09-8F2D-90625FAD424B}"/>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D99FBC3C-026C-4205-9002-E122C24E28A8}"/>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规则归因</a:t>
            </a:r>
          </a:p>
        </p:txBody>
      </p:sp>
      <p:sp>
        <p:nvSpPr>
          <p:cNvPr id="116" name="">
            <a:extLst xmlns:a="http://schemas.openxmlformats.org/drawingml/2006/main">
              <a:ext uri="{FF2B5EF4-FFF2-40B4-BE49-F238E27FC236}">
                <a16:creationId xmlns:a16="http://schemas.microsoft.com/office/drawing/2014/main" id="{93051F37-F619-44FA-8031-FFCECFBBC219}"/>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实际工时超计划 </a:t>
            </a:r>
            <a:r>
              <a:rPr sz="900" b="0">
                <a:solidFill>
                  <a:srgbClr val="D6E6F7"/>
                </a:solidFill>
                <a:latin typeface="微软雅黑"/>
                <a:ea typeface="微软雅黑"/>
                <a:cs typeface="微软雅黑"/>
              </a:rPr>
              <a:t>20% </a:t>
            </a:r>
            <a:r>
              <a:rPr sz="900" b="0">
                <a:solidFill>
                  <a:srgbClr val="D6E6F7"/>
                </a:solidFill>
                <a:latin typeface="微软雅黑"/>
                <a:ea typeface="微软雅黑"/>
                <a:cs typeface="微软雅黑"/>
              </a:rPr>
              <a:t>且技能缺失 </a:t>
            </a:r>
            <a:r>
              <a:rPr sz="900" b="0">
                <a:solidFill>
                  <a:srgbClr val="D6E6F7"/>
                </a:solidFill>
                <a:latin typeface="微软雅黑"/>
                <a:ea typeface="微软雅黑"/>
                <a:cs typeface="微软雅黑"/>
              </a:rPr>
              <a:t>→ SKILL_GAP </a:t>
            </a:r>
            <a:r>
              <a:rPr sz="900" b="0">
                <a:solidFill>
                  <a:srgbClr val="D6E6F7"/>
                </a:solidFill>
                <a:latin typeface="微软雅黑"/>
                <a:ea typeface="微软雅黑"/>
                <a:cs typeface="微软雅黑"/>
              </a:rPr>
              <a:t>类归因；未按 </a:t>
            </a:r>
            <a:r>
              <a:rPr sz="900" b="0">
                <a:solidFill>
                  <a:srgbClr val="D6E6F7"/>
                </a:solidFill>
                <a:latin typeface="微软雅黑"/>
                <a:ea typeface="微软雅黑"/>
                <a:cs typeface="微软雅黑"/>
              </a:rPr>
              <a:t>SOP </a:t>
            </a:r>
            <a:r>
              <a:rPr sz="900" b="0">
                <a:solidFill>
                  <a:srgbClr val="D6E6F7"/>
                </a:solidFill>
                <a:latin typeface="微软雅黑"/>
                <a:ea typeface="微软雅黑"/>
                <a:cs typeface="微软雅黑"/>
              </a:rPr>
              <a:t>准备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人为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流程原因。</a:t>
            </a:r>
          </a:p>
        </p:txBody>
      </p:sp>
      <p:sp>
        <p:nvSpPr>
          <p:cNvPr id="117" name="">
            <a:extLst xmlns:a="http://schemas.openxmlformats.org/drawingml/2006/main">
              <a:ext uri="{FF2B5EF4-FFF2-40B4-BE49-F238E27FC236}">
                <a16:creationId xmlns:a16="http://schemas.microsoft.com/office/drawing/2014/main" id="{61C04B6D-A072-4CED-A470-2A5462CA54EC}"/>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8" name="">
            <a:extLst xmlns:a="http://schemas.openxmlformats.org/drawingml/2006/main">
              <a:ext uri="{FF2B5EF4-FFF2-40B4-BE49-F238E27FC236}">
                <a16:creationId xmlns:a16="http://schemas.microsoft.com/office/drawing/2014/main" id="{C02CCAC4-526B-4D70-98AC-E56D3E86E380}"/>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DF9FB564-7AB6-4813-AE57-5AB3DC302CDD}"/>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确认接口</a:t>
            </a:r>
          </a:p>
        </p:txBody>
      </p:sp>
      <p:sp>
        <p:nvSpPr>
          <p:cNvPr id="120" name="">
            <a:extLst xmlns:a="http://schemas.openxmlformats.org/drawingml/2006/main">
              <a:ext uri="{FF2B5EF4-FFF2-40B4-BE49-F238E27FC236}">
                <a16:creationId xmlns:a16="http://schemas.microsoft.com/office/drawing/2014/main" id="{2D6866DB-9C76-491B-A1AA-0ACD63EBC5F7}"/>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POST /api/v1/tasks/reports/{reportId}/attribution/confirm</a:t>
            </a:r>
            <a:r>
              <a:rPr sz="900" b="0">
                <a:solidFill>
                  <a:srgbClr val="D6E6F7"/>
                </a:solidFill>
                <a:latin typeface="微软雅黑"/>
                <a:ea typeface="微软雅黑"/>
                <a:cs typeface="微软雅黑"/>
              </a:rPr>
              <a:t>，班组长只改建议状态，不改业务数据。</a:t>
            </a:r>
          </a:p>
        </p:txBody>
      </p:sp>
      <p:sp>
        <p:nvSpPr>
          <p:cNvPr id="121" name="">
            <a:extLst xmlns:a="http://schemas.openxmlformats.org/drawingml/2006/main">
              <a:ext uri="{FF2B5EF4-FFF2-40B4-BE49-F238E27FC236}">
                <a16:creationId xmlns:a16="http://schemas.microsoft.com/office/drawing/2014/main" id="{43A3A21A-EB28-4879-8DFB-AD9B7386E90B}"/>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1022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22" name="">
            <a:extLst xmlns:a="http://schemas.openxmlformats.org/drawingml/2006/main">
              <a:ext uri="{FF2B5EF4-FFF2-40B4-BE49-F238E27FC236}">
                <a16:creationId xmlns:a16="http://schemas.microsoft.com/office/drawing/2014/main" id="{7AE17559-3105-47E3-B545-F00D8FA6D18B}"/>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1D49717D-DC83-472B-A707-9F8A43BF9282}"/>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任务评分</a:t>
            </a:r>
          </a:p>
        </p:txBody>
      </p:sp>
      <p:sp>
        <p:nvSpPr>
          <p:cNvPr id="124" name="">
            <a:extLst xmlns:a="http://schemas.openxmlformats.org/drawingml/2006/main">
              <a:ext uri="{FF2B5EF4-FFF2-40B4-BE49-F238E27FC236}">
                <a16:creationId xmlns:a16="http://schemas.microsoft.com/office/drawing/2014/main" id="{E2732801-BE83-46E1-ADF9-1312C8976B9B}"/>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打回重做或确认通过，反馈自动进入员工个人欠缺与管理看板。</a:t>
            </a:r>
          </a:p>
        </p:txBody>
      </p:sp>
      <p:sp>
        <p:nvSpPr>
          <p:cNvPr id="125" name="">
            <a:extLst xmlns:a="http://schemas.openxmlformats.org/drawingml/2006/main">
              <a:ext uri="{FF2B5EF4-FFF2-40B4-BE49-F238E27FC236}">
                <a16:creationId xmlns:a16="http://schemas.microsoft.com/office/drawing/2014/main" id="{CDD19215-FE14-415A-A16D-BF69A98F7E08}"/>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26" name="">
            <a:extLst xmlns:a="http://schemas.openxmlformats.org/drawingml/2006/main">
              <a:ext uri="{FF2B5EF4-FFF2-40B4-BE49-F238E27FC236}">
                <a16:creationId xmlns:a16="http://schemas.microsoft.com/office/drawing/2014/main" id="{E746979D-6AD3-4D5F-9A7A-23A2BDCD1920}"/>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留痕自验：一次 </a:t>
            </a:r>
            <a:r>
              <a:rPr sz="1050" b="1">
                <a:solidFill>
                  <a:srgbClr val="F5C33B"/>
                </a:solidFill>
                <a:latin typeface="微软雅黑"/>
                <a:ea typeface="微软雅黑"/>
                <a:cs typeface="微软雅黑"/>
              </a:rPr>
              <a:t>analyze → confirm</a:t>
            </a:r>
            <a:r>
              <a:rPr sz="1050" b="1">
                <a:solidFill>
                  <a:srgbClr val="F5C33B"/>
                </a:solidFill>
                <a:latin typeface="微软雅黑"/>
                <a:ea typeface="微软雅黑"/>
                <a:cs typeface="微软雅黑"/>
              </a:rPr>
              <a:t>，三张表可以用同一个 </a:t>
            </a:r>
            <a:r>
              <a:rPr sz="1050" b="1">
                <a:solidFill>
                  <a:srgbClr val="F5C33B"/>
                </a:solidFill>
                <a:latin typeface="微软雅黑"/>
                <a:ea typeface="微软雅黑"/>
                <a:cs typeface="微软雅黑"/>
              </a:rPr>
              <a:t>run_id </a:t>
            </a:r>
            <a:r>
              <a:rPr sz="1050" b="1">
                <a:solidFill>
                  <a:srgbClr val="F5C33B"/>
                </a:solidFill>
                <a:latin typeface="微软雅黑"/>
                <a:ea typeface="微软雅黑"/>
                <a:cs typeface="微软雅黑"/>
              </a:rPr>
              <a:t>串起来</a:t>
            </a:r>
          </a:p>
        </p:txBody>
      </p:sp>
      <p:sp>
        <p:nvSpPr>
          <p:cNvPr id="127" name="">
            <a:extLst xmlns:a="http://schemas.openxmlformats.org/drawingml/2006/main">
              <a:ext uri="{FF2B5EF4-FFF2-40B4-BE49-F238E27FC236}">
                <a16:creationId xmlns:a16="http://schemas.microsoft.com/office/drawing/2014/main" id="{9D954937-A5CE-4CA0-AADB-971F4FC417C0}"/>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8" name="">
            <a:extLst xmlns:a="http://schemas.openxmlformats.org/drawingml/2006/main">
              <a:ext uri="{FF2B5EF4-FFF2-40B4-BE49-F238E27FC236}">
                <a16:creationId xmlns:a16="http://schemas.microsoft.com/office/drawing/2014/main" id="{0444523E-1F37-4D71-BBBF-AF0B95643119}"/>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rule_result</a:t>
            </a:r>
          </a:p>
        </p:txBody>
      </p:sp>
      <p:sp>
        <p:nvSpPr>
          <p:cNvPr id="129" name="">
            <a:extLst xmlns:a="http://schemas.openxmlformats.org/drawingml/2006/main">
              <a:ext uri="{FF2B5EF4-FFF2-40B4-BE49-F238E27FC236}">
                <a16:creationId xmlns:a16="http://schemas.microsoft.com/office/drawing/2014/main" id="{F99A93F0-E542-4DEE-924F-11B69E7B4956}"/>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规则执行留痕：命中了哪条规则、条件求值结果、依据事实</a:t>
            </a:r>
          </a:p>
        </p:txBody>
      </p:sp>
      <p:sp>
        <p:nvSpPr>
          <p:cNvPr id="130" name="">
            <a:extLst xmlns:a="http://schemas.openxmlformats.org/drawingml/2006/main">
              <a:ext uri="{FF2B5EF4-FFF2-40B4-BE49-F238E27FC236}">
                <a16:creationId xmlns:a16="http://schemas.microsoft.com/office/drawing/2014/main" id="{50338861-22B7-4CD5-AEFB-38A0E3BB9105}"/>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1" name="">
            <a:extLst xmlns:a="http://schemas.openxmlformats.org/drawingml/2006/main">
              <a:ext uri="{FF2B5EF4-FFF2-40B4-BE49-F238E27FC236}">
                <a16:creationId xmlns:a16="http://schemas.microsoft.com/office/drawing/2014/main" id="{09C2C823-D9B4-4A3D-9FFC-910ADB10E8A0}"/>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agent_suggestion</a:t>
            </a:r>
          </a:p>
        </p:txBody>
      </p:sp>
      <p:sp>
        <p:nvSpPr>
          <p:cNvPr id="132" name="">
            <a:extLst xmlns:a="http://schemas.openxmlformats.org/drawingml/2006/main">
              <a:ext uri="{FF2B5EF4-FFF2-40B4-BE49-F238E27FC236}">
                <a16:creationId xmlns:a16="http://schemas.microsoft.com/office/drawing/2014/main" id="{1381CF15-CC41-4913-8A99-B43D546E20E2}"/>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建议留痕：</a:t>
            </a:r>
            <a:r>
              <a:rPr sz="825" b="0">
                <a:solidFill>
                  <a:srgbClr val="D6E6F7"/>
                </a:solidFill>
                <a:latin typeface="微软雅黑"/>
                <a:ea typeface="微软雅黑"/>
                <a:cs typeface="微软雅黑"/>
              </a:rPr>
              <a:t>confidence / source / need_human_confirm / status</a:t>
            </a:r>
          </a:p>
        </p:txBody>
      </p:sp>
      <p:sp>
        <p:nvSpPr>
          <p:cNvPr id="133" name="">
            <a:extLst xmlns:a="http://schemas.openxmlformats.org/drawingml/2006/main">
              <a:ext uri="{FF2B5EF4-FFF2-40B4-BE49-F238E27FC236}">
                <a16:creationId xmlns:a16="http://schemas.microsoft.com/office/drawing/2014/main" id="{444CEA7A-385F-4F00-BAF8-8C57BDF25774}"/>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2162"/>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34" name="">
            <a:extLst xmlns:a="http://schemas.openxmlformats.org/drawingml/2006/main">
              <a:ext uri="{FF2B5EF4-FFF2-40B4-BE49-F238E27FC236}">
                <a16:creationId xmlns:a16="http://schemas.microsoft.com/office/drawing/2014/main" id="{8E0DC26D-4442-4753-AD10-62689C64F77A}"/>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Bahnschrift"/>
                <a:ea typeface="Bahnschrift"/>
                <a:cs typeface="Bahnschrift"/>
              </a:defRPr>
            </a:pPr>
            <a:r>
              <a:rPr sz="938" b="1">
                <a:solidFill>
                  <a:srgbClr val="31C7F0"/>
                </a:solidFill>
                <a:latin typeface="Bahnschrift"/>
                <a:ea typeface="Bahnschrift"/>
                <a:cs typeface="Bahnschrift"/>
              </a:rPr>
              <a:t>decision_log</a:t>
            </a:r>
          </a:p>
        </p:txBody>
      </p:sp>
      <p:sp>
        <p:nvSpPr>
          <p:cNvPr id="135" name="">
            <a:extLst xmlns:a="http://schemas.openxmlformats.org/drawingml/2006/main">
              <a:ext uri="{FF2B5EF4-FFF2-40B4-BE49-F238E27FC236}">
                <a16:creationId xmlns:a16="http://schemas.microsoft.com/office/drawing/2014/main" id="{DFA83588-CB04-4F39-B7DD-63C75BC2D077}"/>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人工决定：确认人、决定、理由、时间，以及后续执行与回滚</a:t>
            </a:r>
          </a:p>
        </p:txBody>
      </p:sp>
      <p:sp>
        <p:nvSpPr>
          <p:cNvPr id="136" name="">
            <a:extLst xmlns:a="http://schemas.openxmlformats.org/drawingml/2006/main">
              <a:ext uri="{FF2B5EF4-FFF2-40B4-BE49-F238E27FC236}">
                <a16:creationId xmlns:a16="http://schemas.microsoft.com/office/drawing/2014/main" id="{B6F3F638-3698-4186-BC43-3A7B446CFE4B}"/>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E29CABF6-9105-4E29-B8A6-FA6FF2C8168F}"/>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8" name="">
            <a:extLst xmlns:a="http://schemas.openxmlformats.org/drawingml/2006/main">
              <a:ext uri="{FF2B5EF4-FFF2-40B4-BE49-F238E27FC236}">
                <a16:creationId xmlns:a16="http://schemas.microsoft.com/office/drawing/2014/main" id="{2BC35D7A-567E-4976-AB4E-651800F2F990}"/>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F90661BC-B090-4D41-A325-5F8287708C37}"/>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0" name="">
            <a:extLst xmlns:a="http://schemas.openxmlformats.org/drawingml/2006/main">
              <a:ext uri="{FF2B5EF4-FFF2-40B4-BE49-F238E27FC236}">
                <a16:creationId xmlns:a16="http://schemas.microsoft.com/office/drawing/2014/main" id="{27BA628A-4B18-431F-8515-D2102E8EC9B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41" name="">
            <a:extLst xmlns:a="http://schemas.openxmlformats.org/drawingml/2006/main">
              <a:ext uri="{FF2B5EF4-FFF2-40B4-BE49-F238E27FC236}">
                <a16:creationId xmlns:a16="http://schemas.microsoft.com/office/drawing/2014/main" id="{CE019F06-6482-4B41-9257-0B8DB99624A8}"/>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42" name="">
            <a:extLst xmlns:a="http://schemas.openxmlformats.org/drawingml/2006/main">
              <a:ext uri="{FF2B5EF4-FFF2-40B4-BE49-F238E27FC236}">
                <a16:creationId xmlns:a16="http://schemas.microsoft.com/office/drawing/2014/main" id="{589C4893-551B-4DCF-9D4C-E4B539665AE6}"/>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8608CEAD-8640-4FE8-A8E2-1CD3CC4F6A5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23</a:t>
            </a:r>
          </a:p>
        </p:txBody>
      </p:sp>
    </p:spTree>
    <p:extLst>
      <p:ext uri="{BB962C8B-B14F-4D97-AF65-F5344CB8AC3E}">
        <p14:creationId xmlns:p14="http://schemas.microsoft.com/office/powerpoint/2010/main" val="859140523"/>
      </p:ext>
    </p:extLst>
  </p:cSld>
</p:sld>
</file>

<file path=ppt/slides/slide2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f9bcdc6895fb4dd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999E3F-48B0-4A10-B911-8B54E4B1B4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A44F1995-449B-4709-BB3D-809AD2797824}"/>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311BE5E-D23C-4DE9-94B4-D59719F14D27}"/>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0622869-4924-4C79-97EF-9FDB28125B10}"/>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28EBA34-A8BA-4DA1-B38B-51F2766D60B7}"/>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13A4CA5D-D901-43C8-A331-95674CEB978C}"/>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2AD3B6"/>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84921FCC-D08F-40EA-8502-9D6591EAFD9B}"/>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AA1CA33-FD31-4050-80FE-89BF7C7339F0}"/>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E8BD6F1C-254D-4DC0-BA78-6CBEE17EC2DF}"/>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FB111AB-CE3D-4934-9A12-8EF3FACACAF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00B2764-F89F-45BF-B3A7-67E20614BE0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4A74B38-E275-429B-A2FE-88766DF642A8}"/>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5634A916-F762-4E9D-99EC-31C7BC0EEC1F}"/>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323923B-8096-4F09-9A71-53D33F79A030}"/>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20F37FF-4F6D-41E2-9C20-79321CC56737}"/>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EC4F780-3201-46AB-BEED-C7F9D379855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01DAB2C0-EB97-4D02-896D-CAFCF8485705}"/>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75FE3950-775B-4291-A1F6-15D1DBA91257}"/>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6CD379B-2109-40FB-95A0-C598F2D72E6C}"/>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67B683DF-FF4C-4CAB-A2D8-0C27D2CD69E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507DB75E-BC89-47D0-B74B-73707675E43D}"/>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CB981330-EDB9-4B99-A419-3A009EDB6D2E}"/>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4F83BAEF-BCAE-495D-8D58-9FD72567830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2F20773-CA92-4355-81BB-73B289EFB8E8}"/>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04DD4EE-9D10-4F5A-B748-A4712AFEE1E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65694A4A-8589-46B5-94A9-0D266480AEC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73C51AB0-33B5-4985-93CB-4A5E57A284DD}"/>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86C419FA-153A-4A63-886A-BC3264F1A616}"/>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0CAC5FE-A5A3-4A67-86BF-343D30B23C23}"/>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59EC2DEA-0745-4DE6-8E25-38A197ADAF5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EC73C6C3-288F-4AA2-99C1-5AA6184571C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3012B17-E679-42AF-9B25-C96DFD78C965}"/>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5EA7C80-894E-40A1-9D39-A8A61E95AD79}"/>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492F678-1A7D-47E5-9675-18A025DE7954}"/>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4E5CBFC-9C35-4492-9D6B-81B01575FA22}"/>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7D40BE6-EE05-477D-9BF5-0556DCDA1BAF}"/>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C4C2571-1E42-4E4E-AB0E-97A97CABDA18}"/>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56F1B51A-4FD0-4DB6-9565-D24F61748AD5}"/>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6F348A37-8FB0-47AD-AEBF-ADB2583031A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724CC954-E553-4572-9831-20C4552DCD7F}"/>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A5494B8F-548B-4E5E-9A02-E4498BEF775A}"/>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50D787B6-F41B-4F01-9ABB-DF45D673D95C}"/>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F55FCEA-2EC1-4942-8BCA-A0E080E233A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0A962D44-C401-4698-AF76-355511CB54AB}"/>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6" name="">
            <a:extLst xmlns:a="http://schemas.openxmlformats.org/drawingml/2006/main">
              <a:ext uri="{FF2B5EF4-FFF2-40B4-BE49-F238E27FC236}">
                <a16:creationId xmlns:a16="http://schemas.microsoft.com/office/drawing/2014/main" id="{B551A14C-3D54-4F3F-875E-D608937759EB}"/>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7" name="">
            <a:extLst xmlns:a="http://schemas.openxmlformats.org/drawingml/2006/main">
              <a:ext uri="{FF2B5EF4-FFF2-40B4-BE49-F238E27FC236}">
                <a16:creationId xmlns:a16="http://schemas.microsoft.com/office/drawing/2014/main" id="{2FCD573B-7391-45ED-8412-E0530038E2D4}"/>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BFE13C40-64A6-4E3D-A60C-CED6364D8ED2}"/>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系统界面四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管理端：公司运行诊断与人才决策</a:t>
            </a:r>
          </a:p>
        </p:txBody>
      </p:sp>
      <p:sp>
        <p:nvSpPr>
          <p:cNvPr id="49" name="">
            <a:extLst xmlns:a="http://schemas.openxmlformats.org/drawingml/2006/main">
              <a:ext uri="{FF2B5EF4-FFF2-40B4-BE49-F238E27FC236}">
                <a16:creationId xmlns:a16="http://schemas.microsoft.com/office/drawing/2014/main" id="{79D88997-6B8D-4E75-A166-2A1939E101E2}"/>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A814537A-3C4E-4C7B-B7BB-CA0AA183EE2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0EE05FFE-2CE8-4FAA-83FA-17AE8E48640A}"/>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73C6634-360E-4E21-B571-398279070633}"/>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51AF241-1B31-42AF-B6BB-36C4A043206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B2CB1ACD-4D41-4293-8E3D-8A7D3F203C7D}"/>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5EAE7C11-95B5-4DFD-84AD-C11DF8BD4B4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BA7AD758-6E68-410E-95AD-4DDFBFC74ACD}"/>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EF63829E-FE01-4304-87FD-F237837307F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06A2EE48-1DDD-42A4-988D-BAF137BAB9C9}"/>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CB3FB27-00BE-4EA7-93E7-E65D2EDB9FCE}"/>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AB76A047-19B2-42BB-A624-6F4FB60469DC}"/>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89507B9-CBC4-44F3-9E1A-F3BF35C9EE8A}"/>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7A9FB98E-6403-4CA5-9E5F-BBC47437E8DC}"/>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7F4DFA19-FDC0-4B56-8BD7-A4C278892CC1}"/>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管理端给出的不是「感觉缺人」，而是「缺口在哪里、补法有哪几种、各自要花多少钱」。</a:t>
            </a:r>
          </a:p>
        </p:txBody>
      </p:sp>
      <p:sp>
        <p:nvSpPr>
          <p:cNvPr id="64" name="">
            <a:extLst xmlns:a="http://schemas.openxmlformats.org/drawingml/2006/main">
              <a:ext uri="{FF2B5EF4-FFF2-40B4-BE49-F238E27FC236}">
                <a16:creationId xmlns:a16="http://schemas.microsoft.com/office/drawing/2014/main" id="{45D978B7-6741-446A-A679-DF494D2C9D13}"/>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761"/>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f77d11da907c4bc1"/>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66" name="">
            <a:extLst xmlns:a="http://schemas.openxmlformats.org/drawingml/2006/main">
              <a:ext uri="{FF2B5EF4-FFF2-40B4-BE49-F238E27FC236}">
                <a16:creationId xmlns:a16="http://schemas.microsoft.com/office/drawing/2014/main" id="{2AF6ABB0-91E8-4747-BD47-7A4B386F89E4}"/>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35F3CAB6-E55C-4BFE-B356-5ACE335B3E86}"/>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68" name="">
            <a:extLst xmlns:a="http://schemas.openxmlformats.org/drawingml/2006/main">
              <a:ext uri="{FF2B5EF4-FFF2-40B4-BE49-F238E27FC236}">
                <a16:creationId xmlns:a16="http://schemas.microsoft.com/office/drawing/2014/main" id="{72054458-1542-44F4-8C7F-6C84068D04D5}"/>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761"/>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bcc564dc131a411d"/>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70" name="">
            <a:extLst xmlns:a="http://schemas.openxmlformats.org/drawingml/2006/main">
              <a:ext uri="{FF2B5EF4-FFF2-40B4-BE49-F238E27FC236}">
                <a16:creationId xmlns:a16="http://schemas.microsoft.com/office/drawing/2014/main" id="{A0A9A23E-7C2E-4B81-84A6-23E5FB5227C1}"/>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71" name="">
            <a:extLst xmlns:a="http://schemas.openxmlformats.org/drawingml/2006/main">
              <a:ext uri="{FF2B5EF4-FFF2-40B4-BE49-F238E27FC236}">
                <a16:creationId xmlns:a16="http://schemas.microsoft.com/office/drawing/2014/main" id="{12B51B78-6640-4518-BE43-7A2B54C4F00A}"/>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本图证明：公司运行诊断把诊断项、证据、结论与建议写在同一页，每条建议都标注来源与人工确认状态。</a:t>
            </a:r>
          </a:p>
        </p:txBody>
      </p:sp>
      <p:sp>
        <p:nvSpPr>
          <p:cNvPr id="72" name="">
            <a:extLst xmlns:a="http://schemas.openxmlformats.org/drawingml/2006/main">
              <a:ext uri="{FF2B5EF4-FFF2-40B4-BE49-F238E27FC236}">
                <a16:creationId xmlns:a16="http://schemas.microsoft.com/office/drawing/2014/main" id="{D37C0D07-75D4-457D-A2C6-0F6999B96AA0}"/>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3" name="">
            <a:extLst xmlns:a="http://schemas.openxmlformats.org/drawingml/2006/main">
              <a:ext uri="{FF2B5EF4-FFF2-40B4-BE49-F238E27FC236}">
                <a16:creationId xmlns:a16="http://schemas.microsoft.com/office/drawing/2014/main" id="{BF143806-EDF7-430A-99CF-D1F0E1BE2A36}"/>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C608487-73DB-4884-82CC-70B6DF01B71D}"/>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人才驾驶舱</a:t>
            </a:r>
          </a:p>
        </p:txBody>
      </p:sp>
      <p:sp>
        <p:nvSpPr>
          <p:cNvPr id="75" name="">
            <a:extLst xmlns:a="http://schemas.openxmlformats.org/drawingml/2006/main">
              <a:ext uri="{FF2B5EF4-FFF2-40B4-BE49-F238E27FC236}">
                <a16:creationId xmlns:a16="http://schemas.microsoft.com/office/drawing/2014/main" id="{757C8BB4-81B4-4AB1-B3A5-E8F35169F0F9}"/>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全公司人才总览：关键指标、人才缺口、培训成本、用人成本、安全风险</a:t>
            </a:r>
          </a:p>
        </p:txBody>
      </p:sp>
      <p:sp>
        <p:nvSpPr>
          <p:cNvPr id="76" name="">
            <a:extLst xmlns:a="http://schemas.openxmlformats.org/drawingml/2006/main">
              <a:ext uri="{FF2B5EF4-FFF2-40B4-BE49-F238E27FC236}">
                <a16:creationId xmlns:a16="http://schemas.microsoft.com/office/drawing/2014/main" id="{C3F72A03-EAFE-4BAB-A040-AD9CF6BCF700}"/>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7" name="">
            <a:extLst xmlns:a="http://schemas.openxmlformats.org/drawingml/2006/main">
              <a:ext uri="{FF2B5EF4-FFF2-40B4-BE49-F238E27FC236}">
                <a16:creationId xmlns:a16="http://schemas.microsoft.com/office/drawing/2014/main" id="{3A639CE2-E996-4166-8EFD-346D0EB5616B}"/>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002CD253-B6E6-4676-9751-61A0556B9305}"/>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全公司技能矩阵</a:t>
            </a:r>
          </a:p>
        </p:txBody>
      </p:sp>
      <p:sp>
        <p:nvSpPr>
          <p:cNvPr id="79" name="">
            <a:extLst xmlns:a="http://schemas.openxmlformats.org/drawingml/2006/main">
              <a:ext uri="{FF2B5EF4-FFF2-40B4-BE49-F238E27FC236}">
                <a16:creationId xmlns:a16="http://schemas.microsoft.com/office/drawing/2014/main" id="{AE697D1D-BC79-403E-956B-715F81B44B51}"/>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按部门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岗位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技能等级展示分布，标出关键岗位是否有备份</a:t>
            </a:r>
          </a:p>
        </p:txBody>
      </p:sp>
      <p:sp>
        <p:nvSpPr>
          <p:cNvPr id="80" name="">
            <a:extLst xmlns:a="http://schemas.openxmlformats.org/drawingml/2006/main">
              <a:ext uri="{FF2B5EF4-FFF2-40B4-BE49-F238E27FC236}">
                <a16:creationId xmlns:a16="http://schemas.microsoft.com/office/drawing/2014/main" id="{BB66F737-D74E-4423-AE26-9AA5C0307958}"/>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1" name="">
            <a:extLst xmlns:a="http://schemas.openxmlformats.org/drawingml/2006/main">
              <a:ext uri="{FF2B5EF4-FFF2-40B4-BE49-F238E27FC236}">
                <a16:creationId xmlns:a16="http://schemas.microsoft.com/office/drawing/2014/main" id="{A104B44C-0871-4AAB-9855-21D965BB4396}"/>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0E3FDE6-BDF4-451A-8A2F-43EC944C4140}"/>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成本看板</a:t>
            </a:r>
          </a:p>
        </p:txBody>
      </p:sp>
      <p:sp>
        <p:nvSpPr>
          <p:cNvPr id="83" name="">
            <a:extLst xmlns:a="http://schemas.openxmlformats.org/drawingml/2006/main">
              <a:ext uri="{FF2B5EF4-FFF2-40B4-BE49-F238E27FC236}">
                <a16:creationId xmlns:a16="http://schemas.microsoft.com/office/drawing/2014/main" id="{61DE1E2B-63F2-45CC-A2EE-B21AFF58DF17}"/>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人力、培训、招聘、外包、加班、离职成本，支持按部门与岗位筛选</a:t>
            </a:r>
          </a:p>
        </p:txBody>
      </p:sp>
      <p:sp>
        <p:nvSpPr>
          <p:cNvPr id="84" name="">
            <a:extLst xmlns:a="http://schemas.openxmlformats.org/drawingml/2006/main">
              <a:ext uri="{FF2B5EF4-FFF2-40B4-BE49-F238E27FC236}">
                <a16:creationId xmlns:a16="http://schemas.microsoft.com/office/drawing/2014/main" id="{13424667-614E-4900-84B9-08E40F64BE07}"/>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833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5" name="">
            <a:extLst xmlns:a="http://schemas.openxmlformats.org/drawingml/2006/main">
              <a:ext uri="{FF2B5EF4-FFF2-40B4-BE49-F238E27FC236}">
                <a16:creationId xmlns:a16="http://schemas.microsoft.com/office/drawing/2014/main" id="{86C3B466-B241-4957-A15F-C6FE0B41034A}"/>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E02CDC83-B026-45BE-96E2-9075470A8520}"/>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2705E"/>
                </a:solidFill>
                <a:latin typeface="微软雅黑"/>
                <a:ea typeface="微软雅黑"/>
                <a:cs typeface="微软雅黑"/>
              </a:defRPr>
            </a:pPr>
            <a:r>
              <a:rPr sz="1013" b="1">
                <a:solidFill>
                  <a:srgbClr val="F2705E"/>
                </a:solidFill>
                <a:latin typeface="微软雅黑"/>
                <a:ea typeface="微软雅黑"/>
                <a:cs typeface="微软雅黑"/>
              </a:rPr>
              <a:t>风险与建议</a:t>
            </a:r>
          </a:p>
        </p:txBody>
      </p:sp>
      <p:sp>
        <p:nvSpPr>
          <p:cNvPr id="87" name="">
            <a:extLst xmlns:a="http://schemas.openxmlformats.org/drawingml/2006/main">
              <a:ext uri="{FF2B5EF4-FFF2-40B4-BE49-F238E27FC236}">
                <a16:creationId xmlns:a16="http://schemas.microsoft.com/office/drawing/2014/main" id="{623136CB-AC9E-4DD0-B88D-0D7F4678004C}"/>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安全不合格一票否决；给出转岗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招聘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外委组合建议并附成本模拟</a:t>
            </a:r>
          </a:p>
        </p:txBody>
      </p:sp>
      <p:sp>
        <p:nvSpPr>
          <p:cNvPr id="88" name="">
            <a:extLst xmlns:a="http://schemas.openxmlformats.org/drawingml/2006/main">
              <a:ext uri="{FF2B5EF4-FFF2-40B4-BE49-F238E27FC236}">
                <a16:creationId xmlns:a16="http://schemas.microsoft.com/office/drawing/2014/main" id="{CB0E32F7-0B5A-4FC5-AA5A-150D14A07B84}"/>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368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9" name="">
            <a:extLst xmlns:a="http://schemas.openxmlformats.org/drawingml/2006/main">
              <a:ext uri="{FF2B5EF4-FFF2-40B4-BE49-F238E27FC236}">
                <a16:creationId xmlns:a16="http://schemas.microsoft.com/office/drawing/2014/main" id="{51F38484-48F0-43DA-9B13-0742BA1DF9B8}"/>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权限边界：老总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授权高管可看全公司汇总与钻取（心理与关怀数据仅返回脱敏聚合）；班组长只能看本班组业务数据；令牌制校验，越权返回 </a:t>
            </a:r>
            <a:r>
              <a:rPr sz="863" b="0">
                <a:solidFill>
                  <a:srgbClr val="D6E6F7"/>
                </a:solidFill>
                <a:latin typeface="微软雅黑"/>
                <a:ea typeface="微软雅黑"/>
                <a:cs typeface="微软雅黑"/>
              </a:rPr>
              <a:t>403 / code=40301</a:t>
            </a:r>
            <a:r>
              <a:rPr sz="863" b="0">
                <a:solidFill>
                  <a:srgbClr val="D6E6F7"/>
                </a:solidFill>
                <a:latin typeface="微软雅黑"/>
                <a:ea typeface="微软雅黑"/>
                <a:cs typeface="微软雅黑"/>
              </a:rPr>
              <a:t>。</a:t>
            </a:r>
          </a:p>
        </p:txBody>
      </p:sp>
      <p:sp>
        <p:nvSpPr>
          <p:cNvPr id="90" name="">
            <a:extLst xmlns:a="http://schemas.openxmlformats.org/drawingml/2006/main">
              <a:ext uri="{FF2B5EF4-FFF2-40B4-BE49-F238E27FC236}">
                <a16:creationId xmlns:a16="http://schemas.microsoft.com/office/drawing/2014/main" id="{5950C34C-ECF3-4A89-B78C-0EC3A259083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72732F5D-EEF6-4E21-AAD9-192474083FFE}"/>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C64C84ED-9F48-4CA0-B403-4F9093C948D5}"/>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18BBA00B-CEB8-4B0C-91CA-8A4C45EC2D20}"/>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BF70285A-87DF-437A-B998-3BC447504E2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95AFF632-67CB-45CB-A191-937D8AB7FF22}"/>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6" name="">
            <a:extLst xmlns:a="http://schemas.openxmlformats.org/drawingml/2006/main">
              <a:ext uri="{FF2B5EF4-FFF2-40B4-BE49-F238E27FC236}">
                <a16:creationId xmlns:a16="http://schemas.microsoft.com/office/drawing/2014/main" id="{B4C03D56-5CBE-4667-BDE0-0150E0D2FAF9}"/>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4B1AF89D-9573-4FD3-8FD1-05C35B94634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24</a:t>
            </a:r>
          </a:p>
        </p:txBody>
      </p:sp>
    </p:spTree>
    <p:extLst>
      <p:ext uri="{BB962C8B-B14F-4D97-AF65-F5344CB8AC3E}">
        <p14:creationId xmlns:p14="http://schemas.microsoft.com/office/powerpoint/2010/main" val="1761545042"/>
      </p:ext>
    </p:extLst>
  </p:cSld>
</p:sld>
</file>

<file path=ppt/slides/slide2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759e244a4b44440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1F26D8-ADDA-4B68-9EDD-4331AF94DA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9D4ACAF-23D4-4BAD-A1E7-FC58CB64FBA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9149AFA-7239-4B89-9D72-5E94A906A0EB}"/>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820E34B-45E6-4E88-B7E0-0D06AD825937}"/>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6" name="">
            <a:extLst xmlns:a="http://schemas.openxmlformats.org/drawingml/2006/main">
              <a:ext uri="{FF2B5EF4-FFF2-40B4-BE49-F238E27FC236}">
                <a16:creationId xmlns:a16="http://schemas.microsoft.com/office/drawing/2014/main" id="{9858681A-79B8-4A79-8752-C1768712AACB}"/>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7" name="">
            <a:extLst xmlns:a="http://schemas.openxmlformats.org/drawingml/2006/main">
              <a:ext uri="{FF2B5EF4-FFF2-40B4-BE49-F238E27FC236}">
                <a16:creationId xmlns:a16="http://schemas.microsoft.com/office/drawing/2014/main" id="{B6C8F00B-AECD-4F1D-98EB-2FB64ED50AC3}"/>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2AD3B6">
                <a:alpha val="28000"/>
              </a:srgbClr>
            </a:solidFill>
            <a:prstDash val="solid"/>
          </a:ln>
        </p:spPr>
      </p:sp>
      <p:sp>
        <p:nvSpPr>
          <p:cNvPr id="8" name="">
            <a:extLst xmlns:a="http://schemas.openxmlformats.org/drawingml/2006/main">
              <a:ext uri="{FF2B5EF4-FFF2-40B4-BE49-F238E27FC236}">
                <a16:creationId xmlns:a16="http://schemas.microsoft.com/office/drawing/2014/main" id="{9B1A2C84-94DE-46CA-8E10-3DE163A36079}"/>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DCFDA6F-F161-42A5-89EB-2C851D6B4037}"/>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CA0F6C94-3BB5-4D38-8A50-12ECF5414FDC}"/>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CEC6F01-3B37-407A-BDBF-D3DC8FBC2AD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9DCE00C-107B-48E8-9B96-055D34520FCC}"/>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B74D3C3-E503-4A19-B66D-01C80E0B4E1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28213BD0-366A-4E61-BC97-783483A0860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B3FE13F-CBDC-46EA-A22F-BCF3BE044E3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CAEE5A9-496D-4080-BEFF-ABEACAB00877}"/>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2A9560A-63D6-4CEC-A9E0-B58241C07221}"/>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1E021D89-7AD9-4933-812D-D6A1107D3771}"/>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C91906C-23C3-4287-98BF-D8B226C9FE22}"/>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A01BB596-8E47-4059-85E2-FBA84237AD6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9A90476D-1943-466D-B0D8-9E18102CEFB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074B88B6-D5C2-4049-98F8-3A9B2497AB8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5411539A-B063-4CE6-8515-680512D37037}"/>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E9B48FE-51E0-4235-9305-7457C381FF47}"/>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9F45398B-F72F-4C28-9BA2-98E66E2EE510}"/>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C8540DA-A414-4183-AB97-4EF2FDBDE25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13EC52C-47D1-47C5-8F52-26B145378E2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19D5C9C8-95BA-4A6F-BB24-11519A5537E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45498950-6052-433B-B5F7-B3D412D6FDBB}"/>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B3A46C8-943E-4A04-8B73-9F70D2C70FA7}"/>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C954772E-C64A-424B-9523-912663A6ED22}"/>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62BED6D8-F428-459A-AB68-85363C36E16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A979364-BD57-411E-8926-EC77CC205533}"/>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2BC5F16-C169-4E3D-B5C4-4943316928F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997693A8-9288-42A9-9D67-8226EBEA2C7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19721D6-7BB1-4D2F-8A5B-2C39ACA0A814}"/>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C44DE28B-38CF-449E-A25B-8E98DB437B6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5E4C1FA-CC21-48CC-AA6A-4330379503B9}"/>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694803AD-5D7F-4EF4-A16C-A7AA8B15D610}"/>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558A9CD1-2C01-45A0-B925-769C6BAD5AFD}"/>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3C379531-876A-4926-890F-E0E3B83E3AA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82FFBE7-3FC8-4D20-9FD8-6DF49ACD9D22}"/>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61CBE81A-2EC2-4553-9556-285870C18DA1}"/>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4C792B57-9350-4AA4-9BD9-0D952FEE5913}"/>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08DAE3B5-BBC3-4867-830C-F0BAAC5D5B0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480CBB17-4A47-42DC-AC12-E5DEDA33CDAF}"/>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7" name="">
            <a:extLst xmlns:a="http://schemas.openxmlformats.org/drawingml/2006/main">
              <a:ext uri="{FF2B5EF4-FFF2-40B4-BE49-F238E27FC236}">
                <a16:creationId xmlns:a16="http://schemas.microsoft.com/office/drawing/2014/main" id="{A4D197BF-F5AB-4890-9FE4-22669E731A3A}"/>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8" name="">
            <a:extLst xmlns:a="http://schemas.openxmlformats.org/drawingml/2006/main">
              <a:ext uri="{FF2B5EF4-FFF2-40B4-BE49-F238E27FC236}">
                <a16:creationId xmlns:a16="http://schemas.microsoft.com/office/drawing/2014/main" id="{01004353-BB89-4465-8D27-391FE858A696}"/>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FA6E19C0-8086-403D-A8FB-ADC93B72B6FE}"/>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系统界面五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管理员端：规则配置与审计溯源</a:t>
            </a:r>
          </a:p>
        </p:txBody>
      </p:sp>
      <p:sp>
        <p:nvSpPr>
          <p:cNvPr id="50" name="">
            <a:extLst xmlns:a="http://schemas.openxmlformats.org/drawingml/2006/main">
              <a:ext uri="{FF2B5EF4-FFF2-40B4-BE49-F238E27FC236}">
                <a16:creationId xmlns:a16="http://schemas.microsoft.com/office/drawing/2014/main" id="{39823BF0-82C9-4FFB-B84D-50FBDB179D91}"/>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F321692-4433-4070-B113-4DAA14532A11}"/>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F21A23C-B3B9-4476-A50F-52151D15567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05CB563B-3FDF-472F-BFE5-FCB833FE91FE}"/>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EAA6899-AC94-4EF7-9E04-D8CA77533D4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6604A563-22BE-485F-8876-ED330350405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CCFC3B48-DFC8-4AFF-82B2-B9B04370C78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1C977F14-1587-4D7B-A4E7-1A7F95346E0A}"/>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67CFE7AA-BC3A-41D6-9311-20D2D32352F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8359AC62-E043-411B-9A3B-9C2087FAC02E}"/>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7587DF07-A24F-467E-B8D1-B59074EEE097}"/>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EB0EE1A-2E02-42C8-BB13-9FD7AD0C3AB2}"/>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283618F4-F0CE-4274-8380-EE82DD220976}"/>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13288873-4DD2-4EA2-A0B9-45F7A0F395D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C6ACB919-BA09-4C22-B897-ECCE6C07FF40}"/>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规则、阈值、模板全部配置入库</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管理员改库即生效，不需要开发改代码。</a:t>
            </a:r>
          </a:p>
        </p:txBody>
      </p:sp>
      <p:sp>
        <p:nvSpPr>
          <p:cNvPr id="65" name="">
            <a:extLst xmlns:a="http://schemas.openxmlformats.org/drawingml/2006/main">
              <a:ext uri="{FF2B5EF4-FFF2-40B4-BE49-F238E27FC236}">
                <a16:creationId xmlns:a16="http://schemas.microsoft.com/office/drawing/2014/main" id="{99A06358-E3F5-4E6E-A028-FCF9D2CD5533}"/>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368"/>
            </a:avLst>
          </a:prstGeom>
          <a:gradFill xmlns:a="http://schemas.openxmlformats.org/drawingml/2006/main">
            <a:gsLst>
              <a:gs pos="0">
                <a:srgbClr val="F5F9FD"/>
              </a:gs>
              <a:gs pos="62000">
                <a:srgbClr val="F4F8FD"/>
              </a:gs>
              <a:gs pos="100000">
                <a:srgbClr val="BEC1C5"/>
              </a:gs>
            </a:gsLst>
            <a:lin ang="8100000"/>
          </a:gradFill>
          <a:ln xmlns:a="http://schemas.openxmlformats.org/drawingml/2006/main" w="9525">
            <a:solidFill>
              <a:srgbClr val="2A6BAE"/>
            </a:solidFill>
            <a:prstDash val="solid"/>
          </a:ln>
        </p:spPr>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56484142b3a34d33"/>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67" name="">
            <a:extLst xmlns:a="http://schemas.openxmlformats.org/drawingml/2006/main">
              <a:ext uri="{FF2B5EF4-FFF2-40B4-BE49-F238E27FC236}">
                <a16:creationId xmlns:a16="http://schemas.microsoft.com/office/drawing/2014/main" id="{5A75A784-FF23-475D-BF9A-251E27190AF7}"/>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25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1B4C8A"/>
            </a:solidFill>
            <a:prstDash val="solid"/>
          </a:ln>
        </p:spPr>
      </p:sp>
      <p:sp>
        <p:nvSpPr>
          <p:cNvPr id="68" name="">
            <a:extLst xmlns:a="http://schemas.openxmlformats.org/drawingml/2006/main">
              <a:ext uri="{FF2B5EF4-FFF2-40B4-BE49-F238E27FC236}">
                <a16:creationId xmlns:a16="http://schemas.microsoft.com/office/drawing/2014/main" id="{F8C0DCA4-9CD1-4E35-B4CC-16F19BCD45D0}"/>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本图证明：平台数据规模、用户与角色、岗位与部门维护都集中在管理员这一处配置。</a:t>
            </a:r>
          </a:p>
        </p:txBody>
      </p:sp>
      <p:sp>
        <p:nvSpPr>
          <p:cNvPr id="69" name="">
            <a:extLst xmlns:a="http://schemas.openxmlformats.org/drawingml/2006/main">
              <a:ext uri="{FF2B5EF4-FFF2-40B4-BE49-F238E27FC236}">
                <a16:creationId xmlns:a16="http://schemas.microsoft.com/office/drawing/2014/main" id="{D1283E84-8E3D-4D92-9BE5-4FAF55F02D54}"/>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4DE26F42-6727-4EF8-9FEF-C71F771BE709}"/>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6551CAA6-1412-4F6C-B4A8-C4142CA65CB0}"/>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规则管理</a:t>
            </a:r>
          </a:p>
        </p:txBody>
      </p:sp>
      <p:sp>
        <p:nvSpPr>
          <p:cNvPr id="72" name="">
            <a:extLst xmlns:a="http://schemas.openxmlformats.org/drawingml/2006/main">
              <a:ext uri="{FF2B5EF4-FFF2-40B4-BE49-F238E27FC236}">
                <a16:creationId xmlns:a16="http://schemas.microsoft.com/office/drawing/2014/main" id="{73FA91EF-9097-453E-B635-0BFBCD04CF5D}"/>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维护 </a:t>
            </a:r>
            <a:r>
              <a:rPr sz="863" b="0">
                <a:solidFill>
                  <a:srgbClr val="D6E6F7"/>
                </a:solidFill>
                <a:latin typeface="微软雅黑"/>
                <a:ea typeface="微软雅黑"/>
                <a:cs typeface="微软雅黑"/>
              </a:rPr>
              <a:t>rule </a:t>
            </a:r>
            <a:r>
              <a:rPr sz="863" b="0">
                <a:solidFill>
                  <a:srgbClr val="D6E6F7"/>
                </a:solidFill>
                <a:latin typeface="微软雅黑"/>
                <a:ea typeface="微软雅黑"/>
                <a:cs typeface="微软雅黑"/>
              </a:rPr>
              <a:t>表：条件 </a:t>
            </a:r>
            <a:r>
              <a:rPr sz="863" b="0">
                <a:solidFill>
                  <a:srgbClr val="D6E6F7"/>
                </a:solidFill>
                <a:latin typeface="微软雅黑"/>
                <a:ea typeface="微软雅黑"/>
                <a:cs typeface="微软雅黑"/>
              </a:rPr>
              <a:t>JSON</a:t>
            </a:r>
            <a:r>
              <a:rPr sz="863" b="0">
                <a:solidFill>
                  <a:srgbClr val="D6E6F7"/>
                </a:solidFill>
                <a:latin typeface="微软雅黑"/>
                <a:ea typeface="微软雅黑"/>
                <a:cs typeface="微软雅黑"/>
              </a:rPr>
              <a:t>、动作 </a:t>
            </a:r>
            <a:r>
              <a:rPr sz="863" b="0">
                <a:solidFill>
                  <a:srgbClr val="D6E6F7"/>
                </a:solidFill>
                <a:latin typeface="微软雅黑"/>
                <a:ea typeface="微软雅黑"/>
                <a:cs typeface="微软雅黑"/>
              </a:rPr>
              <a:t>JSON</a:t>
            </a:r>
            <a:r>
              <a:rPr sz="863" b="0">
                <a:solidFill>
                  <a:srgbClr val="D6E6F7"/>
                </a:solidFill>
                <a:latin typeface="微软雅黑"/>
                <a:ea typeface="微软雅黑"/>
                <a:cs typeface="微软雅黑"/>
              </a:rPr>
              <a:t>、优先级、分组、启停与试算；前端不直连规则引擎，只有管理员可调用 </a:t>
            </a:r>
            <a:r>
              <a:rPr sz="863" b="0">
                <a:solidFill>
                  <a:srgbClr val="D6E6F7"/>
                </a:solidFill>
                <a:latin typeface="微软雅黑"/>
                <a:ea typeface="微软雅黑"/>
                <a:cs typeface="微软雅黑"/>
              </a:rPr>
              <a:t>/api/v1/rules/** </a:t>
            </a:r>
            <a:r>
              <a:rPr sz="863" b="0">
                <a:solidFill>
                  <a:srgbClr val="D6E6F7"/>
                </a:solidFill>
                <a:latin typeface="微软雅黑"/>
                <a:ea typeface="微软雅黑"/>
                <a:cs typeface="微软雅黑"/>
              </a:rPr>
              <a:t>做测试。</a:t>
            </a:r>
          </a:p>
        </p:txBody>
      </p:sp>
      <p:sp>
        <p:nvSpPr>
          <p:cNvPr id="73" name="">
            <a:extLst xmlns:a="http://schemas.openxmlformats.org/drawingml/2006/main">
              <a:ext uri="{FF2B5EF4-FFF2-40B4-BE49-F238E27FC236}">
                <a16:creationId xmlns:a16="http://schemas.microsoft.com/office/drawing/2014/main" id="{D1E7C2A4-0CF8-419C-BCD8-95FD24DAFE92}"/>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4" name="">
            <a:extLst xmlns:a="http://schemas.openxmlformats.org/drawingml/2006/main">
              <a:ext uri="{FF2B5EF4-FFF2-40B4-BE49-F238E27FC236}">
                <a16:creationId xmlns:a16="http://schemas.microsoft.com/office/drawing/2014/main" id="{74AC83F5-F376-4BA5-9EC9-A7C7452384AA}"/>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71AA3D89-8AAC-4207-A0B3-034ECDB1FDCE}"/>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模板与阈值</a:t>
            </a:r>
          </a:p>
        </p:txBody>
      </p:sp>
      <p:sp>
        <p:nvSpPr>
          <p:cNvPr id="76" name="">
            <a:extLst xmlns:a="http://schemas.openxmlformats.org/drawingml/2006/main">
              <a:ext uri="{FF2B5EF4-FFF2-40B4-BE49-F238E27FC236}">
                <a16:creationId xmlns:a16="http://schemas.microsoft.com/office/drawing/2014/main" id="{61EE4267-1FB0-4D16-A78B-B20ADEA6D99C}"/>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气体检测的标准气体与阈值（</a:t>
            </a:r>
            <a:r>
              <a:rPr sz="863" b="0">
                <a:solidFill>
                  <a:srgbClr val="D6E6F7"/>
                </a:solidFill>
                <a:latin typeface="微软雅黑"/>
                <a:ea typeface="微软雅黑"/>
                <a:cs typeface="微软雅黑"/>
              </a:rPr>
              <a:t>SF6 1000 ppm</a:t>
            </a:r>
            <a:r>
              <a:rPr sz="863" b="0">
                <a:solidFill>
                  <a:srgbClr val="D6E6F7"/>
                </a:solidFill>
                <a:latin typeface="微软雅黑"/>
                <a:ea typeface="微软雅黑"/>
                <a:cs typeface="微软雅黑"/>
              </a:rPr>
              <a:t>、微水 </a:t>
            </a:r>
            <a:r>
              <a:rPr sz="863" b="0">
                <a:solidFill>
                  <a:srgbClr val="D6E6F7"/>
                </a:solidFill>
                <a:latin typeface="微软雅黑"/>
                <a:ea typeface="微软雅黑"/>
                <a:cs typeface="微软雅黑"/>
              </a:rPr>
              <a:t>150 μL/L</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H2S 10 ppm</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CO 30 ppm</a:t>
            </a:r>
            <a:r>
              <a:rPr sz="863" b="0">
                <a:solidFill>
                  <a:srgbClr val="D6E6F7"/>
                </a:solidFill>
                <a:latin typeface="微软雅黑"/>
                <a:ea typeface="微软雅黑"/>
                <a:cs typeface="微软雅黑"/>
              </a:rPr>
              <a:t>、可燃气 </a:t>
            </a:r>
            <a:r>
              <a:rPr sz="863" b="0">
                <a:solidFill>
                  <a:srgbClr val="D6E6F7"/>
                </a:solidFill>
                <a:latin typeface="微软雅黑"/>
                <a:ea typeface="微软雅黑"/>
                <a:cs typeface="微软雅黑"/>
              </a:rPr>
              <a:t>10 %LEL</a:t>
            </a:r>
            <a:r>
              <a:rPr sz="863" b="0">
                <a:solidFill>
                  <a:srgbClr val="D6E6F7"/>
                </a:solidFill>
                <a:latin typeface="微软雅黑"/>
                <a:ea typeface="微软雅黑"/>
                <a:cs typeface="微软雅黑"/>
              </a:rPr>
              <a:t>）由模板装载器在启动时读库装载。</a:t>
            </a:r>
          </a:p>
        </p:txBody>
      </p:sp>
      <p:sp>
        <p:nvSpPr>
          <p:cNvPr id="77" name="">
            <a:extLst xmlns:a="http://schemas.openxmlformats.org/drawingml/2006/main">
              <a:ext uri="{FF2B5EF4-FFF2-40B4-BE49-F238E27FC236}">
                <a16:creationId xmlns:a16="http://schemas.microsoft.com/office/drawing/2014/main" id="{DCB21687-BFB5-4C29-A784-275F453A00E1}"/>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8" name="">
            <a:extLst xmlns:a="http://schemas.openxmlformats.org/drawingml/2006/main">
              <a:ext uri="{FF2B5EF4-FFF2-40B4-BE49-F238E27FC236}">
                <a16:creationId xmlns:a16="http://schemas.microsoft.com/office/drawing/2014/main" id="{FA3F20B3-43CF-4EA5-8406-2E043B7F4E87}"/>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7E4E594C-81DB-48CA-AF96-89608AF9C997}"/>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审计日志</a:t>
            </a:r>
          </a:p>
        </p:txBody>
      </p:sp>
      <p:sp>
        <p:nvSpPr>
          <p:cNvPr id="80" name="">
            <a:extLst xmlns:a="http://schemas.openxmlformats.org/drawingml/2006/main">
              <a:ext uri="{FF2B5EF4-FFF2-40B4-BE49-F238E27FC236}">
                <a16:creationId xmlns:a16="http://schemas.microsoft.com/office/drawing/2014/main" id="{18519B20-DA67-4367-A439-FB46161F3045}"/>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记录登录、修改、审批、决策、执行与回滚；决策留痕可下钻到具体的人、报告与记录。</a:t>
            </a:r>
          </a:p>
        </p:txBody>
      </p:sp>
      <p:sp>
        <p:nvSpPr>
          <p:cNvPr id="81" name="">
            <a:extLst xmlns:a="http://schemas.openxmlformats.org/drawingml/2006/main">
              <a:ext uri="{FF2B5EF4-FFF2-40B4-BE49-F238E27FC236}">
                <a16:creationId xmlns:a16="http://schemas.microsoft.com/office/drawing/2014/main" id="{2E675E86-3264-487F-B0FC-FDD20E6D9FAB}"/>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9574"/>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659594A4-A531-41EF-8BE7-626F5A59358F}"/>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5D23B28A-107C-4999-AFE2-10A8B989AE73}"/>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2705E"/>
                </a:solidFill>
                <a:latin typeface="微软雅黑"/>
                <a:ea typeface="微软雅黑"/>
                <a:cs typeface="微软雅黑"/>
              </a:defRPr>
            </a:pPr>
            <a:r>
              <a:rPr sz="1088" b="1">
                <a:solidFill>
                  <a:srgbClr val="F2705E"/>
                </a:solidFill>
                <a:latin typeface="微软雅黑"/>
                <a:ea typeface="微软雅黑"/>
                <a:cs typeface="微软雅黑"/>
              </a:rPr>
              <a:t>待补能力（如实标注）</a:t>
            </a:r>
          </a:p>
        </p:txBody>
      </p:sp>
      <p:sp>
        <p:nvSpPr>
          <p:cNvPr id="84" name="">
            <a:extLst xmlns:a="http://schemas.openxmlformats.org/drawingml/2006/main">
              <a:ext uri="{FF2B5EF4-FFF2-40B4-BE49-F238E27FC236}">
                <a16:creationId xmlns:a16="http://schemas.microsoft.com/office/drawing/2014/main" id="{97BEC55D-B448-4619-83AF-B820CB1B0D70}"/>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规则的增删改与启停开关目前仍需进库操作；对外部署前需接入内网统一身份。</a:t>
            </a:r>
          </a:p>
        </p:txBody>
      </p:sp>
      <p:sp>
        <p:nvSpPr>
          <p:cNvPr id="85" name="">
            <a:extLst xmlns:a="http://schemas.openxmlformats.org/drawingml/2006/main">
              <a:ext uri="{FF2B5EF4-FFF2-40B4-BE49-F238E27FC236}">
                <a16:creationId xmlns:a16="http://schemas.microsoft.com/office/drawing/2014/main" id="{05CCF10B-1181-4F36-94AC-A49637840FE9}"/>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8182"/>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61582099-DF17-4FD6-B0A4-D6C236E02C83}"/>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配置入库是既有范式，不是本页口号</a:t>
            </a:r>
          </a:p>
        </p:txBody>
      </p:sp>
      <p:sp>
        <p:nvSpPr>
          <p:cNvPr id="87" name="">
            <a:extLst xmlns:a="http://schemas.openxmlformats.org/drawingml/2006/main">
              <a:ext uri="{FF2B5EF4-FFF2-40B4-BE49-F238E27FC236}">
                <a16:creationId xmlns:a16="http://schemas.microsoft.com/office/drawing/2014/main" id="{F7E0295A-D574-48C8-9942-D3C60E920043}"/>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模板与阈值类内容（</a:t>
            </a:r>
            <a:r>
              <a:rPr sz="900" b="0">
                <a:solidFill>
                  <a:srgbClr val="D6E6F7"/>
                </a:solidFill>
                <a:latin typeface="微软雅黑"/>
                <a:ea typeface="微软雅黑"/>
                <a:cs typeface="微软雅黑"/>
              </a:rPr>
              <a:t>gas_rule / report_template_*</a:t>
            </a:r>
            <a:r>
              <a:rPr sz="900" b="0">
                <a:solidFill>
                  <a:srgbClr val="D6E6F7"/>
                </a:solidFill>
                <a:latin typeface="微软雅黑"/>
                <a:ea typeface="微软雅黑"/>
                <a:cs typeface="微软雅黑"/>
              </a:rPr>
              <a:t>）由 </a:t>
            </a:r>
            <a:r>
              <a:rPr sz="900" b="0">
                <a:solidFill>
                  <a:srgbClr val="D6E6F7"/>
                </a:solidFill>
                <a:latin typeface="微软雅黑"/>
                <a:ea typeface="微软雅黑"/>
                <a:cs typeface="微软雅黑"/>
              </a:rPr>
              <a:t>ReportTemplateLoader </a:t>
            </a:r>
            <a:r>
              <a:rPr sz="900" b="0">
                <a:solidFill>
                  <a:srgbClr val="D6E6F7"/>
                </a:solidFill>
                <a:latin typeface="微软雅黑"/>
                <a:ea typeface="微软雅黑"/>
                <a:cs typeface="微软雅黑"/>
              </a:rPr>
              <a:t>在启动时装载进 </a:t>
            </a:r>
            <a:r>
              <a:rPr sz="900" b="0">
                <a:solidFill>
                  <a:srgbClr val="D6E6F7"/>
                </a:solidFill>
                <a:latin typeface="微软雅黑"/>
                <a:ea typeface="微软雅黑"/>
                <a:cs typeface="微软雅黑"/>
              </a:rPr>
              <a:t>ReportTemplate</a:t>
            </a:r>
            <a:r>
              <a:rPr sz="900" b="0">
                <a:solidFill>
                  <a:srgbClr val="D6E6F7"/>
                </a:solidFill>
                <a:latin typeface="微软雅黑"/>
                <a:ea typeface="微软雅黑"/>
                <a:cs typeface="微软雅黑"/>
              </a:rPr>
              <a:t>，管理员改库即改模板与阈值；规则引擎沿用同一条路子</a:t>
            </a:r>
            <a:r>
              <a:rPr sz="900" b="0">
                <a:solidFill>
                  <a:srgbClr val="D6E6F7"/>
                </a:solidFill>
                <a:latin typeface="微软雅黑"/>
                <a:ea typeface="微软雅黑"/>
                <a:cs typeface="微软雅黑"/>
              </a:rPr>
              <a:t>——</a:t>
            </a:r>
            <a:r>
              <a:rPr sz="900" b="0">
                <a:solidFill>
                  <a:srgbClr val="D6E6F7"/>
                </a:solidFill>
                <a:latin typeface="微软雅黑"/>
                <a:ea typeface="微软雅黑"/>
                <a:cs typeface="微软雅黑"/>
              </a:rPr>
              <a:t>判断逻辑进库、代码不硬编码，这也是「改库即改规则」能够成立的原因。</a:t>
            </a:r>
          </a:p>
        </p:txBody>
      </p:sp>
      <p:sp>
        <p:nvSpPr>
          <p:cNvPr id="88" name="">
            <a:extLst xmlns:a="http://schemas.openxmlformats.org/drawingml/2006/main">
              <a:ext uri="{FF2B5EF4-FFF2-40B4-BE49-F238E27FC236}">
                <a16:creationId xmlns:a16="http://schemas.microsoft.com/office/drawing/2014/main" id="{6BFA1981-6CF5-44AD-8023-79E3FC74E91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A9903EF8-1D19-4BBB-9B27-57255599389A}"/>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32974DF1-C8D0-4DE6-8D71-52C72C4AE3C7}"/>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F5755BA0-31BF-4505-8624-9E0FDB8874CE}"/>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AD07B56C-32FD-457A-A86F-C3FA6A48D8F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AEE9B883-8603-4A7F-BFA6-3BA3DC885021}"/>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4" name="">
            <a:extLst xmlns:a="http://schemas.openxmlformats.org/drawingml/2006/main">
              <a:ext uri="{FF2B5EF4-FFF2-40B4-BE49-F238E27FC236}">
                <a16:creationId xmlns:a16="http://schemas.microsoft.com/office/drawing/2014/main" id="{E5BFB007-45A5-495B-9937-22D6F3D58131}"/>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7FE3AAA1-93FE-4325-8285-DDE7D780A9C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25</a:t>
            </a:r>
          </a:p>
        </p:txBody>
      </p:sp>
    </p:spTree>
    <p:extLst>
      <p:ext uri="{BB962C8B-B14F-4D97-AF65-F5344CB8AC3E}">
        <p14:creationId xmlns:p14="http://schemas.microsoft.com/office/powerpoint/2010/main" val="1476575238"/>
      </p:ext>
    </p:extLst>
  </p:cSld>
</p:sld>
</file>

<file path=ppt/slides/slide2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e369012f8975408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45741B-333A-4045-A8EE-A82DA0AFE0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3ADB0E0-B46E-41D2-8E4A-9FCE70C1C8CE}"/>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2AD3B6">
                  <a:alpha val="15000"/>
                </a:srgbClr>
              </a:gs>
              <a:gs pos="45000">
                <a:srgbClr val="2AD3B6">
                  <a:alpha val="6000"/>
                </a:srgbClr>
              </a:gs>
              <a:gs pos="100000">
                <a:srgbClr val="2AD3B6">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30DE4ED-69AE-4A43-B28C-0B640237405A}"/>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416AE36-9043-4C4C-8878-C1FAB4D8E33D}"/>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157A1851-6FA2-438E-8F66-15B4AEF89FAD}"/>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2AD3B6">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C94A0C0-C57A-4368-8461-9086535B42DC}"/>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C1C7B19-AC93-4899-AB38-3AADCDFF90E4}"/>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6D83B88-F19C-40A9-8945-05BAF4ED0CC9}"/>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F414FF3B-754F-4449-B7F1-30C789825606}"/>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20E86F8-1DFB-4FBC-B6BB-2A9D673D60B7}"/>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942F1A21-5C22-4323-A729-635FCEFFB556}"/>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50E86F7-6DCB-439E-A92B-ACA74BDC9E16}"/>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1A0C60C2-D9EB-46F8-93C0-E55806903B52}"/>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FBAA514-1509-43F6-9A60-CB6022CDE23F}"/>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5522FAE-5A6E-4A7B-B25F-944BD4D7A89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FAA3412-65A2-44CA-A91C-DB493B65B494}"/>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24E1C51-58E7-49C8-939F-E93B154E7B21}"/>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2AD3B6">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CA53E8E-6275-4538-93F1-223631A5D492}"/>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D657AD9F-B830-4F5D-8E00-71C609B4B4EC}"/>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169ADA2C-ABAF-4937-BFCC-E6D59C64916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3A03D141-CE6F-4EF7-9604-F7838EC7E494}"/>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9FA5ECD-E3AF-4019-9235-9A15292E7F6C}"/>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24097471-22F3-4935-8F57-13851BC83A8A}"/>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4836BCF-F50D-4F7F-8824-4F2BE8E2C80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1C46F41-669C-4F5C-9F03-DC816A646757}"/>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A0C1DEFE-94C1-40F9-93CD-2488F4F3E61C}"/>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4BFFACB-2D9F-4D77-8B7F-58980DD187F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2AD3B6">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721B2D13-7B79-41A6-8339-076BD06A5E5D}"/>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A8C1052-FD19-4849-909B-1B18D78FD2BF}"/>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73C21896-6A03-449A-949A-228A80623B3C}"/>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B63D6B6-7AD6-4199-A231-C47CF4E341B4}"/>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995B6E43-256C-4FA7-AD86-C574480296F9}"/>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9150830-F3A1-49C1-BCC0-E0186D57AB6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C4CDA1C-B226-4663-AD56-BD9DD7241D90}"/>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93C29554-2EB3-417F-8A1F-7E0369041BA1}"/>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D15654FA-A081-429A-BE90-F5AD996F4019}"/>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85014A9-7A27-444A-A6FC-2858F48B6E1C}"/>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2AD3B6"/>
              </a:gs>
              <a:gs pos="100000">
                <a:srgbClr val="2AD3B6">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D9F3E79-8C9D-4042-A4A5-DF31BCD89CA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2AD3B6">
                  <a:alpha val="45000"/>
                </a:srgbClr>
              </a:gs>
              <a:gs pos="100000">
                <a:srgbClr val="2AD3B6">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E08B523-8F2B-4B08-B735-DEA2594126D3}"/>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319715FA-2A0E-472D-A908-D20D95ED6188}"/>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2AD3B6"/>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B93DB7E2-8E38-494B-A438-4F489D3B70A2}"/>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E734563C-1877-48BC-B8DD-198532D8DB2C}"/>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2AD3B6">
                  <a:alpha val="26000"/>
                </a:srgbClr>
              </a:gs>
              <a:gs pos="45000">
                <a:srgbClr val="2AD3B6">
                  <a:alpha val="10000"/>
                </a:srgbClr>
              </a:gs>
              <a:gs pos="100000">
                <a:srgbClr val="2AD3B6">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4639881-FCE9-4D36-8678-94C4545D1DCA}"/>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2AD3B6"/>
              </a:gs>
              <a:gs pos="100000">
                <a:srgbClr val="156A5B"/>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04</a:t>
            </a:r>
          </a:p>
        </p:txBody>
      </p:sp>
      <p:sp>
        <p:nvSpPr>
          <p:cNvPr id="45" name="">
            <a:extLst xmlns:a="http://schemas.openxmlformats.org/drawingml/2006/main">
              <a:ext uri="{FF2B5EF4-FFF2-40B4-BE49-F238E27FC236}">
                <a16:creationId xmlns:a16="http://schemas.microsoft.com/office/drawing/2014/main" id="{D9817D27-8932-4E77-B1C9-6E19481F5204}"/>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系统实现</a:t>
            </a:r>
          </a:p>
        </p:txBody>
      </p:sp>
      <p:sp>
        <p:nvSpPr>
          <p:cNvPr id="46" name="">
            <a:extLst xmlns:a="http://schemas.openxmlformats.org/drawingml/2006/main">
              <a:ext uri="{FF2B5EF4-FFF2-40B4-BE49-F238E27FC236}">
                <a16:creationId xmlns:a16="http://schemas.microsoft.com/office/drawing/2014/main" id="{122F8416-9349-497A-A14E-9B0066FC0252}"/>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2AD3B6"/>
              </a:gs>
              <a:gs pos="100000">
                <a:srgbClr val="2AD3B6">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B0045D67-4350-41BB-9392-0CD8F1B51B05}"/>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四类角色与数据流闭环</a:t>
            </a:r>
          </a:p>
        </p:txBody>
      </p:sp>
      <p:sp>
        <p:nvSpPr>
          <p:cNvPr id="48" name="">
            <a:extLst xmlns:a="http://schemas.openxmlformats.org/drawingml/2006/main">
              <a:ext uri="{FF2B5EF4-FFF2-40B4-BE49-F238E27FC236}">
                <a16:creationId xmlns:a16="http://schemas.microsoft.com/office/drawing/2014/main" id="{876540C0-29F4-4BED-8E20-7AE53DF399A9}"/>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2AD3B6"/>
              </a:gs>
              <a:gs pos="100000">
                <a:srgbClr val="2AD3B6">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925B93D0-726C-4345-9437-D0EBBAD768E8}"/>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2401A5A-F867-4FA9-AA81-2B9363D93B59}"/>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BA2BD3A-019F-4F7E-BF83-D04F76252250}"/>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2AD3B6">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F1DF7DD8-81B8-4459-80AA-018E8F778C3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D1B92AC6-A87B-4476-9D26-13BF09F2909C}"/>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9DC08CB7-D38D-4682-8906-4AED129446A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BABE2B4-08AC-470B-9F74-FFB3721144A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875BD696-CC88-4EE3-9967-9DE7615ABCE0}"/>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B370FCF2-DA22-40B6-AF19-C9AEE2548222}"/>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B4D18B6-ABB1-4772-8A6F-3E6AD35579B1}"/>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85A4F48E-078A-447A-8F5C-23442308E0E4}"/>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A6AF784-8B14-4FCD-A71B-E762B541EF35}"/>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2AD3B6">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21AC94AF-962F-4DB9-B67C-E82D868E99D6}"/>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5A0D2737-77C5-43E0-9A26-6F7C6DAD0B4D}"/>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四端共用一套数据底座，从个人能力提升、班组执行到管理决策，全程可确认、可追溯。</a:t>
            </a:r>
          </a:p>
        </p:txBody>
      </p:sp>
      <p:sp>
        <p:nvSpPr>
          <p:cNvPr id="63" name="">
            <a:extLst xmlns:a="http://schemas.openxmlformats.org/drawingml/2006/main">
              <a:ext uri="{FF2B5EF4-FFF2-40B4-BE49-F238E27FC236}">
                <a16:creationId xmlns:a16="http://schemas.microsoft.com/office/drawing/2014/main" id="{185CA88C-DD27-4406-AE9B-1504AD24AA04}"/>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0CF91696-5E95-4D9F-9C14-6F7B6610C6F8}"/>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04BB97A6-E10C-4A8B-813C-592518C1D9BC}"/>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员工端</a:t>
            </a:r>
          </a:p>
        </p:txBody>
      </p:sp>
      <p:sp>
        <p:nvSpPr>
          <p:cNvPr id="66" name="">
            <a:extLst xmlns:a="http://schemas.openxmlformats.org/drawingml/2006/main">
              <a:ext uri="{FF2B5EF4-FFF2-40B4-BE49-F238E27FC236}">
                <a16:creationId xmlns:a16="http://schemas.microsoft.com/office/drawing/2014/main" id="{DC88344E-2602-49EC-8C34-66E4F11C5AEB}"/>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张伟</a:t>
            </a:r>
          </a:p>
        </p:txBody>
      </p:sp>
      <p:sp>
        <p:nvSpPr>
          <p:cNvPr id="67" name="">
            <a:extLst xmlns:a="http://schemas.openxmlformats.org/drawingml/2006/main">
              <a:ext uri="{FF2B5EF4-FFF2-40B4-BE49-F238E27FC236}">
                <a16:creationId xmlns:a16="http://schemas.microsoft.com/office/drawing/2014/main" id="{B25652E1-4B93-4540-8E01-285CFFD29964}"/>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176E2143-3088-48C0-A27A-6F94256A4AEE}"/>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完成练习与考试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提交实操报告</a:t>
            </a:r>
          </a:p>
        </p:txBody>
      </p:sp>
      <p:sp>
        <p:nvSpPr>
          <p:cNvPr id="69" name="">
            <a:extLst xmlns:a="http://schemas.openxmlformats.org/drawingml/2006/main">
              <a:ext uri="{FF2B5EF4-FFF2-40B4-BE49-F238E27FC236}">
                <a16:creationId xmlns:a16="http://schemas.microsoft.com/office/drawing/2014/main" id="{991EB982-2D77-4C5D-B2F7-65836735DEFD}"/>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D218D267-BB2E-41EA-A8A7-7359EE303F71}"/>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BE6EE0D9-C13F-4B15-B300-37BC4A2859F6}"/>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8"/>
                </a:solidFill>
                <a:latin typeface="微软雅黑"/>
                <a:ea typeface="微软雅黑"/>
                <a:cs typeface="微软雅黑"/>
              </a:defRPr>
            </a:pPr>
            <a:r>
              <a:rPr sz="1500" b="1">
                <a:solidFill>
                  <a:srgbClr val="2E86E8"/>
                </a:solidFill>
                <a:latin typeface="微软雅黑"/>
                <a:ea typeface="微软雅黑"/>
                <a:cs typeface="微软雅黑"/>
              </a:rPr>
              <a:t>班组长端</a:t>
            </a:r>
          </a:p>
        </p:txBody>
      </p:sp>
      <p:sp>
        <p:nvSpPr>
          <p:cNvPr id="72" name="">
            <a:extLst xmlns:a="http://schemas.openxmlformats.org/drawingml/2006/main">
              <a:ext uri="{FF2B5EF4-FFF2-40B4-BE49-F238E27FC236}">
                <a16:creationId xmlns:a16="http://schemas.microsoft.com/office/drawing/2014/main" id="{57B4B2B9-27DE-4AF6-A532-6E5EB5BED5B9}"/>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李民（部长）</a:t>
            </a:r>
          </a:p>
        </p:txBody>
      </p:sp>
      <p:sp>
        <p:nvSpPr>
          <p:cNvPr id="73" name="">
            <a:extLst xmlns:a="http://schemas.openxmlformats.org/drawingml/2006/main">
              <a:ext uri="{FF2B5EF4-FFF2-40B4-BE49-F238E27FC236}">
                <a16:creationId xmlns:a16="http://schemas.microsoft.com/office/drawing/2014/main" id="{D3E1B14C-3731-418A-A51A-685B17E07AE8}"/>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43046C95-90A6-4D43-A560-B5B2BE4FC77C}"/>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填报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审核实操检测报告</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发布任务与评分</a:t>
            </a:r>
          </a:p>
        </p:txBody>
      </p:sp>
      <p:sp>
        <p:nvSpPr>
          <p:cNvPr id="75" name="">
            <a:extLst xmlns:a="http://schemas.openxmlformats.org/drawingml/2006/main">
              <a:ext uri="{FF2B5EF4-FFF2-40B4-BE49-F238E27FC236}">
                <a16:creationId xmlns:a16="http://schemas.microsoft.com/office/drawing/2014/main" id="{F6ABC1E2-12E5-4465-A613-33FB3A28A9B5}"/>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6789EE0D-7700-4F90-BC02-3330BA7C410A}"/>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6B85DAEA-E3CA-4460-8B25-944BECC93A05}"/>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管理端</a:t>
            </a:r>
          </a:p>
        </p:txBody>
      </p:sp>
      <p:sp>
        <p:nvSpPr>
          <p:cNvPr id="78" name="">
            <a:extLst xmlns:a="http://schemas.openxmlformats.org/drawingml/2006/main">
              <a:ext uri="{FF2B5EF4-FFF2-40B4-BE49-F238E27FC236}">
                <a16:creationId xmlns:a16="http://schemas.microsoft.com/office/drawing/2014/main" id="{52E51013-1074-40DB-B32E-EB0DE2CE9387}"/>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王总</a:t>
            </a:r>
          </a:p>
        </p:txBody>
      </p:sp>
      <p:sp>
        <p:nvSpPr>
          <p:cNvPr id="79" name="">
            <a:extLst xmlns:a="http://schemas.openxmlformats.org/drawingml/2006/main">
              <a:ext uri="{FF2B5EF4-FFF2-40B4-BE49-F238E27FC236}">
                <a16:creationId xmlns:a16="http://schemas.microsoft.com/office/drawing/2014/main" id="{25505122-3303-4BDF-BB03-94ABB0971FD9}"/>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57883F30-B25B-4376-90E9-3C3645BADAAA}"/>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查看公司能力、成本、风险</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查看关键岗位备份情况</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招聘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转岗 </a:t>
            </a: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外委建议</a:t>
            </a:r>
          </a:p>
        </p:txBody>
      </p:sp>
      <p:sp>
        <p:nvSpPr>
          <p:cNvPr id="81" name="">
            <a:extLst xmlns:a="http://schemas.openxmlformats.org/drawingml/2006/main">
              <a:ext uri="{FF2B5EF4-FFF2-40B4-BE49-F238E27FC236}">
                <a16:creationId xmlns:a16="http://schemas.microsoft.com/office/drawing/2014/main" id="{B02975F9-3759-4E71-97C4-92CF3815E5C6}"/>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3082"/>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F5304F53-56B4-43A9-A7BD-E0F06F3529DB}"/>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A09C17BF-33CD-49B3-A43E-C8C6C4E9FC3D}"/>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9B8CFF"/>
                </a:solidFill>
                <a:latin typeface="微软雅黑"/>
                <a:ea typeface="微软雅黑"/>
                <a:cs typeface="微软雅黑"/>
              </a:defRPr>
            </a:pPr>
            <a:r>
              <a:rPr sz="1500" b="1">
                <a:solidFill>
                  <a:srgbClr val="9B8CFF"/>
                </a:solidFill>
                <a:latin typeface="微软雅黑"/>
                <a:ea typeface="微软雅黑"/>
                <a:cs typeface="微软雅黑"/>
              </a:rPr>
              <a:t>管理员端</a:t>
            </a:r>
          </a:p>
        </p:txBody>
      </p:sp>
      <p:sp>
        <p:nvSpPr>
          <p:cNvPr id="84" name="">
            <a:extLst xmlns:a="http://schemas.openxmlformats.org/drawingml/2006/main">
              <a:ext uri="{FF2B5EF4-FFF2-40B4-BE49-F238E27FC236}">
                <a16:creationId xmlns:a16="http://schemas.microsoft.com/office/drawing/2014/main" id="{D491334B-3268-4143-A369-B72B3552CA75}"/>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admin</a:t>
            </a:r>
          </a:p>
        </p:txBody>
      </p:sp>
      <p:sp>
        <p:nvSpPr>
          <p:cNvPr id="85" name="">
            <a:extLst xmlns:a="http://schemas.openxmlformats.org/drawingml/2006/main">
              <a:ext uri="{FF2B5EF4-FFF2-40B4-BE49-F238E27FC236}">
                <a16:creationId xmlns:a16="http://schemas.microsoft.com/office/drawing/2014/main" id="{875D8E7F-752C-45EF-A8F9-EA7EFF6B3F68}"/>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225F25E5-67E3-4C56-86A6-AF3FB20CB9F0}"/>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审核课程与题库</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平台数据与审计</a:t>
            </a:r>
          </a:p>
        </p:txBody>
      </p:sp>
      <p:sp>
        <p:nvSpPr>
          <p:cNvPr id="87" name="">
            <a:extLst xmlns:a="http://schemas.openxmlformats.org/drawingml/2006/main">
              <a:ext uri="{FF2B5EF4-FFF2-40B4-BE49-F238E27FC236}">
                <a16:creationId xmlns:a16="http://schemas.microsoft.com/office/drawing/2014/main" id="{B69659EC-C390-462C-8251-86701D6E54E0}"/>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4167"/>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8" name="">
            <a:extLst xmlns:a="http://schemas.openxmlformats.org/drawingml/2006/main">
              <a:ext uri="{FF2B5EF4-FFF2-40B4-BE49-F238E27FC236}">
                <a16:creationId xmlns:a16="http://schemas.microsoft.com/office/drawing/2014/main" id="{4C1D0CF2-1161-4C88-9E70-4757A57E1ED0}"/>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数据流：一次实操归因如何穿过四类角色</a:t>
            </a:r>
          </a:p>
        </p:txBody>
      </p:sp>
      <p:sp>
        <p:nvSpPr>
          <p:cNvPr id="89" name="">
            <a:extLst xmlns:a="http://schemas.openxmlformats.org/drawingml/2006/main">
              <a:ext uri="{FF2B5EF4-FFF2-40B4-BE49-F238E27FC236}">
                <a16:creationId xmlns:a16="http://schemas.microsoft.com/office/drawing/2014/main" id="{7393F574-469F-4D4C-935D-F26F99F338D4}"/>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0" name="">
            <a:extLst xmlns:a="http://schemas.openxmlformats.org/drawingml/2006/main">
              <a:ext uri="{FF2B5EF4-FFF2-40B4-BE49-F238E27FC236}">
                <a16:creationId xmlns:a16="http://schemas.microsoft.com/office/drawing/2014/main" id="{E1B9616D-2B18-4712-BDDC-42F5291B52B0}"/>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① </a:t>
            </a:r>
            <a:r>
              <a:rPr sz="938" b="1">
                <a:solidFill>
                  <a:srgbClr val="31C7F0"/>
                </a:solidFill>
                <a:latin typeface="微软雅黑"/>
                <a:ea typeface="微软雅黑"/>
                <a:cs typeface="微软雅黑"/>
              </a:rPr>
              <a:t>员工提交报告</a:t>
            </a:r>
          </a:p>
        </p:txBody>
      </p:sp>
      <p:sp>
        <p:nvSpPr>
          <p:cNvPr id="91" name="">
            <a:extLst xmlns:a="http://schemas.openxmlformats.org/drawingml/2006/main">
              <a:ext uri="{FF2B5EF4-FFF2-40B4-BE49-F238E27FC236}">
                <a16:creationId xmlns:a16="http://schemas.microsoft.com/office/drawing/2014/main" id="{8C402BCA-09C3-4EC3-9910-19F9751E4FD7}"/>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员工端提交实操报告（步骤、工时、问题、照片、录波）</a:t>
            </a:r>
          </a:p>
        </p:txBody>
      </p:sp>
      <p:sp>
        <p:nvSpPr>
          <p:cNvPr id="92" name="">
            <a:extLst xmlns:a="http://schemas.openxmlformats.org/drawingml/2006/main">
              <a:ext uri="{FF2B5EF4-FFF2-40B4-BE49-F238E27FC236}">
                <a16:creationId xmlns:a16="http://schemas.microsoft.com/office/drawing/2014/main" id="{9BB31EF0-2000-4C3F-BA22-AFC3688C794E}"/>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93" name="">
            <a:extLst xmlns:a="http://schemas.openxmlformats.org/drawingml/2006/main">
              <a:ext uri="{FF2B5EF4-FFF2-40B4-BE49-F238E27FC236}">
                <a16:creationId xmlns:a16="http://schemas.microsoft.com/office/drawing/2014/main" id="{99E11629-2B14-4DDB-A5E2-B44F8695AFC5}"/>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4" name="">
            <a:extLst xmlns:a="http://schemas.openxmlformats.org/drawingml/2006/main">
              <a:ext uri="{FF2B5EF4-FFF2-40B4-BE49-F238E27FC236}">
                <a16:creationId xmlns:a16="http://schemas.microsoft.com/office/drawing/2014/main" id="{8461790F-F315-4A86-9362-3F02780D9398}"/>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② </a:t>
            </a:r>
            <a:r>
              <a:rPr sz="938" b="1">
                <a:solidFill>
                  <a:srgbClr val="31C7F0"/>
                </a:solidFill>
                <a:latin typeface="微软雅黑"/>
                <a:ea typeface="微软雅黑"/>
                <a:cs typeface="微软雅黑"/>
              </a:rPr>
              <a:t>规则执行</a:t>
            </a:r>
          </a:p>
        </p:txBody>
      </p:sp>
      <p:sp>
        <p:nvSpPr>
          <p:cNvPr id="95" name="">
            <a:extLst xmlns:a="http://schemas.openxmlformats.org/drawingml/2006/main">
              <a:ext uri="{FF2B5EF4-FFF2-40B4-BE49-F238E27FC236}">
                <a16:creationId xmlns:a16="http://schemas.microsoft.com/office/drawing/2014/main" id="{C9134008-8618-4F9F-BA3A-C2E53C9A805B}"/>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规则引擎按 </a:t>
            </a:r>
            <a:r>
              <a:rPr sz="825" b="0">
                <a:solidFill>
                  <a:srgbClr val="D6E6F7"/>
                </a:solidFill>
                <a:latin typeface="微软雅黑"/>
                <a:ea typeface="微软雅黑"/>
                <a:cs typeface="微软雅黑"/>
              </a:rPr>
              <a:t>REPORT_GAS / REPORT_ANALYSIS </a:t>
            </a:r>
            <a:r>
              <a:rPr sz="825" b="0">
                <a:solidFill>
                  <a:srgbClr val="D6E6F7"/>
                </a:solidFill>
                <a:latin typeface="微软雅黑"/>
                <a:ea typeface="微软雅黑"/>
                <a:cs typeface="微软雅黑"/>
              </a:rPr>
              <a:t>场景匹配，写 </a:t>
            </a:r>
            <a:r>
              <a:rPr sz="825" b="0">
                <a:solidFill>
                  <a:srgbClr val="D6E6F7"/>
                </a:solidFill>
                <a:latin typeface="微软雅黑"/>
                <a:ea typeface="微软雅黑"/>
                <a:cs typeface="微软雅黑"/>
              </a:rPr>
              <a:t>rule_result</a:t>
            </a:r>
          </a:p>
        </p:txBody>
      </p:sp>
      <p:sp>
        <p:nvSpPr>
          <p:cNvPr id="96" name="">
            <a:extLst xmlns:a="http://schemas.openxmlformats.org/drawingml/2006/main">
              <a:ext uri="{FF2B5EF4-FFF2-40B4-BE49-F238E27FC236}">
                <a16:creationId xmlns:a16="http://schemas.microsoft.com/office/drawing/2014/main" id="{156CF2BF-2A0B-43C6-AB1D-9B81F54B4F23}"/>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97" name="">
            <a:extLst xmlns:a="http://schemas.openxmlformats.org/drawingml/2006/main">
              <a:ext uri="{FF2B5EF4-FFF2-40B4-BE49-F238E27FC236}">
                <a16:creationId xmlns:a16="http://schemas.microsoft.com/office/drawing/2014/main" id="{EAE0CB09-4F23-42FB-AE71-898DE5E5ACBB}"/>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98" name="">
            <a:extLst xmlns:a="http://schemas.openxmlformats.org/drawingml/2006/main">
              <a:ext uri="{FF2B5EF4-FFF2-40B4-BE49-F238E27FC236}">
                <a16:creationId xmlns:a16="http://schemas.microsoft.com/office/drawing/2014/main" id="{BA0F155E-BF84-47AC-8485-8568911302E8}"/>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③ </a:t>
            </a:r>
            <a:r>
              <a:rPr sz="938" b="1">
                <a:solidFill>
                  <a:srgbClr val="31C7F0"/>
                </a:solidFill>
                <a:latin typeface="微软雅黑"/>
                <a:ea typeface="微软雅黑"/>
                <a:cs typeface="微软雅黑"/>
              </a:rPr>
              <a:t>建议生成</a:t>
            </a:r>
          </a:p>
        </p:txBody>
      </p:sp>
      <p:sp>
        <p:nvSpPr>
          <p:cNvPr id="99" name="">
            <a:extLst xmlns:a="http://schemas.openxmlformats.org/drawingml/2006/main">
              <a:ext uri="{FF2B5EF4-FFF2-40B4-BE49-F238E27FC236}">
                <a16:creationId xmlns:a16="http://schemas.microsoft.com/office/drawing/2014/main" id="{0F8489D8-E13B-4525-80D4-997A7D280756}"/>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结论写入 </a:t>
            </a:r>
            <a:r>
              <a:rPr sz="825" b="0">
                <a:solidFill>
                  <a:srgbClr val="D6E6F7"/>
                </a:solidFill>
                <a:latin typeface="微软雅黑"/>
                <a:ea typeface="微软雅黑"/>
                <a:cs typeface="微软雅黑"/>
              </a:rPr>
              <a:t>agent_suggestion</a:t>
            </a:r>
            <a:r>
              <a:rPr sz="825" b="0">
                <a:solidFill>
                  <a:srgbClr val="D6E6F7"/>
                </a:solidFill>
                <a:latin typeface="微软雅黑"/>
                <a:ea typeface="微软雅黑"/>
                <a:cs typeface="微软雅黑"/>
              </a:rPr>
              <a:t>，带 </a:t>
            </a:r>
            <a:r>
              <a:rPr sz="825" b="0">
                <a:solidFill>
                  <a:srgbClr val="D6E6F7"/>
                </a:solidFill>
                <a:latin typeface="微软雅黑"/>
                <a:ea typeface="微软雅黑"/>
                <a:cs typeface="微软雅黑"/>
              </a:rPr>
              <a:t>confidence</a:t>
            </a:r>
            <a:r>
              <a:rPr sz="825" b="0">
                <a:solidFill>
                  <a:srgbClr val="D6E6F7"/>
                </a:solidFill>
                <a:latin typeface="微软雅黑"/>
                <a:ea typeface="微软雅黑"/>
                <a:cs typeface="微软雅黑"/>
              </a:rPr>
              <a:t>、</a:t>
            </a:r>
            <a:r>
              <a:rPr sz="825" b="0">
                <a:solidFill>
                  <a:srgbClr val="D6E6F7"/>
                </a:solidFill>
                <a:latin typeface="微软雅黑"/>
                <a:ea typeface="微软雅黑"/>
                <a:cs typeface="微软雅黑"/>
              </a:rPr>
              <a:t>source=rule</a:t>
            </a:r>
            <a:r>
              <a:rPr sz="825" b="0">
                <a:solidFill>
                  <a:srgbClr val="D6E6F7"/>
                </a:solidFill>
                <a:latin typeface="微软雅黑"/>
                <a:ea typeface="微软雅黑"/>
                <a:cs typeface="微软雅黑"/>
              </a:rPr>
              <a:t>、</a:t>
            </a:r>
            <a:r>
              <a:rPr sz="825" b="0">
                <a:solidFill>
                  <a:srgbClr val="D6E6F7"/>
                </a:solidFill>
                <a:latin typeface="微软雅黑"/>
                <a:ea typeface="微软雅黑"/>
                <a:cs typeface="微软雅黑"/>
              </a:rPr>
              <a:t>need_human_confirm</a:t>
            </a:r>
          </a:p>
        </p:txBody>
      </p:sp>
      <p:sp>
        <p:nvSpPr>
          <p:cNvPr id="100" name="">
            <a:extLst xmlns:a="http://schemas.openxmlformats.org/drawingml/2006/main">
              <a:ext uri="{FF2B5EF4-FFF2-40B4-BE49-F238E27FC236}">
                <a16:creationId xmlns:a16="http://schemas.microsoft.com/office/drawing/2014/main" id="{F34D2FAE-2F97-473F-8604-2100A9B2BA6B}"/>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101" name="">
            <a:extLst xmlns:a="http://schemas.openxmlformats.org/drawingml/2006/main">
              <a:ext uri="{FF2B5EF4-FFF2-40B4-BE49-F238E27FC236}">
                <a16:creationId xmlns:a16="http://schemas.microsoft.com/office/drawing/2014/main" id="{4617BAF0-083F-4D80-8DD6-3979209D1AF3}"/>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6000"/>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02" name="">
            <a:extLst xmlns:a="http://schemas.openxmlformats.org/drawingml/2006/main">
              <a:ext uri="{FF2B5EF4-FFF2-40B4-BE49-F238E27FC236}">
                <a16:creationId xmlns:a16="http://schemas.microsoft.com/office/drawing/2014/main" id="{C185CD6F-4CCA-46E3-83E3-A0EB70F44BF7}"/>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④ </a:t>
            </a:r>
            <a:r>
              <a:rPr sz="938" b="1">
                <a:solidFill>
                  <a:srgbClr val="31C7F0"/>
                </a:solidFill>
                <a:latin typeface="微软雅黑"/>
                <a:ea typeface="微软雅黑"/>
                <a:cs typeface="微软雅黑"/>
              </a:rPr>
              <a:t>班组长确认</a:t>
            </a:r>
          </a:p>
        </p:txBody>
      </p:sp>
      <p:sp>
        <p:nvSpPr>
          <p:cNvPr id="103" name="">
            <a:extLst xmlns:a="http://schemas.openxmlformats.org/drawingml/2006/main">
              <a:ext uri="{FF2B5EF4-FFF2-40B4-BE49-F238E27FC236}">
                <a16:creationId xmlns:a16="http://schemas.microsoft.com/office/drawing/2014/main" id="{02832B90-3E8D-4FC1-BD4B-EB8F58B7D967}"/>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班组长在确认接口采纳 </a:t>
            </a:r>
            <a:r>
              <a:rPr sz="825" b="0">
                <a:solidFill>
                  <a:srgbClr val="D6E6F7"/>
                </a:solidFill>
                <a:latin typeface="微软雅黑"/>
                <a:ea typeface="微软雅黑"/>
                <a:cs typeface="微软雅黑"/>
              </a:rPr>
              <a:t>/ </a:t>
            </a:r>
            <a:r>
              <a:rPr sz="825" b="0">
                <a:solidFill>
                  <a:srgbClr val="D6E6F7"/>
                </a:solidFill>
                <a:latin typeface="微软雅黑"/>
                <a:ea typeface="微软雅黑"/>
                <a:cs typeface="微软雅黑"/>
              </a:rPr>
              <a:t>驳回 </a:t>
            </a:r>
            <a:r>
              <a:rPr sz="825" b="0">
                <a:solidFill>
                  <a:srgbClr val="D6E6F7"/>
                </a:solidFill>
                <a:latin typeface="微软雅黑"/>
                <a:ea typeface="微软雅黑"/>
                <a:cs typeface="微软雅黑"/>
              </a:rPr>
              <a:t>/ </a:t>
            </a:r>
            <a:r>
              <a:rPr sz="825" b="0">
                <a:solidFill>
                  <a:srgbClr val="D6E6F7"/>
                </a:solidFill>
                <a:latin typeface="微软雅黑"/>
                <a:ea typeface="微软雅黑"/>
                <a:cs typeface="微软雅黑"/>
              </a:rPr>
              <a:t>修改，写 </a:t>
            </a:r>
            <a:r>
              <a:rPr sz="825" b="0">
                <a:solidFill>
                  <a:srgbClr val="D6E6F7"/>
                </a:solidFill>
                <a:latin typeface="微软雅黑"/>
                <a:ea typeface="微软雅黑"/>
                <a:cs typeface="微软雅黑"/>
              </a:rPr>
              <a:t>decision_log</a:t>
            </a:r>
            <a:r>
              <a:rPr sz="825" b="0">
                <a:solidFill>
                  <a:srgbClr val="D6E6F7"/>
                </a:solidFill>
                <a:latin typeface="微软雅黑"/>
                <a:ea typeface="微软雅黑"/>
                <a:cs typeface="微软雅黑"/>
              </a:rPr>
              <a:t>，只改建议状态</a:t>
            </a:r>
          </a:p>
        </p:txBody>
      </p:sp>
      <p:sp>
        <p:nvSpPr>
          <p:cNvPr id="104" name="">
            <a:extLst xmlns:a="http://schemas.openxmlformats.org/drawingml/2006/main">
              <a:ext uri="{FF2B5EF4-FFF2-40B4-BE49-F238E27FC236}">
                <a16:creationId xmlns:a16="http://schemas.microsoft.com/office/drawing/2014/main" id="{1576A657-A696-4865-B9DE-E9A203184344}"/>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105" name="">
            <a:extLst xmlns:a="http://schemas.openxmlformats.org/drawingml/2006/main">
              <a:ext uri="{FF2B5EF4-FFF2-40B4-BE49-F238E27FC236}">
                <a16:creationId xmlns:a16="http://schemas.microsoft.com/office/drawing/2014/main" id="{50398506-379C-400B-B93C-12CE1CAB78D8}"/>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6000"/>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F5C33B"/>
            </a:solidFill>
            <a:prstDash val="solid"/>
          </a:ln>
        </p:spPr>
      </p:sp>
      <p:sp>
        <p:nvSpPr>
          <p:cNvPr id="106" name="">
            <a:extLst xmlns:a="http://schemas.openxmlformats.org/drawingml/2006/main">
              <a:ext uri="{FF2B5EF4-FFF2-40B4-BE49-F238E27FC236}">
                <a16:creationId xmlns:a16="http://schemas.microsoft.com/office/drawing/2014/main" id="{6E0DCCA2-760F-408F-8EFD-AF0B814C5D4E}"/>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⑤ </a:t>
            </a:r>
            <a:r>
              <a:rPr sz="938" b="1">
                <a:solidFill>
                  <a:srgbClr val="F5C33B"/>
                </a:solidFill>
                <a:latin typeface="微软雅黑"/>
                <a:ea typeface="微软雅黑"/>
                <a:cs typeface="微软雅黑"/>
              </a:rPr>
              <a:t>回流各端</a:t>
            </a:r>
          </a:p>
        </p:txBody>
      </p:sp>
      <p:sp>
        <p:nvSpPr>
          <p:cNvPr id="107" name="">
            <a:extLst xmlns:a="http://schemas.openxmlformats.org/drawingml/2006/main">
              <a:ext uri="{FF2B5EF4-FFF2-40B4-BE49-F238E27FC236}">
                <a16:creationId xmlns:a16="http://schemas.microsoft.com/office/drawing/2014/main" id="{1C913C6D-8D35-4322-A2FA-E29E0F7FC6F9}"/>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员工看到欠缺与学习计划；管理端看到缺口与风险；管理员可审计全链路</a:t>
            </a:r>
          </a:p>
        </p:txBody>
      </p:sp>
      <p:sp>
        <p:nvSpPr>
          <p:cNvPr id="108" name="">
            <a:extLst xmlns:a="http://schemas.openxmlformats.org/drawingml/2006/main">
              <a:ext uri="{FF2B5EF4-FFF2-40B4-BE49-F238E27FC236}">
                <a16:creationId xmlns:a16="http://schemas.microsoft.com/office/drawing/2014/main" id="{A28E7780-5DBF-43E6-8357-7DE2E4870749}"/>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D1789ACA-CC20-4221-BD2D-F36484BAE7C5}"/>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14069A74-4D41-4E8E-8583-30F14D39FC25}"/>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3EB8FA6D-9190-4D66-B10C-D408172C4BEF}"/>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DBA24E24-C4C0-4D84-806F-8F7F3B1CDE9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328D6A2C-77CA-4F6C-9FB2-65BE34BAEB67}"/>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4" name="">
            <a:extLst xmlns:a="http://schemas.openxmlformats.org/drawingml/2006/main">
              <a:ext uri="{FF2B5EF4-FFF2-40B4-BE49-F238E27FC236}">
                <a16:creationId xmlns:a16="http://schemas.microsoft.com/office/drawing/2014/main" id="{28269BA8-5BDC-4479-8335-E23CB696586A}"/>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EE46728D-6E0D-43AD-9BF5-96662CD9A24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26</a:t>
            </a:r>
          </a:p>
        </p:txBody>
      </p:sp>
    </p:spTree>
    <p:extLst>
      <p:ext uri="{BB962C8B-B14F-4D97-AF65-F5344CB8AC3E}">
        <p14:creationId xmlns:p14="http://schemas.microsoft.com/office/powerpoint/2010/main" val="632980010"/>
      </p:ext>
    </p:extLst>
  </p:cSld>
</p:sld>
</file>

<file path=ppt/slides/slide2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5da6e96b17c84e7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3F68F8-6668-4822-8089-DA28263E9A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BDA181F-6F5F-49B3-A2F0-6F4F67685CEF}"/>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9B8CFF">
                  <a:alpha val="20000"/>
                </a:srgbClr>
              </a:gs>
              <a:gs pos="45000">
                <a:srgbClr val="9B8CFF">
                  <a:alpha val="8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BB31FE1-ECC1-4074-AB17-4BAF0D2A73E7}"/>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1E124DC-A7F5-417D-ADC0-DDC25E1BC78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9B8CFF"/>
              </a:gs>
              <a:gs pos="100000">
                <a:srgbClr val="9B8CFF">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BF6F802-4AED-4876-8C43-2809F4779725}"/>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06C8D3A-765C-4C29-972E-218219AC7F5B}"/>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2D8E3BB3-F05A-470F-806F-50AD30163EC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DFF93EB4-2875-45BF-8B7A-B35E892FD6EA}"/>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2F5F0CE-280B-44E1-BBC1-6187BDB087ED}"/>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EAA56C3-F7EA-4D5B-B63D-89843FC8ECA4}"/>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80CA32B-F89E-4D25-ACBF-7D36CC69090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7058CD2-426C-4DB3-9DDE-E1BD2559018E}"/>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5F1202A-B910-4FC9-A29D-FDDDE024978F}"/>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20FCAE08-FE5E-4601-9353-E114D361FF6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6457E60-8820-4EB1-A686-DEC412726047}"/>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8188665-6E86-408D-8012-CD35650CCA3E}"/>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45B5BAF-B85F-4BAE-B2B5-780C8FE6BBF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894F38A-080E-47B4-845E-47AF72712372}"/>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F0EF196-453F-477D-9554-6BC1A7F33388}"/>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ABE50156-D4EA-43EC-9705-D817EA9CF7AE}"/>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2DDA852-95CA-49B4-8504-0F7626D7A038}"/>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4A068868-C4F4-40A3-953C-30FEDC53443A}"/>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FA901A5D-818D-4A18-97E9-28BA5606AE3B}"/>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9B8CFF">
                <a:alpha val="45000"/>
              </a:srgbClr>
            </a:solidFill>
            <a:prstDash val="solid"/>
          </a:ln>
        </p:spPr>
      </p:sp>
      <p:sp>
        <p:nvSpPr>
          <p:cNvPr id="25" name="">
            <a:extLst xmlns:a="http://schemas.openxmlformats.org/drawingml/2006/main">
              <a:ext uri="{FF2B5EF4-FFF2-40B4-BE49-F238E27FC236}">
                <a16:creationId xmlns:a16="http://schemas.microsoft.com/office/drawing/2014/main" id="{A38B188E-F0E6-4175-AB87-077695A590E7}"/>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9B8CFF">
                <a:alpha val="28000"/>
              </a:srgbClr>
            </a:solidFill>
            <a:prstDash val="solid"/>
          </a:ln>
        </p:spPr>
      </p:sp>
      <p:sp>
        <p:nvSpPr>
          <p:cNvPr id="26" name="">
            <a:extLst xmlns:a="http://schemas.openxmlformats.org/drawingml/2006/main">
              <a:ext uri="{FF2B5EF4-FFF2-40B4-BE49-F238E27FC236}">
                <a16:creationId xmlns:a16="http://schemas.microsoft.com/office/drawing/2014/main" id="{CCFACEA8-4338-4FB5-96BD-1FB2E83F03B3}"/>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6DFF0AE3-5C7E-467A-BBB7-1ADCE4453FD7}"/>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28" name="">
            <a:extLst xmlns:a="http://schemas.openxmlformats.org/drawingml/2006/main">
              <a:ext uri="{FF2B5EF4-FFF2-40B4-BE49-F238E27FC236}">
                <a16:creationId xmlns:a16="http://schemas.microsoft.com/office/drawing/2014/main" id="{85347791-1CD1-4156-9D42-ECD621DF70E5}"/>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29" name="">
            <a:extLst xmlns:a="http://schemas.openxmlformats.org/drawingml/2006/main">
              <a:ext uri="{FF2B5EF4-FFF2-40B4-BE49-F238E27FC236}">
                <a16:creationId xmlns:a16="http://schemas.microsoft.com/office/drawing/2014/main" id="{86606C01-64D3-4F9E-B174-8216CFB4D14F}"/>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9B8CFF">
                <a:alpha val="30000"/>
              </a:srgbClr>
            </a:solidFill>
            <a:prstDash val="solid"/>
          </a:ln>
        </p:spPr>
      </p:sp>
      <p:sp>
        <p:nvSpPr>
          <p:cNvPr id="30" name="">
            <a:extLst xmlns:a="http://schemas.openxmlformats.org/drawingml/2006/main">
              <a:ext uri="{FF2B5EF4-FFF2-40B4-BE49-F238E27FC236}">
                <a16:creationId xmlns:a16="http://schemas.microsoft.com/office/drawing/2014/main" id="{E282D471-77E0-4C9C-9E16-F6EACA83EC2B}"/>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9B8CFF">
                      <a:alpha val="75000"/>
                    </a:srgbClr>
                  </a:solidFill>
                  <a:prstDash val="solid"/>
                </a:ln>
                <a:solidFill>
                  <a:srgbClr val="0B2C56"/>
                </a:solidFill>
                <a:latin typeface="Bahnschrift SemiBold"/>
                <a:ea typeface="Bahnschrift SemiBold"/>
                <a:cs typeface="Bahnschrift SemiBold"/>
              </a:defRPr>
            </a:pPr>
            <a:r>
              <a:rPr sz="9900" b="1">
                <a:ln w="14288">
                  <a:solidFill>
                    <a:srgbClr val="9B8CFF">
                      <a:alpha val="75000"/>
                    </a:srgbClr>
                  </a:solidFill>
                  <a:prstDash val="solid"/>
                </a:ln>
                <a:solidFill>
                  <a:srgbClr val="0B2C56"/>
                </a:solidFill>
                <a:latin typeface="Bahnschrift SemiBold"/>
                <a:ea typeface="Bahnschrift SemiBold"/>
                <a:cs typeface="Bahnschrift SemiBold"/>
              </a:rPr>
              <a:t>05</a:t>
            </a:r>
          </a:p>
        </p:txBody>
      </p:sp>
      <p:sp>
        <p:nvSpPr>
          <p:cNvPr id="31" name="">
            <a:extLst xmlns:a="http://schemas.openxmlformats.org/drawingml/2006/main">
              <a:ext uri="{FF2B5EF4-FFF2-40B4-BE49-F238E27FC236}">
                <a16:creationId xmlns:a16="http://schemas.microsoft.com/office/drawing/2014/main" id="{920F136E-5A62-4145-AD6D-1E8E07F6E7EF}"/>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60FB3F1A-15A1-400C-A3FA-25CA170B5A5E}"/>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9B8CFF">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0DF8807-47F4-4ABD-B24C-3F7F7D9023DD}"/>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478751B-6764-45A1-A146-3DE337B7DEE9}"/>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E99F6AD-49CA-48CA-9706-E2F3450A1ABE}"/>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7C56EEB-DEC6-411E-B236-603A7A73CEA7}"/>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53B7E76-270A-42BE-AC46-1B344B0E0DDD}"/>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574EFF3-767B-4110-91C3-F1A203C76BC6}"/>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4445D2F5-2913-47FA-840A-115573042632}"/>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2B35299-A3D6-4913-A887-5975613BCCFC}"/>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B156FE41-0754-4D6A-B43E-435B5B4620D8}"/>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4643C52-2A9F-4A3A-B22B-F289C3EAABB6}"/>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0116ADF1-222C-406B-BE9A-CDF12667ACDA}"/>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B3C7931-8C69-4110-912C-3E34728281DD}"/>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CF012A70-D188-46D0-B803-285AD4A91F6D}"/>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FD99D262-3ED6-4831-BDA6-6C8788C5EB74}"/>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FEC31DDC-85C6-45A2-9233-820BFDFD01F8}"/>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5BF2A76-E3A4-42CF-8CE1-2413DA51528D}"/>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0D325AB4-9767-4B74-A3E1-445C38D2231E}"/>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600C76D6-C519-493C-B8FB-F5D9FFB33BFC}"/>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A78F870-346D-481C-949D-6BD3D0735907}"/>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11366FB5-6F1F-46A2-AFD5-A1F51E25A6F0}"/>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E11CA3E-35B4-44B7-B44B-069B20C112EE}"/>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7F0EA76C-2327-430E-9F9D-2120D27BEE04}"/>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DE7B3E1-EB8E-4AFD-8841-79171CBA26FB}"/>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B10140F0-F53D-437A-B0FA-460542B46341}"/>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7A2BB3D6-8646-484F-B55B-97B058D8B645}"/>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AE46DAA7-6562-4947-BEE5-B0A2416978F7}"/>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56D90AD2-845A-4E4A-B55D-915FB4389C7B}"/>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9B8CFF">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0DB2216-E3BE-42FD-BC7B-AD4AA677D3F6}"/>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87982090-1A39-464A-9BD3-59FCD0EB4F3E}"/>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9B8CFF">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E4EB5E5E-3D0A-4433-B150-CBCD473AB0C8}"/>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9B8CFF">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43349BB1-FED4-4A61-8851-B8E8604AAB78}"/>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1299A078-7E5E-4726-858B-C0DCB1222555}"/>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391B081D-DDC6-478D-9810-07DC4918FE32}"/>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ED28F527-FB4E-4603-83A4-DAC8022C7425}"/>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22AB73DD-BC0E-4586-9072-D18CF4A63097}"/>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CE8A78C6-4645-4DB1-8E4B-F0EB403000A9}"/>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7397505A-D68E-4DA9-9F8C-74A31853EF66}"/>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662AD90B-6A65-414C-B2F5-3EC0E9620A89}"/>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585F04E-05DE-4112-932F-F3988E2C1E70}"/>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2" name="">
            <a:extLst xmlns:a="http://schemas.openxmlformats.org/drawingml/2006/main">
              <a:ext uri="{FF2B5EF4-FFF2-40B4-BE49-F238E27FC236}">
                <a16:creationId xmlns:a16="http://schemas.microsoft.com/office/drawing/2014/main" id="{9AF127E6-9DB8-431C-B461-2B9776C86367}"/>
              </a:ext>
            </a:extLst>
          </p:cNvPr>
          <p:cNvSpPr>
            <a:spLocks xmlns:a="http://schemas.openxmlformats.org/drawingml/2006/main" noGrp="1"/>
          </p:cNvSpPr>
          <p:nvPr/>
        </p:nvSpPr>
        <p:spPr>
          <a:xfrm xmlns:a="http://schemas.openxmlformats.org/drawingml/2006/main">
            <a:off x="9982200" y="4895850"/>
            <a:ext cx="571500" cy="571500"/>
          </a:xfrm>
          <a:prstGeom xmlns:a="http://schemas.openxmlformats.org/drawingml/2006/main" prst="ellipse">
            <a:avLst/>
          </a:prstGeom>
          <a:gradFill xmlns:a="http://schemas.openxmlformats.org/drawingml/2006/main">
            <a:gsLst>
              <a:gs pos="0">
                <a:srgbClr val="9B8CFF">
                  <a:alpha val="30000"/>
                </a:srgbClr>
              </a:gs>
              <a:gs pos="45000">
                <a:srgbClr val="9B8CFF">
                  <a:alpha val="12000"/>
                </a:srgbClr>
              </a:gs>
              <a:gs pos="100000">
                <a:srgbClr val="9B8CFF">
                  <a:alpha val="0"/>
                </a:srgbClr>
              </a:gs>
            </a:gsLst>
            <a:path path="shape"/>
          </a:gra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5A819D9D-D225-422F-9092-81D9ACB507FC}"/>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9B8CFF"/>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C98818C9-6053-40C4-9B91-3C1E94B409D7}"/>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验证</a:t>
            </a:r>
          </a:p>
        </p:txBody>
      </p:sp>
      <p:sp>
        <p:nvSpPr>
          <p:cNvPr id="75" name="">
            <a:extLst xmlns:a="http://schemas.openxmlformats.org/drawingml/2006/main">
              <a:ext uri="{FF2B5EF4-FFF2-40B4-BE49-F238E27FC236}">
                <a16:creationId xmlns:a16="http://schemas.microsoft.com/office/drawing/2014/main" id="{F539EDFA-9002-4295-8319-627372F786A2}"/>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89101648-D7CB-45BE-8A90-BDC8D8817EB6}"/>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A348602A-FF0E-449D-A2AB-84CD1D94A7C8}"/>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84D5B1B2-EAAF-49EA-87D6-27F51FB83A36}"/>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549A8576-649A-4842-89F5-081C291C1E1D}"/>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B10600AC-E3E5-4EAB-A8F7-23808D76CCA6}"/>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D43BD7A4-4086-422F-A9D2-E6DB18B648F1}"/>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F89E3404-816B-40B6-A82B-EC46D019E7B4}"/>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AF0DE5D2-CB08-42E0-BA3C-3905C4FFDB42}"/>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05</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914A956D-324F-43BF-91DD-BBD0DA9F6AEB}"/>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299A5F58-E45C-45CF-B961-5632FE752C18}"/>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测试验证</a:t>
            </a:r>
          </a:p>
        </p:txBody>
      </p:sp>
      <p:sp>
        <p:nvSpPr>
          <p:cNvPr id="86" name="">
            <a:extLst xmlns:a="http://schemas.openxmlformats.org/drawingml/2006/main">
              <a:ext uri="{FF2B5EF4-FFF2-40B4-BE49-F238E27FC236}">
                <a16:creationId xmlns:a16="http://schemas.microsoft.com/office/drawing/2014/main" id="{4B9AD04B-D325-4B83-AADB-B670BBB679E6}"/>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9B8CFF"/>
                </a:solidFill>
                <a:latin typeface="Bahnschrift"/>
                <a:ea typeface="Bahnschrift"/>
                <a:cs typeface="Bahnschrift"/>
              </a:defRPr>
            </a:pPr>
            <a:r>
              <a:rPr sz="1013" b="0" spc="3">
                <a:solidFill>
                  <a:srgbClr val="9B8CFF"/>
                </a:solidFill>
                <a:latin typeface="Bahnschrift"/>
                <a:ea typeface="Bahnschrift"/>
                <a:cs typeface="Bahnschrift"/>
              </a:rPr>
              <a:t>VALIDATION · TESTING &amp; COMPARISON</a:t>
            </a:r>
          </a:p>
        </p:txBody>
      </p:sp>
      <p:sp>
        <p:nvSpPr>
          <p:cNvPr id="87" name="">
            <a:extLst xmlns:a="http://schemas.openxmlformats.org/drawingml/2006/main">
              <a:ext uri="{FF2B5EF4-FFF2-40B4-BE49-F238E27FC236}">
                <a16:creationId xmlns:a16="http://schemas.microsoft.com/office/drawing/2014/main" id="{B5C56E32-7E21-4AAF-8B8B-B6C22DA4F108}"/>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E5DDFC2E-F85B-46C2-A5D9-2104F11EC020}"/>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五层测试：建库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构建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引擎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鉴权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业务，全部有可复现的验收动作</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纵向对比：引入系统前后的结论一致性、组卷题量与举证成本</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横向对比：传统 </a:t>
            </a:r>
            <a:r>
              <a:rPr sz="1163">
                <a:solidFill>
                  <a:srgbClr val="9FC2E8"/>
                </a:solidFill>
                <a:latin typeface="微软雅黑"/>
                <a:ea typeface="微软雅黑"/>
                <a:cs typeface="微软雅黑"/>
              </a:rPr>
              <a:t>LMS / </a:t>
            </a:r>
            <a:r>
              <a:rPr sz="1163">
                <a:solidFill>
                  <a:srgbClr val="9FC2E8"/>
                </a:solidFill>
                <a:latin typeface="微软雅黑"/>
                <a:ea typeface="微软雅黑"/>
                <a:cs typeface="微软雅黑"/>
              </a:rPr>
              <a:t>通用大模型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工业智训的能力矩阵</a:t>
            </a:r>
          </a:p>
        </p:txBody>
      </p:sp>
      <p:sp>
        <p:nvSpPr>
          <p:cNvPr id="89" name="">
            <a:extLst xmlns:a="http://schemas.openxmlformats.org/drawingml/2006/main">
              <a:ext uri="{FF2B5EF4-FFF2-40B4-BE49-F238E27FC236}">
                <a16:creationId xmlns:a16="http://schemas.microsoft.com/office/drawing/2014/main" id="{7762F0DC-6CBB-43DB-B075-95832BE6183C}"/>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0" name="">
            <a:extLst xmlns:a="http://schemas.openxmlformats.org/drawingml/2006/main">
              <a:ext uri="{FF2B5EF4-FFF2-40B4-BE49-F238E27FC236}">
                <a16:creationId xmlns:a16="http://schemas.microsoft.com/office/drawing/2014/main" id="{4EAAA0DC-867E-4C0F-AED8-99E56C1588FC}"/>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3C2DD597-2993-446B-B76E-3ED3A5DD2999}"/>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2" name="">
            <a:extLst xmlns:a="http://schemas.openxmlformats.org/drawingml/2006/main">
              <a:ext uri="{FF2B5EF4-FFF2-40B4-BE49-F238E27FC236}">
                <a16:creationId xmlns:a16="http://schemas.microsoft.com/office/drawing/2014/main" id="{671BE360-6E8D-4A95-97F1-1DCE90AFD3C4}"/>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层测试全部通过</a:t>
            </a:r>
          </a:p>
        </p:txBody>
      </p:sp>
      <p:sp>
        <p:nvSpPr>
          <p:cNvPr id="93" name="">
            <a:extLst xmlns:a="http://schemas.openxmlformats.org/drawingml/2006/main">
              <a:ext uri="{FF2B5EF4-FFF2-40B4-BE49-F238E27FC236}">
                <a16:creationId xmlns:a16="http://schemas.microsoft.com/office/drawing/2014/main" id="{689902E5-8352-4346-8AE3-180C63D9F531}"/>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4" name="">
            <a:extLst xmlns:a="http://schemas.openxmlformats.org/drawingml/2006/main">
              <a:ext uri="{FF2B5EF4-FFF2-40B4-BE49-F238E27FC236}">
                <a16:creationId xmlns:a16="http://schemas.microsoft.com/office/drawing/2014/main" id="{5B985557-DF53-46F9-9C4E-056CFD4D66DB}"/>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6D3B3AAB-4459-4AF5-811B-0F05E41CB14E}"/>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200</a:t>
            </a:r>
          </a:p>
        </p:txBody>
      </p:sp>
      <p:sp>
        <p:nvSpPr>
          <p:cNvPr id="96" name="">
            <a:extLst xmlns:a="http://schemas.openxmlformats.org/drawingml/2006/main">
              <a:ext uri="{FF2B5EF4-FFF2-40B4-BE49-F238E27FC236}">
                <a16:creationId xmlns:a16="http://schemas.microsoft.com/office/drawing/2014/main" id="{086F09C0-61F4-4A66-9BF6-6722DF3472C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次重复执行完全一致</a:t>
            </a:r>
          </a:p>
        </p:txBody>
      </p:sp>
      <p:sp>
        <p:nvSpPr>
          <p:cNvPr id="97" name="">
            <a:extLst xmlns:a="http://schemas.openxmlformats.org/drawingml/2006/main">
              <a:ext uri="{FF2B5EF4-FFF2-40B4-BE49-F238E27FC236}">
                <a16:creationId xmlns:a16="http://schemas.microsoft.com/office/drawing/2014/main" id="{754ED293-284B-42E4-8ADA-936FFA77DD8A}"/>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9B8CFF">
                <a:alpha val="50000"/>
              </a:srgbClr>
            </a:solidFill>
            <a:prstDash val="solid"/>
          </a:ln>
        </p:spPr>
      </p:sp>
      <p:sp>
        <p:nvSpPr>
          <p:cNvPr id="98" name="">
            <a:extLst xmlns:a="http://schemas.openxmlformats.org/drawingml/2006/main">
              <a:ext uri="{FF2B5EF4-FFF2-40B4-BE49-F238E27FC236}">
                <a16:creationId xmlns:a16="http://schemas.microsoft.com/office/drawing/2014/main" id="{9AA80847-DCE3-42F1-A897-24C157383FEC}"/>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700BC8D7-FA6E-4CD2-9E06-CDC0E3C42FD8}"/>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403</a:t>
            </a:r>
          </a:p>
        </p:txBody>
      </p:sp>
      <p:sp>
        <p:nvSpPr>
          <p:cNvPr id="100" name="">
            <a:extLst xmlns:a="http://schemas.openxmlformats.org/drawingml/2006/main">
              <a:ext uri="{FF2B5EF4-FFF2-40B4-BE49-F238E27FC236}">
                <a16:creationId xmlns:a16="http://schemas.microsoft.com/office/drawing/2014/main" id="{614130B5-E6A6-4098-947B-70CE1769F61F}"/>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非管理员调用被拒</a:t>
            </a:r>
          </a:p>
        </p:txBody>
      </p:sp>
      <p:sp>
        <p:nvSpPr>
          <p:cNvPr id="101" name="">
            <a:extLst xmlns:a="http://schemas.openxmlformats.org/drawingml/2006/main">
              <a:ext uri="{FF2B5EF4-FFF2-40B4-BE49-F238E27FC236}">
                <a16:creationId xmlns:a16="http://schemas.microsoft.com/office/drawing/2014/main" id="{836D6F63-751E-44A1-B24C-D1226D923164}"/>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06955008-53F1-453C-8812-CE23A2379BA9}"/>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C80CACF6-FC6F-41B3-955C-AD4AFCA0E67B}"/>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AD50DC2A-B757-4E7B-BB67-5FCC7F5F2012}"/>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9B8CFF">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575411391"/>
      </p:ext>
    </p:extLst>
  </p:cSld>
</p:sld>
</file>

<file path=ppt/slides/slide2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d40b5a0317e442b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D99C26-A6A6-4E73-8848-3A9C5C3116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9EE567D-59CA-4D63-A509-66B9073DF031}"/>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87885AE5-D4BC-4F72-A06A-0F4DEC31432D}"/>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AA8A671-1A4B-4FF1-8251-AF6730A3DC79}"/>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4A21134-D70E-4841-B5AF-F429A0966CF0}"/>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878D939C-F1B6-40B2-BB0E-FF5CBF0D4D30}"/>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836CF0F-66B2-413E-98E5-66EF99C7EB5E}"/>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57E71CF-5DB9-4E1E-A2AB-9DFC77ABABBB}"/>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9F8CEC3B-F8E9-461C-BDAA-52F4BC818CA7}"/>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2A165A55-F8A3-499F-AE6C-86DAE874E42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9745083-B321-4B2C-A7DB-A9EFEB799055}"/>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487CB61-DDD6-4688-96CF-D92B9E16EE9C}"/>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33300DDD-67E5-43AA-9EC6-B61242C66AD8}"/>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F0D738F-056D-4909-B5A8-DCC34BB2F737}"/>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5CD3E883-A4FF-4805-8291-3E87ADE7A137}"/>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B4472BF-7182-43E9-88F1-4DE74A123870}"/>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F508AB96-1901-4518-916F-1428C9AC1B7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AF0C499-41D8-4CC4-9F3C-6FAFAD66D5C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8D33E9D3-0BFF-4DEB-A1CF-046DC426ED1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93835D24-5873-4471-8562-4BFF9F8926F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A4CC5D05-9E25-4B40-9A28-C8E71B49102C}"/>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4C097E58-7AF6-4539-87F0-DF897123028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B2A2889-16CD-477E-BD12-F32C28FCF3A4}"/>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F0D64893-5BE4-4E3A-B197-48C4C315D2B4}"/>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EAB62615-A830-407C-9D16-9777F255CE10}"/>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5F9B013-9B05-4F79-8870-D38A4A2CF1B1}"/>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917EF2C-3A04-443D-A833-6F3F31E740F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FAF9E628-A344-4831-8757-BF58B0B72A9D}"/>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D50F6B3-17B6-4A54-A58B-E3117A429702}"/>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D4E54B17-6EA7-4A43-9187-04E7460D228D}"/>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10AD7D90-5C65-4C44-940E-86A7D8A2CB34}"/>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380A6A8-B4C9-4C49-A14A-563D02696DA0}"/>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A4B1CED-475D-4AC2-BD4D-FA6A6D2DC8FC}"/>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13F8B85-1C7F-45B9-8D4C-7D468FF4511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38F96C07-17A4-4685-8542-5B37050D835E}"/>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7AE295C-418F-4A20-A552-ECA97CFC010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0080DC4B-B5EB-481E-88DB-CBDFD9F74849}"/>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D548A342-69D6-41B5-AD30-2095FF4B7AC2}"/>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2C343E10-5968-409A-BF9B-BE5E1EB3C91D}"/>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813711E9-21BE-4D9B-B11D-FA576B6A4887}"/>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EA8339AC-B3B6-4502-BA6F-AD29D2EC48E2}"/>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26A2813B-315D-469A-851E-29807841AA17}"/>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C343BBC9-BCAE-4024-9A01-26E128EB8FCA}"/>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7E9E8AA-FA55-4974-8FCC-3D2AD33D9C12}"/>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6" name="">
            <a:extLst xmlns:a="http://schemas.openxmlformats.org/drawingml/2006/main">
              <a:ext uri="{FF2B5EF4-FFF2-40B4-BE49-F238E27FC236}">
                <a16:creationId xmlns:a16="http://schemas.microsoft.com/office/drawing/2014/main" id="{8399F36D-3A01-4C72-A39C-28448DF2430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7" name="">
            <a:extLst xmlns:a="http://schemas.openxmlformats.org/drawingml/2006/main">
              <a:ext uri="{FF2B5EF4-FFF2-40B4-BE49-F238E27FC236}">
                <a16:creationId xmlns:a16="http://schemas.microsoft.com/office/drawing/2014/main" id="{E9439D27-7F8E-46B3-AB03-47754F8F198B}"/>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B511B424-7B0B-4F32-8901-D414DFB64F31}"/>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五层测试与验收结果</a:t>
            </a:r>
          </a:p>
        </p:txBody>
      </p:sp>
      <p:sp>
        <p:nvSpPr>
          <p:cNvPr id="49" name="">
            <a:extLst xmlns:a="http://schemas.openxmlformats.org/drawingml/2006/main">
              <a:ext uri="{FF2B5EF4-FFF2-40B4-BE49-F238E27FC236}">
                <a16:creationId xmlns:a16="http://schemas.microsoft.com/office/drawing/2014/main" id="{CCF3983B-7150-4C95-917D-6B9EBC014779}"/>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4B1213B-3296-4755-90C0-72B1422541C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826118A9-B05E-44B2-937A-1465ED2B1477}"/>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78B2675-ED01-4A02-95D0-08CD761080B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6CC0CD5D-5CEC-4477-BD32-28466C50326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92D73E8C-26FF-47D8-A368-F2EF86512D33}"/>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D46470D1-C84C-4346-8B53-4F56A91FE9B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8075165E-0274-4859-9556-757E814FC3CA}"/>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D79C87E4-4804-4B01-AFD9-C8D3F5B5432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CB6052FA-160C-41D1-9506-BF4704E26F01}"/>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6CCFE952-DDDE-4DBA-AD1B-AE1C3FE58E37}"/>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73C07DA1-9D83-4E07-A30C-C73F7F84749B}"/>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039769E-7C39-45C8-AB8F-8A4FC4FAED83}"/>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D1356B6-1673-4418-90B0-874557813AE5}"/>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BBD8E09F-F171-499F-A68C-99FFE2E57941}"/>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测试不是「跑通截图」，而是每一层都有明确的通过判据与可复现的验收动作。</a:t>
            </a:r>
          </a:p>
        </p:txBody>
      </p:sp>
      <p:sp>
        <p:nvSpPr>
          <p:cNvPr id="64" name="">
            <a:extLst xmlns:a="http://schemas.openxmlformats.org/drawingml/2006/main">
              <a:ext uri="{FF2B5EF4-FFF2-40B4-BE49-F238E27FC236}">
                <a16:creationId xmlns:a16="http://schemas.microsoft.com/office/drawing/2014/main" id="{03143355-56E1-409F-9735-21969B31596A}"/>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5" name="">
            <a:extLst xmlns:a="http://schemas.openxmlformats.org/drawingml/2006/main">
              <a:ext uri="{FF2B5EF4-FFF2-40B4-BE49-F238E27FC236}">
                <a16:creationId xmlns:a16="http://schemas.microsoft.com/office/drawing/2014/main" id="{F7A4F01C-E224-4D78-915B-1ECC92218EB5}"/>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C04E7C7-24DD-4EDD-9115-EC97043278B0}"/>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第一层 </a:t>
            </a:r>
            <a:r>
              <a:rPr sz="1125" b="1">
                <a:solidFill>
                  <a:srgbClr val="31C7F0"/>
                </a:solidFill>
                <a:latin typeface="微软雅黑"/>
                <a:ea typeface="微软雅黑"/>
                <a:cs typeface="微软雅黑"/>
              </a:rPr>
              <a:t>· </a:t>
            </a:r>
            <a:r>
              <a:rPr sz="1125" b="1">
                <a:solidFill>
                  <a:srgbClr val="31C7F0"/>
                </a:solidFill>
                <a:latin typeface="微软雅黑"/>
                <a:ea typeface="微软雅黑"/>
                <a:cs typeface="微软雅黑"/>
              </a:rPr>
              <a:t>建库</a:t>
            </a:r>
          </a:p>
        </p:txBody>
      </p:sp>
      <p:sp>
        <p:nvSpPr>
          <p:cNvPr id="67" name="">
            <a:extLst xmlns:a="http://schemas.openxmlformats.org/drawingml/2006/main">
              <a:ext uri="{FF2B5EF4-FFF2-40B4-BE49-F238E27FC236}">
                <a16:creationId xmlns:a16="http://schemas.microsoft.com/office/drawing/2014/main" id="{DCC8EA31-F0FD-4B29-8780-7E963DDA0CA2}"/>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a:t>
            </a:r>
            <a:r>
              <a:rPr sz="938" b="0">
                <a:solidFill>
                  <a:srgbClr val="D6E6F7"/>
                </a:solidFill>
                <a:latin typeface="微软雅黑"/>
                <a:ea typeface="微软雅黑"/>
                <a:cs typeface="微软雅黑"/>
              </a:rPr>
              <a:t>个脚本按序对空库一次到位，</a:t>
            </a:r>
            <a:r>
              <a:rPr sz="938" b="0">
                <a:solidFill>
                  <a:srgbClr val="D6E6F7"/>
                </a:solidFill>
                <a:latin typeface="微软雅黑"/>
                <a:ea typeface="微软雅黑"/>
                <a:cs typeface="微软雅黑"/>
              </a:rPr>
              <a:t>docker logs </a:t>
            </a:r>
            <a:r>
              <a:rPr sz="938" b="0">
                <a:solidFill>
                  <a:srgbClr val="D6E6F7"/>
                </a:solidFill>
                <a:latin typeface="微软雅黑"/>
                <a:ea typeface="微软雅黑"/>
                <a:cs typeface="微软雅黑"/>
              </a:rPr>
              <a:t>无 </a:t>
            </a:r>
            <a:r>
              <a:rPr sz="938" b="0">
                <a:solidFill>
                  <a:srgbClr val="D6E6F7"/>
                </a:solidFill>
                <a:latin typeface="微软雅黑"/>
                <a:ea typeface="微软雅黑"/>
                <a:cs typeface="微软雅黑"/>
              </a:rPr>
              <a:t>ERROR</a:t>
            </a:r>
          </a:p>
        </p:txBody>
      </p:sp>
      <p:sp>
        <p:nvSpPr>
          <p:cNvPr id="68" name="">
            <a:extLst xmlns:a="http://schemas.openxmlformats.org/drawingml/2006/main">
              <a:ext uri="{FF2B5EF4-FFF2-40B4-BE49-F238E27FC236}">
                <a16:creationId xmlns:a16="http://schemas.microsoft.com/office/drawing/2014/main" id="{6E7120E0-FDA6-4A9E-B3F5-99D92628CB93}"/>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表数与脚本定义一致</a:t>
            </a:r>
          </a:p>
        </p:txBody>
      </p:sp>
      <p:sp>
        <p:nvSpPr>
          <p:cNvPr id="69" name="">
            <a:extLst xmlns:a="http://schemas.openxmlformats.org/drawingml/2006/main">
              <a:ext uri="{FF2B5EF4-FFF2-40B4-BE49-F238E27FC236}">
                <a16:creationId xmlns:a16="http://schemas.microsoft.com/office/drawing/2014/main" id="{111F18B1-8353-4A6F-90FD-6C29EE8FF8DC}"/>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70" name="">
            <a:extLst xmlns:a="http://schemas.openxmlformats.org/drawingml/2006/main">
              <a:ext uri="{FF2B5EF4-FFF2-40B4-BE49-F238E27FC236}">
                <a16:creationId xmlns:a16="http://schemas.microsoft.com/office/drawing/2014/main" id="{106DC2FD-C57D-4AE4-9544-29863D65A3C0}"/>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71" name="">
            <a:extLst xmlns:a="http://schemas.openxmlformats.org/drawingml/2006/main">
              <a:ext uri="{FF2B5EF4-FFF2-40B4-BE49-F238E27FC236}">
                <a16:creationId xmlns:a16="http://schemas.microsoft.com/office/drawing/2014/main" id="{B8BBD293-9B72-42F2-B494-4872D7A428E9}"/>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9574"/>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E5F1446C-36EB-4066-AAD7-7EE12E4139A4}"/>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62E14F45-AE7D-4E90-805D-337CB61F6D25}"/>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第二层 </a:t>
            </a:r>
            <a:r>
              <a:rPr sz="1125" b="1">
                <a:solidFill>
                  <a:srgbClr val="2E86E8"/>
                </a:solidFill>
                <a:latin typeface="微软雅黑"/>
                <a:ea typeface="微软雅黑"/>
                <a:cs typeface="微软雅黑"/>
              </a:rPr>
              <a:t>· </a:t>
            </a:r>
            <a:r>
              <a:rPr sz="1125" b="1">
                <a:solidFill>
                  <a:srgbClr val="2E86E8"/>
                </a:solidFill>
                <a:latin typeface="微软雅黑"/>
                <a:ea typeface="微软雅黑"/>
                <a:cs typeface="微软雅黑"/>
              </a:rPr>
              <a:t>构建</a:t>
            </a:r>
          </a:p>
        </p:txBody>
      </p:sp>
      <p:sp>
        <p:nvSpPr>
          <p:cNvPr id="74" name="">
            <a:extLst xmlns:a="http://schemas.openxmlformats.org/drawingml/2006/main">
              <a:ext uri="{FF2B5EF4-FFF2-40B4-BE49-F238E27FC236}">
                <a16:creationId xmlns:a16="http://schemas.microsoft.com/office/drawing/2014/main" id="{FEE5D216-A395-4E03-A243-12F6D171B666}"/>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后端 </a:t>
            </a:r>
            <a:r>
              <a:rPr sz="938" b="0">
                <a:solidFill>
                  <a:srgbClr val="D6E6F7"/>
                </a:solidFill>
                <a:latin typeface="微软雅黑"/>
                <a:ea typeface="微软雅黑"/>
                <a:cs typeface="微软雅黑"/>
              </a:rPr>
              <a:t>mvn -DskipTests package </a:t>
            </a:r>
            <a:r>
              <a:rPr sz="938" b="0">
                <a:solidFill>
                  <a:srgbClr val="D6E6F7"/>
                </a:solidFill>
                <a:latin typeface="微软雅黑"/>
                <a:ea typeface="微软雅黑"/>
                <a:cs typeface="微软雅黑"/>
              </a:rPr>
              <a:t>通过；</a:t>
            </a:r>
            <a:r>
              <a:rPr sz="938" b="0">
                <a:solidFill>
                  <a:srgbClr val="D6E6F7"/>
                </a:solidFill>
                <a:latin typeface="微软雅黑"/>
                <a:ea typeface="微软雅黑"/>
                <a:cs typeface="微软雅黑"/>
              </a:rPr>
              <a:t>Swagger </a:t>
            </a:r>
            <a:r>
              <a:rPr sz="938" b="0">
                <a:solidFill>
                  <a:srgbClr val="D6E6F7"/>
                </a:solidFill>
                <a:latin typeface="微软雅黑"/>
                <a:ea typeface="微软雅黑"/>
                <a:cs typeface="微软雅黑"/>
              </a:rPr>
              <a:t>可打开</a:t>
            </a:r>
          </a:p>
        </p:txBody>
      </p:sp>
      <p:sp>
        <p:nvSpPr>
          <p:cNvPr id="75" name="">
            <a:extLst xmlns:a="http://schemas.openxmlformats.org/drawingml/2006/main">
              <a:ext uri="{FF2B5EF4-FFF2-40B4-BE49-F238E27FC236}">
                <a16:creationId xmlns:a16="http://schemas.microsoft.com/office/drawing/2014/main" id="{4C378173-9F76-4DBB-A7C1-E8050C6329C7}"/>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在线接口 </a:t>
            </a:r>
            <a:r>
              <a:rPr sz="863" b="0">
                <a:solidFill>
                  <a:srgbClr val="9FC2E8"/>
                </a:solidFill>
                <a:latin typeface="微软雅黑"/>
                <a:ea typeface="微软雅黑"/>
                <a:cs typeface="微软雅黑"/>
              </a:rPr>
              <a:t>75 </a:t>
            </a:r>
            <a:r>
              <a:rPr sz="863" b="0">
                <a:solidFill>
                  <a:srgbClr val="9FC2E8"/>
                </a:solidFill>
                <a:latin typeface="微软雅黑"/>
                <a:ea typeface="微软雅黑"/>
                <a:cs typeface="微软雅黑"/>
              </a:rPr>
              <a:t>个可见</a:t>
            </a:r>
          </a:p>
        </p:txBody>
      </p:sp>
      <p:sp>
        <p:nvSpPr>
          <p:cNvPr id="76" name="">
            <a:extLst xmlns:a="http://schemas.openxmlformats.org/drawingml/2006/main">
              <a:ext uri="{FF2B5EF4-FFF2-40B4-BE49-F238E27FC236}">
                <a16:creationId xmlns:a16="http://schemas.microsoft.com/office/drawing/2014/main" id="{801554E7-D0B4-4500-8A89-8E7F3F2207A9}"/>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77" name="">
            <a:extLst xmlns:a="http://schemas.openxmlformats.org/drawingml/2006/main">
              <a:ext uri="{FF2B5EF4-FFF2-40B4-BE49-F238E27FC236}">
                <a16:creationId xmlns:a16="http://schemas.microsoft.com/office/drawing/2014/main" id="{421EABBA-8A5A-409B-98ED-AC1C516DFA58}"/>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78" name="">
            <a:extLst xmlns:a="http://schemas.openxmlformats.org/drawingml/2006/main">
              <a:ext uri="{FF2B5EF4-FFF2-40B4-BE49-F238E27FC236}">
                <a16:creationId xmlns:a16="http://schemas.microsoft.com/office/drawing/2014/main" id="{83A055F1-63EF-44A2-8469-C67614E741A5}"/>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A3949C5E-C047-4F09-91A8-E50DCAB1840D}"/>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767D0FF4-9750-4A00-9B2B-629FC489E459}"/>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第三层 </a:t>
            </a:r>
            <a:r>
              <a:rPr sz="1125" b="1">
                <a:solidFill>
                  <a:srgbClr val="F5C33B"/>
                </a:solidFill>
                <a:latin typeface="微软雅黑"/>
                <a:ea typeface="微软雅黑"/>
                <a:cs typeface="微软雅黑"/>
              </a:rPr>
              <a:t>· </a:t>
            </a:r>
            <a:r>
              <a:rPr sz="1125" b="1">
                <a:solidFill>
                  <a:srgbClr val="F5C33B"/>
                </a:solidFill>
                <a:latin typeface="微软雅黑"/>
                <a:ea typeface="微软雅黑"/>
                <a:cs typeface="微软雅黑"/>
              </a:rPr>
              <a:t>引擎</a:t>
            </a:r>
          </a:p>
        </p:txBody>
      </p:sp>
      <p:sp>
        <p:nvSpPr>
          <p:cNvPr id="81" name="">
            <a:extLst xmlns:a="http://schemas.openxmlformats.org/drawingml/2006/main">
              <a:ext uri="{FF2B5EF4-FFF2-40B4-BE49-F238E27FC236}">
                <a16:creationId xmlns:a16="http://schemas.microsoft.com/office/drawing/2014/main" id="{66414235-468B-491C-8BC9-866B5F8A31B2}"/>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a:t>
            </a:r>
            <a:r>
              <a:rPr sz="938" b="0">
                <a:solidFill>
                  <a:srgbClr val="D6E6F7"/>
                </a:solidFill>
                <a:latin typeface="微软雅黑"/>
                <a:ea typeface="微软雅黑"/>
                <a:cs typeface="微软雅黑"/>
              </a:rPr>
              <a:t>项规则场景测试全部通过</a:t>
            </a:r>
          </a:p>
        </p:txBody>
      </p:sp>
      <p:sp>
        <p:nvSpPr>
          <p:cNvPr id="82" name="">
            <a:extLst xmlns:a="http://schemas.openxmlformats.org/drawingml/2006/main">
              <a:ext uri="{FF2B5EF4-FFF2-40B4-BE49-F238E27FC236}">
                <a16:creationId xmlns:a16="http://schemas.microsoft.com/office/drawing/2014/main" id="{371E8505-4414-44F2-93E6-3D3209CB7462}"/>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覆盖启停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优先级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分组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引用事实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兜底 </a:t>
            </a:r>
            <a:r>
              <a:rPr sz="863" b="0">
                <a:solidFill>
                  <a:srgbClr val="9FC2E8"/>
                </a:solidFill>
                <a:latin typeface="微软雅黑"/>
                <a:ea typeface="微软雅黑"/>
                <a:cs typeface="微软雅黑"/>
              </a:rPr>
              <a:t>/ </a:t>
            </a:r>
            <a:r>
              <a:rPr sz="863" b="0">
                <a:solidFill>
                  <a:srgbClr val="9FC2E8"/>
                </a:solidFill>
                <a:latin typeface="微软雅黑"/>
                <a:ea typeface="微软雅黑"/>
                <a:cs typeface="微软雅黑"/>
              </a:rPr>
              <a:t>脏数据</a:t>
            </a:r>
          </a:p>
        </p:txBody>
      </p:sp>
      <p:sp>
        <p:nvSpPr>
          <p:cNvPr id="83" name="">
            <a:extLst xmlns:a="http://schemas.openxmlformats.org/drawingml/2006/main">
              <a:ext uri="{FF2B5EF4-FFF2-40B4-BE49-F238E27FC236}">
                <a16:creationId xmlns:a16="http://schemas.microsoft.com/office/drawing/2014/main" id="{2E95A51A-A820-4911-877B-1C6B9B4B0747}"/>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84" name="">
            <a:extLst xmlns:a="http://schemas.openxmlformats.org/drawingml/2006/main">
              <a:ext uri="{FF2B5EF4-FFF2-40B4-BE49-F238E27FC236}">
                <a16:creationId xmlns:a16="http://schemas.microsoft.com/office/drawing/2014/main" id="{6E1A9FD1-D1A0-438F-BD05-F2D589444452}"/>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85" name="">
            <a:extLst xmlns:a="http://schemas.openxmlformats.org/drawingml/2006/main">
              <a:ext uri="{FF2B5EF4-FFF2-40B4-BE49-F238E27FC236}">
                <a16:creationId xmlns:a16="http://schemas.microsoft.com/office/drawing/2014/main" id="{23CDD9B1-D91E-453D-8B33-5B2560908A67}"/>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9574"/>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86" name="">
            <a:extLst xmlns:a="http://schemas.openxmlformats.org/drawingml/2006/main">
              <a:ext uri="{FF2B5EF4-FFF2-40B4-BE49-F238E27FC236}">
                <a16:creationId xmlns:a16="http://schemas.microsoft.com/office/drawing/2014/main" id="{422A464B-6294-405C-BEF2-71947F81DD03}"/>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69C0FB24-E6FF-48B5-87FD-43BEC3CA0315}"/>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9B8CFF"/>
                </a:solidFill>
                <a:latin typeface="微软雅黑"/>
                <a:ea typeface="微软雅黑"/>
                <a:cs typeface="微软雅黑"/>
              </a:defRPr>
            </a:pPr>
            <a:r>
              <a:rPr sz="1125" b="1">
                <a:solidFill>
                  <a:srgbClr val="9B8CFF"/>
                </a:solidFill>
                <a:latin typeface="微软雅黑"/>
                <a:ea typeface="微软雅黑"/>
                <a:cs typeface="微软雅黑"/>
              </a:rPr>
              <a:t>第四层 </a:t>
            </a:r>
            <a:r>
              <a:rPr sz="1125" b="1">
                <a:solidFill>
                  <a:srgbClr val="9B8CFF"/>
                </a:solidFill>
                <a:latin typeface="微软雅黑"/>
                <a:ea typeface="微软雅黑"/>
                <a:cs typeface="微软雅黑"/>
              </a:rPr>
              <a:t>· </a:t>
            </a:r>
            <a:r>
              <a:rPr sz="1125" b="1">
                <a:solidFill>
                  <a:srgbClr val="9B8CFF"/>
                </a:solidFill>
                <a:latin typeface="微软雅黑"/>
                <a:ea typeface="微软雅黑"/>
                <a:cs typeface="微软雅黑"/>
              </a:rPr>
              <a:t>鉴权</a:t>
            </a:r>
          </a:p>
        </p:txBody>
      </p:sp>
      <p:sp>
        <p:nvSpPr>
          <p:cNvPr id="88" name="">
            <a:extLst xmlns:a="http://schemas.openxmlformats.org/drawingml/2006/main">
              <a:ext uri="{FF2B5EF4-FFF2-40B4-BE49-F238E27FC236}">
                <a16:creationId xmlns:a16="http://schemas.microsoft.com/office/drawing/2014/main" id="{B6B85D4B-91F1-4E27-8AD3-3CDDFBC2BA6E}"/>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非管理员调用 </a:t>
            </a:r>
            <a:r>
              <a:rPr sz="938" b="0">
                <a:solidFill>
                  <a:srgbClr val="D6E6F7"/>
                </a:solidFill>
                <a:latin typeface="微软雅黑"/>
                <a:ea typeface="微软雅黑"/>
                <a:cs typeface="微软雅黑"/>
              </a:rPr>
              <a:t>/api/v1/rules/** </a:t>
            </a:r>
            <a:r>
              <a:rPr sz="938" b="0">
                <a:solidFill>
                  <a:srgbClr val="D6E6F7"/>
                </a:solidFill>
                <a:latin typeface="微软雅黑"/>
                <a:ea typeface="微软雅黑"/>
                <a:cs typeface="微软雅黑"/>
              </a:rPr>
              <a:t>必须被拒</a:t>
            </a:r>
          </a:p>
        </p:txBody>
      </p:sp>
      <p:sp>
        <p:nvSpPr>
          <p:cNvPr id="89" name="">
            <a:extLst xmlns:a="http://schemas.openxmlformats.org/drawingml/2006/main">
              <a:ext uri="{FF2B5EF4-FFF2-40B4-BE49-F238E27FC236}">
                <a16:creationId xmlns:a16="http://schemas.microsoft.com/office/drawing/2014/main" id="{055ED5D9-E727-4A27-B9C4-F936EE5B89BC}"/>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返回 </a:t>
            </a:r>
            <a:r>
              <a:rPr sz="863" b="0">
                <a:solidFill>
                  <a:srgbClr val="9FC2E8"/>
                </a:solidFill>
                <a:latin typeface="微软雅黑"/>
                <a:ea typeface="微软雅黑"/>
                <a:cs typeface="微软雅黑"/>
              </a:rPr>
              <a:t>403 / code=40301</a:t>
            </a:r>
            <a:r>
              <a:rPr sz="863" b="0">
                <a:solidFill>
                  <a:srgbClr val="9FC2E8"/>
                </a:solidFill>
                <a:latin typeface="微软雅黑"/>
                <a:ea typeface="微软雅黑"/>
                <a:cs typeface="微软雅黑"/>
              </a:rPr>
              <a:t>；伪造 </a:t>
            </a:r>
            <a:r>
              <a:rPr sz="863" b="0">
                <a:solidFill>
                  <a:srgbClr val="9FC2E8"/>
                </a:solidFill>
                <a:latin typeface="微软雅黑"/>
                <a:ea typeface="微软雅黑"/>
                <a:cs typeface="微软雅黑"/>
              </a:rPr>
              <a:t>X-User </a:t>
            </a:r>
            <a:r>
              <a:rPr sz="863" b="0">
                <a:solidFill>
                  <a:srgbClr val="9FC2E8"/>
                </a:solidFill>
                <a:latin typeface="微软雅黑"/>
                <a:ea typeface="微软雅黑"/>
                <a:cs typeface="微软雅黑"/>
              </a:rPr>
              <a:t>请求头失效</a:t>
            </a:r>
          </a:p>
        </p:txBody>
      </p:sp>
      <p:sp>
        <p:nvSpPr>
          <p:cNvPr id="90" name="">
            <a:extLst xmlns:a="http://schemas.openxmlformats.org/drawingml/2006/main">
              <a:ext uri="{FF2B5EF4-FFF2-40B4-BE49-F238E27FC236}">
                <a16:creationId xmlns:a16="http://schemas.microsoft.com/office/drawing/2014/main" id="{9490048A-571C-4844-B7EE-49AAF31BD04A}"/>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91" name="">
            <a:extLst xmlns:a="http://schemas.openxmlformats.org/drawingml/2006/main">
              <a:ext uri="{FF2B5EF4-FFF2-40B4-BE49-F238E27FC236}">
                <a16:creationId xmlns:a16="http://schemas.microsoft.com/office/drawing/2014/main" id="{07699A10-1AA8-4570-9F3B-7DFBE3A6A796}"/>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92" name="">
            <a:extLst xmlns:a="http://schemas.openxmlformats.org/drawingml/2006/main">
              <a:ext uri="{FF2B5EF4-FFF2-40B4-BE49-F238E27FC236}">
                <a16:creationId xmlns:a16="http://schemas.microsoft.com/office/drawing/2014/main" id="{D24E724F-0E39-49F5-94B0-D9745EC53E15}"/>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9574"/>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93" name="">
            <a:extLst xmlns:a="http://schemas.openxmlformats.org/drawingml/2006/main">
              <a:ext uri="{FF2B5EF4-FFF2-40B4-BE49-F238E27FC236}">
                <a16:creationId xmlns:a16="http://schemas.microsoft.com/office/drawing/2014/main" id="{12AD8754-2EFC-4702-A056-DA576DD57BDD}"/>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16929F28-63C9-4396-9045-527B2D2236AD}"/>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第五层 </a:t>
            </a:r>
            <a:r>
              <a:rPr sz="1125" b="1">
                <a:solidFill>
                  <a:srgbClr val="3FD08A"/>
                </a:solidFill>
                <a:latin typeface="微软雅黑"/>
                <a:ea typeface="微软雅黑"/>
                <a:cs typeface="微软雅黑"/>
              </a:rPr>
              <a:t>· </a:t>
            </a:r>
            <a:r>
              <a:rPr sz="1125" b="1">
                <a:solidFill>
                  <a:srgbClr val="3FD08A"/>
                </a:solidFill>
                <a:latin typeface="微软雅黑"/>
                <a:ea typeface="微软雅黑"/>
                <a:cs typeface="微软雅黑"/>
              </a:rPr>
              <a:t>业务</a:t>
            </a:r>
          </a:p>
        </p:txBody>
      </p:sp>
      <p:sp>
        <p:nvSpPr>
          <p:cNvPr id="95" name="">
            <a:extLst xmlns:a="http://schemas.openxmlformats.org/drawingml/2006/main">
              <a:ext uri="{FF2B5EF4-FFF2-40B4-BE49-F238E27FC236}">
                <a16:creationId xmlns:a16="http://schemas.microsoft.com/office/drawing/2014/main" id="{324431F7-B0D2-45E4-B87E-C31968E6AC89}"/>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端到端 </a:t>
            </a:r>
            <a:r>
              <a:rPr sz="938" b="0">
                <a:solidFill>
                  <a:srgbClr val="D6E6F7"/>
                </a:solidFill>
                <a:latin typeface="微软雅黑"/>
                <a:ea typeface="微软雅黑"/>
                <a:cs typeface="微软雅黑"/>
              </a:rPr>
              <a:t>analyze → confirm → </a:t>
            </a:r>
            <a:r>
              <a:rPr sz="938" b="0">
                <a:solidFill>
                  <a:srgbClr val="D6E6F7"/>
                </a:solidFill>
                <a:latin typeface="微软雅黑"/>
                <a:ea typeface="微软雅黑"/>
                <a:cs typeface="微软雅黑"/>
              </a:rPr>
              <a:t>留痕</a:t>
            </a:r>
          </a:p>
        </p:txBody>
      </p:sp>
      <p:sp>
        <p:nvSpPr>
          <p:cNvPr id="96" name="">
            <a:extLst xmlns:a="http://schemas.openxmlformats.org/drawingml/2006/main">
              <a:ext uri="{FF2B5EF4-FFF2-40B4-BE49-F238E27FC236}">
                <a16:creationId xmlns:a16="http://schemas.microsoft.com/office/drawing/2014/main" id="{649E9DD0-CC80-47D9-AE26-6681658167D7}"/>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三表同号（</a:t>
            </a:r>
            <a:r>
              <a:rPr sz="863" b="0">
                <a:solidFill>
                  <a:srgbClr val="9FC2E8"/>
                </a:solidFill>
                <a:latin typeface="微软雅黑"/>
                <a:ea typeface="微软雅黑"/>
                <a:cs typeface="微软雅黑"/>
              </a:rPr>
              <a:t>run_id</a:t>
            </a:r>
            <a:r>
              <a:rPr sz="863" b="0">
                <a:solidFill>
                  <a:srgbClr val="9FC2E8"/>
                </a:solidFill>
                <a:latin typeface="微软雅黑"/>
                <a:ea typeface="微软雅黑"/>
                <a:cs typeface="微软雅黑"/>
              </a:rPr>
              <a:t>），业务数据变更为零</a:t>
            </a:r>
          </a:p>
        </p:txBody>
      </p:sp>
      <p:sp>
        <p:nvSpPr>
          <p:cNvPr id="97" name="">
            <a:extLst xmlns:a="http://schemas.openxmlformats.org/drawingml/2006/main">
              <a:ext uri="{FF2B5EF4-FFF2-40B4-BE49-F238E27FC236}">
                <a16:creationId xmlns:a16="http://schemas.microsoft.com/office/drawing/2014/main" id="{F5DB4F0A-EDF7-474B-B63E-AB306131CF00}"/>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gradFill xmlns:a="http://schemas.openxmlformats.org/drawingml/2006/main">
            <a:gsLst>
              <a:gs pos="0">
                <a:srgbClr val="253A59"/>
              </a:gs>
              <a:gs pos="62000">
                <a:srgbClr val="0A2244"/>
              </a:gs>
              <a:gs pos="100000">
                <a:srgbClr val="081B35"/>
              </a:gs>
            </a:gsLst>
            <a:lin ang="8100000"/>
          </a:gradFill>
          <a:ln xmlns:a="http://schemas.openxmlformats.org/drawingml/2006/main" w="9525">
            <a:solidFill>
              <a:srgbClr val="173D68"/>
            </a:solidFill>
            <a:prstDash val="solid"/>
          </a:ln>
        </p:spPr>
      </p:sp>
      <p:sp>
        <p:nvSpPr>
          <p:cNvPr id="98" name="">
            <a:extLst xmlns:a="http://schemas.openxmlformats.org/drawingml/2006/main">
              <a:ext uri="{FF2B5EF4-FFF2-40B4-BE49-F238E27FC236}">
                <a16:creationId xmlns:a16="http://schemas.microsoft.com/office/drawing/2014/main" id="{DB1D57BE-C9FE-4992-B4DF-769D158B5E27}"/>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99" name="">
            <a:extLst xmlns:a="http://schemas.openxmlformats.org/drawingml/2006/main">
              <a:ext uri="{FF2B5EF4-FFF2-40B4-BE49-F238E27FC236}">
                <a16:creationId xmlns:a16="http://schemas.microsoft.com/office/drawing/2014/main" id="{6AC8FAAD-0B46-4FFA-A9B9-34592D01DDC3}"/>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647"/>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13335">
            <a:solidFill>
              <a:srgbClr val="F5C33B"/>
            </a:solidFill>
            <a:prstDash val="solid"/>
          </a:ln>
        </p:spPr>
      </p:sp>
      <p:sp>
        <p:nvSpPr>
          <p:cNvPr id="100" name="">
            <a:extLst xmlns:a="http://schemas.openxmlformats.org/drawingml/2006/main">
              <a:ext uri="{FF2B5EF4-FFF2-40B4-BE49-F238E27FC236}">
                <a16:creationId xmlns:a16="http://schemas.microsoft.com/office/drawing/2014/main" id="{765C29C8-F718-4C4D-A338-B858E4EB46DD}"/>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规则引擎专项自验（</a:t>
            </a:r>
            <a:r>
              <a:rPr sz="1088" b="1">
                <a:solidFill>
                  <a:srgbClr val="F5C33B"/>
                </a:solidFill>
                <a:latin typeface="微软雅黑"/>
                <a:ea typeface="微软雅黑"/>
                <a:cs typeface="微软雅黑"/>
              </a:rPr>
              <a:t>7 </a:t>
            </a:r>
            <a:r>
              <a:rPr sz="1088" b="1">
                <a:solidFill>
                  <a:srgbClr val="F5C33B"/>
                </a:solidFill>
                <a:latin typeface="微软雅黑"/>
                <a:ea typeface="微软雅黑"/>
                <a:cs typeface="微软雅黑"/>
              </a:rPr>
              <a:t>项）</a:t>
            </a:r>
          </a:p>
        </p:txBody>
      </p:sp>
      <p:sp>
        <p:nvSpPr>
          <p:cNvPr id="101" name="">
            <a:extLst xmlns:a="http://schemas.openxmlformats.org/drawingml/2006/main">
              <a:ext uri="{FF2B5EF4-FFF2-40B4-BE49-F238E27FC236}">
                <a16:creationId xmlns:a16="http://schemas.microsoft.com/office/drawing/2014/main" id="{2E0F4107-6BC8-417E-AFD1-7D2A1CE7B21E}"/>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43374A5A-00E8-44B0-AD47-0F7D8CB08EEC}"/>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启用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停用（</a:t>
            </a:r>
            <a:r>
              <a:rPr sz="863" b="0">
                <a:solidFill>
                  <a:srgbClr val="D6E6F7"/>
                </a:solidFill>
                <a:latin typeface="微软雅黑"/>
                <a:ea typeface="微软雅黑"/>
                <a:cs typeface="微软雅黑"/>
              </a:rPr>
              <a:t>enabled</a:t>
            </a:r>
            <a:r>
              <a:rPr sz="863" b="0">
                <a:solidFill>
                  <a:srgbClr val="D6E6F7"/>
                </a:solidFill>
                <a:latin typeface="微软雅黑"/>
                <a:ea typeface="微软雅黑"/>
                <a:cs typeface="微软雅黑"/>
              </a:rPr>
              <a:t>）</a:t>
            </a:r>
          </a:p>
        </p:txBody>
      </p:sp>
      <p:sp>
        <p:nvSpPr>
          <p:cNvPr id="103" name="">
            <a:extLst xmlns:a="http://schemas.openxmlformats.org/drawingml/2006/main">
              <a:ext uri="{FF2B5EF4-FFF2-40B4-BE49-F238E27FC236}">
                <a16:creationId xmlns:a16="http://schemas.microsoft.com/office/drawing/2014/main" id="{9F7C093B-47D1-4155-95F1-BBBEA462912C}"/>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4C56F960-687B-42E9-A4AC-BC0BE9C7EBE5}"/>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优先级覆盖（同场景 </a:t>
            </a:r>
            <a:r>
              <a:rPr sz="863" b="0">
                <a:solidFill>
                  <a:srgbClr val="D6E6F7"/>
                </a:solidFill>
                <a:latin typeface="微软雅黑"/>
                <a:ea typeface="微软雅黑"/>
                <a:cs typeface="微软雅黑"/>
              </a:rPr>
              <a:t>priority </a:t>
            </a:r>
            <a:r>
              <a:rPr sz="863" b="0">
                <a:solidFill>
                  <a:srgbClr val="D6E6F7"/>
                </a:solidFill>
                <a:latin typeface="微软雅黑"/>
                <a:ea typeface="微软雅黑"/>
                <a:cs typeface="微软雅黑"/>
              </a:rPr>
              <a:t>冲突）</a:t>
            </a:r>
          </a:p>
        </p:txBody>
      </p:sp>
      <p:sp>
        <p:nvSpPr>
          <p:cNvPr id="105" name="">
            <a:extLst xmlns:a="http://schemas.openxmlformats.org/drawingml/2006/main">
              <a:ext uri="{FF2B5EF4-FFF2-40B4-BE49-F238E27FC236}">
                <a16:creationId xmlns:a16="http://schemas.microsoft.com/office/drawing/2014/main" id="{C40ABD07-F114-4D69-98D9-315FA9BB502C}"/>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A549CC83-73EA-4852-B92B-7BE79BC12D72}"/>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分组（</a:t>
            </a:r>
            <a:r>
              <a:rPr sz="863" b="0">
                <a:solidFill>
                  <a:srgbClr val="D6E6F7"/>
                </a:solidFill>
                <a:latin typeface="微软雅黑"/>
                <a:ea typeface="微软雅黑"/>
                <a:cs typeface="微软雅黑"/>
              </a:rPr>
              <a:t>rule_group + stop_on_match / max_hits</a:t>
            </a:r>
            <a:r>
              <a:rPr sz="863" b="0">
                <a:solidFill>
                  <a:srgbClr val="D6E6F7"/>
                </a:solidFill>
                <a:latin typeface="微软雅黑"/>
                <a:ea typeface="微软雅黑"/>
                <a:cs typeface="微软雅黑"/>
              </a:rPr>
              <a:t>）</a:t>
            </a:r>
          </a:p>
        </p:txBody>
      </p:sp>
      <p:sp>
        <p:nvSpPr>
          <p:cNvPr id="107" name="">
            <a:extLst xmlns:a="http://schemas.openxmlformats.org/drawingml/2006/main">
              <a:ext uri="{FF2B5EF4-FFF2-40B4-BE49-F238E27FC236}">
                <a16:creationId xmlns:a16="http://schemas.microsoft.com/office/drawing/2014/main" id="{E698F8A8-F45A-497C-B3DC-6337DC1FFEB3}"/>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77D742DF-F357-43B7-A2A4-6E98D9717653}"/>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*_from </a:t>
            </a:r>
            <a:r>
              <a:rPr sz="863" b="0">
                <a:solidFill>
                  <a:srgbClr val="D6E6F7"/>
                </a:solidFill>
                <a:latin typeface="微软雅黑"/>
                <a:ea typeface="微软雅黑"/>
                <a:cs typeface="微软雅黑"/>
              </a:rPr>
              <a:t>引用事实</a:t>
            </a:r>
          </a:p>
        </p:txBody>
      </p:sp>
      <p:sp>
        <p:nvSpPr>
          <p:cNvPr id="109" name="">
            <a:extLst xmlns:a="http://schemas.openxmlformats.org/drawingml/2006/main">
              <a:ext uri="{FF2B5EF4-FFF2-40B4-BE49-F238E27FC236}">
                <a16:creationId xmlns:a16="http://schemas.microsoft.com/office/drawing/2014/main" id="{98A45413-181F-462E-A969-D3751736C4F6}"/>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4A375E27-2AD5-48CE-AF48-1354D281B667}"/>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无匹配规则时的兜底输出</a:t>
            </a:r>
          </a:p>
        </p:txBody>
      </p:sp>
      <p:sp>
        <p:nvSpPr>
          <p:cNvPr id="111" name="">
            <a:extLst xmlns:a="http://schemas.openxmlformats.org/drawingml/2006/main">
              <a:ext uri="{FF2B5EF4-FFF2-40B4-BE49-F238E27FC236}">
                <a16:creationId xmlns:a16="http://schemas.microsoft.com/office/drawing/2014/main" id="{9DB66E68-D2A2-4CA9-B51E-1B3DF05B3B0A}"/>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506E1DC3-6C6F-494F-A757-2C60D4265769}"/>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condition_json </a:t>
            </a:r>
            <a:r>
              <a:rPr sz="863" b="0">
                <a:solidFill>
                  <a:srgbClr val="D6E6F7"/>
                </a:solidFill>
                <a:latin typeface="微软雅黑"/>
                <a:ea typeface="微软雅黑"/>
                <a:cs typeface="微软雅黑"/>
              </a:rPr>
              <a:t>字段缺失或类型不对</a:t>
            </a:r>
          </a:p>
        </p:txBody>
      </p:sp>
      <p:sp>
        <p:nvSpPr>
          <p:cNvPr id="113" name="">
            <a:extLst xmlns:a="http://schemas.openxmlformats.org/drawingml/2006/main">
              <a:ext uri="{FF2B5EF4-FFF2-40B4-BE49-F238E27FC236}">
                <a16:creationId xmlns:a16="http://schemas.microsoft.com/office/drawing/2014/main" id="{59A38425-726C-42C1-A259-58D2B97E0954}"/>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ADFEF4BA-4933-4989-B1C8-059FEEE3EBEC}"/>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结果是否带命中 </a:t>
            </a:r>
            <a:r>
              <a:rPr sz="863" b="0">
                <a:solidFill>
                  <a:srgbClr val="D6E6F7"/>
                </a:solidFill>
                <a:latin typeface="微软雅黑"/>
                <a:ea typeface="微软雅黑"/>
                <a:cs typeface="微软雅黑"/>
              </a:rPr>
              <a:t>rule_code </a:t>
            </a:r>
            <a:r>
              <a:rPr sz="863" b="0">
                <a:solidFill>
                  <a:srgbClr val="D6E6F7"/>
                </a:solidFill>
                <a:latin typeface="微软雅黑"/>
                <a:ea typeface="微软雅黑"/>
                <a:cs typeface="微软雅黑"/>
              </a:rPr>
              <a:t>与依据</a:t>
            </a:r>
          </a:p>
        </p:txBody>
      </p:sp>
      <p:sp>
        <p:nvSpPr>
          <p:cNvPr id="115" name="">
            <a:extLst xmlns:a="http://schemas.openxmlformats.org/drawingml/2006/main">
              <a:ext uri="{FF2B5EF4-FFF2-40B4-BE49-F238E27FC236}">
                <a16:creationId xmlns:a16="http://schemas.microsoft.com/office/drawing/2014/main" id="{AEFAB4FE-08B7-41CA-94AC-44BAEE31205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E703B326-8D99-4E6A-9D69-9D7816B01987}"/>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691A867F-7B79-41A8-BE7A-A110D4C10147}"/>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85AD161B-6AA0-44B4-9669-8FAF2B14BFAF}"/>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C04F938E-1EB6-4B58-ABD7-236106008DE7}"/>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A91E8AA5-2901-4DCE-ACA7-DE474013D00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21" name="">
            <a:extLst xmlns:a="http://schemas.openxmlformats.org/drawingml/2006/main">
              <a:ext uri="{FF2B5EF4-FFF2-40B4-BE49-F238E27FC236}">
                <a16:creationId xmlns:a16="http://schemas.microsoft.com/office/drawing/2014/main" id="{42F955AA-A1DB-4E89-A7D5-4D527AB1148E}"/>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D5BFEC47-318A-4885-A4A7-024B3A53B64F}"/>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28</a:t>
            </a:r>
          </a:p>
        </p:txBody>
      </p:sp>
    </p:spTree>
    <p:extLst>
      <p:ext uri="{BB962C8B-B14F-4D97-AF65-F5344CB8AC3E}">
        <p14:creationId xmlns:p14="http://schemas.microsoft.com/office/powerpoint/2010/main" val="5641999"/>
      </p:ext>
    </p:extLst>
  </p:cSld>
</p:sld>
</file>

<file path=ppt/slides/slide2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65718579bce14b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3970E3-5218-458F-92EE-3B6EB0A799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FC3E36A-6EDA-494C-B2CA-FFE994359C53}"/>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7A886CE-45B9-42EF-8DA6-520642A6755C}"/>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5E58610-F8D6-4445-B5E8-779C7D6C4BA7}"/>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6" name="">
            <a:extLst xmlns:a="http://schemas.openxmlformats.org/drawingml/2006/main">
              <a:ext uri="{FF2B5EF4-FFF2-40B4-BE49-F238E27FC236}">
                <a16:creationId xmlns:a16="http://schemas.microsoft.com/office/drawing/2014/main" id="{4D182B6B-AB7C-4A70-8202-109CE8A4378D}"/>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7" name="">
            <a:extLst xmlns:a="http://schemas.openxmlformats.org/drawingml/2006/main">
              <a:ext uri="{FF2B5EF4-FFF2-40B4-BE49-F238E27FC236}">
                <a16:creationId xmlns:a16="http://schemas.microsoft.com/office/drawing/2014/main" id="{DAA4C1E0-30C3-4FE3-B8BF-394BA0EE6E44}"/>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9B8CFF">
                <a:alpha val="28000"/>
              </a:srgbClr>
            </a:solidFill>
            <a:prstDash val="solid"/>
          </a:ln>
        </p:spPr>
      </p:sp>
      <p:sp>
        <p:nvSpPr>
          <p:cNvPr id="8" name="">
            <a:extLst xmlns:a="http://schemas.openxmlformats.org/drawingml/2006/main">
              <a:ext uri="{FF2B5EF4-FFF2-40B4-BE49-F238E27FC236}">
                <a16:creationId xmlns:a16="http://schemas.microsoft.com/office/drawing/2014/main" id="{51DD6362-6E96-40EC-B51C-1A972AF12D61}"/>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2B6774F-6CA8-4A83-BB49-C729E71820F7}"/>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14617C9-1A03-4FA0-AEC8-A83AF43D500D}"/>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EDF006D-A7DA-47EC-8DF0-198E22DDB528}"/>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0D78320-65FA-423E-84BD-530B4612FE55}"/>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4812871-F864-4C4D-BFB5-B5BD9A4FAD6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F4CB2733-3F9B-452D-BAF7-A95547995657}"/>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1319B1F1-2419-4BE3-A07E-BFDBDAC09BDA}"/>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9D1DF14-7D5F-439C-B05E-784AD9AC3C83}"/>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9A4E47A-868B-4E03-BD5B-5294B353A512}"/>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A5BEB8FA-455D-46FC-88DE-191F1F48131A}"/>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844C66F-E02B-44C4-B163-3A24CF8D6EAF}"/>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564703B1-7C39-40DA-80E8-4C7EB64888CB}"/>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552E70F0-19E6-4E23-9DBB-ED7163CF7990}"/>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BD4288C5-CBE7-44D9-A16B-EDF48490424A}"/>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653BE4A8-F630-420F-8ABD-E7BCC4D8FE4E}"/>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0AD1804-645F-4ACC-ACEA-EE125FA3B273}"/>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B61AA51E-56E4-4464-8BD3-5CA320FA089A}"/>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6AE6EA4-3EF5-47E7-BBB4-61A7EDF004BB}"/>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86CA292C-56C1-48E6-A270-BC57964FF0B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907BD0E-8DB7-4380-A0D0-A203DA54702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3967D1F4-6A0B-4053-90A9-9C15F4AA1E1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4D5998BB-F771-4B09-A6A8-BE9979AE37F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9D07B01-90B3-4367-9CC1-07D284FE9010}"/>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EF70F8C-72D5-4737-909A-44766CA18462}"/>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41E2FB3-9AAC-4E7F-B875-66976F2705C1}"/>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BF587E3-7B2C-4B70-B7B1-0ECB2FB37BF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EDCFD2E6-2053-476E-8DCC-FC8470AA9E1C}"/>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BFA60FE-0716-4AA8-9E3A-1F93FC5B1B8D}"/>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DB72F64-143C-4D44-B092-38465F8B43C6}"/>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BF0687A-6900-4544-850C-0715C884257E}"/>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DED7781-B207-469E-8B8B-44575A6CCC16}"/>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82C3254-A4AE-4CC1-A976-672BF5112A66}"/>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1C5C41D-40D1-466F-A9C6-1E442BFAE7E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09D9BC1-18B4-4DC2-8977-A692616204EB}"/>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A142A9A1-5098-41E0-B9A3-F798A2187980}"/>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04AFF81D-CD6C-476F-9448-B24E1B337FF1}"/>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3678512A-6700-4AED-9EE4-4F0BDFD117A8}"/>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15B86575-2E43-474F-8249-FB76E5874D1F}"/>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7" name="">
            <a:extLst xmlns:a="http://schemas.openxmlformats.org/drawingml/2006/main">
              <a:ext uri="{FF2B5EF4-FFF2-40B4-BE49-F238E27FC236}">
                <a16:creationId xmlns:a16="http://schemas.microsoft.com/office/drawing/2014/main" id="{C426C5A3-D3CE-4B8D-9C77-F9EA074E52FA}"/>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8" name="">
            <a:extLst xmlns:a="http://schemas.openxmlformats.org/drawingml/2006/main">
              <a:ext uri="{FF2B5EF4-FFF2-40B4-BE49-F238E27FC236}">
                <a16:creationId xmlns:a16="http://schemas.microsoft.com/office/drawing/2014/main" id="{7ACA0F8B-F1ED-43AA-BF43-7728D7F56A06}"/>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61E584BB-21B0-46BD-B10D-8766364DCB44}"/>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纵向对比：引入系统前 </a:t>
            </a:r>
            <a:r>
              <a:rPr sz="1088" b="0">
                <a:solidFill>
                  <a:srgbClr val="9FC2E8"/>
                </a:solidFill>
                <a:latin typeface="微软雅黑"/>
                <a:ea typeface="微软雅黑"/>
                <a:cs typeface="微软雅黑"/>
              </a:rPr>
              <a:t>/ </a:t>
            </a:r>
            <a:r>
              <a:rPr sz="1088" b="0">
                <a:solidFill>
                  <a:srgbClr val="9FC2E8"/>
                </a:solidFill>
                <a:latin typeface="微软雅黑"/>
                <a:ea typeface="微软雅黑"/>
                <a:cs typeface="微软雅黑"/>
              </a:rPr>
              <a:t>后</a:t>
            </a:r>
          </a:p>
        </p:txBody>
      </p:sp>
      <p:sp>
        <p:nvSpPr>
          <p:cNvPr id="50" name="">
            <a:extLst xmlns:a="http://schemas.openxmlformats.org/drawingml/2006/main">
              <a:ext uri="{FF2B5EF4-FFF2-40B4-BE49-F238E27FC236}">
                <a16:creationId xmlns:a16="http://schemas.microsoft.com/office/drawing/2014/main" id="{7EBC524E-55A7-46B0-B19D-3528D3426242}"/>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B800090-24DC-45A9-9301-DD53676F741E}"/>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09EB7965-D00A-43DA-A0DA-02D0BF9BAB1D}"/>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EABB3289-1682-49B1-87CF-821388ED82D5}"/>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BC71E364-9532-44AC-BCEC-947806551B5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4947F1DA-3FC4-4F28-9B27-E86636061DE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FBD363D5-048C-4078-B49D-CFCBAD5E394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E4BE99F-FF13-4186-BF38-78422F7F31B6}"/>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735D15C9-2404-406F-8718-E944328562A2}"/>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2AF4EF3-A3D7-4963-91E3-358D76490895}"/>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CE581EF-9E00-4290-8A94-7A296CCE476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C5B3ED80-6E71-4987-849E-5D153101037F}"/>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FD6C8FF4-3750-4A34-BD0B-911466A64495}"/>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27CC0C99-54F7-4EE9-AB89-C11D58472AC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761A3E96-0B60-4E79-B85D-2912BF0B4768}"/>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凡是能实测的都给了实测值；凡是测算的都标注了口径</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不把测算值写成试点值。</a:t>
            </a:r>
          </a:p>
        </p:txBody>
      </p:sp>
      <p:graphicFrame>
        <p:nvGraphicFramePr>
          <p:cNvPr id="140" name=""/>
          <p:cNvGraphicFramePr/>
          <p:nvPr/>
        </p:nvGraphicFramePr>
        <p:xfrm>
          <a:off xmlns:a="http://schemas.openxmlformats.org/drawingml/2006/main" x="285750" y="1333500"/>
          <a:ext xmlns:a="http://schemas.openxmlformats.org/drawingml/2006/main" cx="11620500" cy="447675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引入前（现状）</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数据口径</a:t>
                      </a:r>
                    </a:p>
                  </a:txBody>
                  <a:tcPr marL="91440" marR="91440" marT="45720" marB="45720">
                    <a:solidFill>
                      <a:srgbClr val="14406F"/>
                    </a:solidFill>
                  </a:tcPr>
                </a:tc>
              </a:tr>
              <a:tr h="514350">
                <a:tc>
                  <a:txBody>
                    <a:bodyPr/>
                    <a:lstStyle/>
                    <a:p>
                      <a:r>
                        <a:rPr>
                          <a:solidFill>
                            <a:srgbClr val="31C7F0"/>
                          </a:solidFill>
                          <a:latin typeface="微软雅黑"/>
                          <a:ea typeface="微软雅黑"/>
                          <a:cs typeface="微软雅黑"/>
                        </a:rPr>
                        <a:t>同一报告结论一致性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不同人判读得出不同结论</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归因依据可追溯</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纸质报告，无法回表核对</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归因输出</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规则回归覆盖</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无回归用例</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引擎测试</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组卷针对性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全员同一套固定试卷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算法口径 · 演示数据</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越权与伪造身份</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请求头可伪造身份</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鉴权自验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合规举证</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迎检临时补材料</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功能验收</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业务数据安全</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建议与执行混在一起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端到端验收</a:t>
                      </a:r>
                    </a:p>
                  </a:txBody>
                  <a:tcPr marL="91440" marR="91440" marT="45720" marB="45720">
                    <a:solidFill>
                      <a:srgbClr val="0A2444"/>
                    </a:solidFill>
                  </a:tcPr>
                </a:tc>
              </a:tr>
            </a:tbl>
          </a:graphicData>
        </a:graphic>
      </p:graphicFrame>
      <p:sp>
        <p:nvSpPr>
          <p:cNvPr id="66" name="">
            <a:extLst xmlns:a="http://schemas.openxmlformats.org/drawingml/2006/main">
              <a:ext uri="{FF2B5EF4-FFF2-40B4-BE49-F238E27FC236}">
                <a16:creationId xmlns:a16="http://schemas.microsoft.com/office/drawing/2014/main" id="{074562E4-9279-4386-8C6C-97E1AAB1370D}"/>
              </a:ext>
            </a:extLst>
          </p:cNvPr>
          <p:cNvSpPr>
            <a:spLocks xmlns:a="http://schemas.openxmlformats.org/drawingml/2006/main" noGrp="1"/>
          </p:cNvSpPr>
          <p:nvPr/>
        </p:nvSpPr>
        <p:spPr>
          <a:xfrm xmlns:a="http://schemas.openxmlformats.org/drawingml/2006/main">
            <a:off x="285750" y="5448300"/>
            <a:ext cx="11620500" cy="952500"/>
          </a:xfrm>
          <a:prstGeom xmlns:a="http://schemas.openxmlformats.org/drawingml/2006/main" prst="roundRect">
            <a:avLst>
              <a:gd name="adj" fmla="val 9000"/>
            </a:avLst>
          </a:prstGeom>
          <a:gradFill xmlns:a="http://schemas.openxmlformats.org/drawingml/2006/main">
            <a:gsLst>
              <a:gs pos="0">
                <a:srgbClr val="412F39"/>
              </a:gs>
              <a:gs pos="62000">
                <a:srgbClr val="2A1520"/>
              </a:gs>
              <a:gs pos="100000">
                <a:srgbClr val="211019"/>
              </a:gs>
            </a:gsLst>
            <a:lin ang="8100000"/>
          </a:gradFill>
          <a:ln xmlns:a="http://schemas.openxmlformats.org/drawingml/2006/main" w="13335">
            <a:solidFill>
              <a:srgbClr val="F2705E"/>
            </a:solidFill>
            <a:prstDash val="solid"/>
          </a:ln>
        </p:spPr>
      </p:sp>
      <p:sp>
        <p:nvSpPr>
          <p:cNvPr id="67" name="">
            <a:extLst xmlns:a="http://schemas.openxmlformats.org/drawingml/2006/main">
              <a:ext uri="{FF2B5EF4-FFF2-40B4-BE49-F238E27FC236}">
                <a16:creationId xmlns:a16="http://schemas.microsoft.com/office/drawing/2014/main" id="{FA004790-3188-4C1F-8445-58304B9D37FD}"/>
              </a:ext>
            </a:extLst>
          </p:cNvPr>
          <p:cNvSpPr>
            <a:spLocks xmlns:a="http://schemas.openxmlformats.org/drawingml/2006/main" noGrp="1"/>
          </p:cNvSpPr>
          <p:nvPr/>
        </p:nvSpPr>
        <p:spPr>
          <a:xfrm xmlns:a="http://schemas.openxmlformats.org/drawingml/2006/main">
            <a:off x="457200" y="5448300"/>
            <a:ext cx="1123950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口径声明：本项目暂无可用试用单位、试用周期与用户反馈，因此不虚构「已试点」。上表「实测」项均可当场复现；「算法口径」项为演示数据集下的算法输出，尚未取得企业实测值（如重复培训课时下降比例）暂不列入正式成果。</a:t>
            </a:r>
          </a:p>
        </p:txBody>
      </p:sp>
      <p:sp>
        <p:nvSpPr>
          <p:cNvPr id="68" name="">
            <a:extLst xmlns:a="http://schemas.openxmlformats.org/drawingml/2006/main">
              <a:ext uri="{FF2B5EF4-FFF2-40B4-BE49-F238E27FC236}">
                <a16:creationId xmlns:a16="http://schemas.microsoft.com/office/drawing/2014/main" id="{3E5CBE87-BCC6-468E-BE89-D3F5BAADB70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8758CCD6-879C-4BF3-8C75-BE695AA0725A}"/>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8D555E7A-64C6-4CE8-871F-378E9245BC04}"/>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522F909A-DB69-444F-A319-0E1E01586F68}"/>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2F537D54-A63F-4844-AEE9-9159F1273B18}"/>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EC43C34C-830F-405A-9A30-5C037CD873A0}"/>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4" name="">
            <a:extLst xmlns:a="http://schemas.openxmlformats.org/drawingml/2006/main">
              <a:ext uri="{FF2B5EF4-FFF2-40B4-BE49-F238E27FC236}">
                <a16:creationId xmlns:a16="http://schemas.microsoft.com/office/drawing/2014/main" id="{6CD4914E-C3ED-4267-BFF9-AF5E8FC3583D}"/>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A3DE4193-8A4F-4D5E-8427-57859552954D}"/>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29</a:t>
            </a:r>
          </a:p>
        </p:txBody>
      </p:sp>
    </p:spTree>
    <p:extLst>
      <p:ext uri="{BB962C8B-B14F-4D97-AF65-F5344CB8AC3E}">
        <p14:creationId xmlns:p14="http://schemas.microsoft.com/office/powerpoint/2010/main" val="767153438"/>
      </p:ext>
    </p:extLst>
  </p:cSld>
</p:sld>
</file>

<file path=ppt/slides/slide3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f6eab941a9c24b7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BD59F7-E470-4B67-8B81-9C6608BE45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17EEE3A-DA4D-45DA-9828-2B3A9161E637}"/>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F7CE5F6-AFF2-4D36-B60C-7067BB421631}"/>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4EFD24B9-0BB6-4431-834C-8B80E4BB5DBB}"/>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03005D6-B5D6-4FBE-86BD-ACF10EC1B2DA}"/>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9B8CFF">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AB99664-D80A-487E-97DC-CCD33716AEFF}"/>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FD1C3C0-7DD0-4D7C-880B-4116530E718D}"/>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186511F-527C-48F6-838C-B26485C7ABDB}"/>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D3D83BBA-3683-46B0-A00A-46413EA4828F}"/>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790661D-E1D9-46AE-92BA-532BB9869D2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3E325DD-B669-4451-9E05-0A18971FA8EE}"/>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A76CBB6-0EF5-4DCB-BCD8-5827983728B1}"/>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25752042-FCE9-4591-9107-235BD39C4505}"/>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42DCF98-E9DE-4252-843C-802523A5C0C8}"/>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E52D8BA-2A67-4974-A018-AA91C66953A7}"/>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F637683E-C9A3-4865-AE97-F6E410CBA4FC}"/>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4F599F7D-6622-41BA-97F5-74F0C8016649}"/>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87AC21B-3105-4850-B4FC-A2129471D73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C016F882-2620-43DF-A507-F751F94116B0}"/>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24445879-7457-45A2-909B-D53F2B9B7EB2}"/>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90F96C4-9614-4168-95ED-10DAC85CD3C1}"/>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D451A4F3-20C3-4AE0-B2D5-11FDED7AACA5}"/>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431785F-D80B-4240-8DD1-DC5A8C6F9836}"/>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C00C5F3-5E84-412A-ADF7-AAC0D9C1E26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A6CFDCF-A1CA-45DC-9B17-E7691DF4C008}"/>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C7153FA-2BDE-4010-8FB2-833EFBE370B5}"/>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E0DF976-A4EE-4554-9418-2B472E0940D9}"/>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8660D65F-4EEE-42B1-904A-094795FA03F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42CA9F3-AC3A-476B-A01F-28D924E7896B}"/>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CD1D9638-5D71-41F8-A4B5-12F5F4004D83}"/>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9527FDF0-4DC6-4E3D-B063-2D50311D7AC4}"/>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BB6828CF-5DA7-4ACC-A5C9-915C886423FD}"/>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68B3FD9-D95B-43AC-ACA6-7D172A31C69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35FB0AC-28A0-46DA-A18F-A0F775D7E4B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BA8D4D4-231C-4C7D-BA17-81CB96B324E6}"/>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D7BB418-BAFF-4154-9096-2F1CA965675D}"/>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09876CA5-7A22-47B9-A01F-1F9E4BB98FDC}"/>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DFC8A40-D0F8-431F-8E6D-72A831D669A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A6204F5F-D18C-47AF-A9F7-ED8CEAAC5E91}"/>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E177AAB0-ABFB-4736-821A-B2D237B5E711}"/>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23932DE2-BDDC-46DC-B13F-1584FAB9E995}"/>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7E2265ED-4299-4B4F-8F42-15AF73BD3D76}"/>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63FDEF3-7F1F-4598-82D2-A9B4E4C18631}"/>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45" name="">
            <a:extLst xmlns:a="http://schemas.openxmlformats.org/drawingml/2006/main">
              <a:ext uri="{FF2B5EF4-FFF2-40B4-BE49-F238E27FC236}">
                <a16:creationId xmlns:a16="http://schemas.microsoft.com/office/drawing/2014/main" id="{B44D42C9-B8B0-4615-8E72-C4479A518F7B}"/>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46" name="">
            <a:extLst xmlns:a="http://schemas.openxmlformats.org/drawingml/2006/main">
              <a:ext uri="{FF2B5EF4-FFF2-40B4-BE49-F238E27FC236}">
                <a16:creationId xmlns:a16="http://schemas.microsoft.com/office/drawing/2014/main" id="{4578FE72-A10F-4EEB-88B3-1496B2C7277A}"/>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556210E5-30F0-4032-B55A-C7410206E4B5}"/>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横向对比：三种方案的能力矩阵</a:t>
            </a:r>
          </a:p>
        </p:txBody>
      </p:sp>
      <p:sp>
        <p:nvSpPr>
          <p:cNvPr id="48" name="">
            <a:extLst xmlns:a="http://schemas.openxmlformats.org/drawingml/2006/main">
              <a:ext uri="{FF2B5EF4-FFF2-40B4-BE49-F238E27FC236}">
                <a16:creationId xmlns:a16="http://schemas.microsoft.com/office/drawing/2014/main" id="{68AB0BCF-7BD7-499B-A57D-36E73583CDD5}"/>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3236F2B8-7CEC-4F00-BE5B-E71AB1606DEB}"/>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D2270725-A404-4C1A-9059-8A5C9C60EF30}"/>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7B096FE-92DA-442C-9507-C058A8F97F54}"/>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452E085-23F7-4971-8B97-D4C7F14631E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2BDAEED5-05B0-433C-9FBA-583699F33734}"/>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20D9FBEE-E673-4471-B6EA-F21460B964B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19B30734-3008-42DB-853F-47FB8241FE1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C76CB08C-A783-4C9A-81C1-BBEF972F128D}"/>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4134E01-C56A-4F69-AEEB-16BA5E121599}"/>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42E5827-D800-448C-A13F-A623A98B560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10AA851-C3F6-4325-8052-719977D31EA4}"/>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72F8A78C-CB01-4485-9499-88F3AA04639C}"/>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7BADCD0D-1F6A-4119-BB3E-585997D4F638}"/>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79CDA648-AAEE-4550-A79E-5F4E418170EF}"/>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差异化不在「用不用 </a:t>
            </a:r>
            <a:r>
              <a:rPr sz="1238">
                <a:solidFill>
                  <a:srgbClr val="FFFFFF"/>
                </a:solidFill>
                <a:latin typeface="微软雅黑"/>
                <a:ea typeface="微软雅黑"/>
                <a:cs typeface="微软雅黑"/>
              </a:rPr>
              <a:t>AI</a:t>
            </a:r>
            <a:r>
              <a:rPr sz="1238">
                <a:solidFill>
                  <a:srgbClr val="FFFFFF"/>
                </a:solidFill>
                <a:latin typeface="微软雅黑"/>
                <a:ea typeface="微软雅黑"/>
                <a:cs typeface="微软雅黑"/>
              </a:rPr>
              <a:t>」，而在「结论能不能被复算、被追责、被替换」。</a:t>
            </a:r>
          </a:p>
        </p:txBody>
      </p:sp>
      <p:graphicFrame>
        <p:nvGraphicFramePr>
          <p:cNvPr id="134"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5334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人工判读</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模型直接生成</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结论一致性</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因人而异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有随机性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依据不可核验</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solidFill>
                      <a:srgbClr val="0F3159"/>
                    </a:solidFill>
                  </a:tcPr>
                </a:tc>
              </a:tr>
            </a:tbl>
          </a:graphicData>
        </a:graphic>
      </p:graphicFrame>
      <p:sp>
        <p:nvSpPr>
          <p:cNvPr id="64" name="">
            <a:extLst xmlns:a="http://schemas.openxmlformats.org/drawingml/2006/main">
              <a:ext uri="{FF2B5EF4-FFF2-40B4-BE49-F238E27FC236}">
                <a16:creationId xmlns:a16="http://schemas.microsoft.com/office/drawing/2014/main" id="{4AC008C5-AB07-4052-9AAF-0C8EACBC211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82E6E707-4AD6-4C87-BBC3-6D55117B082E}"/>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2DB23FE-C6F5-40B9-8F84-F6217694C1AE}"/>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BED230B2-6437-436F-99DC-57C38D332C4A}"/>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0BBB2571-AFD0-4961-A95A-243012A63A9C}"/>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2F59900-AD62-43D5-A9B9-23CC46791873}"/>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70" name="">
            <a:extLst xmlns:a="http://schemas.openxmlformats.org/drawingml/2006/main">
              <a:ext uri="{FF2B5EF4-FFF2-40B4-BE49-F238E27FC236}">
                <a16:creationId xmlns:a16="http://schemas.microsoft.com/office/drawing/2014/main" id="{D9FCA3AC-DF31-4C50-A86C-F46BCCCCD013}"/>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096CF46C-12A4-41B7-BEB5-00C4803B5B29}"/>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30</a:t>
            </a:r>
          </a:p>
        </p:txBody>
      </p:sp>
    </p:spTree>
    <p:extLst>
      <p:ext uri="{BB962C8B-B14F-4D97-AF65-F5344CB8AC3E}">
        <p14:creationId xmlns:p14="http://schemas.microsoft.com/office/powerpoint/2010/main" val="2140000419"/>
      </p:ext>
    </p:extLst>
  </p:cSld>
</p:sld>
</file>

<file path=ppt/slides/slide3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42108c59cb414f8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5DC231-C4FB-40E9-A5CE-5181677507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762291E-6D41-4ABC-9352-8EBCFEF0F71E}"/>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9B8CFF">
                  <a:alpha val="15000"/>
                </a:srgbClr>
              </a:gs>
              <a:gs pos="45000">
                <a:srgbClr val="9B8CFF">
                  <a:alpha val="6000"/>
                </a:srgbClr>
              </a:gs>
              <a:gs pos="100000">
                <a:srgbClr val="9B8C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A8E9610-B78B-4A0C-B0C6-1E9B84851B29}"/>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0AF8671-8781-4D56-A719-3A1789DAC81E}"/>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D2E4564-239C-4D71-929D-D3B60407B5B2}"/>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4883ADF-A6CF-4990-BAC8-2DCEADF21C30}"/>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5C9250C1-23F5-4509-92F7-E22CAD72BCF2}"/>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3E757EF-BF5D-4AAC-A455-DEF388E70B30}"/>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4576F69F-D7E1-43A6-BC0E-1766D51DB201}"/>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019DF7C5-36D4-4E91-8E26-CD7DDF316CBB}"/>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64D88A4-32A4-4735-A282-1408C88F3240}"/>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F472D7-0D10-4362-83E3-81F2D0373DC4}"/>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0DCA253-8379-4009-A135-478C649EC2B4}"/>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84A800F-8AD4-40AC-B173-8A3099F3146C}"/>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9B37547-38B4-46CD-A02C-32661DEEEBAB}"/>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10EC26F-0BCC-40E3-9F3D-E9DBE9AA0E09}"/>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E93EB72E-C466-474C-A8E4-7F1F1C5E70EC}"/>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5997E49-405B-4505-91F2-BA352E9E262F}"/>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65692D5-78FF-4092-9E9A-BAC0376FBEB4}"/>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16CEF05E-4C73-45CE-826A-DBDE05029D36}"/>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F4E43D0-E3E5-4371-86CA-5C194515CF19}"/>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9FD7FF52-2ED9-48FF-BEB1-8246B8E11361}"/>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F6A232B-1F7A-493A-BF85-433EBCDFEC42}"/>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AC626138-F7EF-4592-82BE-7F712FB01453}"/>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DF85D802-9C9F-4627-A664-6D9F2432BD69}"/>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B9A1A43-F2AA-46F0-951A-EB9A3F4A4750}"/>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D349D6F-ACD4-4F4D-8776-BF8E3A3E6FED}"/>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8B6201A-477F-4FB3-B4BE-EFCD370D0A4B}"/>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19CE358-7DCA-4ABA-8D3A-8D39B49AB682}"/>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5855B21-D7A7-4D08-934F-8B483C15ABA2}"/>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BE59E13E-DA0F-4962-8391-BD8361A8C6C5}"/>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5E3F8789-2B04-49E9-80B3-983E6437EAD2}"/>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7896821-AEEC-4F2E-AA50-3B6BFE62530F}"/>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73B5AFA1-3417-4246-A6FF-6239DFE02A2E}"/>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14FC8EE9-03E1-453A-B15F-7F9155026618}"/>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7F3F8B2-2C45-4B71-BC39-E61F2C2D4A2B}"/>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B43A52E-6901-49E1-BCFB-7E3A26BE4553}"/>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F1C8C50E-1841-404F-8994-FD3E65848A14}"/>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06D5E6DA-C587-4E52-A938-D0A05B8BD001}"/>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BA72F43-007A-49A0-A283-BA0C97FCFD62}"/>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DFC7C70A-37C2-4D11-8A7B-5CA22AAA6B96}"/>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5489AE5-91AF-4BDB-9DDE-6A7F37C257E6}"/>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F9A29A60-284A-43F3-AC69-5AB54218E7B1}"/>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DC880960-4AE5-4155-B6E8-AF26ACBE3022}"/>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CA0539F-B7B5-48E3-ABF9-1DA025C8B25A}"/>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9B8CFF">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20A5DC4-852F-4642-8643-6A780FB7771C}"/>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9B8CFF">
                  <a:alpha val="0"/>
                </a:srgbClr>
              </a:gs>
              <a:gs pos="45000">
                <a:srgbClr val="9B8CFF"/>
              </a:gs>
              <a:gs pos="100000">
                <a:srgbClr val="9B8CFF">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03AA22FA-E556-4303-A634-FE1CB18E1B31}"/>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BDD9FA9C-54B7-4E82-B342-4D7CB4E404FB}"/>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94BCE8B6-152D-47D1-91B5-C8BD1C8059C7}"/>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0E9683C-5FFA-4D99-A519-933B3F1290EF}"/>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B9A9C3B-415B-47A0-843F-DEC4D788C42B}"/>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A2C98C9D-08BC-464E-9028-57BC15DD0734}"/>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058AEB99-AC1E-4880-9E7B-366A277BAF33}"/>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833764B-991C-425C-A024-C36709CEA0CB}"/>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80E76A5D-723E-464D-8361-23EA645402F6}"/>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E920034-064B-4155-9790-31EE17AE2FE5}"/>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C9CB884-14EB-4E9D-A91F-F688B56107B3}"/>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AC2AE16-352B-4B40-A4EE-9A88D7AFFC09}"/>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AA92E51-3A5F-463A-933A-C58B8AF3E636}"/>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9B8CFF">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C78546D-FAA9-4B77-99F1-F61C0500E66E}"/>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C8017F6A-E43A-404B-BCCA-3B4590C21B6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63834967-9D8E-4868-9A19-B140C028884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48308D42-1091-4031-BB58-119EC8101B1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AA81CB19-63EB-4DDD-9521-1DAAB6158793}"/>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D14085E-735A-4FCA-BA37-B87CDE87275E}"/>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76DA9FA0-FECA-4597-8929-0EC8285B43A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90B45876-EA8B-4EEB-A6E6-0F080F371F93}"/>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1ADBFC6E-1B02-415B-B3E8-6694E78969B1}"/>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A0605AE0-22F9-45EF-91ED-C0C44C706639}"/>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9B8CFF">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84EA49EE-74F0-4D07-967A-3212854805D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88A41747-5D0E-40FE-A368-19A810134FFA}"/>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64814F15-B6E5-427B-967E-815B279B74A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33F06CBA-D623-4B9E-9C32-F0210C3BC689}"/>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F8E9037E-9667-45DB-9896-251D54EC9A6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7A88144E-8E13-4C6B-8775-911AD1233413}"/>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FB12B347-4577-443F-8C2E-A2BF3B4A939D}"/>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8CE2BA03-1F4D-484F-97B5-605EDBD1613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CBD28AC3-CB69-4099-813C-BF675DB0A0CF}"/>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5132BEEA-0C8A-4110-918D-098BF9DEFD3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9B8CFF"/>
              </a:gs>
              <a:gs pos="100000">
                <a:srgbClr val="9B8CFF">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9799D46E-C6E1-4588-9FAA-A3BC6404ADD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9B8CFF">
                  <a:alpha val="45000"/>
                </a:srgbClr>
              </a:gs>
              <a:gs pos="100000">
                <a:srgbClr val="9B8CFF">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A6C3B61E-B84C-41F4-B129-26CBB110E3B8}"/>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9A466580-7F29-453D-A480-F81D855A01B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9B8CFF"/>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97A66D0D-157F-446E-83B8-C69957DD117D}"/>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820B880-87FE-43E7-B793-A46385E0AB0F}"/>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9B8CFF">
                  <a:alpha val="26000"/>
                </a:srgbClr>
              </a:gs>
              <a:gs pos="45000">
                <a:srgbClr val="9B8CFF">
                  <a:alpha val="10000"/>
                </a:srgbClr>
              </a:gs>
              <a:gs pos="100000">
                <a:srgbClr val="9B8CFF">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D83469AD-625F-4956-B34F-970156FA1A46}"/>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9B8CFF"/>
              </a:gs>
              <a:gs pos="100000">
                <a:srgbClr val="4E4680"/>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05</a:t>
            </a:r>
          </a:p>
        </p:txBody>
      </p:sp>
      <p:sp>
        <p:nvSpPr>
          <p:cNvPr id="87" name="">
            <a:extLst xmlns:a="http://schemas.openxmlformats.org/drawingml/2006/main">
              <a:ext uri="{FF2B5EF4-FFF2-40B4-BE49-F238E27FC236}">
                <a16:creationId xmlns:a16="http://schemas.microsoft.com/office/drawing/2014/main" id="{18DD9BAE-C649-4550-A830-4DDE34C8132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测试验证</a:t>
            </a:r>
          </a:p>
        </p:txBody>
      </p:sp>
      <p:sp>
        <p:nvSpPr>
          <p:cNvPr id="88" name="">
            <a:extLst xmlns:a="http://schemas.openxmlformats.org/drawingml/2006/main">
              <a:ext uri="{FF2B5EF4-FFF2-40B4-BE49-F238E27FC236}">
                <a16:creationId xmlns:a16="http://schemas.microsoft.com/office/drawing/2014/main" id="{B4CBC0A6-4A2C-4FF1-9A60-28BBE1EFE171}"/>
              </a:ext>
            </a:extLst>
          </p:cNvPr>
          <p:cNvSpPr>
            <a:spLocks xmlns:a="http://schemas.openxmlformats.org/drawingml/2006/main" noGrp="1"/>
          </p:cNvSpPr>
          <p:nvPr/>
        </p:nvSpPr>
        <p:spPr>
          <a:xfrm xmlns:a="http://schemas.openxmlformats.org/drawingml/2006/main">
            <a:off x="1790700" y="152400"/>
            <a:ext cx="19050" cy="247650"/>
          </a:xfrm>
          <a:prstGeom xmlns:a="http://schemas.openxmlformats.org/drawingml/2006/main" prst="rect">
            <a:avLst/>
          </a:prstGeom>
          <a:gradFill xmlns:a="http://schemas.openxmlformats.org/drawingml/2006/main">
            <a:gsLst>
              <a:gs pos="0">
                <a:srgbClr val="9B8CFF"/>
              </a:gs>
              <a:gs pos="100000">
                <a:srgbClr val="9B8CFF">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8EF6BB18-ED7C-4B16-BD0A-A60B40867AED}"/>
              </a:ext>
            </a:extLst>
          </p:cNvPr>
          <p:cNvSpPr>
            <a:spLocks xmlns:a="http://schemas.openxmlformats.org/drawingml/2006/main" noGrp="1"/>
          </p:cNvSpPr>
          <p:nvPr/>
        </p:nvSpPr>
        <p:spPr>
          <a:xfrm xmlns:a="http://schemas.openxmlformats.org/drawingml/2006/main">
            <a:off x="192405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合规与伦理：</a:t>
            </a:r>
            <a:r>
              <a:rPr sz="1088" b="0">
                <a:solidFill>
                  <a:srgbClr val="9FC2E8"/>
                </a:solidFill>
                <a:latin typeface="微软雅黑"/>
                <a:ea typeface="微软雅黑"/>
                <a:cs typeface="微软雅黑"/>
              </a:rPr>
              <a:t>AI </a:t>
            </a:r>
            <a:r>
              <a:rPr sz="1088" b="0">
                <a:solidFill>
                  <a:srgbClr val="9FC2E8"/>
                </a:solidFill>
                <a:latin typeface="微软雅黑"/>
                <a:ea typeface="微软雅黑"/>
                <a:cs typeface="微软雅黑"/>
              </a:rPr>
              <a:t>的能力边界写死在系统里</a:t>
            </a:r>
          </a:p>
        </p:txBody>
      </p:sp>
      <p:sp>
        <p:nvSpPr>
          <p:cNvPr id="90" name="">
            <a:extLst xmlns:a="http://schemas.openxmlformats.org/drawingml/2006/main">
              <a:ext uri="{FF2B5EF4-FFF2-40B4-BE49-F238E27FC236}">
                <a16:creationId xmlns:a16="http://schemas.microsoft.com/office/drawing/2014/main" id="{42BCF955-8F1B-42A4-856D-7C63CA39883E}"/>
              </a:ext>
            </a:extLst>
          </p:cNvPr>
          <p:cNvSpPr>
            <a:spLocks xmlns:a="http://schemas.openxmlformats.org/drawingml/2006/main" noGrp="1"/>
          </p:cNvSpPr>
          <p:nvPr/>
        </p:nvSpPr>
        <p:spPr>
          <a:xfrm xmlns:a="http://schemas.openxmlformats.org/drawingml/2006/main">
            <a:off x="876300" y="438150"/>
            <a:ext cx="838200" cy="14478"/>
          </a:xfrm>
          <a:prstGeom xmlns:a="http://schemas.openxmlformats.org/drawingml/2006/main" prst="rect">
            <a:avLst/>
          </a:prstGeom>
          <a:gradFill xmlns:a="http://schemas.openxmlformats.org/drawingml/2006/main">
            <a:gsLst>
              <a:gs pos="0">
                <a:srgbClr val="9B8CFF"/>
              </a:gs>
              <a:gs pos="100000">
                <a:srgbClr val="9B8CFF">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37DFDD5-3E0F-42A5-905C-E4C5FEEB8D4E}"/>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B79153A2-3014-4B6D-9327-A19CC6F10B1F}"/>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DB281658-EFB6-4850-8F33-5DE9E6E976C1}"/>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9B8CFF">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141E3D72-E586-419D-B62C-65F5521C63E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997D02D9-5E47-4A0C-8564-E4C3A1086E74}"/>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9DE1D646-8651-461C-B8DD-7E4E28F7967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D0E36275-81D1-49C0-B4EB-8FEC48EE3D47}"/>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AFEFE8A2-BFEF-4CD6-B379-90C8255F34E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CDE16BFE-E5EF-4F15-878C-39D2BD057C19}"/>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5D332AAF-8A19-4CE6-AE7A-DFA63025F8F9}"/>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B458F9C8-915D-4C25-9608-852789709C9E}"/>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49842A35-67A9-488E-B6C6-36769E671A7F}"/>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9B8CFF">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BD5D4E5B-90BE-42D4-99C7-D59295F6D7A3}"/>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58EC333A-4A26-4AF7-A23C-1C5DC073BE1C}"/>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AI </a:t>
            </a:r>
            <a:r>
              <a:rPr sz="1238">
                <a:solidFill>
                  <a:srgbClr val="FFFFFF"/>
                </a:solidFill>
                <a:latin typeface="微软雅黑"/>
                <a:ea typeface="微软雅黑"/>
                <a:cs typeface="微软雅黑"/>
              </a:rPr>
              <a:t>只建议、不执行；数据不出内网；心理与关怀数据默认只有本人可见。</a:t>
            </a:r>
          </a:p>
        </p:txBody>
      </p:sp>
      <p:sp>
        <p:nvSpPr>
          <p:cNvPr id="105" name="">
            <a:extLst xmlns:a="http://schemas.openxmlformats.org/drawingml/2006/main">
              <a:ext uri="{FF2B5EF4-FFF2-40B4-BE49-F238E27FC236}">
                <a16:creationId xmlns:a16="http://schemas.microsoft.com/office/drawing/2014/main" id="{DF8A3EF0-D43F-4AF8-80B2-646EE4AC74C1}"/>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6" name="">
            <a:extLst xmlns:a="http://schemas.openxmlformats.org/drawingml/2006/main">
              <a:ext uri="{FF2B5EF4-FFF2-40B4-BE49-F238E27FC236}">
                <a16:creationId xmlns:a16="http://schemas.microsoft.com/office/drawing/2014/main" id="{05C90AEF-B745-4F00-851A-4035E2CA3905}"/>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CDB0AA8C-3EF5-4982-A74D-2120E50504B4}"/>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数据边界</a:t>
            </a:r>
          </a:p>
        </p:txBody>
      </p:sp>
      <p:sp>
        <p:nvSpPr>
          <p:cNvPr id="108" name="">
            <a:extLst xmlns:a="http://schemas.openxmlformats.org/drawingml/2006/main">
              <a:ext uri="{FF2B5EF4-FFF2-40B4-BE49-F238E27FC236}">
                <a16:creationId xmlns:a16="http://schemas.microsoft.com/office/drawing/2014/main" id="{11FB3C19-1A31-4E6D-8BE0-EBEA858D6B48}"/>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越权访问返回 </a:t>
            </a:r>
            <a:r>
              <a:rPr sz="938">
                <a:solidFill>
                  <a:srgbClr val="D6E6F7"/>
                </a:solidFill>
                <a:latin typeface="微软雅黑"/>
                <a:ea typeface="微软雅黑"/>
                <a:cs typeface="微软雅黑"/>
              </a:rPr>
              <a:t>403 / code=40301</a:t>
            </a:r>
            <a:r>
              <a:rPr sz="938">
                <a:solidFill>
                  <a:srgbClr val="D6E6F7"/>
                </a:solidFill>
                <a:latin typeface="微软雅黑"/>
                <a:ea typeface="微软雅黑"/>
                <a:cs typeface="微软雅黑"/>
              </a:rPr>
              <a:t>，并被审计记录</a:t>
            </a:r>
          </a:p>
        </p:txBody>
      </p:sp>
      <p:sp>
        <p:nvSpPr>
          <p:cNvPr id="109" name="">
            <a:extLst xmlns:a="http://schemas.openxmlformats.org/drawingml/2006/main">
              <a:ext uri="{FF2B5EF4-FFF2-40B4-BE49-F238E27FC236}">
                <a16:creationId xmlns:a16="http://schemas.microsoft.com/office/drawing/2014/main" id="{CD974F98-AB6A-4658-8E14-0150EC1951D0}"/>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0" name="">
            <a:extLst xmlns:a="http://schemas.openxmlformats.org/drawingml/2006/main">
              <a:ext uri="{FF2B5EF4-FFF2-40B4-BE49-F238E27FC236}">
                <a16:creationId xmlns:a16="http://schemas.microsoft.com/office/drawing/2014/main" id="{C52D5096-9487-424A-8CD5-215786759125}"/>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94A9FBBB-3EA8-4F05-BFFB-2DB49F6DD08C}"/>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AI </a:t>
            </a:r>
            <a:r>
              <a:rPr sz="1500" b="1">
                <a:solidFill>
                  <a:srgbClr val="F5C33B"/>
                </a:solidFill>
                <a:latin typeface="微软雅黑"/>
                <a:ea typeface="微软雅黑"/>
                <a:cs typeface="微软雅黑"/>
              </a:rPr>
              <a:t>边界</a:t>
            </a:r>
          </a:p>
        </p:txBody>
      </p:sp>
      <p:sp>
        <p:nvSpPr>
          <p:cNvPr id="112" name="">
            <a:extLst xmlns:a="http://schemas.openxmlformats.org/drawingml/2006/main">
              <a:ext uri="{FF2B5EF4-FFF2-40B4-BE49-F238E27FC236}">
                <a16:creationId xmlns:a16="http://schemas.microsoft.com/office/drawing/2014/main" id="{CDE366CE-757B-4C21-BF01-F9E393F3083A}"/>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a:t>
            </a:r>
            <a:r>
              <a:rPr sz="938">
                <a:solidFill>
                  <a:srgbClr val="D6E6F7"/>
                </a:solidFill>
                <a:latin typeface="微软雅黑"/>
                <a:ea typeface="微软雅黑"/>
                <a:cs typeface="微软雅黑"/>
              </a:rPr>
              <a:t>只提供建议，不直接执行裁员、降职、调岗或绩效处罚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need_human_confirm=true </a:t>
            </a:r>
            <a:r>
              <a:rPr sz="938">
                <a:solidFill>
                  <a:srgbClr val="D6E6F7"/>
                </a:solidFill>
                <a:latin typeface="微软雅黑"/>
                <a:ea typeface="微软雅黑"/>
                <a:cs typeface="微软雅黑"/>
              </a:rPr>
              <a:t>的结论在确认前不改业务数据</a:t>
            </a:r>
          </a:p>
        </p:txBody>
      </p:sp>
      <p:sp>
        <p:nvSpPr>
          <p:cNvPr id="113" name="">
            <a:extLst xmlns:a="http://schemas.openxmlformats.org/drawingml/2006/main">
              <a:ext uri="{FF2B5EF4-FFF2-40B4-BE49-F238E27FC236}">
                <a16:creationId xmlns:a16="http://schemas.microsoft.com/office/drawing/2014/main" id="{ED857287-3FEC-44D9-B77D-DC2C52C53F55}"/>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4" name="">
            <a:extLst xmlns:a="http://schemas.openxmlformats.org/drawingml/2006/main">
              <a:ext uri="{FF2B5EF4-FFF2-40B4-BE49-F238E27FC236}">
                <a16:creationId xmlns:a16="http://schemas.microsoft.com/office/drawing/2014/main" id="{C1167E37-A3C0-4FB7-A07A-D86BA62D7028}"/>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E5BDF24A-DEF6-4A1C-B859-99FFE71B58C9}"/>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2705E"/>
                </a:solidFill>
                <a:latin typeface="微软雅黑"/>
                <a:ea typeface="微软雅黑"/>
                <a:cs typeface="微软雅黑"/>
              </a:defRPr>
            </a:pPr>
            <a:r>
              <a:rPr sz="1500" b="1">
                <a:solidFill>
                  <a:srgbClr val="F2705E"/>
                </a:solidFill>
                <a:latin typeface="微软雅黑"/>
                <a:ea typeface="微软雅黑"/>
                <a:cs typeface="微软雅黑"/>
              </a:rPr>
              <a:t>安全一票否决</a:t>
            </a:r>
          </a:p>
        </p:txBody>
      </p:sp>
      <p:sp>
        <p:nvSpPr>
          <p:cNvPr id="116" name="">
            <a:extLst xmlns:a="http://schemas.openxmlformats.org/drawingml/2006/main">
              <a:ext uri="{FF2B5EF4-FFF2-40B4-BE49-F238E27FC236}">
                <a16:creationId xmlns:a16="http://schemas.microsoft.com/office/drawing/2014/main" id="{53FB7E6F-6682-416D-A4B8-D2246BD1814A}"/>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规则与模型冲突时，以安全规则的结论为准</a:t>
            </a:r>
          </a:p>
        </p:txBody>
      </p:sp>
      <p:sp>
        <p:nvSpPr>
          <p:cNvPr id="117" name="">
            <a:extLst xmlns:a="http://schemas.openxmlformats.org/drawingml/2006/main">
              <a:ext uri="{FF2B5EF4-FFF2-40B4-BE49-F238E27FC236}">
                <a16:creationId xmlns:a16="http://schemas.microsoft.com/office/drawing/2014/main" id="{2D2A384F-3CF2-443D-A4F4-196153D0AB0B}"/>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891"/>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8" name="">
            <a:extLst xmlns:a="http://schemas.openxmlformats.org/drawingml/2006/main">
              <a:ext uri="{FF2B5EF4-FFF2-40B4-BE49-F238E27FC236}">
                <a16:creationId xmlns:a16="http://schemas.microsoft.com/office/drawing/2014/main" id="{4D421427-1328-46DF-8869-893343CEFFB2}"/>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464C6CEA-E51E-41DF-A277-1724F7C74908}"/>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FD08A"/>
                </a:solidFill>
                <a:latin typeface="微软雅黑"/>
                <a:ea typeface="微软雅黑"/>
                <a:cs typeface="微软雅黑"/>
              </a:defRPr>
            </a:pPr>
            <a:r>
              <a:rPr sz="1500" b="1">
                <a:solidFill>
                  <a:srgbClr val="3FD08A"/>
                </a:solidFill>
                <a:latin typeface="微软雅黑"/>
                <a:ea typeface="微软雅黑"/>
                <a:cs typeface="微软雅黑"/>
              </a:rPr>
              <a:t>可替换性</a:t>
            </a:r>
          </a:p>
        </p:txBody>
      </p:sp>
      <p:sp>
        <p:nvSpPr>
          <p:cNvPr id="120" name="">
            <a:extLst xmlns:a="http://schemas.openxmlformats.org/drawingml/2006/main">
              <a:ext uri="{FF2B5EF4-FFF2-40B4-BE49-F238E27FC236}">
                <a16:creationId xmlns:a16="http://schemas.microsoft.com/office/drawing/2014/main" id="{D6294471-B078-40F7-AEBA-D1FEBC948502}"/>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source=rule </a:t>
            </a:r>
            <a:r>
              <a:rPr sz="938">
                <a:solidFill>
                  <a:srgbClr val="D6E6F7"/>
                </a:solidFill>
                <a:latin typeface="微软雅黑"/>
                <a:ea typeface="微软雅黑"/>
                <a:cs typeface="微软雅黑"/>
              </a:rPr>
              <a:t>现在，</a:t>
            </a:r>
            <a:r>
              <a:rPr sz="938">
                <a:solidFill>
                  <a:srgbClr val="D6E6F7"/>
                </a:solidFill>
                <a:latin typeface="微软雅黑"/>
                <a:ea typeface="微软雅黑"/>
                <a:cs typeface="微软雅黑"/>
              </a:rPr>
              <a:t>source=model </a:t>
            </a:r>
            <a:r>
              <a:rPr sz="938">
                <a:solidFill>
                  <a:srgbClr val="D6E6F7"/>
                </a:solidFill>
                <a:latin typeface="微软雅黑"/>
                <a:ea typeface="微软雅黑"/>
                <a:cs typeface="微软雅黑"/>
              </a:rPr>
              <a:t>将来，接口与前端不动</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a:t>
            </a:r>
            <a:r>
              <a:rPr sz="938">
                <a:solidFill>
                  <a:srgbClr val="D6E6F7"/>
                </a:solidFill>
                <a:latin typeface="微软雅黑"/>
                <a:ea typeface="微软雅黑"/>
                <a:cs typeface="微软雅黑"/>
              </a:rPr>
              <a:t>失败自动回退规则并写 </a:t>
            </a:r>
            <a:r>
              <a:rPr sz="938">
                <a:solidFill>
                  <a:srgbClr val="D6E6F7"/>
                </a:solidFill>
                <a:latin typeface="微软雅黑"/>
                <a:ea typeface="微软雅黑"/>
                <a:cs typeface="微软雅黑"/>
              </a:rPr>
              <a:t>fallback_note</a:t>
            </a:r>
            <a:r>
              <a:rPr sz="938">
                <a:solidFill>
                  <a:srgbClr val="D6E6F7"/>
                </a:solidFill>
                <a:latin typeface="微软雅黑"/>
                <a:ea typeface="微软雅黑"/>
                <a:cs typeface="微软雅黑"/>
              </a:rPr>
              <a:t>（既有模式）</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规则路径不依赖 </a:t>
            </a:r>
            <a:r>
              <a:rPr sz="938">
                <a:solidFill>
                  <a:srgbClr val="D6E6F7"/>
                </a:solidFill>
                <a:latin typeface="微软雅黑"/>
                <a:ea typeface="微软雅黑"/>
                <a:cs typeface="微软雅黑"/>
              </a:rPr>
              <a:t>AI</a:t>
            </a:r>
            <a:r>
              <a:rPr sz="938">
                <a:solidFill>
                  <a:srgbClr val="D6E6F7"/>
                </a:solidFill>
                <a:latin typeface="微软雅黑"/>
                <a:ea typeface="微软雅黑"/>
                <a:cs typeface="微软雅黑"/>
              </a:rPr>
              <a:t>，</a:t>
            </a:r>
            <a:r>
              <a:rPr sz="938">
                <a:solidFill>
                  <a:srgbClr val="D6E6F7"/>
                </a:solidFill>
                <a:latin typeface="微软雅黑"/>
                <a:ea typeface="微软雅黑"/>
                <a:cs typeface="微软雅黑"/>
              </a:rPr>
              <a:t>AI_ENABLED </a:t>
            </a:r>
            <a:r>
              <a:rPr sz="938">
                <a:solidFill>
                  <a:srgbClr val="D6E6F7"/>
                </a:solidFill>
                <a:latin typeface="微软雅黑"/>
                <a:ea typeface="微软雅黑"/>
                <a:cs typeface="微软雅黑"/>
              </a:rPr>
              <a:t>默认 </a:t>
            </a:r>
            <a:r>
              <a:rPr sz="938">
                <a:solidFill>
                  <a:srgbClr val="D6E6F7"/>
                </a:solidFill>
                <a:latin typeface="微软雅黑"/>
                <a:ea typeface="微软雅黑"/>
                <a:cs typeface="微软雅黑"/>
              </a:rPr>
              <a:t>false</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换模型只换 </a:t>
            </a:r>
            <a:r>
              <a:rPr sz="938">
                <a:solidFill>
                  <a:srgbClr val="D6E6F7"/>
                </a:solidFill>
                <a:latin typeface="微软雅黑"/>
                <a:ea typeface="微软雅黑"/>
                <a:cs typeface="微软雅黑"/>
              </a:rPr>
              <a:t>Service </a:t>
            </a:r>
            <a:r>
              <a:rPr sz="938">
                <a:solidFill>
                  <a:srgbClr val="D6E6F7"/>
                </a:solidFill>
                <a:latin typeface="微软雅黑"/>
                <a:ea typeface="微软雅黑"/>
                <a:cs typeface="微软雅黑"/>
              </a:rPr>
              <a:t>实现，业务结论口径不变</a:t>
            </a:r>
          </a:p>
        </p:txBody>
      </p:sp>
      <p:sp>
        <p:nvSpPr>
          <p:cNvPr id="121" name="">
            <a:extLst xmlns:a="http://schemas.openxmlformats.org/drawingml/2006/main">
              <a:ext uri="{FF2B5EF4-FFF2-40B4-BE49-F238E27FC236}">
                <a16:creationId xmlns:a16="http://schemas.microsoft.com/office/drawing/2014/main" id="{0A57B778-B106-4326-B146-D327BA5D148E}"/>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703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22" name="">
            <a:extLst xmlns:a="http://schemas.openxmlformats.org/drawingml/2006/main">
              <a:ext uri="{FF2B5EF4-FFF2-40B4-BE49-F238E27FC236}">
                <a16:creationId xmlns:a16="http://schemas.microsoft.com/office/drawing/2014/main" id="{1061DC26-7D48-47D5-A5A9-CF7D2DFA1AE5}"/>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写死在系统里的三条硬约束（不依赖模型、不依赖人工临场判断）</a:t>
            </a:r>
          </a:p>
        </p:txBody>
      </p:sp>
      <p:sp>
        <p:nvSpPr>
          <p:cNvPr id="123" name="">
            <a:extLst xmlns:a="http://schemas.openxmlformats.org/drawingml/2006/main">
              <a:ext uri="{FF2B5EF4-FFF2-40B4-BE49-F238E27FC236}">
                <a16:creationId xmlns:a16="http://schemas.microsoft.com/office/drawing/2014/main" id="{ADFF2F75-C6E7-4560-801A-233987439851}"/>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安全 </a:t>
            </a:r>
            <a:r>
              <a:rPr sz="938" b="1">
                <a:solidFill>
                  <a:srgbClr val="31C7F0"/>
                </a:solidFill>
                <a:latin typeface="微软雅黑"/>
                <a:ea typeface="微软雅黑"/>
                <a:cs typeface="微软雅黑"/>
              </a:rPr>
              <a:t>&gt; </a:t>
            </a:r>
            <a:r>
              <a:rPr sz="938" b="1">
                <a:solidFill>
                  <a:srgbClr val="31C7F0"/>
                </a:solidFill>
                <a:latin typeface="微软雅黑"/>
                <a:ea typeface="微软雅黑"/>
                <a:cs typeface="微软雅黑"/>
              </a:rPr>
              <a:t>一切</a:t>
            </a:r>
          </a:p>
        </p:txBody>
      </p:sp>
      <p:sp>
        <p:nvSpPr>
          <p:cNvPr id="124" name="">
            <a:extLst xmlns:a="http://schemas.openxmlformats.org/drawingml/2006/main">
              <a:ext uri="{FF2B5EF4-FFF2-40B4-BE49-F238E27FC236}">
                <a16:creationId xmlns:a16="http://schemas.microsoft.com/office/drawing/2014/main" id="{C02665B9-21E5-483B-8BC7-9F356BEBA118}"/>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安全不合格触发一票否决，该优先级写在规则里</a:t>
            </a:r>
          </a:p>
        </p:txBody>
      </p:sp>
      <p:sp>
        <p:nvSpPr>
          <p:cNvPr id="125" name="">
            <a:extLst xmlns:a="http://schemas.openxmlformats.org/drawingml/2006/main">
              <a:ext uri="{FF2B5EF4-FFF2-40B4-BE49-F238E27FC236}">
                <a16:creationId xmlns:a16="http://schemas.microsoft.com/office/drawing/2014/main" id="{194D2260-B39B-46EA-A704-D792E208E8EB}"/>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数据不出内网</a:t>
            </a:r>
          </a:p>
        </p:txBody>
      </p:sp>
      <p:sp>
        <p:nvSpPr>
          <p:cNvPr id="126" name="">
            <a:extLst xmlns:a="http://schemas.openxmlformats.org/drawingml/2006/main">
              <a:ext uri="{FF2B5EF4-FFF2-40B4-BE49-F238E27FC236}">
                <a16:creationId xmlns:a16="http://schemas.microsoft.com/office/drawing/2014/main" id="{DEABD24E-C6FF-4ED4-BA2B-263B6D062AD5}"/>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外部模型可整体关闭；</a:t>
            </a:r>
            <a:r>
              <a:rPr sz="863" b="0">
                <a:solidFill>
                  <a:srgbClr val="D6E6F7"/>
                </a:solidFill>
                <a:latin typeface="微软雅黑"/>
                <a:ea typeface="微软雅黑"/>
                <a:cs typeface="微软雅黑"/>
              </a:rPr>
              <a:t>AI_ENABLED </a:t>
            </a:r>
            <a:r>
              <a:rPr sz="863" b="0">
                <a:solidFill>
                  <a:srgbClr val="D6E6F7"/>
                </a:solidFill>
                <a:latin typeface="微软雅黑"/>
                <a:ea typeface="微软雅黑"/>
                <a:cs typeface="微软雅黑"/>
              </a:rPr>
              <a:t>默认 </a:t>
            </a:r>
            <a:r>
              <a:rPr sz="863" b="0">
                <a:solidFill>
                  <a:srgbClr val="D6E6F7"/>
                </a:solidFill>
                <a:latin typeface="微软雅黑"/>
                <a:ea typeface="微软雅黑"/>
                <a:cs typeface="微软雅黑"/>
              </a:rPr>
              <a:t>false</a:t>
            </a:r>
          </a:p>
        </p:txBody>
      </p:sp>
      <p:sp>
        <p:nvSpPr>
          <p:cNvPr id="127" name="">
            <a:extLst xmlns:a="http://schemas.openxmlformats.org/drawingml/2006/main">
              <a:ext uri="{FF2B5EF4-FFF2-40B4-BE49-F238E27FC236}">
                <a16:creationId xmlns:a16="http://schemas.microsoft.com/office/drawing/2014/main" id="{B22D4D22-9333-40F9-AE4E-D01FA7C8D481}"/>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结论必须可追溯</a:t>
            </a:r>
          </a:p>
        </p:txBody>
      </p:sp>
      <p:sp>
        <p:nvSpPr>
          <p:cNvPr id="128" name="">
            <a:extLst xmlns:a="http://schemas.openxmlformats.org/drawingml/2006/main">
              <a:ext uri="{FF2B5EF4-FFF2-40B4-BE49-F238E27FC236}">
                <a16:creationId xmlns:a16="http://schemas.microsoft.com/office/drawing/2014/main" id="{0EC457E2-F990-424E-BC52-E480D93F508E}"/>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每条建议带 </a:t>
            </a:r>
            <a:r>
              <a:rPr sz="863" b="0">
                <a:solidFill>
                  <a:srgbClr val="D6E6F7"/>
                </a:solidFill>
                <a:latin typeface="微软雅黑"/>
                <a:ea typeface="微软雅黑"/>
                <a:cs typeface="微软雅黑"/>
              </a:rPr>
              <a:t>rule_code </a:t>
            </a:r>
            <a:r>
              <a:rPr sz="863" b="0">
                <a:solidFill>
                  <a:srgbClr val="D6E6F7"/>
                </a:solidFill>
                <a:latin typeface="微软雅黑"/>
                <a:ea typeface="微软雅黑"/>
                <a:cs typeface="微软雅黑"/>
              </a:rPr>
              <a:t>与依据事实，可复算、可回放</a:t>
            </a:r>
          </a:p>
        </p:txBody>
      </p:sp>
      <p:sp>
        <p:nvSpPr>
          <p:cNvPr id="129" name="">
            <a:extLst xmlns:a="http://schemas.openxmlformats.org/drawingml/2006/main">
              <a:ext uri="{FF2B5EF4-FFF2-40B4-BE49-F238E27FC236}">
                <a16:creationId xmlns:a16="http://schemas.microsoft.com/office/drawing/2014/main" id="{6C182D59-EBE5-48B2-B931-250D9F02EC40}"/>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如实标注：当前仍为 </a:t>
            </a:r>
            <a:r>
              <a:rPr sz="825" b="0">
                <a:solidFill>
                  <a:srgbClr val="7A9CC4"/>
                </a:solidFill>
                <a:latin typeface="微软雅黑"/>
                <a:ea typeface="微软雅黑"/>
                <a:cs typeface="微软雅黑"/>
              </a:rPr>
              <a:t>MVP——</a:t>
            </a:r>
            <a:r>
              <a:rPr sz="825" b="0">
                <a:solidFill>
                  <a:srgbClr val="7A9CC4"/>
                </a:solidFill>
                <a:latin typeface="微软雅黑"/>
                <a:ea typeface="微软雅黑"/>
                <a:cs typeface="微软雅黑"/>
              </a:rPr>
              <a:t>账号暂无密码校验与刷新令牌，规则增删改与启停开关尚未提供接口，对外部署前必须接入内网统一身份；以上限制已写入技术报告，不做隐藏。</a:t>
            </a:r>
          </a:p>
        </p:txBody>
      </p:sp>
      <p:sp>
        <p:nvSpPr>
          <p:cNvPr id="130" name="">
            <a:extLst xmlns:a="http://schemas.openxmlformats.org/drawingml/2006/main">
              <a:ext uri="{FF2B5EF4-FFF2-40B4-BE49-F238E27FC236}">
                <a16:creationId xmlns:a16="http://schemas.microsoft.com/office/drawing/2014/main" id="{3E07EBBB-0314-4465-9F47-0B77806931F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31" name="">
            <a:extLst xmlns:a="http://schemas.openxmlformats.org/drawingml/2006/main">
              <a:ext uri="{FF2B5EF4-FFF2-40B4-BE49-F238E27FC236}">
                <a16:creationId xmlns:a16="http://schemas.microsoft.com/office/drawing/2014/main" id="{8E78C8EF-1F24-4E9D-81E5-5063E4B6D364}"/>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32" name="">
            <a:extLst xmlns:a="http://schemas.openxmlformats.org/drawingml/2006/main">
              <a:ext uri="{FF2B5EF4-FFF2-40B4-BE49-F238E27FC236}">
                <a16:creationId xmlns:a16="http://schemas.microsoft.com/office/drawing/2014/main" id="{FD64C2F1-46FC-47B3-BB22-C3D743C0298F}"/>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3" name="">
            <a:extLst xmlns:a="http://schemas.openxmlformats.org/drawingml/2006/main">
              <a:ext uri="{FF2B5EF4-FFF2-40B4-BE49-F238E27FC236}">
                <a16:creationId xmlns:a16="http://schemas.microsoft.com/office/drawing/2014/main" id="{AF36DFFD-FC11-4693-8004-DB5C9864B597}"/>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4" name="">
            <a:extLst xmlns:a="http://schemas.openxmlformats.org/drawingml/2006/main">
              <a:ext uri="{FF2B5EF4-FFF2-40B4-BE49-F238E27FC236}">
                <a16:creationId xmlns:a16="http://schemas.microsoft.com/office/drawing/2014/main" id="{730C8888-56D4-4E5D-8FAD-B6FCF2FB5C5A}"/>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65324187-6817-4C42-9F56-D905399B8972}"/>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36" name="">
            <a:extLst xmlns:a="http://schemas.openxmlformats.org/drawingml/2006/main">
              <a:ext uri="{FF2B5EF4-FFF2-40B4-BE49-F238E27FC236}">
                <a16:creationId xmlns:a16="http://schemas.microsoft.com/office/drawing/2014/main" id="{51953138-DADB-4BE9-A1FF-7918EB1CDA9B}"/>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6D08B087-78E3-43AC-9D85-E466B581F310}"/>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31</a:t>
            </a:r>
          </a:p>
        </p:txBody>
      </p:sp>
    </p:spTree>
    <p:extLst>
      <p:ext uri="{BB962C8B-B14F-4D97-AF65-F5344CB8AC3E}">
        <p14:creationId xmlns:p14="http://schemas.microsoft.com/office/powerpoint/2010/main" val="1020050141"/>
      </p:ext>
    </p:extLst>
  </p:cSld>
</p:sld>
</file>

<file path=ppt/slides/slide3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c6700e3124b34a0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A19BEE-3E39-410B-B03E-DC010CB9DE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5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A951240-737B-4CFD-90E0-067BE36B2385}"/>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3FD08A">
                  <a:alpha val="20000"/>
                </a:srgbClr>
              </a:gs>
              <a:gs pos="45000">
                <a:srgbClr val="3FD08A">
                  <a:alpha val="8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D22BBF2C-0142-49A2-855E-BACA86C65D56}"/>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2E86E8">
                  <a:alpha val="14000"/>
                </a:srgbClr>
              </a:gs>
              <a:gs pos="45000">
                <a:srgbClr val="2E86E8">
                  <a:alpha val="6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9C6335A-0126-4239-88FF-2825B9CCC23B}"/>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5C33B"/>
              </a:gs>
              <a:gs pos="52000">
                <a:srgbClr val="3FD08A"/>
              </a:gs>
              <a:gs pos="100000">
                <a:srgbClr val="3FD08A">
                  <a:alpha val="0"/>
                </a:srgbClr>
              </a:gs>
            </a:gsLst>
            <a:lin ang="5400000"/>
          </a:gra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981C7BC-C453-4323-ABDC-9F9D57A19AA9}"/>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5715CA9C-7168-4AAB-9929-57146799D1D9}"/>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8" name="">
            <a:extLst xmlns:a="http://schemas.openxmlformats.org/drawingml/2006/main">
              <a:ext uri="{FF2B5EF4-FFF2-40B4-BE49-F238E27FC236}">
                <a16:creationId xmlns:a16="http://schemas.microsoft.com/office/drawing/2014/main" id="{8B6DECB0-8DD7-4E0D-B7F7-AD2D78F1B7E1}"/>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9" name="">
            <a:extLst xmlns:a="http://schemas.openxmlformats.org/drawingml/2006/main">
              <a:ext uri="{FF2B5EF4-FFF2-40B4-BE49-F238E27FC236}">
                <a16:creationId xmlns:a16="http://schemas.microsoft.com/office/drawing/2014/main" id="{C08CAE66-A586-4D74-9911-2E3B3CEA57C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B3E35ECD-0B7C-48DD-B8FF-98C157E334F5}"/>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C2CEE20-C520-4061-A2E3-8582941CC4B5}"/>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8CD33F4-4ECE-40D4-8803-EB5B8BFA7668}"/>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F9B51E1B-4D00-4C63-A92F-14F8AD3544A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15D98BB0-E246-48AA-AA5C-A21F6A01F5A6}"/>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90F2936-FAE6-4C00-B394-83A0A4F0C621}"/>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1987195-E73C-4250-9DAD-D55871CE2236}"/>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81A6A48-0E9B-4AEA-B042-26631404E0A4}"/>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4384A91B-834C-4DC4-BB30-796EBE7A143E}"/>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6E7C80E-0D5B-4470-8480-605A2884DF95}"/>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D42EEE51-F4C6-486D-9863-ECDF085C246F}"/>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7CFDB952-951E-45D0-A73E-B194EA6C90F0}"/>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7B218F93-135D-4F39-A8C8-3A37902D45B9}"/>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28413CAA-99D9-441F-9AFC-6EBC6AD928B0}"/>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9E593815-A820-4AB7-9A83-B4DFE7998B1C}"/>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33951"/>
              </a:gs>
              <a:gs pos="62000">
                <a:srgbClr val="08203C"/>
              </a:gs>
              <a:gs pos="100000">
                <a:srgbClr val="06192F"/>
              </a:gs>
            </a:gsLst>
            <a:lin ang="8100000"/>
          </a:gradFill>
          <a:ln xmlns:a="http://schemas.openxmlformats.org/drawingml/2006/main" w="11430">
            <a:solidFill>
              <a:srgbClr val="3FD08A">
                <a:alpha val="45000"/>
              </a:srgbClr>
            </a:solidFill>
            <a:prstDash val="solid"/>
          </a:ln>
        </p:spPr>
      </p:sp>
      <p:sp>
        <p:nvSpPr>
          <p:cNvPr id="25" name="">
            <a:extLst xmlns:a="http://schemas.openxmlformats.org/drawingml/2006/main">
              <a:ext uri="{FF2B5EF4-FFF2-40B4-BE49-F238E27FC236}">
                <a16:creationId xmlns:a16="http://schemas.microsoft.com/office/drawing/2014/main" id="{3F535DAF-FDBF-49E2-A5B4-04FC02615681}"/>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33F63"/>
              </a:gs>
              <a:gs pos="100000">
                <a:srgbClr val="071E3A"/>
              </a:gs>
            </a:gsLst>
            <a:lin ang="8100000"/>
          </a:gradFill>
          <a:ln xmlns:a="http://schemas.openxmlformats.org/drawingml/2006/main" w="9525">
            <a:solidFill>
              <a:srgbClr val="3FD08A">
                <a:alpha val="28000"/>
              </a:srgbClr>
            </a:solidFill>
            <a:prstDash val="solid"/>
          </a:ln>
        </p:spPr>
      </p:sp>
      <p:sp>
        <p:nvSpPr>
          <p:cNvPr id="26" name="">
            <a:extLst xmlns:a="http://schemas.openxmlformats.org/drawingml/2006/main">
              <a:ext uri="{FF2B5EF4-FFF2-40B4-BE49-F238E27FC236}">
                <a16:creationId xmlns:a16="http://schemas.microsoft.com/office/drawing/2014/main" id="{527F1AB4-2C2E-4EA0-B03C-FAC067DEA7CE}"/>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2A6BAE">
                <a:alpha val="55000"/>
              </a:srgbClr>
            </a:fgClr>
            <a:bgClr>
              <a:srgbClr val="08203C"/>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5334620E-7DE4-4DD0-8A18-B4127910BC06}"/>
              </a:ext>
            </a:extLst>
          </p:cNvPr>
          <p:cNvSpPr>
            <a:spLocks xmlns:a="http://schemas.openxmlformats.org/drawingml/2006/main" noGrp="1"/>
          </p:cNvSpPr>
          <p:nvPr/>
        </p:nvSpPr>
        <p:spPr>
          <a:xfrm xmlns:a="http://schemas.openxmlformats.org/drawingml/2006/main">
            <a:off x="7391400" y="1809750"/>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28" name="">
            <a:extLst xmlns:a="http://schemas.openxmlformats.org/drawingml/2006/main">
              <a:ext uri="{FF2B5EF4-FFF2-40B4-BE49-F238E27FC236}">
                <a16:creationId xmlns:a16="http://schemas.microsoft.com/office/drawing/2014/main" id="{4A8CE86C-3964-4871-802C-969D69B24447}"/>
              </a:ext>
            </a:extLst>
          </p:cNvPr>
          <p:cNvSpPr>
            <a:spLocks xmlns:a="http://schemas.openxmlformats.org/drawingml/2006/main" noGrp="1"/>
          </p:cNvSpPr>
          <p:nvPr/>
        </p:nvSpPr>
        <p:spPr>
          <a:xfrm xmlns:a="http://schemas.openxmlformats.org/drawingml/2006/main">
            <a:off x="8147304" y="2012442"/>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29" name="">
            <a:extLst xmlns:a="http://schemas.openxmlformats.org/drawingml/2006/main">
              <a:ext uri="{FF2B5EF4-FFF2-40B4-BE49-F238E27FC236}">
                <a16:creationId xmlns:a16="http://schemas.microsoft.com/office/drawing/2014/main" id="{C11822A8-2011-4CD8-9F67-106E45D9DBC7}"/>
              </a:ext>
            </a:extLst>
          </p:cNvPr>
          <p:cNvSpPr>
            <a:spLocks xmlns:a="http://schemas.openxmlformats.org/drawingml/2006/main" noGrp="1"/>
          </p:cNvSpPr>
          <p:nvPr/>
        </p:nvSpPr>
        <p:spPr>
          <a:xfrm xmlns:a="http://schemas.openxmlformats.org/drawingml/2006/main">
            <a:off x="8903208" y="1809750"/>
            <a:ext cx="723900" cy="651510"/>
          </a:xfrm>
          <a:prstGeom xmlns:a="http://schemas.openxmlformats.org/drawingml/2006/main" prst="hexagon">
            <a:avLst/>
          </a:prstGeom>
          <a:noFill xmlns:a="http://schemas.openxmlformats.org/drawingml/2006/main"/>
          <a:ln xmlns:a="http://schemas.openxmlformats.org/drawingml/2006/main">
            <a:solidFill>
              <a:srgbClr val="3FD08A">
                <a:alpha val="30000"/>
              </a:srgbClr>
            </a:solidFill>
            <a:prstDash val="solid"/>
          </a:ln>
        </p:spPr>
      </p:sp>
      <p:sp>
        <p:nvSpPr>
          <p:cNvPr id="30" name="">
            <a:extLst xmlns:a="http://schemas.openxmlformats.org/drawingml/2006/main">
              <a:ext uri="{FF2B5EF4-FFF2-40B4-BE49-F238E27FC236}">
                <a16:creationId xmlns:a16="http://schemas.microsoft.com/office/drawing/2014/main" id="{7A58B865-B13D-4CCE-A2D2-8D8FB47A3010}"/>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3FD08A">
                      <a:alpha val="75000"/>
                    </a:srgbClr>
                  </a:solidFill>
                  <a:prstDash val="solid"/>
                </a:ln>
                <a:solidFill>
                  <a:srgbClr val="0B2C56"/>
                </a:solidFill>
                <a:latin typeface="Bahnschrift SemiBold"/>
                <a:ea typeface="Bahnschrift SemiBold"/>
                <a:cs typeface="Bahnschrift SemiBold"/>
              </a:defRPr>
            </a:pPr>
            <a:r>
              <a:rPr sz="9900" b="1">
                <a:ln w="14288">
                  <a:solidFill>
                    <a:srgbClr val="3FD08A">
                      <a:alpha val="75000"/>
                    </a:srgbClr>
                  </a:solidFill>
                  <a:prstDash val="solid"/>
                </a:ln>
                <a:solidFill>
                  <a:srgbClr val="0B2C56"/>
                </a:solidFill>
                <a:latin typeface="Bahnschrift SemiBold"/>
                <a:ea typeface="Bahnschrift SemiBold"/>
                <a:cs typeface="Bahnschrift SemiBold"/>
              </a:rPr>
              <a:t>06</a:t>
            </a:r>
          </a:p>
        </p:txBody>
      </p:sp>
      <p:sp>
        <p:nvSpPr>
          <p:cNvPr id="31" name="">
            <a:extLst xmlns:a="http://schemas.openxmlformats.org/drawingml/2006/main">
              <a:ext uri="{FF2B5EF4-FFF2-40B4-BE49-F238E27FC236}">
                <a16:creationId xmlns:a16="http://schemas.microsoft.com/office/drawing/2014/main" id="{D240BA8D-69EC-4792-8CA9-E0DB010D2C1D}"/>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13C9380-A029-4B91-A0C7-667E1EF8BF4A}"/>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3FD08A">
                <a:alpha val="24000"/>
              </a:srgbClr>
            </a:fgClr>
            <a:bgClr>
              <a:srgbClr val="08203C"/>
            </a:bgClr>
          </a:patt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D876EB68-0F45-441B-BF87-3CF2B244077C}"/>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2D921868-4667-482A-B6CE-64B6118A23AA}"/>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E788B79A-F55D-4B46-8E59-DD5810C6CD65}"/>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B197E7B3-86E9-4D60-9B25-46170ECC1EF4}"/>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93B31FBF-19C8-4963-ACD9-6ADB05CF80E6}"/>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D21498A6-52ED-4E72-958C-919675ECA9C8}"/>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C2F7DC20-C808-4E5C-87EE-D1D81311076F}"/>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A118F33-A13F-456C-B64E-B6EAD9C91B47}"/>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E1F484B4-34D3-46C0-880F-2D86D086611E}"/>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07582EDE-173C-4BBD-A89C-7D0522F0AAA7}"/>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62ABFAAC-A59C-461E-8270-A15291592102}"/>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E454CE55-1029-4259-A63D-AC873D8A6284}"/>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3E866A9C-3631-48C2-BA33-25ABC1A9E712}"/>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03634E65-4A87-401B-8FEC-2B266B3C46E1}"/>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AAD6F906-A748-4BAC-A888-8413E0DCE690}"/>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43C5DD16-C534-4D55-9A88-15C53BB85DC2}"/>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F233960E-84F5-4BE6-ADD7-9E369570BA4C}"/>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05711BC4-F799-4781-9914-2F3C1214F238}"/>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A818846E-143D-4B5A-B417-FE3756F4E7C9}"/>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C0CCBB1-0B9C-408B-B6A4-8420AD70F8FA}"/>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5D3D1F0E-44F4-4ACE-8CD1-A315C63EAA5F}"/>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86A075D0-4E0B-4E93-8E15-15F52348739C}"/>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583C1D88-85F8-4755-86B0-1087F37377ED}"/>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8CC80D9B-B256-48D4-988E-81E3F87507F5}"/>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D2B0F137-82F1-4F74-80F6-702D22C222DB}"/>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CBB618E6-127E-4672-9A31-3B46195AF491}"/>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428730E-CFA8-4195-94C0-9CAA1A11F945}"/>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3FD08A">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EC00B004-2FEA-417E-93D8-22DE4AAA5D66}"/>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D0C8F090-3570-47AC-8FDF-3D04F113AFDB}"/>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3FD08A">
              <a:alpha val="28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8AC6390B-D64E-4673-BE28-4D779F89C063}"/>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3FD08A">
              <a:alpha val="14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4F3D2CF2-3B2C-411E-970B-4A396EFDAB36}"/>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123A63"/>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0D9C771B-D5D6-4B59-B57C-AA6DFA68EAF8}"/>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125FD344-C5F1-4191-BB43-FAB5493A56A3}"/>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背景</a:t>
            </a:r>
          </a:p>
        </p:txBody>
      </p:sp>
      <p:sp>
        <p:nvSpPr>
          <p:cNvPr id="66" name="">
            <a:extLst xmlns:a="http://schemas.openxmlformats.org/drawingml/2006/main">
              <a:ext uri="{FF2B5EF4-FFF2-40B4-BE49-F238E27FC236}">
                <a16:creationId xmlns:a16="http://schemas.microsoft.com/office/drawing/2014/main" id="{1A779F45-86B7-4B05-8007-7A37AE089CAF}"/>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9AD557A9-7F06-4B02-92EE-D36F7A070945}"/>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方案</a:t>
            </a:r>
          </a:p>
        </p:txBody>
      </p:sp>
      <p:sp>
        <p:nvSpPr>
          <p:cNvPr id="68" name="">
            <a:extLst xmlns:a="http://schemas.openxmlformats.org/drawingml/2006/main">
              <a:ext uri="{FF2B5EF4-FFF2-40B4-BE49-F238E27FC236}">
                <a16:creationId xmlns:a16="http://schemas.microsoft.com/office/drawing/2014/main" id="{287B0B2E-3ED5-43D5-988A-5E17F20F0FFE}"/>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ED029761-041A-4DC4-9EBE-3598987129C2}"/>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算法</a:t>
            </a:r>
          </a:p>
        </p:txBody>
      </p:sp>
      <p:sp>
        <p:nvSpPr>
          <p:cNvPr id="70" name="">
            <a:extLst xmlns:a="http://schemas.openxmlformats.org/drawingml/2006/main">
              <a:ext uri="{FF2B5EF4-FFF2-40B4-BE49-F238E27FC236}">
                <a16:creationId xmlns:a16="http://schemas.microsoft.com/office/drawing/2014/main" id="{8BD9E3C1-3F01-4155-8ABF-ED43C78C0BE0}"/>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90DA4851-71E2-4495-B44B-5C00E1648F11}"/>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系统</a:t>
            </a:r>
          </a:p>
        </p:txBody>
      </p:sp>
      <p:sp>
        <p:nvSpPr>
          <p:cNvPr id="72" name="">
            <a:extLst xmlns:a="http://schemas.openxmlformats.org/drawingml/2006/main">
              <a:ext uri="{FF2B5EF4-FFF2-40B4-BE49-F238E27FC236}">
                <a16:creationId xmlns:a16="http://schemas.microsoft.com/office/drawing/2014/main" id="{2D7349EC-AD64-4465-B5A6-3141A1D9C1A5}"/>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123A63"/>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F6B862E9-D8C2-4053-8DC0-AE156EF5A676}"/>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7A9CC4"/>
                </a:solidFill>
                <a:latin typeface="微软雅黑"/>
                <a:ea typeface="微软雅黑"/>
                <a:cs typeface="微软雅黑"/>
              </a:defRPr>
            </a:pPr>
            <a:r>
              <a:rPr sz="750" b="0">
                <a:solidFill>
                  <a:srgbClr val="7A9CC4"/>
                </a:solidFill>
                <a:latin typeface="微软雅黑"/>
                <a:ea typeface="微软雅黑"/>
                <a:cs typeface="微软雅黑"/>
              </a:rPr>
              <a:t>验证</a:t>
            </a:r>
          </a:p>
        </p:txBody>
      </p:sp>
      <p:sp>
        <p:nvSpPr>
          <p:cNvPr id="74" name="">
            <a:extLst xmlns:a="http://schemas.openxmlformats.org/drawingml/2006/main">
              <a:ext uri="{FF2B5EF4-FFF2-40B4-BE49-F238E27FC236}">
                <a16:creationId xmlns:a16="http://schemas.microsoft.com/office/drawing/2014/main" id="{C68B8B51-2A50-4014-AAEB-60A85D30408A}"/>
              </a:ext>
            </a:extLst>
          </p:cNvPr>
          <p:cNvSpPr>
            <a:spLocks xmlns:a="http://schemas.openxmlformats.org/drawingml/2006/main" noGrp="1"/>
          </p:cNvSpPr>
          <p:nvPr/>
        </p:nvSpPr>
        <p:spPr>
          <a:xfrm xmlns:a="http://schemas.openxmlformats.org/drawingml/2006/main">
            <a:off x="10639425" y="4895850"/>
            <a:ext cx="571500" cy="571500"/>
          </a:xfrm>
          <a:prstGeom xmlns:a="http://schemas.openxmlformats.org/drawingml/2006/main" prst="ellipse">
            <a:avLst/>
          </a:prstGeom>
          <a:gradFill xmlns:a="http://schemas.openxmlformats.org/drawingml/2006/main">
            <a:gsLst>
              <a:gs pos="0">
                <a:srgbClr val="3FD08A">
                  <a:alpha val="30000"/>
                </a:srgbClr>
              </a:gs>
              <a:gs pos="45000">
                <a:srgbClr val="3FD08A">
                  <a:alpha val="12000"/>
                </a:srgbClr>
              </a:gs>
              <a:gs pos="100000">
                <a:srgbClr val="3FD08A">
                  <a:alpha val="0"/>
                </a:srgbClr>
              </a:gs>
            </a:gsLst>
            <a:path path="shape"/>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7210F179-1481-48F0-A15D-7C0348F2B569}"/>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3FD08A"/>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D97F1CB6-2405-467A-80F6-4538EA6EE532}"/>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价值</a:t>
            </a:r>
          </a:p>
        </p:txBody>
      </p:sp>
      <p:sp>
        <p:nvSpPr>
          <p:cNvPr id="77" name="">
            <a:extLst xmlns:a="http://schemas.openxmlformats.org/drawingml/2006/main">
              <a:ext uri="{FF2B5EF4-FFF2-40B4-BE49-F238E27FC236}">
                <a16:creationId xmlns:a16="http://schemas.microsoft.com/office/drawing/2014/main" id="{286C2D11-B89F-42DC-8D8D-797B16AF7702}"/>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0BE72EFD-B4F7-4C4B-BCD6-C996968E42BA}"/>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9FC2E8"/>
                </a:solidFill>
                <a:latin typeface="微软雅黑"/>
                <a:ea typeface="微软雅黑"/>
                <a:cs typeface="微软雅黑"/>
              </a:defRPr>
            </a:pPr>
            <a:r>
              <a:rPr sz="938" b="0" spc="1">
                <a:solidFill>
                  <a:srgbClr val="9FC2E8"/>
                </a:solidFill>
                <a:latin typeface="微软雅黑"/>
                <a:ea typeface="微软雅黑"/>
                <a:cs typeface="微软雅黑"/>
              </a:rPr>
              <a:t>答辩结构 </a:t>
            </a:r>
            <a:r>
              <a:rPr sz="938" b="0" spc="1">
                <a:solidFill>
                  <a:srgbClr val="9FC2E8"/>
                </a:solidFill>
                <a:latin typeface="微软雅黑"/>
                <a:ea typeface="微软雅黑"/>
                <a:cs typeface="微软雅黑"/>
              </a:rPr>
              <a:t>· </a:t>
            </a:r>
            <a:r>
              <a:rPr sz="938" b="0" spc="1">
                <a:solidFill>
                  <a:srgbClr val="9FC2E8"/>
                </a:solidFill>
                <a:latin typeface="微软雅黑"/>
                <a:ea typeface="微软雅黑"/>
                <a:cs typeface="微软雅黑"/>
              </a:rPr>
              <a:t>六章推进</a:t>
            </a:r>
          </a:p>
        </p:txBody>
      </p:sp>
      <p:sp>
        <p:nvSpPr>
          <p:cNvPr id="79" name="">
            <a:extLst xmlns:a="http://schemas.openxmlformats.org/drawingml/2006/main">
              <a:ext uri="{FF2B5EF4-FFF2-40B4-BE49-F238E27FC236}">
                <a16:creationId xmlns:a16="http://schemas.microsoft.com/office/drawing/2014/main" id="{EA652FFE-2ED6-44AD-9066-59562D21B022}"/>
              </a:ext>
            </a:extLst>
          </p:cNvPr>
          <p:cNvSpPr>
            <a:spLocks xmlns:a="http://schemas.openxmlformats.org/drawingml/2006/main" noGrp="1"/>
          </p:cNvSpPr>
          <p:nvPr/>
        </p:nvSpPr>
        <p:spPr>
          <a:xfrm xmlns:a="http://schemas.openxmlformats.org/drawingml/2006/main">
            <a:off x="7067550" y="1257300"/>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7EED4232-A615-4EC0-B86C-FC83B7DA5324}"/>
              </a:ext>
            </a:extLst>
          </p:cNvPr>
          <p:cNvSpPr>
            <a:spLocks xmlns:a="http://schemas.openxmlformats.org/drawingml/2006/main" noGrp="1"/>
          </p:cNvSpPr>
          <p:nvPr/>
        </p:nvSpPr>
        <p:spPr>
          <a:xfrm xmlns:a="http://schemas.openxmlformats.org/drawingml/2006/main">
            <a:off x="7067550" y="125730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46C3C271-E989-41E7-B450-4635B791C6E2}"/>
              </a:ext>
            </a:extLst>
          </p:cNvPr>
          <p:cNvSpPr>
            <a:spLocks xmlns:a="http://schemas.openxmlformats.org/drawingml/2006/main" noGrp="1"/>
          </p:cNvSpPr>
          <p:nvPr/>
        </p:nvSpPr>
        <p:spPr>
          <a:xfrm xmlns:a="http://schemas.openxmlformats.org/drawingml/2006/main">
            <a:off x="11125200" y="5538978"/>
            <a:ext cx="247650" cy="24003"/>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CBB3A04E-668C-48B1-8245-8B051019D3E6}"/>
              </a:ext>
            </a:extLst>
          </p:cNvPr>
          <p:cNvSpPr>
            <a:spLocks xmlns:a="http://schemas.openxmlformats.org/drawingml/2006/main" noGrp="1"/>
          </p:cNvSpPr>
          <p:nvPr/>
        </p:nvSpPr>
        <p:spPr>
          <a:xfrm xmlns:a="http://schemas.openxmlformats.org/drawingml/2006/main">
            <a:off x="11349228" y="5314950"/>
            <a:ext cx="24003" cy="247650"/>
          </a:xfrm>
          <a:prstGeom xmlns:a="http://schemas.openxmlformats.org/drawingml/2006/main" prst="rect">
            <a:avLst/>
          </a:prstGeom>
          <a:solidFill xmlns:a="http://schemas.openxmlformats.org/drawingml/2006/main">
            <a:srgbClr val="F5C33B">
              <a:alpha val="8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0F4515E7-9CE6-4420-A522-C68A0FFBF9C1}"/>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7A9CC4"/>
                </a:solidFill>
                <a:latin typeface="Bahnschrift SemiBold"/>
                <a:ea typeface="Bahnschrift SemiBold"/>
                <a:cs typeface="Bahnschrift SemiBold"/>
              </a:rPr>
              <a:t>SECTION </a:t>
            </a:r>
            <a:r>
              <a:rPr sz="975" b="1" spc="3">
                <a:solidFill>
                  <a:srgbClr val="F5C33B"/>
                </a:solidFill>
                <a:latin typeface="Bahnschrift SemiBold"/>
                <a:ea typeface="Bahnschrift SemiBold"/>
                <a:cs typeface="Bahnschrift SemiBold"/>
              </a:rPr>
              <a:t>06</a:t>
            </a:r>
            <a:r>
              <a:rPr sz="975" spc="3">
                <a:solidFill>
                  <a:srgbClr val="7A9CC4"/>
                </a:solidFill>
                <a:latin typeface="Bahnschrift SemiBold"/>
                <a:ea typeface="Bahnschrift SemiBold"/>
                <a:cs typeface="Bahnschrift SemiBold"/>
              </a:rPr>
              <a:t> / 06</a:t>
            </a:r>
          </a:p>
        </p:txBody>
      </p:sp>
      <p:sp>
        <p:nvSpPr>
          <p:cNvPr id="84" name="">
            <a:extLst xmlns:a="http://schemas.openxmlformats.org/drawingml/2006/main">
              <a:ext uri="{FF2B5EF4-FFF2-40B4-BE49-F238E27FC236}">
                <a16:creationId xmlns:a16="http://schemas.microsoft.com/office/drawing/2014/main" id="{9489AEB2-8237-46D1-AB29-1EDC6953517F}"/>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313124B0-C67A-4949-8900-3926F46C7163}"/>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成果与价值</a:t>
            </a:r>
          </a:p>
        </p:txBody>
      </p:sp>
      <p:sp>
        <p:nvSpPr>
          <p:cNvPr id="86" name="">
            <a:extLst xmlns:a="http://schemas.openxmlformats.org/drawingml/2006/main">
              <a:ext uri="{FF2B5EF4-FFF2-40B4-BE49-F238E27FC236}">
                <a16:creationId xmlns:a16="http://schemas.microsoft.com/office/drawing/2014/main" id="{1733CB49-4351-488C-BFBB-719EC50EDA99}"/>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3FD08A"/>
                </a:solidFill>
                <a:latin typeface="Bahnschrift"/>
                <a:ea typeface="Bahnschrift"/>
                <a:cs typeface="Bahnschrift"/>
              </a:defRPr>
            </a:pPr>
            <a:r>
              <a:rPr sz="1013" b="0" spc="3">
                <a:solidFill>
                  <a:srgbClr val="3FD08A"/>
                </a:solidFill>
                <a:latin typeface="Bahnschrift"/>
                <a:ea typeface="Bahnschrift"/>
                <a:cs typeface="Bahnschrift"/>
              </a:rPr>
              <a:t>OUTCOMES · VALUE &amp; ROADMAP</a:t>
            </a:r>
          </a:p>
        </p:txBody>
      </p:sp>
      <p:sp>
        <p:nvSpPr>
          <p:cNvPr id="87" name="">
            <a:extLst xmlns:a="http://schemas.openxmlformats.org/drawingml/2006/main">
              <a:ext uri="{FF2B5EF4-FFF2-40B4-BE49-F238E27FC236}">
                <a16:creationId xmlns:a16="http://schemas.microsoft.com/office/drawing/2014/main" id="{0856BAF6-9BFA-46E6-8F28-B9A94919959D}"/>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5C33B"/>
              </a:gs>
              <a:gs pos="100000">
                <a:srgbClr val="F5C33B">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1C331162-B856-4F1F-9F43-8FEC54CAAE78}"/>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已有基础与成果沉淀：清单化罗列，能核对的都给出出处</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应用场景与目标客户：县级供电公司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变电运维班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电力高职 </a:t>
            </a: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新能源电站</a:t>
            </a:r>
          </a:p>
          <a:p xmlns:a="http://schemas.openxmlformats.org/drawingml/2006/main">
            <a:pPr marL="0" algn="l">
              <a:lnSpc>
                <a:spcPct val="210000"/>
              </a:lnSpc>
              <a:buNone/>
              <a:defRPr sz="1163">
                <a:solidFill>
                  <a:srgbClr val="9FC2E8"/>
                </a:solidFill>
                <a:latin typeface="微软雅黑"/>
                <a:ea typeface="微软雅黑"/>
                <a:cs typeface="微软雅黑"/>
              </a:defRPr>
            </a:pPr>
            <a:r>
              <a:rPr sz="1163">
                <a:solidFill>
                  <a:srgbClr val="9FC2E8"/>
                </a:solidFill>
                <a:latin typeface="微软雅黑"/>
                <a:ea typeface="微软雅黑"/>
                <a:cs typeface="微软雅黑"/>
              </a:rPr>
              <a:t>◆ </a:t>
            </a:r>
            <a:r>
              <a:rPr sz="1163">
                <a:solidFill>
                  <a:srgbClr val="9FC2E8"/>
                </a:solidFill>
                <a:latin typeface="微软雅黑"/>
                <a:ea typeface="微软雅黑"/>
                <a:cs typeface="微软雅黑"/>
              </a:rPr>
              <a:t>市场价值测算：按成本口径算账，并如实标注测算与实测的边界</a:t>
            </a:r>
          </a:p>
        </p:txBody>
      </p:sp>
      <p:sp>
        <p:nvSpPr>
          <p:cNvPr id="89" name="">
            <a:extLst xmlns:a="http://schemas.openxmlformats.org/drawingml/2006/main">
              <a:ext uri="{FF2B5EF4-FFF2-40B4-BE49-F238E27FC236}">
                <a16:creationId xmlns:a16="http://schemas.microsoft.com/office/drawing/2014/main" id="{B5C7D996-FE5C-42BF-83B5-72E6AB7D324C}"/>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0" name="">
            <a:extLst xmlns:a="http://schemas.openxmlformats.org/drawingml/2006/main">
              <a:ext uri="{FF2B5EF4-FFF2-40B4-BE49-F238E27FC236}">
                <a16:creationId xmlns:a16="http://schemas.microsoft.com/office/drawing/2014/main" id="{DF7433A6-8A6E-4F72-84EA-E9A7F69BD659}"/>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CF26BD88-5566-4964-9757-CD49051BC685}"/>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2" name="">
            <a:extLst xmlns:a="http://schemas.openxmlformats.org/drawingml/2006/main">
              <a:ext uri="{FF2B5EF4-FFF2-40B4-BE49-F238E27FC236}">
                <a16:creationId xmlns:a16="http://schemas.microsoft.com/office/drawing/2014/main" id="{D9B24C62-21D0-4626-A826-8AE446D263C4}"/>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类已有研发基础</a:t>
            </a:r>
          </a:p>
        </p:txBody>
      </p:sp>
      <p:sp>
        <p:nvSpPr>
          <p:cNvPr id="93" name="">
            <a:extLst xmlns:a="http://schemas.openxmlformats.org/drawingml/2006/main">
              <a:ext uri="{FF2B5EF4-FFF2-40B4-BE49-F238E27FC236}">
                <a16:creationId xmlns:a16="http://schemas.microsoft.com/office/drawing/2014/main" id="{92FF3140-4167-4871-ACD2-83D6D2D07043}"/>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4" name="">
            <a:extLst xmlns:a="http://schemas.openxmlformats.org/drawingml/2006/main">
              <a:ext uri="{FF2B5EF4-FFF2-40B4-BE49-F238E27FC236}">
                <a16:creationId xmlns:a16="http://schemas.microsoft.com/office/drawing/2014/main" id="{4AB1941B-A58E-4A2A-A84F-8000A3710ABD}"/>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9CF50C34-A743-4F3D-B3A5-85066A56E8EE}"/>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6" name="">
            <a:extLst xmlns:a="http://schemas.openxmlformats.org/drawingml/2006/main">
              <a:ext uri="{FF2B5EF4-FFF2-40B4-BE49-F238E27FC236}">
                <a16:creationId xmlns:a16="http://schemas.microsoft.com/office/drawing/2014/main" id="{D1210A68-3ECB-45DC-AB6B-34A5048B385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类目标客户</a:t>
            </a:r>
          </a:p>
        </p:txBody>
      </p:sp>
      <p:sp>
        <p:nvSpPr>
          <p:cNvPr id="97" name="">
            <a:extLst xmlns:a="http://schemas.openxmlformats.org/drawingml/2006/main">
              <a:ext uri="{FF2B5EF4-FFF2-40B4-BE49-F238E27FC236}">
                <a16:creationId xmlns:a16="http://schemas.microsoft.com/office/drawing/2014/main" id="{C44296BC-302B-44BA-B9BD-E4555058576D}"/>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3FD08A">
                <a:alpha val="50000"/>
              </a:srgbClr>
            </a:solidFill>
            <a:prstDash val="solid"/>
          </a:ln>
        </p:spPr>
      </p:sp>
      <p:sp>
        <p:nvSpPr>
          <p:cNvPr id="98" name="">
            <a:extLst xmlns:a="http://schemas.openxmlformats.org/drawingml/2006/main">
              <a:ext uri="{FF2B5EF4-FFF2-40B4-BE49-F238E27FC236}">
                <a16:creationId xmlns:a16="http://schemas.microsoft.com/office/drawing/2014/main" id="{1B9D4E16-0C72-46EB-8E82-EF41155C295A}"/>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7CD2E6FD-432B-47D7-ADD1-E5B3719F836A}"/>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0" name="">
            <a:extLst xmlns:a="http://schemas.openxmlformats.org/drawingml/2006/main">
              <a:ext uri="{FF2B5EF4-FFF2-40B4-BE49-F238E27FC236}">
                <a16:creationId xmlns:a16="http://schemas.microsoft.com/office/drawing/2014/main" id="{789747EE-0048-4D8E-B61A-5A4D8C039EAE}"/>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阶段演进路径</a:t>
            </a:r>
          </a:p>
        </p:txBody>
      </p:sp>
      <p:sp>
        <p:nvSpPr>
          <p:cNvPr id="101" name="">
            <a:extLst xmlns:a="http://schemas.openxmlformats.org/drawingml/2006/main">
              <a:ext uri="{FF2B5EF4-FFF2-40B4-BE49-F238E27FC236}">
                <a16:creationId xmlns:a16="http://schemas.microsoft.com/office/drawing/2014/main" id="{5D114799-2A5D-452B-B90E-397A5C66D138}"/>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CF0F3BF8-D41A-4787-B857-88465448D3FE}"/>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2FF82A31-1756-44CC-97A6-9AA54C96B0E9}"/>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E31F6AF-EB96-4FF1-AF21-2155F2BEF43E}"/>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3FD08A">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146297101"/>
      </p:ext>
    </p:extLst>
  </p:cSld>
</p:sld>
</file>

<file path=ppt/slides/slide3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726a4a7c6cfd437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80D39D-A2D2-40E8-B050-7C51A4A658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5930C28-FC1A-42D7-89EE-4C81168D96E4}"/>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15A942E-0200-4E32-88FE-2A2FFD30BC92}"/>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F8D051E-37B6-4B1B-B9A9-22F2F1C3CC0E}"/>
              </a:ext>
            </a:extLst>
          </p:cNvPr>
          <p:cNvSpPr>
            <a:spLocks xmlns:a="http://schemas.openxmlformats.org/drawingml/2006/main" noGrp="1"/>
          </p:cNvSpPr>
          <p:nvPr/>
        </p:nvSpPr>
        <p:spPr>
          <a:xfrm xmlns:a="http://schemas.openxmlformats.org/drawingml/2006/main">
            <a:off x="9925050" y="952500"/>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6" name="">
            <a:extLst xmlns:a="http://schemas.openxmlformats.org/drawingml/2006/main">
              <a:ext uri="{FF2B5EF4-FFF2-40B4-BE49-F238E27FC236}">
                <a16:creationId xmlns:a16="http://schemas.microsoft.com/office/drawing/2014/main" id="{FCEBD1D1-2E5A-4162-9CE7-8F98B00DCF13}"/>
              </a:ext>
            </a:extLst>
          </p:cNvPr>
          <p:cNvSpPr>
            <a:spLocks xmlns:a="http://schemas.openxmlformats.org/drawingml/2006/main" noGrp="1"/>
          </p:cNvSpPr>
          <p:nvPr/>
        </p:nvSpPr>
        <p:spPr>
          <a:xfrm xmlns:a="http://schemas.openxmlformats.org/drawingml/2006/main">
            <a:off x="10479024" y="1101852"/>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7" name="">
            <a:extLst xmlns:a="http://schemas.openxmlformats.org/drawingml/2006/main">
              <a:ext uri="{FF2B5EF4-FFF2-40B4-BE49-F238E27FC236}">
                <a16:creationId xmlns:a16="http://schemas.microsoft.com/office/drawing/2014/main" id="{B0773F15-4E4D-4678-A501-24C6451AC6E1}"/>
              </a:ext>
            </a:extLst>
          </p:cNvPr>
          <p:cNvSpPr>
            <a:spLocks xmlns:a="http://schemas.openxmlformats.org/drawingml/2006/main" noGrp="1"/>
          </p:cNvSpPr>
          <p:nvPr/>
        </p:nvSpPr>
        <p:spPr>
          <a:xfrm xmlns:a="http://schemas.openxmlformats.org/drawingml/2006/main">
            <a:off x="11032998" y="952500"/>
            <a:ext cx="533400" cy="480060"/>
          </a:xfrm>
          <a:prstGeom xmlns:a="http://schemas.openxmlformats.org/drawingml/2006/main" prst="hexagon">
            <a:avLst/>
          </a:prstGeom>
          <a:noFill xmlns:a="http://schemas.openxmlformats.org/drawingml/2006/main"/>
          <a:ln xmlns:a="http://schemas.openxmlformats.org/drawingml/2006/main">
            <a:solidFill>
              <a:srgbClr val="3FD08A">
                <a:alpha val="28000"/>
              </a:srgbClr>
            </a:solidFill>
            <a:prstDash val="solid"/>
          </a:ln>
        </p:spPr>
      </p:sp>
      <p:sp>
        <p:nvSpPr>
          <p:cNvPr id="8" name="">
            <a:extLst xmlns:a="http://schemas.openxmlformats.org/drawingml/2006/main">
              <a:ext uri="{FF2B5EF4-FFF2-40B4-BE49-F238E27FC236}">
                <a16:creationId xmlns:a16="http://schemas.microsoft.com/office/drawing/2014/main" id="{0571A134-8FEB-4D1C-9333-1A987645408E}"/>
              </a:ext>
            </a:extLst>
          </p:cNvPr>
          <p:cNvSpPr>
            <a:spLocks xmlns:a="http://schemas.openxmlformats.org/drawingml/2006/main" noGrp="1"/>
          </p:cNvSpPr>
          <p:nvPr/>
        </p:nvSpPr>
        <p:spPr>
          <a:xfrm xmlns:a="http://schemas.openxmlformats.org/drawingml/2006/main">
            <a:off x="9925050" y="1657350"/>
            <a:ext cx="1143000" cy="19050"/>
          </a:xfrm>
          <a:prstGeom xmlns:a="http://schemas.openxmlformats.org/drawingml/2006/main" prst="rect">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405F079-B762-4598-A495-605B8BA5F111}"/>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23F4ABA-6862-4AD3-8DDF-C9B381F710E8}"/>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4D633F81-BA80-433A-8F60-218ED7D16F42}"/>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11C2279-7344-4D94-94DC-3645720FE45A}"/>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9A0C484-ACC6-4EC8-BDBB-C7F6A7782855}"/>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DC0D8845-CB8B-427F-82DC-50EFBA24ABF3}"/>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D363C03A-C8C4-4FB0-A566-B5C934DEBBFA}"/>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BEF0F9E5-24A7-4A21-9B8D-AA3D588B41BE}"/>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7C56C657-182F-4744-958A-67789EB54E90}"/>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859ABB6C-6D8B-4E23-9880-25568BC3A3A6}"/>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EBBDACE-36B6-4736-896C-28E082B822B5}"/>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861AED9-5FA8-4583-94D7-96EB0DBC6B39}"/>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82FB6CA-F944-455D-BD92-F3C52CFF38D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2" name="">
            <a:extLst xmlns:a="http://schemas.openxmlformats.org/drawingml/2006/main">
              <a:ext uri="{FF2B5EF4-FFF2-40B4-BE49-F238E27FC236}">
                <a16:creationId xmlns:a16="http://schemas.microsoft.com/office/drawing/2014/main" id="{E8EFDC7D-54D7-4375-AC63-CB1418900CD6}"/>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3" name="">
            <a:extLst xmlns:a="http://schemas.openxmlformats.org/drawingml/2006/main">
              <a:ext uri="{FF2B5EF4-FFF2-40B4-BE49-F238E27FC236}">
                <a16:creationId xmlns:a16="http://schemas.microsoft.com/office/drawing/2014/main" id="{15F76129-09E9-497C-97BC-BBE44EE699E6}"/>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D0688012-C9E4-40FC-A6E0-979BFE87DE8F}"/>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35AAD00C-C639-46F3-B248-CF479A4653CC}"/>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8C3A829-D3BD-431A-AC34-506CB9488FB4}"/>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B25A1FD6-3A25-45BA-8E97-25A3ACB62868}"/>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72D869C-E126-4592-94E6-81D0F7159424}"/>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D25F45AE-8BDF-41F2-B79D-23A095C755D0}"/>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483610D0-CD85-45CB-A8FC-601D74731B38}"/>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72946E2-E398-47B9-89D5-B642341BE6C6}"/>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5EACC2D2-F06E-4F74-BDC0-CD8C58CED696}"/>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A82CD434-0325-4963-9A40-24C070CA45C9}"/>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3A373F6A-ED7A-48AA-8CF0-46295B65FE46}"/>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7596D44-7524-4CD4-A28D-EFEC44383C05}"/>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0F902F34-A89B-435C-9E58-022C2D3FEBDA}"/>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3B2E7FA-9292-4F82-A38E-81909C6F8F5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015EBAF8-06FD-4A91-87C9-C32314F33590}"/>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646CB28-77F7-430D-9B5F-E879E2CB9FBB}"/>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CF07650-95CC-4991-82D5-D52E0E33A3B7}"/>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12901545-8F98-4DF6-B7C2-C9604652459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FBD3AAE8-5FA8-4E63-8B71-7F1F7202D969}"/>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3" name="">
            <a:extLst xmlns:a="http://schemas.openxmlformats.org/drawingml/2006/main">
              <a:ext uri="{FF2B5EF4-FFF2-40B4-BE49-F238E27FC236}">
                <a16:creationId xmlns:a16="http://schemas.microsoft.com/office/drawing/2014/main" id="{0EB5BB64-F735-478D-981C-EF36746A45F5}"/>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F3EF09C9-56A8-467D-BEF4-B8F8E56E3226}"/>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7EAF21C7-8DDC-4B34-BBE8-2811454D5419}"/>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2EF781A-D7DC-4366-804A-C39AB0C52734}"/>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7" name="">
            <a:extLst xmlns:a="http://schemas.openxmlformats.org/drawingml/2006/main">
              <a:ext uri="{FF2B5EF4-FFF2-40B4-BE49-F238E27FC236}">
                <a16:creationId xmlns:a16="http://schemas.microsoft.com/office/drawing/2014/main" id="{6030D63E-D56F-4DA9-9D40-5C51E613099D}"/>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8" name="">
            <a:extLst xmlns:a="http://schemas.openxmlformats.org/drawingml/2006/main">
              <a:ext uri="{FF2B5EF4-FFF2-40B4-BE49-F238E27FC236}">
                <a16:creationId xmlns:a16="http://schemas.microsoft.com/office/drawing/2014/main" id="{2AF58A4E-7927-4A63-8165-31CC9A10FCC6}"/>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4CCBDBF6-20C1-431D-9D51-D7773E446113}"/>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已有基础与成果沉淀</a:t>
            </a:r>
          </a:p>
        </p:txBody>
      </p:sp>
      <p:sp>
        <p:nvSpPr>
          <p:cNvPr id="50" name="">
            <a:extLst xmlns:a="http://schemas.openxmlformats.org/drawingml/2006/main">
              <a:ext uri="{FF2B5EF4-FFF2-40B4-BE49-F238E27FC236}">
                <a16:creationId xmlns:a16="http://schemas.microsoft.com/office/drawing/2014/main" id="{E2AF0AE4-5966-406B-9843-243450503B43}"/>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CE90998-A264-4162-B8D2-C93CD3E55280}"/>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394BEB78-1E71-4E80-A268-93CC6B573CB3}"/>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0283D034-D877-4251-8FF4-F4B55CEF9AA0}"/>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C35B4E2A-4600-44AD-9A18-06ADCD52392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5" name="">
            <a:extLst xmlns:a="http://schemas.openxmlformats.org/drawingml/2006/main">
              <a:ext uri="{FF2B5EF4-FFF2-40B4-BE49-F238E27FC236}">
                <a16:creationId xmlns:a16="http://schemas.microsoft.com/office/drawing/2014/main" id="{D3CB91B8-D70B-4062-AC0B-1DE805A2FFED}"/>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6" name="">
            <a:extLst xmlns:a="http://schemas.openxmlformats.org/drawingml/2006/main">
              <a:ext uri="{FF2B5EF4-FFF2-40B4-BE49-F238E27FC236}">
                <a16:creationId xmlns:a16="http://schemas.microsoft.com/office/drawing/2014/main" id="{3A7D4C72-6D4F-408C-A470-65E2F5AD9C6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BDDC9D9-AB7F-40BD-AD57-D012863A2178}"/>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8" name="">
            <a:extLst xmlns:a="http://schemas.openxmlformats.org/drawingml/2006/main">
              <a:ext uri="{FF2B5EF4-FFF2-40B4-BE49-F238E27FC236}">
                <a16:creationId xmlns:a16="http://schemas.microsoft.com/office/drawing/2014/main" id="{42A3B061-01E0-444F-8EFC-E0FE5329CCAB}"/>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78664E75-D19F-4723-B32B-2A6C24D66894}"/>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4DC949D9-B21D-409C-B826-C3B883976CD4}"/>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C89725D5-EDF1-4F76-837E-51A97820F6F4}"/>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3370752C-25B9-458D-B17E-BFEE90696811}"/>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26828479-C4B6-45BE-AB02-564E2B1FF050}"/>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8D90567D-48D4-4CB7-93A4-5C136B23D268}"/>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65" name="">
            <a:extLst xmlns:a="http://schemas.openxmlformats.org/drawingml/2006/main">
              <a:ext uri="{FF2B5EF4-FFF2-40B4-BE49-F238E27FC236}">
                <a16:creationId xmlns:a16="http://schemas.microsoft.com/office/drawing/2014/main" id="{28B0DAC0-B0B6-4228-B874-948E3D4E3F91}"/>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FD08A"/>
                </a:solidFill>
                <a:latin typeface="微软雅黑"/>
                <a:ea typeface="微软雅黑"/>
                <a:cs typeface="微软雅黑"/>
              </a:defRPr>
            </a:pPr>
            <a:r>
              <a:rPr sz="1088" b="1">
                <a:solidFill>
                  <a:srgbClr val="3FD08A"/>
                </a:solidFill>
                <a:latin typeface="微软雅黑"/>
                <a:ea typeface="微软雅黑"/>
                <a:cs typeface="微软雅黑"/>
              </a:rPr>
              <a:t>一、已具备的研发与落地基础（可现场核验）</a:t>
            </a:r>
          </a:p>
        </p:txBody>
      </p:sp>
      <p:sp>
        <p:nvSpPr>
          <p:cNvPr id="66" name="">
            <a:extLst xmlns:a="http://schemas.openxmlformats.org/drawingml/2006/main">
              <a:ext uri="{FF2B5EF4-FFF2-40B4-BE49-F238E27FC236}">
                <a16:creationId xmlns:a16="http://schemas.microsoft.com/office/drawing/2014/main" id="{6A3A040A-1C30-4B11-BB70-87A07222FC20}"/>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67" name="">
            <a:extLst xmlns:a="http://schemas.openxmlformats.org/drawingml/2006/main">
              <a:ext uri="{FF2B5EF4-FFF2-40B4-BE49-F238E27FC236}">
                <a16:creationId xmlns:a16="http://schemas.microsoft.com/office/drawing/2014/main" id="{B1F2A22A-541D-4763-8C31-C47EFA1E2C0E}"/>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可运行系统</a:t>
            </a:r>
          </a:p>
        </p:txBody>
      </p:sp>
      <p:sp>
        <p:nvSpPr>
          <p:cNvPr id="68" name="">
            <a:extLst xmlns:a="http://schemas.openxmlformats.org/drawingml/2006/main">
              <a:ext uri="{FF2B5EF4-FFF2-40B4-BE49-F238E27FC236}">
                <a16:creationId xmlns:a16="http://schemas.microsoft.com/office/drawing/2014/main" id="{BE08180D-0FB4-4F27-9710-8AE4094E3969}"/>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 </a:t>
            </a:r>
            <a:r>
              <a:rPr sz="863" b="0">
                <a:solidFill>
                  <a:srgbClr val="D6E6F7"/>
                </a:solidFill>
                <a:latin typeface="微软雅黑"/>
                <a:ea typeface="微软雅黑"/>
                <a:cs typeface="微软雅黑"/>
              </a:rPr>
              <a:t>套：</a:t>
            </a:r>
            <a:r>
              <a:rPr sz="863" b="0">
                <a:solidFill>
                  <a:srgbClr val="D6E6F7"/>
                </a:solidFill>
                <a:latin typeface="微软雅黑"/>
                <a:ea typeface="微软雅黑"/>
                <a:cs typeface="微软雅黑"/>
              </a:rPr>
              <a:t>Vue 3 </a:t>
            </a:r>
            <a:r>
              <a:rPr sz="863" b="0">
                <a:solidFill>
                  <a:srgbClr val="D6E6F7"/>
                </a:solidFill>
                <a:latin typeface="微软雅黑"/>
                <a:ea typeface="微软雅黑"/>
                <a:cs typeface="微软雅黑"/>
              </a:rPr>
              <a:t>前端 </a:t>
            </a:r>
            <a:r>
              <a:rPr sz="863" b="0">
                <a:solidFill>
                  <a:srgbClr val="D6E6F7"/>
                </a:solidFill>
                <a:latin typeface="微软雅黑"/>
                <a:ea typeface="微软雅黑"/>
                <a:cs typeface="微软雅黑"/>
              </a:rPr>
              <a:t>+ Spring Boot </a:t>
            </a:r>
            <a:r>
              <a:rPr sz="863" b="0">
                <a:solidFill>
                  <a:srgbClr val="D6E6F7"/>
                </a:solidFill>
                <a:latin typeface="微软雅黑"/>
                <a:ea typeface="微软雅黑"/>
                <a:cs typeface="微软雅黑"/>
              </a:rPr>
              <a:t>后端 </a:t>
            </a:r>
            <a:r>
              <a:rPr sz="863" b="0">
                <a:solidFill>
                  <a:srgbClr val="D6E6F7"/>
                </a:solidFill>
                <a:latin typeface="微软雅黑"/>
                <a:ea typeface="微软雅黑"/>
                <a:cs typeface="微软雅黑"/>
              </a:rPr>
              <a:t>+ MySQL 8</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Docker Compose </a:t>
            </a:r>
            <a:r>
              <a:rPr sz="863" b="0">
                <a:solidFill>
                  <a:srgbClr val="D6E6F7"/>
                </a:solidFill>
                <a:latin typeface="微软雅黑"/>
                <a:ea typeface="微软雅黑"/>
                <a:cs typeface="微软雅黑"/>
              </a:rPr>
              <a:t>一键部署</a:t>
            </a:r>
          </a:p>
        </p:txBody>
      </p:sp>
      <p:sp>
        <p:nvSpPr>
          <p:cNvPr id="69" name="">
            <a:extLst xmlns:a="http://schemas.openxmlformats.org/drawingml/2006/main">
              <a:ext uri="{FF2B5EF4-FFF2-40B4-BE49-F238E27FC236}">
                <a16:creationId xmlns:a16="http://schemas.microsoft.com/office/drawing/2014/main" id="{04349A1C-9965-4679-8E7E-18367E17F803}"/>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0" name="">
            <a:extLst xmlns:a="http://schemas.openxmlformats.org/drawingml/2006/main">
              <a:ext uri="{FF2B5EF4-FFF2-40B4-BE49-F238E27FC236}">
                <a16:creationId xmlns:a16="http://schemas.microsoft.com/office/drawing/2014/main" id="{C41EAA81-AAED-4F06-AE40-BDF05F24F62A}"/>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数据库与脚本</a:t>
            </a:r>
          </a:p>
        </p:txBody>
      </p:sp>
      <p:sp>
        <p:nvSpPr>
          <p:cNvPr id="71" name="">
            <a:extLst xmlns:a="http://schemas.openxmlformats.org/drawingml/2006/main">
              <a:ext uri="{FF2B5EF4-FFF2-40B4-BE49-F238E27FC236}">
                <a16:creationId xmlns:a16="http://schemas.microsoft.com/office/drawing/2014/main" id="{DFA2363F-6A8B-441C-8A77-F61A6B041B1C}"/>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11 </a:t>
            </a:r>
            <a:r>
              <a:rPr sz="863" b="0">
                <a:solidFill>
                  <a:srgbClr val="D6E6F7"/>
                </a:solidFill>
                <a:latin typeface="微软雅黑"/>
                <a:ea typeface="微软雅黑"/>
                <a:cs typeface="微软雅黑"/>
              </a:rPr>
              <a:t>个建库脚本（</a:t>
            </a:r>
            <a:r>
              <a:rPr sz="863" b="0">
                <a:solidFill>
                  <a:srgbClr val="D6E6F7"/>
                </a:solidFill>
                <a:latin typeface="微软雅黑"/>
                <a:ea typeface="微软雅黑"/>
                <a:cs typeface="微软雅黑"/>
              </a:rPr>
              <a:t>001~011</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53 </a:t>
            </a:r>
            <a:r>
              <a:rPr sz="863" b="0">
                <a:solidFill>
                  <a:srgbClr val="D6E6F7"/>
                </a:solidFill>
                <a:latin typeface="微软雅黑"/>
                <a:ea typeface="微软雅黑"/>
                <a:cs typeface="微软雅黑"/>
              </a:rPr>
              <a:t>张表，可重复执行、幂等</a:t>
            </a:r>
          </a:p>
        </p:txBody>
      </p:sp>
      <p:sp>
        <p:nvSpPr>
          <p:cNvPr id="72" name="">
            <a:extLst xmlns:a="http://schemas.openxmlformats.org/drawingml/2006/main">
              <a:ext uri="{FF2B5EF4-FFF2-40B4-BE49-F238E27FC236}">
                <a16:creationId xmlns:a16="http://schemas.microsoft.com/office/drawing/2014/main" id="{78C19EBB-8D55-4256-8E0E-CF744D72169F}"/>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3" name="">
            <a:extLst xmlns:a="http://schemas.openxmlformats.org/drawingml/2006/main">
              <a:ext uri="{FF2B5EF4-FFF2-40B4-BE49-F238E27FC236}">
                <a16:creationId xmlns:a16="http://schemas.microsoft.com/office/drawing/2014/main" id="{9D382738-6553-4B50-96BF-72682995E27E}"/>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规则资产</a:t>
            </a:r>
          </a:p>
        </p:txBody>
      </p:sp>
      <p:sp>
        <p:nvSpPr>
          <p:cNvPr id="74" name="">
            <a:extLst xmlns:a="http://schemas.openxmlformats.org/drawingml/2006/main">
              <a:ext uri="{FF2B5EF4-FFF2-40B4-BE49-F238E27FC236}">
                <a16:creationId xmlns:a16="http://schemas.microsoft.com/office/drawing/2014/main" id="{C9A62984-9810-49E5-858F-E29ECC320758}"/>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18 </a:t>
            </a:r>
            <a:r>
              <a:rPr sz="863" b="0">
                <a:solidFill>
                  <a:srgbClr val="D6E6F7"/>
                </a:solidFill>
                <a:latin typeface="微软雅黑"/>
                <a:ea typeface="微软雅黑"/>
                <a:cs typeface="微软雅黑"/>
              </a:rPr>
              <a:t>条启用规则，覆盖 </a:t>
            </a:r>
            <a:r>
              <a:rPr sz="863" b="0">
                <a:solidFill>
                  <a:srgbClr val="D6E6F7"/>
                </a:solidFill>
                <a:latin typeface="微软雅黑"/>
                <a:ea typeface="微软雅黑"/>
                <a:cs typeface="微软雅黑"/>
              </a:rPr>
              <a:t>5 </a:t>
            </a:r>
            <a:r>
              <a:rPr sz="863" b="0">
                <a:solidFill>
                  <a:srgbClr val="D6E6F7"/>
                </a:solidFill>
                <a:latin typeface="微软雅黑"/>
                <a:ea typeface="微软雅黑"/>
                <a:cs typeface="微软雅黑"/>
              </a:rPr>
              <a:t>个场景、</a:t>
            </a:r>
            <a:r>
              <a:rPr sz="863" b="0">
                <a:solidFill>
                  <a:srgbClr val="D6E6F7"/>
                </a:solidFill>
                <a:latin typeface="微软雅黑"/>
                <a:ea typeface="微软雅黑"/>
                <a:cs typeface="微软雅黑"/>
              </a:rPr>
              <a:t>3 </a:t>
            </a:r>
            <a:r>
              <a:rPr sz="863" b="0">
                <a:solidFill>
                  <a:srgbClr val="D6E6F7"/>
                </a:solidFill>
                <a:latin typeface="微软雅黑"/>
                <a:ea typeface="微软雅黑"/>
                <a:cs typeface="微软雅黑"/>
              </a:rPr>
              <a:t>个匹配分组，含 </a:t>
            </a:r>
            <a:r>
              <a:rPr sz="863" b="0">
                <a:solidFill>
                  <a:srgbClr val="D6E6F7"/>
                </a:solidFill>
                <a:latin typeface="微软雅黑"/>
                <a:ea typeface="微软雅黑"/>
                <a:cs typeface="微软雅黑"/>
              </a:rPr>
              <a:t>7 </a:t>
            </a:r>
            <a:r>
              <a:rPr sz="863" b="0">
                <a:solidFill>
                  <a:srgbClr val="D6E6F7"/>
                </a:solidFill>
                <a:latin typeface="微软雅黑"/>
                <a:ea typeface="微软雅黑"/>
                <a:cs typeface="微软雅黑"/>
              </a:rPr>
              <a:t>条气体关键词规则</a:t>
            </a:r>
          </a:p>
        </p:txBody>
      </p:sp>
      <p:sp>
        <p:nvSpPr>
          <p:cNvPr id="75" name="">
            <a:extLst xmlns:a="http://schemas.openxmlformats.org/drawingml/2006/main">
              <a:ext uri="{FF2B5EF4-FFF2-40B4-BE49-F238E27FC236}">
                <a16:creationId xmlns:a16="http://schemas.microsoft.com/office/drawing/2014/main" id="{DBE0350F-FBFD-4EBA-A42F-A7EC873BBF5A}"/>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CC2DECCF-01A0-4D33-A296-8900B0E93C81}"/>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验收记录</a:t>
            </a:r>
          </a:p>
        </p:txBody>
      </p:sp>
      <p:sp>
        <p:nvSpPr>
          <p:cNvPr id="77" name="">
            <a:extLst xmlns:a="http://schemas.openxmlformats.org/drawingml/2006/main">
              <a:ext uri="{FF2B5EF4-FFF2-40B4-BE49-F238E27FC236}">
                <a16:creationId xmlns:a16="http://schemas.microsoft.com/office/drawing/2014/main" id="{D30D4966-B438-4D5A-9A68-DA92D06D7CB9}"/>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五层测试验收记录、规则回归结果、数据库留痕链、越权拦截记录</a:t>
            </a:r>
          </a:p>
        </p:txBody>
      </p:sp>
      <p:sp>
        <p:nvSpPr>
          <p:cNvPr id="78" name="">
            <a:extLst xmlns:a="http://schemas.openxmlformats.org/drawingml/2006/main">
              <a:ext uri="{FF2B5EF4-FFF2-40B4-BE49-F238E27FC236}">
                <a16:creationId xmlns:a16="http://schemas.microsoft.com/office/drawing/2014/main" id="{545AD48C-6060-404C-AFDD-B15497CC8F35}"/>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20455"/>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73F11BE7-3847-43A0-907E-10CF74185462}"/>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系统截图</a:t>
            </a:r>
          </a:p>
        </p:txBody>
      </p:sp>
      <p:sp>
        <p:nvSpPr>
          <p:cNvPr id="80" name="">
            <a:extLst xmlns:a="http://schemas.openxmlformats.org/drawingml/2006/main">
              <a:ext uri="{FF2B5EF4-FFF2-40B4-BE49-F238E27FC236}">
                <a16:creationId xmlns:a16="http://schemas.microsoft.com/office/drawing/2014/main" id="{3ECB8F43-232E-4AE1-B4FE-7F6F7FDDA947}"/>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班组长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管理者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管理员四端核心页面截图（本 </a:t>
            </a:r>
            <a:r>
              <a:rPr sz="863" b="0">
                <a:solidFill>
                  <a:srgbClr val="D6E6F7"/>
                </a:solidFill>
                <a:latin typeface="微软雅黑"/>
                <a:ea typeface="微软雅黑"/>
                <a:cs typeface="微软雅黑"/>
              </a:rPr>
              <a:t>PPT </a:t>
            </a:r>
            <a:r>
              <a:rPr sz="863" b="0">
                <a:solidFill>
                  <a:srgbClr val="D6E6F7"/>
                </a:solidFill>
                <a:latin typeface="微软雅黑"/>
                <a:ea typeface="微软雅黑"/>
                <a:cs typeface="微软雅黑"/>
              </a:rPr>
              <a:t>第 </a:t>
            </a:r>
            <a:r>
              <a:rPr sz="863" b="0">
                <a:solidFill>
                  <a:srgbClr val="D6E6F7"/>
                </a:solidFill>
                <a:latin typeface="微软雅黑"/>
                <a:ea typeface="微软雅黑"/>
                <a:cs typeface="微软雅黑"/>
              </a:rPr>
              <a:t>21~25 </a:t>
            </a:r>
            <a:r>
              <a:rPr sz="863" b="0">
                <a:solidFill>
                  <a:srgbClr val="D6E6F7"/>
                </a:solidFill>
                <a:latin typeface="微软雅黑"/>
                <a:ea typeface="微软雅黑"/>
                <a:cs typeface="微软雅黑"/>
              </a:rPr>
              <a:t>页）</a:t>
            </a:r>
          </a:p>
        </p:txBody>
      </p:sp>
      <p:sp>
        <p:nvSpPr>
          <p:cNvPr id="81" name="">
            <a:extLst xmlns:a="http://schemas.openxmlformats.org/drawingml/2006/main">
              <a:ext uri="{FF2B5EF4-FFF2-40B4-BE49-F238E27FC236}">
                <a16:creationId xmlns:a16="http://schemas.microsoft.com/office/drawing/2014/main" id="{E0AE4477-DC9B-43B0-BAB4-53660787B70C}"/>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20455"/>
            </a:avLst>
          </a:prstGeom>
          <a:gradFill xmlns:a="http://schemas.openxmlformats.org/drawingml/2006/main">
            <a:gsLst>
              <a:gs pos="0">
                <a:srgbClr val="274163"/>
              </a:gs>
              <a:gs pos="62000">
                <a:srgbClr val="0C2A50"/>
              </a:gs>
              <a:gs pos="100000">
                <a:srgbClr val="09213E"/>
              </a:gs>
            </a:gsLst>
            <a:lin ang="8100000"/>
          </a:gradFill>
          <a:ln xmlns:a="http://schemas.openxmlformats.org/drawingml/2006/main" w="9525">
            <a:solidFill>
              <a:srgbClr val="1B4C8A"/>
            </a:solidFill>
            <a:prstDash val="solid"/>
          </a:ln>
        </p:spPr>
      </p:sp>
      <p:sp>
        <p:nvSpPr>
          <p:cNvPr id="82" name="">
            <a:extLst xmlns:a="http://schemas.openxmlformats.org/drawingml/2006/main">
              <a:ext uri="{FF2B5EF4-FFF2-40B4-BE49-F238E27FC236}">
                <a16:creationId xmlns:a16="http://schemas.microsoft.com/office/drawing/2014/main" id="{55B4455A-7747-424A-B016-FB5D541CF18E}"/>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交付文档</a:t>
            </a:r>
          </a:p>
        </p:txBody>
      </p:sp>
      <p:sp>
        <p:nvSpPr>
          <p:cNvPr id="83" name="">
            <a:extLst xmlns:a="http://schemas.openxmlformats.org/drawingml/2006/main">
              <a:ext uri="{FF2B5EF4-FFF2-40B4-BE49-F238E27FC236}">
                <a16:creationId xmlns:a16="http://schemas.microsoft.com/office/drawing/2014/main" id="{B4C4313E-59AE-497E-857E-E34FA23AA91D}"/>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技术方案、技术报告、四人身份使用报告书、功能演示视频脚本、项目介绍</a:t>
            </a:r>
          </a:p>
        </p:txBody>
      </p:sp>
      <p:sp>
        <p:nvSpPr>
          <p:cNvPr id="84" name="">
            <a:extLst xmlns:a="http://schemas.openxmlformats.org/drawingml/2006/main">
              <a:ext uri="{FF2B5EF4-FFF2-40B4-BE49-F238E27FC236}">
                <a16:creationId xmlns:a16="http://schemas.microsoft.com/office/drawing/2014/main" id="{08B4D2A4-639A-495E-A446-0D5216865C2E}"/>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891"/>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5" name="">
            <a:extLst xmlns:a="http://schemas.openxmlformats.org/drawingml/2006/main">
              <a:ext uri="{FF2B5EF4-FFF2-40B4-BE49-F238E27FC236}">
                <a16:creationId xmlns:a16="http://schemas.microsoft.com/office/drawing/2014/main" id="{84DE4AB1-E4EC-405E-B644-93CF0AAEF09E}"/>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团队分工与协作机制（已在实施）</a:t>
            </a:r>
          </a:p>
        </p:txBody>
      </p:sp>
      <p:sp>
        <p:nvSpPr>
          <p:cNvPr id="86" name="">
            <a:extLst xmlns:a="http://schemas.openxmlformats.org/drawingml/2006/main">
              <a:ext uri="{FF2B5EF4-FFF2-40B4-BE49-F238E27FC236}">
                <a16:creationId xmlns:a16="http://schemas.microsoft.com/office/drawing/2014/main" id="{5CEF8BCA-A05C-47A2-985D-2986B3EC89EC}"/>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后端与规则引擎</a:t>
            </a:r>
          </a:p>
        </p:txBody>
      </p:sp>
      <p:sp>
        <p:nvSpPr>
          <p:cNvPr id="87" name="">
            <a:extLst xmlns:a="http://schemas.openxmlformats.org/drawingml/2006/main">
              <a:ext uri="{FF2B5EF4-FFF2-40B4-BE49-F238E27FC236}">
                <a16:creationId xmlns:a16="http://schemas.microsoft.com/office/drawing/2014/main" id="{E84F4F8C-311B-4A8E-8036-9C71A82A55DE}"/>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规则表设计、</a:t>
            </a:r>
            <a:r>
              <a:rPr sz="825" b="0">
                <a:solidFill>
                  <a:srgbClr val="D6E6F7"/>
                </a:solidFill>
                <a:latin typeface="微软雅黑"/>
                <a:ea typeface="微软雅黑"/>
                <a:cs typeface="微软雅黑"/>
              </a:rPr>
              <a:t>RuleEngine </a:t>
            </a:r>
            <a:r>
              <a:rPr sz="825" b="0">
                <a:solidFill>
                  <a:srgbClr val="D6E6F7"/>
                </a:solidFill>
                <a:latin typeface="微软雅黑"/>
                <a:ea typeface="微软雅黑"/>
                <a:cs typeface="微软雅黑"/>
              </a:rPr>
              <a:t>匹配与分组、归因适配层、鉴权与审计接口</a:t>
            </a:r>
          </a:p>
        </p:txBody>
      </p:sp>
      <p:sp>
        <p:nvSpPr>
          <p:cNvPr id="88" name="">
            <a:extLst xmlns:a="http://schemas.openxmlformats.org/drawingml/2006/main">
              <a:ext uri="{FF2B5EF4-FFF2-40B4-BE49-F238E27FC236}">
                <a16:creationId xmlns:a16="http://schemas.microsoft.com/office/drawing/2014/main" id="{B7F6BC0C-6D32-4249-AF3D-601B3D2E4BFE}"/>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前端与交互</a:t>
            </a:r>
          </a:p>
        </p:txBody>
      </p:sp>
      <p:sp>
        <p:nvSpPr>
          <p:cNvPr id="89" name="">
            <a:extLst xmlns:a="http://schemas.openxmlformats.org/drawingml/2006/main">
              <a:ext uri="{FF2B5EF4-FFF2-40B4-BE49-F238E27FC236}">
                <a16:creationId xmlns:a16="http://schemas.microsoft.com/office/drawing/2014/main" id="{405F897A-2742-4F2C-A6DE-5F1B5B09BB8A}"/>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四端界面：能力画像、组卷考试、班组报告、管理看板与配置后台</a:t>
            </a:r>
          </a:p>
        </p:txBody>
      </p:sp>
      <p:sp>
        <p:nvSpPr>
          <p:cNvPr id="90" name="">
            <a:extLst xmlns:a="http://schemas.openxmlformats.org/drawingml/2006/main">
              <a:ext uri="{FF2B5EF4-FFF2-40B4-BE49-F238E27FC236}">
                <a16:creationId xmlns:a16="http://schemas.microsoft.com/office/drawing/2014/main" id="{D69E1482-C616-41B6-A5BE-98CD62B29C1B}"/>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数据与测试</a:t>
            </a:r>
          </a:p>
        </p:txBody>
      </p:sp>
      <p:sp>
        <p:nvSpPr>
          <p:cNvPr id="91" name="">
            <a:extLst xmlns:a="http://schemas.openxmlformats.org/drawingml/2006/main">
              <a:ext uri="{FF2B5EF4-FFF2-40B4-BE49-F238E27FC236}">
                <a16:creationId xmlns:a16="http://schemas.microsoft.com/office/drawing/2014/main" id="{B381DBEF-496F-4F91-87A8-C7D054A6EC1C}"/>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建库脚本 </a:t>
            </a:r>
            <a:r>
              <a:rPr sz="825" b="0">
                <a:solidFill>
                  <a:srgbClr val="D6E6F7"/>
                </a:solidFill>
                <a:latin typeface="微软雅黑"/>
                <a:ea typeface="微软雅黑"/>
                <a:cs typeface="微软雅黑"/>
              </a:rPr>
              <a:t>001~011</a:t>
            </a:r>
            <a:r>
              <a:rPr sz="825" b="0">
                <a:solidFill>
                  <a:srgbClr val="D6E6F7"/>
                </a:solidFill>
                <a:latin typeface="微软雅黑"/>
                <a:ea typeface="微软雅黑"/>
                <a:cs typeface="微软雅黑"/>
              </a:rPr>
              <a:t>、种子数据、五层测试验收与规则回归用例</a:t>
            </a:r>
          </a:p>
        </p:txBody>
      </p:sp>
      <p:sp>
        <p:nvSpPr>
          <p:cNvPr id="92" name="">
            <a:extLst xmlns:a="http://schemas.openxmlformats.org/drawingml/2006/main">
              <a:ext uri="{FF2B5EF4-FFF2-40B4-BE49-F238E27FC236}">
                <a16:creationId xmlns:a16="http://schemas.microsoft.com/office/drawing/2014/main" id="{58A43AB0-C106-476C-8120-F7BE5E3F6643}"/>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文档与合规</a:t>
            </a:r>
          </a:p>
        </p:txBody>
      </p:sp>
      <p:sp>
        <p:nvSpPr>
          <p:cNvPr id="93" name="">
            <a:extLst xmlns:a="http://schemas.openxmlformats.org/drawingml/2006/main">
              <a:ext uri="{FF2B5EF4-FFF2-40B4-BE49-F238E27FC236}">
                <a16:creationId xmlns:a16="http://schemas.microsoft.com/office/drawing/2014/main" id="{2DE60B8C-44ED-4902-82B7-B2BE6B9DFC72}"/>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技术方案、技术报告、使用报告书、演示脚本与合规伦理说明</a:t>
            </a:r>
          </a:p>
        </p:txBody>
      </p:sp>
      <p:sp>
        <p:nvSpPr>
          <p:cNvPr id="94" name="">
            <a:extLst xmlns:a="http://schemas.openxmlformats.org/drawingml/2006/main">
              <a:ext uri="{FF2B5EF4-FFF2-40B4-BE49-F238E27FC236}">
                <a16:creationId xmlns:a16="http://schemas.microsoft.com/office/drawing/2014/main" id="{08CF387E-CE66-4298-84D4-19D98CFB124C}"/>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二、团队与外部成果清单（按实填写，留空处待补）</a:t>
            </a:r>
          </a:p>
        </p:txBody>
      </p:sp>
      <p:graphicFrame>
        <p:nvGraphicFramePr>
          <p:cNvPr id="201"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类别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级别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年份</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本人贡献</a:t>
                      </a:r>
                    </a:p>
                  </a:txBody>
                  <a:tcPr marL="91440" marR="91440" marT="45720" marB="45720">
                    <a:solidFill>
                      <a:srgbClr val="14406F"/>
                    </a:solidFill>
                  </a:tcPr>
                </a:tc>
              </a:tr>
              <a:tr h="514350">
                <a:tc>
                  <a:txBody>
                    <a:bodyPr/>
                    <a:lstStyle/>
                    <a:p>
                      <a:r>
                        <a:rPr sz="788">
                          <a:solidFill>
                            <a:srgbClr val="F5C33B"/>
                          </a:solidFill>
                          <a:latin typeface="微软雅黑"/>
                          <a:ea typeface="微软雅黑"/>
                          <a:cs typeface="微软雅黑"/>
                        </a:rPr>
                        <a:t>（待补：竞赛获奖名称）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学科竞赛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（待补：大创 / 教科创项目名称）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大创 / 教科创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（待补：软件著作权名称）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软件著作权</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（登记号）</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（待补：论文题目）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学术论文</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（期刊 / 会议）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（待补：企业合作产品）</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企业合作</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（合作单位）</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（承担模块）</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（待补：指导老师结题项目）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教师科研</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（项目级别）</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（学生参与内容）</a:t>
                      </a:r>
                    </a:p>
                  </a:txBody>
                  <a:tcPr marL="91440" marR="91440" marT="45720" marB="45720">
                    <a:solidFill>
                      <a:srgbClr val="0C2A50"/>
                    </a:solidFill>
                  </a:tcPr>
                </a:tc>
              </a:tr>
            </a:tbl>
          </a:graphicData>
        </a:graphic>
      </p:graphicFrame>
      <p:sp>
        <p:nvSpPr>
          <p:cNvPr id="96" name="">
            <a:extLst xmlns:a="http://schemas.openxmlformats.org/drawingml/2006/main">
              <a:ext uri="{FF2B5EF4-FFF2-40B4-BE49-F238E27FC236}">
                <a16:creationId xmlns:a16="http://schemas.microsoft.com/office/drawing/2014/main" id="{01620FBC-C8DC-4673-B9BC-DC9DD0596168}"/>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7258"/>
            </a:avLst>
          </a:prstGeom>
          <a:gradFill xmlns:a="http://schemas.openxmlformats.org/drawingml/2006/main">
            <a:gsLst>
              <a:gs pos="0">
                <a:srgbClr val="413C2F"/>
              </a:gs>
              <a:gs pos="62000">
                <a:srgbClr val="2A2415"/>
              </a:gs>
              <a:gs pos="100000">
                <a:srgbClr val="211C10"/>
              </a:gs>
            </a:gsLst>
            <a:lin ang="8100000"/>
          </a:gradFill>
          <a:ln xmlns:a="http://schemas.openxmlformats.org/drawingml/2006/main" w="13335">
            <a:solidFill>
              <a:srgbClr val="F5C33B"/>
            </a:solidFill>
            <a:prstDash val="solid"/>
          </a:ln>
        </p:spPr>
      </p:sp>
      <p:sp>
        <p:nvSpPr>
          <p:cNvPr id="97" name="">
            <a:extLst xmlns:a="http://schemas.openxmlformats.org/drawingml/2006/main">
              <a:ext uri="{FF2B5EF4-FFF2-40B4-BE49-F238E27FC236}">
                <a16:creationId xmlns:a16="http://schemas.microsoft.com/office/drawing/2014/main" id="{BEC6C7E7-2B24-4528-9565-4E3EB5831567}"/>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为什么这一页留空而不是编数据</a:t>
            </a:r>
          </a:p>
        </p:txBody>
      </p:sp>
      <p:sp>
        <p:nvSpPr>
          <p:cNvPr id="98" name="">
            <a:extLst xmlns:a="http://schemas.openxmlformats.org/drawingml/2006/main">
              <a:ext uri="{FF2B5EF4-FFF2-40B4-BE49-F238E27FC236}">
                <a16:creationId xmlns:a16="http://schemas.microsoft.com/office/drawing/2014/main" id="{D8E6544F-C768-42AB-9774-15E4B49D6BAB}"/>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团队获奖、软著、论文、企业合作与教师结题项目属于可被评委逐条核验的材料。本页先固定「项目名称</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类别</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级别</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年份</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贡献」的表格结构，等团队按指导老师的教科创结题材料填齐后再定稿，避免出现无法对证的成果条目。</a:t>
            </a:r>
          </a:p>
        </p:txBody>
      </p:sp>
      <p:sp>
        <p:nvSpPr>
          <p:cNvPr id="99" name="">
            <a:extLst xmlns:a="http://schemas.openxmlformats.org/drawingml/2006/main">
              <a:ext uri="{FF2B5EF4-FFF2-40B4-BE49-F238E27FC236}">
                <a16:creationId xmlns:a16="http://schemas.microsoft.com/office/drawing/2014/main" id="{8D21F401-DE8E-411B-A70E-8C5B2837F7C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16B4BE3D-04D2-4FD8-8BB1-0BC16E55A0BE}"/>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BCEEEC05-EB0D-44A9-8BE5-D19D1C828F49}"/>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C23FAA54-7ADB-4D6B-A40C-E34AF58E7FB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DD0F28AF-EDF6-4BF6-BD81-9D293FDA14B4}"/>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F93398F8-8A7C-4F26-8CE0-ACF82529C944}"/>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05" name="">
            <a:extLst xmlns:a="http://schemas.openxmlformats.org/drawingml/2006/main">
              <a:ext uri="{FF2B5EF4-FFF2-40B4-BE49-F238E27FC236}">
                <a16:creationId xmlns:a16="http://schemas.microsoft.com/office/drawing/2014/main" id="{966E0E74-4297-473D-A233-10DD22506D68}"/>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F498576D-315A-4A85-8F4A-56287AD30AFF}"/>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33</a:t>
            </a:r>
          </a:p>
        </p:txBody>
      </p:sp>
    </p:spTree>
    <p:extLst>
      <p:ext uri="{BB962C8B-B14F-4D97-AF65-F5344CB8AC3E}">
        <p14:creationId xmlns:p14="http://schemas.microsoft.com/office/powerpoint/2010/main" val="1921768211"/>
      </p:ext>
    </p:extLst>
  </p:cSld>
</p:sld>
</file>

<file path=ppt/slides/slide3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144648a66cc748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08EA76-F803-404A-900C-151F79C352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5ED3036-6BD2-4981-9F09-EF49297C3C3C}"/>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D9B3EA09-B55C-443E-BAB0-47915BDF9593}"/>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6640E97-577F-4B8B-A2F3-573644A2FEB4}"/>
              </a:ext>
            </a:extLst>
          </p:cNvPr>
          <p:cNvSpPr>
            <a:spLocks xmlns:a="http://schemas.openxmlformats.org/drawingml/2006/main" noGrp="1"/>
          </p:cNvSpPr>
          <p:nvPr/>
        </p:nvSpPr>
        <p:spPr>
          <a:xfrm xmlns:a="http://schemas.openxmlformats.org/drawingml/2006/main">
            <a:off x="9601200" y="914400"/>
            <a:ext cx="1866900" cy="800100"/>
          </a:xfrm>
          <a:prstGeom xmlns:a="http://schemas.openxmlformats.org/drawingml/2006/main" prst="rect">
            <a:avLst/>
          </a:prstGeom>
          <a:pattFill xmlns:a="http://schemas.openxmlformats.org/drawingml/2006/main" prst="wdUpDiag">
            <a:fgClr>
              <a:srgbClr val="2A6BAE">
                <a:alpha val="42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CF3CD8F-AC05-4741-A532-7D0BD2527A0D}"/>
              </a:ext>
            </a:extLst>
          </p:cNvPr>
          <p:cNvSpPr>
            <a:spLocks xmlns:a="http://schemas.openxmlformats.org/drawingml/2006/main" noGrp="1"/>
          </p:cNvSpPr>
          <p:nvPr/>
        </p:nvSpPr>
        <p:spPr>
          <a:xfrm xmlns:a="http://schemas.openxmlformats.org/drawingml/2006/main">
            <a:off x="11525250" y="914400"/>
            <a:ext cx="400050" cy="800100"/>
          </a:xfrm>
          <a:prstGeom xmlns:a="http://schemas.openxmlformats.org/drawingml/2006/main" prst="rect">
            <a:avLst/>
          </a:prstGeom>
          <a:pattFill xmlns:a="http://schemas.openxmlformats.org/drawingml/2006/main" prst="narVert">
            <a:fgClr>
              <a:srgbClr val="3FD08A">
                <a:alpha val="32000"/>
              </a:srgbClr>
            </a:fgClr>
            <a:bgClr>
              <a:srgbClr val="0A2144"/>
            </a:bgClr>
          </a:patt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AEB69A0-F635-45D4-8383-058E7630BC68}"/>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0EB65D2C-BF38-4016-8A28-3A95E4E2778B}"/>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E5AE8E2-DCED-40C2-8F37-27EF5142A0DD}"/>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8EBF85A-3C7A-4217-A460-1692D571BB07}"/>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ADF90D1-E224-4F4A-9C06-48D7F50D3A8F}"/>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F402E9C-04FB-45D2-A0B0-383F7BEB005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08E9A28-AA29-4509-9066-6A5C06500799}"/>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56C876A9-7109-40C0-A973-E2CB0E818F7E}"/>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0A9C229D-61CC-4BB8-A818-303A98980F57}"/>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1EA7E3D0-861E-4DFB-B55B-EB46EC324C9A}"/>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B22EBFC2-EB9C-4E71-B204-4B982CEC0136}"/>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C18671EA-F87B-4023-B03D-F8DDA291102C}"/>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8CF6A51-FDF2-4394-94A2-060C117EACA3}"/>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0" name="">
            <a:extLst xmlns:a="http://schemas.openxmlformats.org/drawingml/2006/main">
              <a:ext uri="{FF2B5EF4-FFF2-40B4-BE49-F238E27FC236}">
                <a16:creationId xmlns:a16="http://schemas.microsoft.com/office/drawing/2014/main" id="{1ABAABA3-84AE-40EF-9D42-6477AC1DFD8E}"/>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1" name="">
            <a:extLst xmlns:a="http://schemas.openxmlformats.org/drawingml/2006/main">
              <a:ext uri="{FF2B5EF4-FFF2-40B4-BE49-F238E27FC236}">
                <a16:creationId xmlns:a16="http://schemas.microsoft.com/office/drawing/2014/main" id="{691D4E2C-7BCF-4BA3-8F61-158144D67D24}"/>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2756C77-71BC-4821-B217-BF3EE1F121A7}"/>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2927D661-CA59-4056-B6B7-F6F38ADA73E1}"/>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1302001-0234-45AB-A37F-6EE736E61E8E}"/>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3C8AE5C2-252B-4237-9BBF-8C25D98DFE2F}"/>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D726BBAF-6F4D-46F6-9764-BD6D4B8F7E52}"/>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6B2B4E1A-5BA4-4907-B847-A59E9CDF49D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740D27D0-F832-449B-974A-D264A0ACA1E1}"/>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4CA55673-E87A-453B-9CFB-1FA1BC5033B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59CA8521-3B2C-4C52-B751-76680029F113}"/>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368A0A8-B072-481E-B63C-EEE6087684CB}"/>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E35630B1-33F1-4016-8DEC-D2D93949F93D}"/>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5A64842-E4EE-4D95-901E-F481167D84EA}"/>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4E1AC50E-C46B-46D1-859E-736423BEBAC5}"/>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A8993DA5-A392-41B1-B31F-D356008F0F8B}"/>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A31B521-FB16-444E-870C-A4978B2C3875}"/>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D8C30A8-7865-41CA-9471-D0B8A4C75FD3}"/>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F54B35A-3A38-488A-9CD4-E9368E195985}"/>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5E3DC53-9CA7-4DEA-84B4-457422C7880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3197050B-FA07-4C95-B5EF-A1CA0E4FC90B}"/>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1" name="">
            <a:extLst xmlns:a="http://schemas.openxmlformats.org/drawingml/2006/main">
              <a:ext uri="{FF2B5EF4-FFF2-40B4-BE49-F238E27FC236}">
                <a16:creationId xmlns:a16="http://schemas.microsoft.com/office/drawing/2014/main" id="{9A5DA4DB-6860-4981-8BEC-D9CA5D931F4F}"/>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591A10E3-BAF7-496D-B053-47382AE9EF18}"/>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FCC1869E-C6B5-4E3B-98B2-5DECB2E57F56}"/>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201DE48A-D12C-4294-AF22-C6F132DC53E6}"/>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5" name="">
            <a:extLst xmlns:a="http://schemas.openxmlformats.org/drawingml/2006/main">
              <a:ext uri="{FF2B5EF4-FFF2-40B4-BE49-F238E27FC236}">
                <a16:creationId xmlns:a16="http://schemas.microsoft.com/office/drawing/2014/main" id="{58F61440-8DEF-4126-A8A4-6A46DF2B6A2D}"/>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6" name="">
            <a:extLst xmlns:a="http://schemas.openxmlformats.org/drawingml/2006/main">
              <a:ext uri="{FF2B5EF4-FFF2-40B4-BE49-F238E27FC236}">
                <a16:creationId xmlns:a16="http://schemas.microsoft.com/office/drawing/2014/main" id="{087204D9-20CB-40A6-9548-0D9E7B769CD0}"/>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D3898B5F-B4A5-4252-9294-54BFA18F0D88}"/>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应用场景与目标客户</a:t>
            </a:r>
          </a:p>
        </p:txBody>
      </p:sp>
      <p:sp>
        <p:nvSpPr>
          <p:cNvPr id="48" name="">
            <a:extLst xmlns:a="http://schemas.openxmlformats.org/drawingml/2006/main">
              <a:ext uri="{FF2B5EF4-FFF2-40B4-BE49-F238E27FC236}">
                <a16:creationId xmlns:a16="http://schemas.microsoft.com/office/drawing/2014/main" id="{A4AE5EC7-28ED-4AA5-B065-36211C4D11AF}"/>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623A6053-B6EC-46FF-8DDB-37846927793A}"/>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04F8D82-D089-4CF7-96F4-EC9556A03E02}"/>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EF39AAF6-2390-4EDB-8F27-0539F763F6F1}"/>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A5525C7-33DD-4392-A963-0ABF7938C9A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3" name="">
            <a:extLst xmlns:a="http://schemas.openxmlformats.org/drawingml/2006/main">
              <a:ext uri="{FF2B5EF4-FFF2-40B4-BE49-F238E27FC236}">
                <a16:creationId xmlns:a16="http://schemas.microsoft.com/office/drawing/2014/main" id="{8DC0FDC9-E81B-4F14-B75D-873AD38673E0}"/>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4" name="">
            <a:extLst xmlns:a="http://schemas.openxmlformats.org/drawingml/2006/main">
              <a:ext uri="{FF2B5EF4-FFF2-40B4-BE49-F238E27FC236}">
                <a16:creationId xmlns:a16="http://schemas.microsoft.com/office/drawing/2014/main" id="{8AC433E9-D2BA-4DE8-9740-C47CAEB4E63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E8C8FB9F-0FEB-4541-BB73-467E9EF51E8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81D30AD3-8917-405D-AD08-BBE0778632D8}"/>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F8EF2021-0AFD-44FE-8C4F-B67F0AF48C09}"/>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0BEF937-7753-4BD4-8669-D8F3CBDE5F5D}"/>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FD4F33D-E4FE-43D6-BC30-A491DF686E34}"/>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A3EFFD29-C64B-4A91-9607-0148F60E870C}"/>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9B46470-3F54-4ADE-8865-4FDFED5D7870}"/>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08E9CB7-E9BE-453C-8F62-C74031CC2576}"/>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不写「可推广到电力行业」，而是写清四类具体客户、部署方式与付费逻辑。</a:t>
            </a:r>
          </a:p>
        </p:txBody>
      </p:sp>
      <p:sp>
        <p:nvSpPr>
          <p:cNvPr id="63" name="">
            <a:extLst xmlns:a="http://schemas.openxmlformats.org/drawingml/2006/main">
              <a:ext uri="{FF2B5EF4-FFF2-40B4-BE49-F238E27FC236}">
                <a16:creationId xmlns:a16="http://schemas.microsoft.com/office/drawing/2014/main" id="{0E5D0F57-47AF-4911-8AB0-1B76E42AF525}"/>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14A4BEAF-954D-45A5-8DCE-80AA0040B460}"/>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33123F2-286E-48E3-A891-8E31BD97C62C}"/>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县级 </a:t>
            </a:r>
            <a:r>
              <a:rPr sz="1425" b="1">
                <a:solidFill>
                  <a:srgbClr val="31C7F0"/>
                </a:solidFill>
                <a:latin typeface="微软雅黑"/>
                <a:ea typeface="微软雅黑"/>
                <a:cs typeface="微软雅黑"/>
              </a:rPr>
              <a:t>/ </a:t>
            </a:r>
            <a:r>
              <a:rPr sz="1425" b="1">
                <a:solidFill>
                  <a:srgbClr val="31C7F0"/>
                </a:solidFill>
                <a:latin typeface="微软雅黑"/>
                <a:ea typeface="微软雅黑"/>
                <a:cs typeface="微软雅黑"/>
              </a:rPr>
              <a:t>地市供电公司</a:t>
            </a:r>
          </a:p>
        </p:txBody>
      </p:sp>
      <p:sp>
        <p:nvSpPr>
          <p:cNvPr id="66" name="">
            <a:extLst xmlns:a="http://schemas.openxmlformats.org/drawingml/2006/main">
              <a:ext uri="{FF2B5EF4-FFF2-40B4-BE49-F238E27FC236}">
                <a16:creationId xmlns:a16="http://schemas.microsoft.com/office/drawing/2014/main" id="{7112440F-2271-4B5B-BE35-EE9078ECB6F6}"/>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变电运维中心</a:t>
            </a:r>
          </a:p>
        </p:txBody>
      </p:sp>
      <p:sp>
        <p:nvSpPr>
          <p:cNvPr id="67" name="">
            <a:extLst xmlns:a="http://schemas.openxmlformats.org/drawingml/2006/main">
              <a:ext uri="{FF2B5EF4-FFF2-40B4-BE49-F238E27FC236}">
                <a16:creationId xmlns:a16="http://schemas.microsoft.com/office/drawing/2014/main" id="{28CDBB53-2343-4455-BFFE-B01EC5ABD75A}"/>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68" name="">
            <a:extLst xmlns:a="http://schemas.openxmlformats.org/drawingml/2006/main">
              <a:ext uri="{FF2B5EF4-FFF2-40B4-BE49-F238E27FC236}">
                <a16:creationId xmlns:a16="http://schemas.microsoft.com/office/drawing/2014/main" id="{2C97F125-EBF6-4980-AC22-EB92ACCE1425}"/>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培训投入要能对账；迎检要能一键出合规材料；关键岗位要有备份</a:t>
            </a:r>
          </a:p>
        </p:txBody>
      </p:sp>
      <p:sp>
        <p:nvSpPr>
          <p:cNvPr id="69" name="">
            <a:extLst xmlns:a="http://schemas.openxmlformats.org/drawingml/2006/main">
              <a:ext uri="{FF2B5EF4-FFF2-40B4-BE49-F238E27FC236}">
                <a16:creationId xmlns:a16="http://schemas.microsoft.com/office/drawing/2014/main" id="{E44C138C-4BCB-40C7-98A3-14B42B67E272}"/>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70" name="">
            <a:extLst xmlns:a="http://schemas.openxmlformats.org/drawingml/2006/main">
              <a:ext uri="{FF2B5EF4-FFF2-40B4-BE49-F238E27FC236}">
                <a16:creationId xmlns:a16="http://schemas.microsoft.com/office/drawing/2014/main" id="{A10CEBCF-0AB1-49B6-BBC6-35EE4D4F20CC}"/>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内网私有化部署（</a:t>
            </a:r>
            <a:r>
              <a:rPr sz="863" b="0">
                <a:solidFill>
                  <a:srgbClr val="D6E6F7"/>
                </a:solidFill>
                <a:latin typeface="微软雅黑"/>
                <a:ea typeface="微软雅黑"/>
                <a:cs typeface="微软雅黑"/>
              </a:rPr>
              <a:t>Docker Compose</a:t>
            </a:r>
            <a:r>
              <a:rPr sz="863" b="0">
                <a:solidFill>
                  <a:srgbClr val="D6E6F7"/>
                </a:solidFill>
                <a:latin typeface="微软雅黑"/>
                <a:ea typeface="微软雅黑"/>
                <a:cs typeface="微软雅黑"/>
              </a:rPr>
              <a:t>：</a:t>
            </a:r>
            <a:r>
              <a:rPr sz="863" b="0">
                <a:solidFill>
                  <a:srgbClr val="D6E6F7"/>
                </a:solidFill>
                <a:latin typeface="微软雅黑"/>
                <a:ea typeface="微软雅黑"/>
                <a:cs typeface="微软雅黑"/>
              </a:rPr>
              <a:t>MySQL + API + Web</a:t>
            </a:r>
            <a:r>
              <a:rPr sz="863" b="0">
                <a:solidFill>
                  <a:srgbClr val="D6E6F7"/>
                </a:solidFill>
                <a:latin typeface="微软雅黑"/>
                <a:ea typeface="微软雅黑"/>
                <a:cs typeface="微软雅黑"/>
              </a:rPr>
              <a:t>），支持完全离线运行</a:t>
            </a:r>
          </a:p>
        </p:txBody>
      </p:sp>
      <p:sp>
        <p:nvSpPr>
          <p:cNvPr id="71" name="">
            <a:extLst xmlns:a="http://schemas.openxmlformats.org/drawingml/2006/main">
              <a:ext uri="{FF2B5EF4-FFF2-40B4-BE49-F238E27FC236}">
                <a16:creationId xmlns:a16="http://schemas.microsoft.com/office/drawing/2014/main" id="{5056322F-E0B0-4991-B5F7-05711DF644A0}"/>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72" name="">
            <a:extLst xmlns:a="http://schemas.openxmlformats.org/drawingml/2006/main">
              <a:ext uri="{FF2B5EF4-FFF2-40B4-BE49-F238E27FC236}">
                <a16:creationId xmlns:a16="http://schemas.microsoft.com/office/drawing/2014/main" id="{F408EBA0-99EC-4EB6-991E-C971F029ACAA}"/>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按站点规模或运维人数年度订阅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首次实施与数据初始化服务</a:t>
            </a:r>
          </a:p>
        </p:txBody>
      </p:sp>
      <p:sp>
        <p:nvSpPr>
          <p:cNvPr id="73" name="">
            <a:extLst xmlns:a="http://schemas.openxmlformats.org/drawingml/2006/main">
              <a:ext uri="{FF2B5EF4-FFF2-40B4-BE49-F238E27FC236}">
                <a16:creationId xmlns:a16="http://schemas.microsoft.com/office/drawing/2014/main" id="{550B6474-88EA-4125-911B-797C7DE69210}"/>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74" name="">
            <a:extLst xmlns:a="http://schemas.openxmlformats.org/drawingml/2006/main">
              <a:ext uri="{FF2B5EF4-FFF2-40B4-BE49-F238E27FC236}">
                <a16:creationId xmlns:a16="http://schemas.microsoft.com/office/drawing/2014/main" id="{2C8D68B0-6008-48F3-BC26-6064C4B29BCA}"/>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先选 </a:t>
            </a:r>
            <a:r>
              <a:rPr sz="863" b="0">
                <a:solidFill>
                  <a:srgbClr val="D6E6F7"/>
                </a:solidFill>
                <a:latin typeface="微软雅黑"/>
                <a:ea typeface="微软雅黑"/>
                <a:cs typeface="微软雅黑"/>
              </a:rPr>
              <a:t>1 </a:t>
            </a:r>
            <a:r>
              <a:rPr sz="863" b="0">
                <a:solidFill>
                  <a:srgbClr val="D6E6F7"/>
                </a:solidFill>
                <a:latin typeface="微软雅黑"/>
                <a:ea typeface="微软雅黑"/>
                <a:cs typeface="微软雅黑"/>
              </a:rPr>
              <a:t>个变电运维班组试点，跑通一个完整考核周期后再扩展</a:t>
            </a:r>
          </a:p>
        </p:txBody>
      </p:sp>
      <p:sp>
        <p:nvSpPr>
          <p:cNvPr id="75" name="">
            <a:extLst xmlns:a="http://schemas.openxmlformats.org/drawingml/2006/main">
              <a:ext uri="{FF2B5EF4-FFF2-40B4-BE49-F238E27FC236}">
                <a16:creationId xmlns:a16="http://schemas.microsoft.com/office/drawing/2014/main" id="{5FC9A494-D8B7-4C0A-919D-F5D4D7DE2C4B}"/>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6" name="">
            <a:extLst xmlns:a="http://schemas.openxmlformats.org/drawingml/2006/main">
              <a:ext uri="{FF2B5EF4-FFF2-40B4-BE49-F238E27FC236}">
                <a16:creationId xmlns:a16="http://schemas.microsoft.com/office/drawing/2014/main" id="{294D69FE-C460-44BC-AE66-9C0306C00A1C}"/>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8124DBB9-36B4-4AA2-8B4F-A3E4328422CB}"/>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变电运维班组</a:t>
            </a:r>
          </a:p>
        </p:txBody>
      </p:sp>
      <p:sp>
        <p:nvSpPr>
          <p:cNvPr id="78" name="">
            <a:extLst xmlns:a="http://schemas.openxmlformats.org/drawingml/2006/main">
              <a:ext uri="{FF2B5EF4-FFF2-40B4-BE49-F238E27FC236}">
                <a16:creationId xmlns:a16="http://schemas.microsoft.com/office/drawing/2014/main" id="{2362A597-33C8-4CF2-B83D-1E6C6C894F31}"/>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最小采购单元</a:t>
            </a:r>
          </a:p>
        </p:txBody>
      </p:sp>
      <p:sp>
        <p:nvSpPr>
          <p:cNvPr id="79" name="">
            <a:extLst xmlns:a="http://schemas.openxmlformats.org/drawingml/2006/main">
              <a:ext uri="{FF2B5EF4-FFF2-40B4-BE49-F238E27FC236}">
                <a16:creationId xmlns:a16="http://schemas.microsoft.com/office/drawing/2014/main" id="{394B44C8-5CF0-47D5-AAB2-DF112BA7FA2F}"/>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80" name="">
            <a:extLst xmlns:a="http://schemas.openxmlformats.org/drawingml/2006/main">
              <a:ext uri="{FF2B5EF4-FFF2-40B4-BE49-F238E27FC236}">
                <a16:creationId xmlns:a16="http://schemas.microsoft.com/office/drawing/2014/main" id="{30F7783F-1BE6-4A20-81E4-8EF291152EE3}"/>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班组长要能说清「本班组差在哪、谁该补什么、报告该判成什么原因」</a:t>
            </a:r>
          </a:p>
        </p:txBody>
      </p:sp>
      <p:sp>
        <p:nvSpPr>
          <p:cNvPr id="81" name="">
            <a:extLst xmlns:a="http://schemas.openxmlformats.org/drawingml/2006/main">
              <a:ext uri="{FF2B5EF4-FFF2-40B4-BE49-F238E27FC236}">
                <a16:creationId xmlns:a16="http://schemas.microsoft.com/office/drawing/2014/main" id="{3DAEE911-FA26-4724-A185-BEA977EFD714}"/>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82" name="">
            <a:extLst xmlns:a="http://schemas.openxmlformats.org/drawingml/2006/main">
              <a:ext uri="{FF2B5EF4-FFF2-40B4-BE49-F238E27FC236}">
                <a16:creationId xmlns:a16="http://schemas.microsoft.com/office/drawing/2014/main" id="{8964CE4E-28BB-4ED2-B823-2C950DE8E76E}"/>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同一套系统按班组开通，账号与数据按班组隔离</a:t>
            </a:r>
          </a:p>
        </p:txBody>
      </p:sp>
      <p:sp>
        <p:nvSpPr>
          <p:cNvPr id="83" name="">
            <a:extLst xmlns:a="http://schemas.openxmlformats.org/drawingml/2006/main">
              <a:ext uri="{FF2B5EF4-FFF2-40B4-BE49-F238E27FC236}">
                <a16:creationId xmlns:a16="http://schemas.microsoft.com/office/drawing/2014/main" id="{66C9D6AF-6117-41CA-B74C-18907964C01B}"/>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84" name="">
            <a:extLst xmlns:a="http://schemas.openxmlformats.org/drawingml/2006/main">
              <a:ext uri="{FF2B5EF4-FFF2-40B4-BE49-F238E27FC236}">
                <a16:creationId xmlns:a16="http://schemas.microsoft.com/office/drawing/2014/main" id="{AD177F59-2CA5-4F4A-8774-E69E10B22410}"/>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按班组订阅，单价低、决策链短，适合作为试点入口</a:t>
            </a:r>
          </a:p>
        </p:txBody>
      </p:sp>
      <p:sp>
        <p:nvSpPr>
          <p:cNvPr id="85" name="">
            <a:extLst xmlns:a="http://schemas.openxmlformats.org/drawingml/2006/main">
              <a:ext uri="{FF2B5EF4-FFF2-40B4-BE49-F238E27FC236}">
                <a16:creationId xmlns:a16="http://schemas.microsoft.com/office/drawing/2014/main" id="{68F6BCD2-D6AA-4875-AB60-BAE75036D672}"/>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86" name="">
            <a:extLst xmlns:a="http://schemas.openxmlformats.org/drawingml/2006/main">
              <a:ext uri="{FF2B5EF4-FFF2-40B4-BE49-F238E27FC236}">
                <a16:creationId xmlns:a16="http://schemas.microsoft.com/office/drawing/2014/main" id="{4B37AF02-7EBF-4E39-BB6F-2CEF5214EA2D}"/>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由班组自下而上推动，形成内部案例后再向中心推广</a:t>
            </a:r>
          </a:p>
        </p:txBody>
      </p:sp>
      <p:sp>
        <p:nvSpPr>
          <p:cNvPr id="87" name="">
            <a:extLst xmlns:a="http://schemas.openxmlformats.org/drawingml/2006/main">
              <a:ext uri="{FF2B5EF4-FFF2-40B4-BE49-F238E27FC236}">
                <a16:creationId xmlns:a16="http://schemas.microsoft.com/office/drawing/2014/main" id="{8275E461-1741-4929-BDD6-4B2D34176ABD}"/>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88" name="">
            <a:extLst xmlns:a="http://schemas.openxmlformats.org/drawingml/2006/main">
              <a:ext uri="{FF2B5EF4-FFF2-40B4-BE49-F238E27FC236}">
                <a16:creationId xmlns:a16="http://schemas.microsoft.com/office/drawing/2014/main" id="{DFAB02AC-9E8B-4A64-BC6E-3E889DC9FA1D}"/>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794FC0B1-6BB5-4907-A6DF-C18753E3708E}"/>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电力类高职院校</a:t>
            </a:r>
          </a:p>
        </p:txBody>
      </p:sp>
      <p:sp>
        <p:nvSpPr>
          <p:cNvPr id="90" name="">
            <a:extLst xmlns:a="http://schemas.openxmlformats.org/drawingml/2006/main">
              <a:ext uri="{FF2B5EF4-FFF2-40B4-BE49-F238E27FC236}">
                <a16:creationId xmlns:a16="http://schemas.microsoft.com/office/drawing/2014/main" id="{355718B6-62C2-4F63-B37B-183C473E8721}"/>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岗课赛证融通</a:t>
            </a:r>
          </a:p>
        </p:txBody>
      </p:sp>
      <p:sp>
        <p:nvSpPr>
          <p:cNvPr id="91" name="">
            <a:extLst xmlns:a="http://schemas.openxmlformats.org/drawingml/2006/main">
              <a:ext uri="{FF2B5EF4-FFF2-40B4-BE49-F238E27FC236}">
                <a16:creationId xmlns:a16="http://schemas.microsoft.com/office/drawing/2014/main" id="{DE210E9E-CABE-4577-BFEB-445791BC440C}"/>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92" name="">
            <a:extLst xmlns:a="http://schemas.openxmlformats.org/drawingml/2006/main">
              <a:ext uri="{FF2B5EF4-FFF2-40B4-BE49-F238E27FC236}">
                <a16:creationId xmlns:a16="http://schemas.microsoft.com/office/drawing/2014/main" id="{631ED560-C989-4B51-BEEA-A045F8F6577E}"/>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岗位化题库、练习与考核体系可直接复用于教学与技能认定</a:t>
            </a:r>
          </a:p>
        </p:txBody>
      </p:sp>
      <p:sp>
        <p:nvSpPr>
          <p:cNvPr id="93" name="">
            <a:extLst xmlns:a="http://schemas.openxmlformats.org/drawingml/2006/main">
              <a:ext uri="{FF2B5EF4-FFF2-40B4-BE49-F238E27FC236}">
                <a16:creationId xmlns:a16="http://schemas.microsoft.com/office/drawing/2014/main" id="{5E0F94B8-318A-4E1C-9783-F786C631A7CF}"/>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94" name="">
            <a:extLst xmlns:a="http://schemas.openxmlformats.org/drawingml/2006/main">
              <a:ext uri="{FF2B5EF4-FFF2-40B4-BE49-F238E27FC236}">
                <a16:creationId xmlns:a16="http://schemas.microsoft.com/office/drawing/2014/main" id="{4C208C12-729A-4A1F-88E7-379A5836D107}"/>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校内私有化部署，按专业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班级开通</a:t>
            </a:r>
          </a:p>
        </p:txBody>
      </p:sp>
      <p:sp>
        <p:nvSpPr>
          <p:cNvPr id="95" name="">
            <a:extLst xmlns:a="http://schemas.openxmlformats.org/drawingml/2006/main">
              <a:ext uri="{FF2B5EF4-FFF2-40B4-BE49-F238E27FC236}">
                <a16:creationId xmlns:a16="http://schemas.microsoft.com/office/drawing/2014/main" id="{E0D9EB6C-7672-4A4C-9021-3535F3EDA3ED}"/>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96" name="">
            <a:extLst xmlns:a="http://schemas.openxmlformats.org/drawingml/2006/main">
              <a:ext uri="{FF2B5EF4-FFF2-40B4-BE49-F238E27FC236}">
                <a16:creationId xmlns:a16="http://schemas.microsoft.com/office/drawing/2014/main" id="{E015CD7E-D77C-4106-9562-635938D00F15}"/>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按专业或班级订阅；可结合实训室建设整体交付</a:t>
            </a:r>
          </a:p>
        </p:txBody>
      </p:sp>
      <p:sp>
        <p:nvSpPr>
          <p:cNvPr id="97" name="">
            <a:extLst xmlns:a="http://schemas.openxmlformats.org/drawingml/2006/main">
              <a:ext uri="{FF2B5EF4-FFF2-40B4-BE49-F238E27FC236}">
                <a16:creationId xmlns:a16="http://schemas.microsoft.com/office/drawing/2014/main" id="{D3C5F1DE-98C5-4AB4-A7D1-2EA7A6FD634C}"/>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98" name="">
            <a:extLst xmlns:a="http://schemas.openxmlformats.org/drawingml/2006/main">
              <a:ext uri="{FF2B5EF4-FFF2-40B4-BE49-F238E27FC236}">
                <a16:creationId xmlns:a16="http://schemas.microsoft.com/office/drawing/2014/main" id="{32D962A4-6413-46C6-B537-A097CE376038}"/>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以「课程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题库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考试」打包，先落地一门核心专业课</a:t>
            </a:r>
          </a:p>
        </p:txBody>
      </p:sp>
      <p:sp>
        <p:nvSpPr>
          <p:cNvPr id="99" name="">
            <a:extLst xmlns:a="http://schemas.openxmlformats.org/drawingml/2006/main">
              <a:ext uri="{FF2B5EF4-FFF2-40B4-BE49-F238E27FC236}">
                <a16:creationId xmlns:a16="http://schemas.microsoft.com/office/drawing/2014/main" id="{310FCD46-AF13-4FD5-80E7-CAB8655280DA}"/>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84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00" name="">
            <a:extLst xmlns:a="http://schemas.openxmlformats.org/drawingml/2006/main">
              <a:ext uri="{FF2B5EF4-FFF2-40B4-BE49-F238E27FC236}">
                <a16:creationId xmlns:a16="http://schemas.microsoft.com/office/drawing/2014/main" id="{CFB52C83-22CD-4D72-9A60-60888DEB210E}"/>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C1CF5316-3BF3-4E4A-B549-A10D914DF463}"/>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新能源场站</a:t>
            </a:r>
          </a:p>
        </p:txBody>
      </p:sp>
      <p:sp>
        <p:nvSpPr>
          <p:cNvPr id="102" name="">
            <a:extLst xmlns:a="http://schemas.openxmlformats.org/drawingml/2006/main">
              <a:ext uri="{FF2B5EF4-FFF2-40B4-BE49-F238E27FC236}">
                <a16:creationId xmlns:a16="http://schemas.microsoft.com/office/drawing/2014/main" id="{CAC30C79-C43F-491A-A540-867B8D661904}"/>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风电 </a:t>
            </a:r>
            <a:r>
              <a:rPr sz="900" b="0">
                <a:solidFill>
                  <a:srgbClr val="7A9CC4"/>
                </a:solidFill>
                <a:latin typeface="微软雅黑"/>
                <a:ea typeface="微软雅黑"/>
                <a:cs typeface="微软雅黑"/>
              </a:rPr>
              <a:t>/ </a:t>
            </a:r>
            <a:r>
              <a:rPr sz="900" b="0">
                <a:solidFill>
                  <a:srgbClr val="7A9CC4"/>
                </a:solidFill>
                <a:latin typeface="微软雅黑"/>
                <a:ea typeface="微软雅黑"/>
                <a:cs typeface="微软雅黑"/>
              </a:rPr>
              <a:t>光伏</a:t>
            </a:r>
          </a:p>
        </p:txBody>
      </p:sp>
      <p:sp>
        <p:nvSpPr>
          <p:cNvPr id="103" name="">
            <a:extLst xmlns:a="http://schemas.openxmlformats.org/drawingml/2006/main">
              <a:ext uri="{FF2B5EF4-FFF2-40B4-BE49-F238E27FC236}">
                <a16:creationId xmlns:a16="http://schemas.microsoft.com/office/drawing/2014/main" id="{9ADCA8DB-292B-4033-B9AB-2CB8AD14ED2D}"/>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104" name="">
            <a:extLst xmlns:a="http://schemas.openxmlformats.org/drawingml/2006/main">
              <a:ext uri="{FF2B5EF4-FFF2-40B4-BE49-F238E27FC236}">
                <a16:creationId xmlns:a16="http://schemas.microsoft.com/office/drawing/2014/main" id="{B3E427BF-9E9A-4C0A-A4DA-BDDB0811B743}"/>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值守点分散、人员少，复训窗口难安排，证书到期易漏检</a:t>
            </a:r>
          </a:p>
        </p:txBody>
      </p:sp>
      <p:sp>
        <p:nvSpPr>
          <p:cNvPr id="105" name="">
            <a:extLst xmlns:a="http://schemas.openxmlformats.org/drawingml/2006/main">
              <a:ext uri="{FF2B5EF4-FFF2-40B4-BE49-F238E27FC236}">
                <a16:creationId xmlns:a16="http://schemas.microsoft.com/office/drawing/2014/main" id="{6B5B643F-9A97-45D9-A099-65632DA0BD83}"/>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106" name="">
            <a:extLst xmlns:a="http://schemas.openxmlformats.org/drawingml/2006/main">
              <a:ext uri="{FF2B5EF4-FFF2-40B4-BE49-F238E27FC236}">
                <a16:creationId xmlns:a16="http://schemas.microsoft.com/office/drawing/2014/main" id="{5168B2F4-F73C-4FBE-9671-719F60567D5D}"/>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场站侧离线部署或中心集中部署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弱网同步</a:t>
            </a:r>
          </a:p>
        </p:txBody>
      </p:sp>
      <p:sp>
        <p:nvSpPr>
          <p:cNvPr id="107" name="">
            <a:extLst xmlns:a="http://schemas.openxmlformats.org/drawingml/2006/main">
              <a:ext uri="{FF2B5EF4-FFF2-40B4-BE49-F238E27FC236}">
                <a16:creationId xmlns:a16="http://schemas.microsoft.com/office/drawing/2014/main" id="{848D447D-748D-4ABB-AADE-583716F99D51}"/>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108" name="">
            <a:extLst xmlns:a="http://schemas.openxmlformats.org/drawingml/2006/main">
              <a:ext uri="{FF2B5EF4-FFF2-40B4-BE49-F238E27FC236}">
                <a16:creationId xmlns:a16="http://schemas.microsoft.com/office/drawing/2014/main" id="{F2546E5B-6148-41F5-BF51-D8A1F2943531}"/>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按场站订阅，多场站打包有阶梯价</a:t>
            </a:r>
          </a:p>
        </p:txBody>
      </p:sp>
      <p:sp>
        <p:nvSpPr>
          <p:cNvPr id="109" name="">
            <a:extLst xmlns:a="http://schemas.openxmlformats.org/drawingml/2006/main">
              <a:ext uri="{FF2B5EF4-FFF2-40B4-BE49-F238E27FC236}">
                <a16:creationId xmlns:a16="http://schemas.microsoft.com/office/drawing/2014/main" id="{87D47493-A293-408C-A3F9-D4F9BC7FA078}"/>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110" name="">
            <a:extLst xmlns:a="http://schemas.openxmlformats.org/drawingml/2006/main">
              <a:ext uri="{FF2B5EF4-FFF2-40B4-BE49-F238E27FC236}">
                <a16:creationId xmlns:a16="http://schemas.microsoft.com/office/drawing/2014/main" id="{6B4E9769-F053-41F2-82B6-A97330FC06B5}"/>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从证书到期预警与定向补训两个高频刚需切入</a:t>
            </a:r>
          </a:p>
        </p:txBody>
      </p:sp>
      <p:sp>
        <p:nvSpPr>
          <p:cNvPr id="111" name="">
            <a:extLst xmlns:a="http://schemas.openxmlformats.org/drawingml/2006/main">
              <a:ext uri="{FF2B5EF4-FFF2-40B4-BE49-F238E27FC236}">
                <a16:creationId xmlns:a16="http://schemas.microsoft.com/office/drawing/2014/main" id="{BEB0A086-1861-4D04-BC5D-738905AC8316}"/>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8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112" name="">
            <a:extLst xmlns:a="http://schemas.openxmlformats.org/drawingml/2006/main">
              <a:ext uri="{FF2B5EF4-FFF2-40B4-BE49-F238E27FC236}">
                <a16:creationId xmlns:a16="http://schemas.microsoft.com/office/drawing/2014/main" id="{2F8CB424-9AFA-41DE-B28B-EB628EC2F165}"/>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推进顺序建议：先用「变电运维班组」跑通一个完整考核周期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再以县级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地市供电公司为付费主体做中心级推广 </a:t>
            </a:r>
            <a:r>
              <a:rPr sz="900" b="0">
                <a:solidFill>
                  <a:srgbClr val="D6E6F7"/>
                </a:solidFill>
                <a:latin typeface="微软雅黑"/>
                <a:ea typeface="微软雅黑"/>
                <a:cs typeface="微软雅黑"/>
              </a:rPr>
              <a:t>→ </a:t>
            </a:r>
            <a:r>
              <a:rPr sz="900" b="0">
                <a:solidFill>
                  <a:srgbClr val="D6E6F7"/>
                </a:solidFill>
                <a:latin typeface="微软雅黑"/>
                <a:ea typeface="微软雅黑"/>
                <a:cs typeface="微软雅黑"/>
              </a:rPr>
              <a:t>同步向电力高职与新能源场站复制同一套引擎。</a:t>
            </a:r>
          </a:p>
        </p:txBody>
      </p:sp>
      <p:sp>
        <p:nvSpPr>
          <p:cNvPr id="113" name="">
            <a:extLst xmlns:a="http://schemas.openxmlformats.org/drawingml/2006/main">
              <a:ext uri="{FF2B5EF4-FFF2-40B4-BE49-F238E27FC236}">
                <a16:creationId xmlns:a16="http://schemas.microsoft.com/office/drawing/2014/main" id="{7482EEEA-1814-4B12-B6A0-5D096095ED3C}"/>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07366D84-3734-4E06-9064-8D090DE8F73E}"/>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6144883F-F5CC-4A52-9EBA-FB96540679C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15B9D98F-B6A0-436F-B6A1-5D8893F63CB3}"/>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FF084284-BE39-4E70-8EC1-6F596EA67595}"/>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FEEF0F36-D176-4168-B437-9AC201B6C7EB}"/>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19" name="">
            <a:extLst xmlns:a="http://schemas.openxmlformats.org/drawingml/2006/main">
              <a:ext uri="{FF2B5EF4-FFF2-40B4-BE49-F238E27FC236}">
                <a16:creationId xmlns:a16="http://schemas.microsoft.com/office/drawing/2014/main" id="{0DE82232-805E-43CB-8352-A8C006C8268F}"/>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51C75D7C-56D8-4B9A-ABFC-12251F366B6C}"/>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34</a:t>
            </a:r>
          </a:p>
        </p:txBody>
      </p:sp>
    </p:spTree>
    <p:extLst>
      <p:ext uri="{BB962C8B-B14F-4D97-AF65-F5344CB8AC3E}">
        <p14:creationId xmlns:p14="http://schemas.microsoft.com/office/powerpoint/2010/main" val="1246113016"/>
      </p:ext>
    </p:extLst>
  </p:cSld>
</p:sld>
</file>

<file path=ppt/slides/slide3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5beb0efb79b04f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C0FA26-154E-4543-93EF-3B7054150E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3130C98-9B73-43D6-A758-05BECC348F0A}"/>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A14C50A-7AD8-45B0-A5C7-A70923072974}"/>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C85AADD-5E25-4BE3-BBB0-B8C5ECAC1B43}"/>
              </a:ext>
            </a:extLst>
          </p:cNvPr>
          <p:cNvSpPr>
            <a:spLocks xmlns:a="http://schemas.openxmlformats.org/drawingml/2006/main" noGrp="1"/>
          </p:cNvSpPr>
          <p:nvPr/>
        </p:nvSpPr>
        <p:spPr>
          <a:xfrm xmlns:a="http://schemas.openxmlformats.org/drawingml/2006/main">
            <a:off x="96583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3F01916-E3D0-4325-8113-EF10A5C4D44C}"/>
              </a:ext>
            </a:extLst>
          </p:cNvPr>
          <p:cNvSpPr>
            <a:spLocks xmlns:a="http://schemas.openxmlformats.org/drawingml/2006/main" noGrp="1"/>
          </p:cNvSpPr>
          <p:nvPr/>
        </p:nvSpPr>
        <p:spPr>
          <a:xfrm xmlns:a="http://schemas.openxmlformats.org/drawingml/2006/main">
            <a:off x="96583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829A492E-160F-47E1-8BAC-B9C1DC259809}"/>
              </a:ext>
            </a:extLst>
          </p:cNvPr>
          <p:cNvSpPr>
            <a:spLocks xmlns:a="http://schemas.openxmlformats.org/drawingml/2006/main" noGrp="1"/>
          </p:cNvSpPr>
          <p:nvPr/>
        </p:nvSpPr>
        <p:spPr>
          <a:xfrm xmlns:a="http://schemas.openxmlformats.org/drawingml/2006/main">
            <a:off x="96583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ADB9277-1892-4266-AB1A-72CAEAD868E6}"/>
              </a:ext>
            </a:extLst>
          </p:cNvPr>
          <p:cNvSpPr>
            <a:spLocks xmlns:a="http://schemas.openxmlformats.org/drawingml/2006/main" noGrp="1"/>
          </p:cNvSpPr>
          <p:nvPr/>
        </p:nvSpPr>
        <p:spPr>
          <a:xfrm xmlns:a="http://schemas.openxmlformats.org/drawingml/2006/main">
            <a:off x="97821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5298BA8F-A7B7-4653-91B6-C4CC07834AFD}"/>
              </a:ext>
            </a:extLst>
          </p:cNvPr>
          <p:cNvSpPr>
            <a:spLocks xmlns:a="http://schemas.openxmlformats.org/drawingml/2006/main" noGrp="1"/>
          </p:cNvSpPr>
          <p:nvPr/>
        </p:nvSpPr>
        <p:spPr>
          <a:xfrm xmlns:a="http://schemas.openxmlformats.org/drawingml/2006/main">
            <a:off x="97821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3A88E603-E20F-4900-B9D1-62DB5EB5BB65}"/>
              </a:ext>
            </a:extLst>
          </p:cNvPr>
          <p:cNvSpPr>
            <a:spLocks xmlns:a="http://schemas.openxmlformats.org/drawingml/2006/main" noGrp="1"/>
          </p:cNvSpPr>
          <p:nvPr/>
        </p:nvSpPr>
        <p:spPr>
          <a:xfrm xmlns:a="http://schemas.openxmlformats.org/drawingml/2006/main">
            <a:off x="97821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3610EB5-0A3C-4DD8-BD13-CAC230419182}"/>
              </a:ext>
            </a:extLst>
          </p:cNvPr>
          <p:cNvSpPr>
            <a:spLocks xmlns:a="http://schemas.openxmlformats.org/drawingml/2006/main" noGrp="1"/>
          </p:cNvSpPr>
          <p:nvPr/>
        </p:nvSpPr>
        <p:spPr>
          <a:xfrm xmlns:a="http://schemas.openxmlformats.org/drawingml/2006/main">
            <a:off x="99060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795802C-A710-404A-9127-C27C5E77AA6E}"/>
              </a:ext>
            </a:extLst>
          </p:cNvPr>
          <p:cNvSpPr>
            <a:spLocks xmlns:a="http://schemas.openxmlformats.org/drawingml/2006/main" noGrp="1"/>
          </p:cNvSpPr>
          <p:nvPr/>
        </p:nvSpPr>
        <p:spPr>
          <a:xfrm xmlns:a="http://schemas.openxmlformats.org/drawingml/2006/main">
            <a:off x="99060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D76C859-F02D-415F-AE89-4D425B282359}"/>
              </a:ext>
            </a:extLst>
          </p:cNvPr>
          <p:cNvSpPr>
            <a:spLocks xmlns:a="http://schemas.openxmlformats.org/drawingml/2006/main" noGrp="1"/>
          </p:cNvSpPr>
          <p:nvPr/>
        </p:nvSpPr>
        <p:spPr>
          <a:xfrm xmlns:a="http://schemas.openxmlformats.org/drawingml/2006/main">
            <a:off x="99060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A1D7996-F82D-4214-AD3D-328954B96D33}"/>
              </a:ext>
            </a:extLst>
          </p:cNvPr>
          <p:cNvSpPr>
            <a:spLocks xmlns:a="http://schemas.openxmlformats.org/drawingml/2006/main" noGrp="1"/>
          </p:cNvSpPr>
          <p:nvPr/>
        </p:nvSpPr>
        <p:spPr>
          <a:xfrm xmlns:a="http://schemas.openxmlformats.org/drawingml/2006/main">
            <a:off x="100298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A9035B1-3E87-42D5-B550-D42E5EB27A13}"/>
              </a:ext>
            </a:extLst>
          </p:cNvPr>
          <p:cNvSpPr>
            <a:spLocks xmlns:a="http://schemas.openxmlformats.org/drawingml/2006/main" noGrp="1"/>
          </p:cNvSpPr>
          <p:nvPr/>
        </p:nvSpPr>
        <p:spPr>
          <a:xfrm xmlns:a="http://schemas.openxmlformats.org/drawingml/2006/main">
            <a:off x="100298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03E3E79-879A-405C-B112-48B737E5D2B7}"/>
              </a:ext>
            </a:extLst>
          </p:cNvPr>
          <p:cNvSpPr>
            <a:spLocks xmlns:a="http://schemas.openxmlformats.org/drawingml/2006/main" noGrp="1"/>
          </p:cNvSpPr>
          <p:nvPr/>
        </p:nvSpPr>
        <p:spPr>
          <a:xfrm xmlns:a="http://schemas.openxmlformats.org/drawingml/2006/main">
            <a:off x="100298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F052B66-A11E-41E2-B32F-3A0F897124E7}"/>
              </a:ext>
            </a:extLst>
          </p:cNvPr>
          <p:cNvSpPr>
            <a:spLocks xmlns:a="http://schemas.openxmlformats.org/drawingml/2006/main" noGrp="1"/>
          </p:cNvSpPr>
          <p:nvPr/>
        </p:nvSpPr>
        <p:spPr>
          <a:xfrm xmlns:a="http://schemas.openxmlformats.org/drawingml/2006/main">
            <a:off x="101536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8E3E6CFE-065C-416C-B609-A1C6A8FEC9A5}"/>
              </a:ext>
            </a:extLst>
          </p:cNvPr>
          <p:cNvSpPr>
            <a:spLocks xmlns:a="http://schemas.openxmlformats.org/drawingml/2006/main" noGrp="1"/>
          </p:cNvSpPr>
          <p:nvPr/>
        </p:nvSpPr>
        <p:spPr>
          <a:xfrm xmlns:a="http://schemas.openxmlformats.org/drawingml/2006/main">
            <a:off x="101536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ADBC09D-C933-481D-94B0-A0AA56516FC4}"/>
              </a:ext>
            </a:extLst>
          </p:cNvPr>
          <p:cNvSpPr>
            <a:spLocks xmlns:a="http://schemas.openxmlformats.org/drawingml/2006/main" noGrp="1"/>
          </p:cNvSpPr>
          <p:nvPr/>
        </p:nvSpPr>
        <p:spPr>
          <a:xfrm xmlns:a="http://schemas.openxmlformats.org/drawingml/2006/main">
            <a:off x="101536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D77863AA-BC9D-49B2-967F-C73FC0E998EF}"/>
              </a:ext>
            </a:extLst>
          </p:cNvPr>
          <p:cNvSpPr>
            <a:spLocks xmlns:a="http://schemas.openxmlformats.org/drawingml/2006/main" noGrp="1"/>
          </p:cNvSpPr>
          <p:nvPr/>
        </p:nvSpPr>
        <p:spPr>
          <a:xfrm xmlns:a="http://schemas.openxmlformats.org/drawingml/2006/main">
            <a:off x="102774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658C0E1-4244-418A-B40D-0CE0DC7C2988}"/>
              </a:ext>
            </a:extLst>
          </p:cNvPr>
          <p:cNvSpPr>
            <a:spLocks xmlns:a="http://schemas.openxmlformats.org/drawingml/2006/main" noGrp="1"/>
          </p:cNvSpPr>
          <p:nvPr/>
        </p:nvSpPr>
        <p:spPr>
          <a:xfrm xmlns:a="http://schemas.openxmlformats.org/drawingml/2006/main">
            <a:off x="102774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C9DEB7E-82BB-40D3-A5F4-F2C40823D3DC}"/>
              </a:ext>
            </a:extLst>
          </p:cNvPr>
          <p:cNvSpPr>
            <a:spLocks xmlns:a="http://schemas.openxmlformats.org/drawingml/2006/main" noGrp="1"/>
          </p:cNvSpPr>
          <p:nvPr/>
        </p:nvSpPr>
        <p:spPr>
          <a:xfrm xmlns:a="http://schemas.openxmlformats.org/drawingml/2006/main">
            <a:off x="102774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745976D1-FBAF-46C3-8485-78DBDEEA2390}"/>
              </a:ext>
            </a:extLst>
          </p:cNvPr>
          <p:cNvSpPr>
            <a:spLocks xmlns:a="http://schemas.openxmlformats.org/drawingml/2006/main" noGrp="1"/>
          </p:cNvSpPr>
          <p:nvPr/>
        </p:nvSpPr>
        <p:spPr>
          <a:xfrm xmlns:a="http://schemas.openxmlformats.org/drawingml/2006/main">
            <a:off x="104013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C7CE74DC-DF52-4D19-933E-549FEEDE48E9}"/>
              </a:ext>
            </a:extLst>
          </p:cNvPr>
          <p:cNvSpPr>
            <a:spLocks xmlns:a="http://schemas.openxmlformats.org/drawingml/2006/main" noGrp="1"/>
          </p:cNvSpPr>
          <p:nvPr/>
        </p:nvSpPr>
        <p:spPr>
          <a:xfrm xmlns:a="http://schemas.openxmlformats.org/drawingml/2006/main">
            <a:off x="104013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2C460958-27A4-4416-8A54-2A6847EAD743}"/>
              </a:ext>
            </a:extLst>
          </p:cNvPr>
          <p:cNvSpPr>
            <a:spLocks xmlns:a="http://schemas.openxmlformats.org/drawingml/2006/main" noGrp="1"/>
          </p:cNvSpPr>
          <p:nvPr/>
        </p:nvSpPr>
        <p:spPr>
          <a:xfrm xmlns:a="http://schemas.openxmlformats.org/drawingml/2006/main">
            <a:off x="104013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435F0D1D-62DA-46E0-BC54-F5D600984DB1}"/>
              </a:ext>
            </a:extLst>
          </p:cNvPr>
          <p:cNvSpPr>
            <a:spLocks xmlns:a="http://schemas.openxmlformats.org/drawingml/2006/main" noGrp="1"/>
          </p:cNvSpPr>
          <p:nvPr/>
        </p:nvSpPr>
        <p:spPr>
          <a:xfrm xmlns:a="http://schemas.openxmlformats.org/drawingml/2006/main">
            <a:off x="105251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2E0D889-3182-4B91-98F4-D2C76C156C1C}"/>
              </a:ext>
            </a:extLst>
          </p:cNvPr>
          <p:cNvSpPr>
            <a:spLocks xmlns:a="http://schemas.openxmlformats.org/drawingml/2006/main" noGrp="1"/>
          </p:cNvSpPr>
          <p:nvPr/>
        </p:nvSpPr>
        <p:spPr>
          <a:xfrm xmlns:a="http://schemas.openxmlformats.org/drawingml/2006/main">
            <a:off x="105251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C6DA895-6E6B-4243-B117-82DD830B9F95}"/>
              </a:ext>
            </a:extLst>
          </p:cNvPr>
          <p:cNvSpPr>
            <a:spLocks xmlns:a="http://schemas.openxmlformats.org/drawingml/2006/main" noGrp="1"/>
          </p:cNvSpPr>
          <p:nvPr/>
        </p:nvSpPr>
        <p:spPr>
          <a:xfrm xmlns:a="http://schemas.openxmlformats.org/drawingml/2006/main">
            <a:off x="105251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C1673F8F-3D63-4043-918B-D922024117FB}"/>
              </a:ext>
            </a:extLst>
          </p:cNvPr>
          <p:cNvSpPr>
            <a:spLocks xmlns:a="http://schemas.openxmlformats.org/drawingml/2006/main" noGrp="1"/>
          </p:cNvSpPr>
          <p:nvPr/>
        </p:nvSpPr>
        <p:spPr>
          <a:xfrm xmlns:a="http://schemas.openxmlformats.org/drawingml/2006/main">
            <a:off x="106489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34E9EB6-94B8-4CD6-97BA-5EFC29947B20}"/>
              </a:ext>
            </a:extLst>
          </p:cNvPr>
          <p:cNvSpPr>
            <a:spLocks xmlns:a="http://schemas.openxmlformats.org/drawingml/2006/main" noGrp="1"/>
          </p:cNvSpPr>
          <p:nvPr/>
        </p:nvSpPr>
        <p:spPr>
          <a:xfrm xmlns:a="http://schemas.openxmlformats.org/drawingml/2006/main">
            <a:off x="106489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C8B46A9-41E2-4A95-BB51-8B9BD6EF6BD1}"/>
              </a:ext>
            </a:extLst>
          </p:cNvPr>
          <p:cNvSpPr>
            <a:spLocks xmlns:a="http://schemas.openxmlformats.org/drawingml/2006/main" noGrp="1"/>
          </p:cNvSpPr>
          <p:nvPr/>
        </p:nvSpPr>
        <p:spPr>
          <a:xfrm xmlns:a="http://schemas.openxmlformats.org/drawingml/2006/main">
            <a:off x="106489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9A391D6-C553-4CD5-B8E1-950F8A14A35A}"/>
              </a:ext>
            </a:extLst>
          </p:cNvPr>
          <p:cNvSpPr>
            <a:spLocks xmlns:a="http://schemas.openxmlformats.org/drawingml/2006/main" noGrp="1"/>
          </p:cNvSpPr>
          <p:nvPr/>
        </p:nvSpPr>
        <p:spPr>
          <a:xfrm xmlns:a="http://schemas.openxmlformats.org/drawingml/2006/main">
            <a:off x="107727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D0C74B9D-437D-456E-B858-0F3F41A6E6DA}"/>
              </a:ext>
            </a:extLst>
          </p:cNvPr>
          <p:cNvSpPr>
            <a:spLocks xmlns:a="http://schemas.openxmlformats.org/drawingml/2006/main" noGrp="1"/>
          </p:cNvSpPr>
          <p:nvPr/>
        </p:nvSpPr>
        <p:spPr>
          <a:xfrm xmlns:a="http://schemas.openxmlformats.org/drawingml/2006/main">
            <a:off x="107727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219762B1-1F39-42DB-BF39-99962633C01A}"/>
              </a:ext>
            </a:extLst>
          </p:cNvPr>
          <p:cNvSpPr>
            <a:spLocks xmlns:a="http://schemas.openxmlformats.org/drawingml/2006/main" noGrp="1"/>
          </p:cNvSpPr>
          <p:nvPr/>
        </p:nvSpPr>
        <p:spPr>
          <a:xfrm xmlns:a="http://schemas.openxmlformats.org/drawingml/2006/main">
            <a:off x="107727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921391FE-63ED-4959-BA3A-20B060BEC61D}"/>
              </a:ext>
            </a:extLst>
          </p:cNvPr>
          <p:cNvSpPr>
            <a:spLocks xmlns:a="http://schemas.openxmlformats.org/drawingml/2006/main" noGrp="1"/>
          </p:cNvSpPr>
          <p:nvPr/>
        </p:nvSpPr>
        <p:spPr>
          <a:xfrm xmlns:a="http://schemas.openxmlformats.org/drawingml/2006/main">
            <a:off x="1089660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347C98F7-5EF0-4D0F-BAAA-581D0FF6FF7B}"/>
              </a:ext>
            </a:extLst>
          </p:cNvPr>
          <p:cNvSpPr>
            <a:spLocks xmlns:a="http://schemas.openxmlformats.org/drawingml/2006/main" noGrp="1"/>
          </p:cNvSpPr>
          <p:nvPr/>
        </p:nvSpPr>
        <p:spPr>
          <a:xfrm xmlns:a="http://schemas.openxmlformats.org/drawingml/2006/main">
            <a:off x="1089660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5312776-5346-4205-AD41-BAECD4F1E74B}"/>
              </a:ext>
            </a:extLst>
          </p:cNvPr>
          <p:cNvSpPr>
            <a:spLocks xmlns:a="http://schemas.openxmlformats.org/drawingml/2006/main" noGrp="1"/>
          </p:cNvSpPr>
          <p:nvPr/>
        </p:nvSpPr>
        <p:spPr>
          <a:xfrm xmlns:a="http://schemas.openxmlformats.org/drawingml/2006/main">
            <a:off x="1089660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C05625A-A608-4A59-996D-EF3B7A041142}"/>
              </a:ext>
            </a:extLst>
          </p:cNvPr>
          <p:cNvSpPr>
            <a:spLocks xmlns:a="http://schemas.openxmlformats.org/drawingml/2006/main" noGrp="1"/>
          </p:cNvSpPr>
          <p:nvPr/>
        </p:nvSpPr>
        <p:spPr>
          <a:xfrm xmlns:a="http://schemas.openxmlformats.org/drawingml/2006/main">
            <a:off x="1102042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FAAC434A-C70E-46E7-A95B-385487B414B9}"/>
              </a:ext>
            </a:extLst>
          </p:cNvPr>
          <p:cNvSpPr>
            <a:spLocks xmlns:a="http://schemas.openxmlformats.org/drawingml/2006/main" noGrp="1"/>
          </p:cNvSpPr>
          <p:nvPr/>
        </p:nvSpPr>
        <p:spPr>
          <a:xfrm xmlns:a="http://schemas.openxmlformats.org/drawingml/2006/main">
            <a:off x="1102042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B2AACBD1-97F6-4A90-8610-AF6D7E657713}"/>
              </a:ext>
            </a:extLst>
          </p:cNvPr>
          <p:cNvSpPr>
            <a:spLocks xmlns:a="http://schemas.openxmlformats.org/drawingml/2006/main" noGrp="1"/>
          </p:cNvSpPr>
          <p:nvPr/>
        </p:nvSpPr>
        <p:spPr>
          <a:xfrm xmlns:a="http://schemas.openxmlformats.org/drawingml/2006/main">
            <a:off x="1102042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7B511B6-5CF7-408C-9B29-2D69C67CAB4A}"/>
              </a:ext>
            </a:extLst>
          </p:cNvPr>
          <p:cNvSpPr>
            <a:spLocks xmlns:a="http://schemas.openxmlformats.org/drawingml/2006/main" noGrp="1"/>
          </p:cNvSpPr>
          <p:nvPr/>
        </p:nvSpPr>
        <p:spPr>
          <a:xfrm xmlns:a="http://schemas.openxmlformats.org/drawingml/2006/main">
            <a:off x="11144250"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8AB3E93-FEBC-4401-878B-5D82DC129531}"/>
              </a:ext>
            </a:extLst>
          </p:cNvPr>
          <p:cNvSpPr>
            <a:spLocks xmlns:a="http://schemas.openxmlformats.org/drawingml/2006/main" noGrp="1"/>
          </p:cNvSpPr>
          <p:nvPr/>
        </p:nvSpPr>
        <p:spPr>
          <a:xfrm xmlns:a="http://schemas.openxmlformats.org/drawingml/2006/main">
            <a:off x="11144250"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2D96D16E-B149-480C-B4A8-C67EBCBE0D8B}"/>
              </a:ext>
            </a:extLst>
          </p:cNvPr>
          <p:cNvSpPr>
            <a:spLocks xmlns:a="http://schemas.openxmlformats.org/drawingml/2006/main" noGrp="1"/>
          </p:cNvSpPr>
          <p:nvPr/>
        </p:nvSpPr>
        <p:spPr>
          <a:xfrm xmlns:a="http://schemas.openxmlformats.org/drawingml/2006/main">
            <a:off x="11144250"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69E25E0-56BC-4583-A446-1AE518D7E832}"/>
              </a:ext>
            </a:extLst>
          </p:cNvPr>
          <p:cNvSpPr>
            <a:spLocks xmlns:a="http://schemas.openxmlformats.org/drawingml/2006/main" noGrp="1"/>
          </p:cNvSpPr>
          <p:nvPr/>
        </p:nvSpPr>
        <p:spPr>
          <a:xfrm xmlns:a="http://schemas.openxmlformats.org/drawingml/2006/main">
            <a:off x="11268075" y="95250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0DF3AC16-2AD4-4EA4-B5F5-71DB75FD6EF4}"/>
              </a:ext>
            </a:extLst>
          </p:cNvPr>
          <p:cNvSpPr>
            <a:spLocks xmlns:a="http://schemas.openxmlformats.org/drawingml/2006/main" noGrp="1"/>
          </p:cNvSpPr>
          <p:nvPr/>
        </p:nvSpPr>
        <p:spPr>
          <a:xfrm xmlns:a="http://schemas.openxmlformats.org/drawingml/2006/main">
            <a:off x="11268075" y="1076325"/>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E29A6E8F-7C6D-4001-953B-48B601AA0E37}"/>
              </a:ext>
            </a:extLst>
          </p:cNvPr>
          <p:cNvSpPr>
            <a:spLocks xmlns:a="http://schemas.openxmlformats.org/drawingml/2006/main" noGrp="1"/>
          </p:cNvSpPr>
          <p:nvPr/>
        </p:nvSpPr>
        <p:spPr>
          <a:xfrm xmlns:a="http://schemas.openxmlformats.org/drawingml/2006/main">
            <a:off x="11268075" y="1200150"/>
            <a:ext cx="19050" cy="19050"/>
          </a:xfrm>
          <a:prstGeom xmlns:a="http://schemas.openxmlformats.org/drawingml/2006/main" prst="ellipse">
            <a:avLst/>
          </a:prstGeom>
          <a:solidFill xmlns:a="http://schemas.openxmlformats.org/drawingml/2006/main">
            <a:srgbClr val="3FD08A">
              <a:alpha val="38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31C4AAD1-28FB-4596-8E58-5F312D78E440}"/>
              </a:ext>
            </a:extLst>
          </p:cNvPr>
          <p:cNvSpPr>
            <a:spLocks xmlns:a="http://schemas.openxmlformats.org/drawingml/2006/main" noGrp="1"/>
          </p:cNvSpPr>
          <p:nvPr/>
        </p:nvSpPr>
        <p:spPr>
          <a:xfrm xmlns:a="http://schemas.openxmlformats.org/drawingml/2006/main">
            <a:off x="9658350" y="1409700"/>
            <a:ext cx="1905000" cy="24003"/>
          </a:xfrm>
          <a:prstGeom xmlns:a="http://schemas.openxmlformats.org/drawingml/2006/main" prst="rect">
            <a:avLst/>
          </a:prstGeom>
          <a:gradFill xmlns:a="http://schemas.openxmlformats.org/drawingml/2006/main">
            <a:gsLst>
              <a:gs pos="0">
                <a:srgbClr val="3FD08A">
                  <a:alpha val="0"/>
                </a:srgbClr>
              </a:gs>
              <a:gs pos="45000">
                <a:srgbClr val="3FD08A"/>
              </a:gs>
              <a:gs pos="100000">
                <a:srgbClr val="3FD08A">
                  <a:alpha val="0"/>
                </a:srgbClr>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E8A18786-F676-4E81-8DAC-B66118A438B1}"/>
              </a:ext>
            </a:extLst>
          </p:cNvPr>
          <p:cNvSpPr>
            <a:spLocks xmlns:a="http://schemas.openxmlformats.org/drawingml/2006/main" noGrp="1"/>
          </p:cNvSpPr>
          <p:nvPr/>
        </p:nvSpPr>
        <p:spPr>
          <a:xfrm xmlns:a="http://schemas.openxmlformats.org/drawingml/2006/main">
            <a:off x="11582400" y="1333500"/>
            <a:ext cx="190500" cy="190500"/>
          </a:xfrm>
          <a:prstGeom xmlns:a="http://schemas.openxmlformats.org/drawingml/2006/main" prst="chevron">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E6B516F-E130-4DA4-B3FF-ABAD865CBF91}"/>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B757C1E2-BE7E-43DA-8CA2-D2D070804657}"/>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2867333-55B1-49E4-A694-E494C91B12F4}"/>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DC4E88FC-E1BE-4FD7-A8A6-9ABDE52EA88B}"/>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DF478E4B-5FA5-459D-A9B2-CD45962CCF3C}"/>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3B92A6CB-CD36-46D2-B45D-4BD1B13D76CA}"/>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C8FE288-9C7A-41F5-9F34-FC2876789934}"/>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C55525F-4198-4D01-AC92-9E9687BE46E0}"/>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CC385CC0-1966-45E8-BA9B-D68170B77E32}"/>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E923CD02-507C-4F79-86CA-A0193E477F68}"/>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F45C8D64-84F7-4BA3-98BA-6514F3EC35E6}"/>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B710BD15-9177-41D5-85DB-9CAACEF16F0E}"/>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A00FF127-6458-4801-964E-0E2CB654F8E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62" name="">
            <a:extLst xmlns:a="http://schemas.openxmlformats.org/drawingml/2006/main">
              <a:ext uri="{FF2B5EF4-FFF2-40B4-BE49-F238E27FC236}">
                <a16:creationId xmlns:a16="http://schemas.microsoft.com/office/drawing/2014/main" id="{77008533-384A-4552-9ADB-B9838B7D244F}"/>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63" name="">
            <a:extLst xmlns:a="http://schemas.openxmlformats.org/drawingml/2006/main">
              <a:ext uri="{FF2B5EF4-FFF2-40B4-BE49-F238E27FC236}">
                <a16:creationId xmlns:a16="http://schemas.microsoft.com/office/drawing/2014/main" id="{A8DC70F0-2510-4FC4-96CC-161A404D46B1}"/>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2113E4A-E657-4B73-BAB8-01AB2B8A9BEE}"/>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40AC9897-9107-4DD7-A9B2-624500E95F36}"/>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2225DA90-8604-40DF-90C0-3F9EA44A0040}"/>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8F5689A1-0B00-4A90-888A-AD04BC325844}"/>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6F592A1A-E281-4A91-A98A-4F32B742976E}"/>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EE492D2E-DEB8-42F3-BF66-FD6CF62F6297}"/>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4695470A-B163-4F42-81D7-877C1304C3AC}"/>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3DDF283F-C13C-447B-8139-403C760CFF7E}"/>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E9AFFE22-A6F8-4689-978C-2B2F4F6D6AF1}"/>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9321705D-54F6-4FCC-B802-B23A458D4010}"/>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D46BDF84-3577-4557-B530-3E62C553F616}"/>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69229DA8-185C-4510-8507-AA9E7ADF4A68}"/>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8B6CE946-653C-466D-B5BE-D05B2939C840}"/>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642CA89A-07D4-4A65-B03D-6020BC766F9A}"/>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02316BD5-84D7-42B2-BA95-10B60D5927EA}"/>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B2D45D9F-829E-4C43-B330-E293D8839085}"/>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D47E2954-1C11-4094-AC61-CADF1D70C7B8}"/>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FDFEE7D2-84C3-4DF7-93F7-5271F3B2AF2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0DEAA5CE-55CE-48E9-BA50-0AFDCBA5E5E5}"/>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83" name="">
            <a:extLst xmlns:a="http://schemas.openxmlformats.org/drawingml/2006/main">
              <a:ext uri="{FF2B5EF4-FFF2-40B4-BE49-F238E27FC236}">
                <a16:creationId xmlns:a16="http://schemas.microsoft.com/office/drawing/2014/main" id="{781754D1-8B32-402D-9CC7-B518C2CA8399}"/>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5D350412-B937-4254-A496-3AE7638F2903}"/>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BD36A9DE-3C43-45BD-8B73-A9FB38E51213}"/>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65B7E9F5-D063-4AE9-B515-FF8958910655}"/>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87" name="">
            <a:extLst xmlns:a="http://schemas.openxmlformats.org/drawingml/2006/main">
              <a:ext uri="{FF2B5EF4-FFF2-40B4-BE49-F238E27FC236}">
                <a16:creationId xmlns:a16="http://schemas.microsoft.com/office/drawing/2014/main" id="{0245F69B-F96D-4654-BBBF-677DE23DE38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88" name="">
            <a:extLst xmlns:a="http://schemas.openxmlformats.org/drawingml/2006/main">
              <a:ext uri="{FF2B5EF4-FFF2-40B4-BE49-F238E27FC236}">
                <a16:creationId xmlns:a16="http://schemas.microsoft.com/office/drawing/2014/main" id="{063722CF-33E6-49A8-8E45-92AADABC2A1B}"/>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65CE10B6-78CB-4DC1-8F16-EFEBF91658CC}"/>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市场价值测算：按成本口径算账</a:t>
            </a:r>
          </a:p>
        </p:txBody>
      </p:sp>
      <p:sp>
        <p:nvSpPr>
          <p:cNvPr id="90" name="">
            <a:extLst xmlns:a="http://schemas.openxmlformats.org/drawingml/2006/main">
              <a:ext uri="{FF2B5EF4-FFF2-40B4-BE49-F238E27FC236}">
                <a16:creationId xmlns:a16="http://schemas.microsoft.com/office/drawing/2014/main" id="{E05DA3B5-EA6B-4B08-9666-54A76C2E94A7}"/>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7F85FE1D-4667-459C-8913-49A709E9BCA1}"/>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BADF82F3-2424-4FE2-9AF7-25E9A0A8E0CC}"/>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BD85AEED-1ABA-418E-AAF7-BE5282FE944B}"/>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DAACE5FB-97E4-4BC3-BA1C-B6197320F82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95" name="">
            <a:extLst xmlns:a="http://schemas.openxmlformats.org/drawingml/2006/main">
              <a:ext uri="{FF2B5EF4-FFF2-40B4-BE49-F238E27FC236}">
                <a16:creationId xmlns:a16="http://schemas.microsoft.com/office/drawing/2014/main" id="{52E18BD2-802B-465A-BFD1-36D90F3D2449}"/>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96" name="">
            <a:extLst xmlns:a="http://schemas.openxmlformats.org/drawingml/2006/main">
              <a:ext uri="{FF2B5EF4-FFF2-40B4-BE49-F238E27FC236}">
                <a16:creationId xmlns:a16="http://schemas.microsoft.com/office/drawing/2014/main" id="{2DF0DAA3-C3A7-4691-A14F-8FE41A82994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C1B1E59C-9B14-4D54-979F-EE42ABF47865}"/>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98" name="">
            <a:extLst xmlns:a="http://schemas.openxmlformats.org/drawingml/2006/main">
              <a:ext uri="{FF2B5EF4-FFF2-40B4-BE49-F238E27FC236}">
                <a16:creationId xmlns:a16="http://schemas.microsoft.com/office/drawing/2014/main" id="{B79E870C-AEEC-477D-BFE9-A2226856FDED}"/>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99" name="">
            <a:extLst xmlns:a="http://schemas.openxmlformats.org/drawingml/2006/main">
              <a:ext uri="{FF2B5EF4-FFF2-40B4-BE49-F238E27FC236}">
                <a16:creationId xmlns:a16="http://schemas.microsoft.com/office/drawing/2014/main" id="{FC2EDFE6-46CF-4483-A1D3-D9B13589F420}"/>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0" name="">
            <a:extLst xmlns:a="http://schemas.openxmlformats.org/drawingml/2006/main">
              <a:ext uri="{FF2B5EF4-FFF2-40B4-BE49-F238E27FC236}">
                <a16:creationId xmlns:a16="http://schemas.microsoft.com/office/drawing/2014/main" id="{585A1E03-C230-42B5-9F93-1590BE4EDDFC}"/>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4D66B6D5-2603-4ECF-A677-2A6D5BCE4F09}"/>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2" name="">
            <a:extLst xmlns:a="http://schemas.openxmlformats.org/drawingml/2006/main">
              <a:ext uri="{FF2B5EF4-FFF2-40B4-BE49-F238E27FC236}">
                <a16:creationId xmlns:a16="http://schemas.microsoft.com/office/drawing/2014/main" id="{8A3FE912-D773-4E2D-B3F0-EED4CC07D08D}"/>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103" name="">
            <a:extLst xmlns:a="http://schemas.openxmlformats.org/drawingml/2006/main">
              <a:ext uri="{FF2B5EF4-FFF2-40B4-BE49-F238E27FC236}">
                <a16:creationId xmlns:a16="http://schemas.microsoft.com/office/drawing/2014/main" id="{E8EEF2C1-5E4B-4266-AD0D-633E74D28D89}"/>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D5AE9437-EA4C-49E7-BEB9-760AFF2F0EE8}"/>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105" name="">
            <a:extLst xmlns:a="http://schemas.openxmlformats.org/drawingml/2006/main">
              <a:ext uri="{FF2B5EF4-FFF2-40B4-BE49-F238E27FC236}">
                <a16:creationId xmlns:a16="http://schemas.microsoft.com/office/drawing/2014/main" id="{FB58A840-F19A-4DA7-854D-90A406581301}"/>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5114"/>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106" name="">
            <a:extLst xmlns:a="http://schemas.openxmlformats.org/drawingml/2006/main">
              <a:ext uri="{FF2B5EF4-FFF2-40B4-BE49-F238E27FC236}">
                <a16:creationId xmlns:a16="http://schemas.microsoft.com/office/drawing/2014/main" id="{70DD1576-3556-4C41-953E-0671B5390443}"/>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成本参数（来源：本项目需求测算）</a:t>
            </a:r>
          </a:p>
        </p:txBody>
      </p:sp>
      <p:sp>
        <p:nvSpPr>
          <p:cNvPr id="107" name="">
            <a:extLst xmlns:a="http://schemas.openxmlformats.org/drawingml/2006/main">
              <a:ext uri="{FF2B5EF4-FFF2-40B4-BE49-F238E27FC236}">
                <a16:creationId xmlns:a16="http://schemas.microsoft.com/office/drawing/2014/main" id="{BA2A6C94-56DB-4347-BD41-F4BD284B0FB8}"/>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内部转岗培训</a:t>
            </a:r>
          </a:p>
        </p:txBody>
      </p:sp>
      <p:sp>
        <p:nvSpPr>
          <p:cNvPr id="108" name="">
            <a:extLst xmlns:a="http://schemas.openxmlformats.org/drawingml/2006/main">
              <a:ext uri="{FF2B5EF4-FFF2-40B4-BE49-F238E27FC236}">
                <a16:creationId xmlns:a16="http://schemas.microsoft.com/office/drawing/2014/main" id="{26EC9AE0-6F64-4CDC-9315-2077E696D7B2}"/>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109" name="">
            <a:extLst xmlns:a="http://schemas.openxmlformats.org/drawingml/2006/main">
              <a:ext uri="{FF2B5EF4-FFF2-40B4-BE49-F238E27FC236}">
                <a16:creationId xmlns:a16="http://schemas.microsoft.com/office/drawing/2014/main" id="{9817713F-9CCE-44A4-8E3A-5AB979E7754B}"/>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外部招聘</a:t>
            </a:r>
          </a:p>
        </p:txBody>
      </p:sp>
      <p:sp>
        <p:nvSpPr>
          <p:cNvPr id="110" name="">
            <a:extLst xmlns:a="http://schemas.openxmlformats.org/drawingml/2006/main">
              <a:ext uri="{FF2B5EF4-FFF2-40B4-BE49-F238E27FC236}">
                <a16:creationId xmlns:a16="http://schemas.microsoft.com/office/drawing/2014/main" id="{62D3B802-9F3D-47F4-8060-D5185C35F58D}"/>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111" name="">
            <a:extLst xmlns:a="http://schemas.openxmlformats.org/drawingml/2006/main">
              <a:ext uri="{FF2B5EF4-FFF2-40B4-BE49-F238E27FC236}">
                <a16:creationId xmlns:a16="http://schemas.microsoft.com/office/drawing/2014/main" id="{E84E999D-5BE8-4102-B021-33D35F90A286}"/>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外委服务</a:t>
            </a:r>
          </a:p>
        </p:txBody>
      </p:sp>
      <p:sp>
        <p:nvSpPr>
          <p:cNvPr id="112" name="">
            <a:extLst xmlns:a="http://schemas.openxmlformats.org/drawingml/2006/main">
              <a:ext uri="{FF2B5EF4-FFF2-40B4-BE49-F238E27FC236}">
                <a16:creationId xmlns:a16="http://schemas.microsoft.com/office/drawing/2014/main" id="{DADE3B2E-AEA5-46AA-9A2B-D77EAF5601A6}"/>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月（</a:t>
            </a:r>
            <a:r>
              <a:rPr sz="975" b="1">
                <a:solidFill>
                  <a:srgbClr val="FFFFFF"/>
                </a:solidFill>
                <a:latin typeface="微软雅黑"/>
                <a:ea typeface="微软雅黑"/>
                <a:cs typeface="微软雅黑"/>
              </a:rPr>
              <a:t>≈18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年）</a:t>
            </a:r>
          </a:p>
        </p:txBody>
      </p:sp>
      <p:sp>
        <p:nvSpPr>
          <p:cNvPr id="113" name="">
            <a:extLst xmlns:a="http://schemas.openxmlformats.org/drawingml/2006/main">
              <a:ext uri="{FF2B5EF4-FFF2-40B4-BE49-F238E27FC236}">
                <a16:creationId xmlns:a16="http://schemas.microsoft.com/office/drawing/2014/main" id="{5EB5DCB5-834C-4B94-B692-DF1F8E3BC481}"/>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工作量变化</a:t>
            </a:r>
          </a:p>
        </p:txBody>
      </p:sp>
      <p:sp>
        <p:nvSpPr>
          <p:cNvPr id="114" name="">
            <a:extLst xmlns:a="http://schemas.openxmlformats.org/drawingml/2006/main">
              <a:ext uri="{FF2B5EF4-FFF2-40B4-BE49-F238E27FC236}">
                <a16:creationId xmlns:a16="http://schemas.microsoft.com/office/drawing/2014/main" id="{B0508749-8FD6-4CBC-A193-E472B27D0C0D}"/>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a:t>
            </a:r>
            <a:r>
              <a:rPr sz="975" b="1">
                <a:solidFill>
                  <a:srgbClr val="FFFFFF"/>
                </a:solidFill>
                <a:latin typeface="微软雅黑"/>
                <a:ea typeface="微软雅黑"/>
                <a:cs typeface="微软雅黑"/>
              </a:rPr>
              <a:t>2 </a:t>
            </a:r>
            <a:r>
              <a:rPr sz="975" b="1">
                <a:solidFill>
                  <a:srgbClr val="FFFFFF"/>
                </a:solidFill>
                <a:latin typeface="微软雅黑"/>
                <a:ea typeface="微软雅黑"/>
                <a:cs typeface="微软雅黑"/>
              </a:rPr>
              <a:t>座 </a:t>
            </a:r>
            <a:r>
              <a:rPr sz="975" b="1">
                <a:solidFill>
                  <a:srgbClr val="FFFFFF"/>
                </a:solidFill>
                <a:latin typeface="微软雅黑"/>
                <a:ea typeface="微软雅黑"/>
                <a:cs typeface="微软雅黑"/>
              </a:rPr>
              <a:t>110kV </a:t>
            </a:r>
            <a:r>
              <a:rPr sz="975" b="1">
                <a:solidFill>
                  <a:srgbClr val="FFFFFF"/>
                </a:solidFill>
                <a:latin typeface="微软雅黑"/>
                <a:ea typeface="微软雅黑"/>
                <a:cs typeface="微软雅黑"/>
              </a:rPr>
              <a:t>变电站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运维工作量 </a:t>
            </a:r>
            <a:r>
              <a:rPr sz="975" b="1">
                <a:solidFill>
                  <a:srgbClr val="FFFFFF"/>
                </a:solidFill>
                <a:latin typeface="微软雅黑"/>
                <a:ea typeface="微软雅黑"/>
                <a:cs typeface="微软雅黑"/>
              </a:rPr>
              <a:t>+30%</a:t>
            </a:r>
          </a:p>
        </p:txBody>
      </p:sp>
      <p:sp>
        <p:nvSpPr>
          <p:cNvPr id="115" name="">
            <a:extLst xmlns:a="http://schemas.openxmlformats.org/drawingml/2006/main">
              <a:ext uri="{FF2B5EF4-FFF2-40B4-BE49-F238E27FC236}">
                <a16:creationId xmlns:a16="http://schemas.microsoft.com/office/drawing/2014/main" id="{2ECDC5F3-0333-42DF-8E33-2292C9D94A6D}"/>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38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16" name="">
            <a:extLst xmlns:a="http://schemas.openxmlformats.org/drawingml/2006/main">
              <a:ext uri="{FF2B5EF4-FFF2-40B4-BE49-F238E27FC236}">
                <a16:creationId xmlns:a16="http://schemas.microsoft.com/office/drawing/2014/main" id="{C1AF56A2-7C13-4DB7-B106-0D6F8DE6B239}"/>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示范测算：继保 </a:t>
            </a:r>
            <a:r>
              <a:rPr sz="1050" b="1">
                <a:solidFill>
                  <a:srgbClr val="31C7F0"/>
                </a:solidFill>
                <a:latin typeface="微软雅黑"/>
                <a:ea typeface="微软雅黑"/>
                <a:cs typeface="微软雅黑"/>
              </a:rPr>
              <a:t>L3 </a:t>
            </a:r>
            <a:r>
              <a:rPr sz="1050" b="1">
                <a:solidFill>
                  <a:srgbClr val="31C7F0"/>
                </a:solidFill>
                <a:latin typeface="微软雅黑"/>
                <a:ea typeface="微软雅黑"/>
                <a:cs typeface="微软雅黑"/>
              </a:rPr>
              <a:t>缺 </a:t>
            </a:r>
            <a:r>
              <a:rPr sz="1050" b="1">
                <a:solidFill>
                  <a:srgbClr val="31C7F0"/>
                </a:solidFill>
                <a:latin typeface="微软雅黑"/>
                <a:ea typeface="微软雅黑"/>
                <a:cs typeface="微软雅黑"/>
              </a:rPr>
              <a:t>4 </a:t>
            </a:r>
            <a:r>
              <a:rPr sz="1050" b="1">
                <a:solidFill>
                  <a:srgbClr val="31C7F0"/>
                </a:solidFill>
                <a:latin typeface="微软雅黑"/>
                <a:ea typeface="微软雅黑"/>
                <a:cs typeface="微软雅黑"/>
              </a:rPr>
              <a:t>人、高压试验缺 </a:t>
            </a:r>
            <a:r>
              <a:rPr sz="1050" b="1">
                <a:solidFill>
                  <a:srgbClr val="31C7F0"/>
                </a:solidFill>
                <a:latin typeface="微软雅黑"/>
                <a:ea typeface="微软雅黑"/>
                <a:cs typeface="微软雅黑"/>
              </a:rPr>
              <a:t>3 </a:t>
            </a:r>
            <a:r>
              <a:rPr sz="1050" b="1">
                <a:solidFill>
                  <a:srgbClr val="31C7F0"/>
                </a:solidFill>
                <a:latin typeface="微软雅黑"/>
                <a:ea typeface="微软雅黑"/>
                <a:cs typeface="微软雅黑"/>
              </a:rPr>
              <a:t>人</a:t>
            </a:r>
          </a:p>
        </p:txBody>
      </p:sp>
      <p:sp>
        <p:nvSpPr>
          <p:cNvPr id="117" name="">
            <a:extLst xmlns:a="http://schemas.openxmlformats.org/drawingml/2006/main">
              <a:ext uri="{FF2B5EF4-FFF2-40B4-BE49-F238E27FC236}">
                <a16:creationId xmlns:a16="http://schemas.microsoft.com/office/drawing/2014/main" id="{E749CC6F-9484-45F5-A3C8-6EA9BCD691C3}"/>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18" name="">
            <a:extLst xmlns:a="http://schemas.openxmlformats.org/drawingml/2006/main">
              <a:ext uri="{FF2B5EF4-FFF2-40B4-BE49-F238E27FC236}">
                <a16:creationId xmlns:a16="http://schemas.microsoft.com/office/drawing/2014/main" id="{E2D1D898-793D-44C1-BEB0-C67896AF0CDC}"/>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9FC2E8"/>
                </a:solidFill>
                <a:latin typeface="微软雅黑"/>
                <a:ea typeface="微软雅黑"/>
                <a:cs typeface="微软雅黑"/>
              </a:defRPr>
            </a:pPr>
            <a:r>
              <a:rPr sz="825" b="1">
                <a:solidFill>
                  <a:srgbClr val="9FC2E8"/>
                </a:solidFill>
                <a:latin typeface="微软雅黑"/>
                <a:ea typeface="微软雅黑"/>
                <a:cs typeface="微软雅黑"/>
              </a:rPr>
              <a:t>口径 </a:t>
            </a:r>
            <a:r>
              <a:rPr sz="825" b="1">
                <a:solidFill>
                  <a:srgbClr val="9FC2E8"/>
                </a:solidFill>
                <a:latin typeface="微软雅黑"/>
                <a:ea typeface="微软雅黑"/>
                <a:cs typeface="微软雅黑"/>
              </a:rPr>
              <a:t>A · </a:t>
            </a:r>
            <a:r>
              <a:rPr sz="825" b="1">
                <a:solidFill>
                  <a:srgbClr val="9FC2E8"/>
                </a:solidFill>
                <a:latin typeface="微软雅黑"/>
                <a:ea typeface="微软雅黑"/>
                <a:cs typeface="微软雅黑"/>
              </a:rPr>
              <a:t>全部外招</a:t>
            </a:r>
          </a:p>
        </p:txBody>
      </p:sp>
      <p:sp>
        <p:nvSpPr>
          <p:cNvPr id="119" name="">
            <a:extLst xmlns:a="http://schemas.openxmlformats.org/drawingml/2006/main">
              <a:ext uri="{FF2B5EF4-FFF2-40B4-BE49-F238E27FC236}">
                <a16:creationId xmlns:a16="http://schemas.microsoft.com/office/drawing/2014/main" id="{D675CA56-04D2-499D-86D4-0C263E41E953}"/>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 </a:t>
            </a:r>
            <a:r>
              <a:rPr sz="788" b="0">
                <a:solidFill>
                  <a:srgbClr val="D6E6F7"/>
                </a:solidFill>
                <a:latin typeface="微软雅黑"/>
                <a:ea typeface="微软雅黑"/>
                <a:cs typeface="微软雅黑"/>
              </a:rPr>
              <a:t>4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高压试验 </a:t>
            </a:r>
            <a:r>
              <a:rPr sz="788" b="0">
                <a:solidFill>
                  <a:srgbClr val="D6E6F7"/>
                </a:solidFill>
                <a:latin typeface="微软雅黑"/>
                <a:ea typeface="微软雅黑"/>
                <a:cs typeface="微软雅黑"/>
              </a:rPr>
              <a:t>3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7 </a:t>
            </a:r>
            <a:r>
              <a:rPr sz="788" b="0">
                <a:solidFill>
                  <a:srgbClr val="D6E6F7"/>
                </a:solidFill>
                <a:latin typeface="微软雅黑"/>
                <a:ea typeface="微软雅黑"/>
                <a:cs typeface="微软雅黑"/>
              </a:rPr>
              <a:t>人 </a:t>
            </a:r>
            <a:r>
              <a:rPr sz="788" b="0">
                <a:solidFill>
                  <a:srgbClr val="D6E6F7"/>
                </a:solidFill>
                <a:latin typeface="微软雅黑"/>
                <a:ea typeface="微软雅黑"/>
                <a:cs typeface="微软雅黑"/>
              </a:rPr>
              <a:t>× 8 </a:t>
            </a:r>
            <a:r>
              <a:rPr sz="788" b="0">
                <a:solidFill>
                  <a:srgbClr val="D6E6F7"/>
                </a:solidFill>
                <a:latin typeface="微软雅黑"/>
                <a:ea typeface="微软雅黑"/>
                <a:cs typeface="微软雅黑"/>
              </a:rPr>
              <a:t>万</a:t>
            </a:r>
          </a:p>
        </p:txBody>
      </p:sp>
      <p:sp>
        <p:nvSpPr>
          <p:cNvPr id="120" name="">
            <a:extLst xmlns:a="http://schemas.openxmlformats.org/drawingml/2006/main">
              <a:ext uri="{FF2B5EF4-FFF2-40B4-BE49-F238E27FC236}">
                <a16:creationId xmlns:a16="http://schemas.microsoft.com/office/drawing/2014/main" id="{AC5C6C60-A6AB-4EA8-974D-E082E9C37CA8}"/>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9FC2E8"/>
                </a:solidFill>
                <a:latin typeface="微软雅黑"/>
                <a:ea typeface="微软雅黑"/>
                <a:cs typeface="微软雅黑"/>
              </a:defRPr>
            </a:pPr>
            <a:r>
              <a:rPr sz="975" b="1">
                <a:solidFill>
                  <a:srgbClr val="9FC2E8"/>
                </a:solidFill>
                <a:latin typeface="微软雅黑"/>
                <a:ea typeface="微软雅黑"/>
                <a:cs typeface="微软雅黑"/>
              </a:rPr>
              <a:t>56 </a:t>
            </a:r>
            <a:r>
              <a:rPr sz="975" b="1">
                <a:solidFill>
                  <a:srgbClr val="9FC2E8"/>
                </a:solidFill>
                <a:latin typeface="微软雅黑"/>
                <a:ea typeface="微软雅黑"/>
                <a:cs typeface="微软雅黑"/>
              </a:rPr>
              <a:t>万元 </a:t>
            </a:r>
            <a:r>
              <a:rPr sz="975" b="1">
                <a:solidFill>
                  <a:srgbClr val="9FC2E8"/>
                </a:solidFill>
                <a:latin typeface="微软雅黑"/>
                <a:ea typeface="微软雅黑"/>
                <a:cs typeface="微软雅黑"/>
              </a:rPr>
              <a:t>/ </a:t>
            </a:r>
            <a:r>
              <a:rPr sz="975" b="1">
                <a:solidFill>
                  <a:srgbClr val="9FC2E8"/>
                </a:solidFill>
                <a:latin typeface="微软雅黑"/>
                <a:ea typeface="微软雅黑"/>
                <a:cs typeface="微软雅黑"/>
              </a:rPr>
              <a:t>年</a:t>
            </a:r>
          </a:p>
        </p:txBody>
      </p:sp>
      <p:sp>
        <p:nvSpPr>
          <p:cNvPr id="121" name="">
            <a:extLst xmlns:a="http://schemas.openxmlformats.org/drawingml/2006/main">
              <a:ext uri="{FF2B5EF4-FFF2-40B4-BE49-F238E27FC236}">
                <a16:creationId xmlns:a16="http://schemas.microsoft.com/office/drawing/2014/main" id="{3E518E5A-12B8-4AD0-B3F4-26037367E24C}"/>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2" name="">
            <a:extLst xmlns:a="http://schemas.openxmlformats.org/drawingml/2006/main">
              <a:ext uri="{FF2B5EF4-FFF2-40B4-BE49-F238E27FC236}">
                <a16:creationId xmlns:a16="http://schemas.microsoft.com/office/drawing/2014/main" id="{D9C00041-4F63-4DB8-A3B5-75CE7B463073}"/>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口径 </a:t>
            </a:r>
            <a:r>
              <a:rPr sz="825" b="1">
                <a:solidFill>
                  <a:srgbClr val="3FD08A"/>
                </a:solidFill>
                <a:latin typeface="微软雅黑"/>
                <a:ea typeface="微软雅黑"/>
                <a:cs typeface="微软雅黑"/>
              </a:rPr>
              <a:t>B · </a:t>
            </a:r>
            <a:r>
              <a:rPr sz="825" b="1">
                <a:solidFill>
                  <a:srgbClr val="3FD08A"/>
                </a:solidFill>
                <a:latin typeface="微软雅黑"/>
                <a:ea typeface="微软雅黑"/>
                <a:cs typeface="微软雅黑"/>
              </a:rPr>
              <a:t>按缺口的组合建议</a:t>
            </a:r>
          </a:p>
        </p:txBody>
      </p:sp>
      <p:sp>
        <p:nvSpPr>
          <p:cNvPr id="123" name="">
            <a:extLst xmlns:a="http://schemas.openxmlformats.org/drawingml/2006/main">
              <a:ext uri="{FF2B5EF4-FFF2-40B4-BE49-F238E27FC236}">
                <a16:creationId xmlns:a16="http://schemas.microsoft.com/office/drawing/2014/main" id="{886A1EAB-F0DC-4E5D-82CF-9373DE1BA809}"/>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a:t>
            </a:r>
            <a:r>
              <a:rPr sz="788" b="0">
                <a:solidFill>
                  <a:srgbClr val="D6E6F7"/>
                </a:solidFill>
                <a:latin typeface="微软雅黑"/>
                <a:ea typeface="微软雅黑"/>
                <a:cs typeface="微软雅黑"/>
              </a:rPr>
              <a:t>3 </a:t>
            </a:r>
            <a:r>
              <a:rPr sz="788" b="0">
                <a:solidFill>
                  <a:srgbClr val="D6E6F7"/>
                </a:solidFill>
                <a:latin typeface="微软雅黑"/>
                <a:ea typeface="微软雅黑"/>
                <a:cs typeface="微软雅黑"/>
              </a:rPr>
              <a:t>人转岗（</a:t>
            </a:r>
            <a:r>
              <a:rPr sz="788" b="0">
                <a:solidFill>
                  <a:srgbClr val="D6E6F7"/>
                </a:solidFill>
                <a:latin typeface="微软雅黑"/>
                <a:ea typeface="微软雅黑"/>
                <a:cs typeface="微软雅黑"/>
              </a:rPr>
              <a:t>6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 </a:t>
            </a:r>
            <a:r>
              <a:rPr sz="788" b="0">
                <a:solidFill>
                  <a:srgbClr val="D6E6F7"/>
                </a:solidFill>
                <a:latin typeface="微软雅黑"/>
                <a:ea typeface="微软雅黑"/>
                <a:cs typeface="微软雅黑"/>
              </a:rPr>
              <a:t>人招聘（</a:t>
            </a:r>
            <a:r>
              <a:rPr sz="788" b="0">
                <a:solidFill>
                  <a:srgbClr val="D6E6F7"/>
                </a:solidFill>
                <a:latin typeface="微软雅黑"/>
                <a:ea typeface="微软雅黑"/>
                <a:cs typeface="微软雅黑"/>
              </a:rPr>
              <a:t>8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14 </a:t>
            </a:r>
            <a:r>
              <a:rPr sz="788" b="0">
                <a:solidFill>
                  <a:srgbClr val="D6E6F7"/>
                </a:solidFill>
                <a:latin typeface="微软雅黑"/>
                <a:ea typeface="微软雅黑"/>
                <a:cs typeface="微软雅黑"/>
              </a:rPr>
              <a:t>万</a:t>
            </a:r>
          </a:p>
        </p:txBody>
      </p:sp>
      <p:sp>
        <p:nvSpPr>
          <p:cNvPr id="124" name="">
            <a:extLst xmlns:a="http://schemas.openxmlformats.org/drawingml/2006/main">
              <a:ext uri="{FF2B5EF4-FFF2-40B4-BE49-F238E27FC236}">
                <a16:creationId xmlns:a16="http://schemas.microsoft.com/office/drawing/2014/main" id="{8DB7D805-8A9A-40A6-A4DE-B3E911432C57}"/>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14 </a:t>
            </a:r>
            <a:r>
              <a:rPr sz="975" b="1">
                <a:solidFill>
                  <a:srgbClr val="3FD08A"/>
                </a:solidFill>
                <a:latin typeface="微软雅黑"/>
                <a:ea typeface="微软雅黑"/>
                <a:cs typeface="微软雅黑"/>
              </a:rPr>
              <a:t>万元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年</a:t>
            </a:r>
          </a:p>
        </p:txBody>
      </p:sp>
      <p:sp>
        <p:nvSpPr>
          <p:cNvPr id="125" name="">
            <a:extLst xmlns:a="http://schemas.openxmlformats.org/drawingml/2006/main">
              <a:ext uri="{FF2B5EF4-FFF2-40B4-BE49-F238E27FC236}">
                <a16:creationId xmlns:a16="http://schemas.microsoft.com/office/drawing/2014/main" id="{801B7B3C-6E1E-4002-AEBF-7D685215E691}"/>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21429"/>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73D68"/>
            </a:solidFill>
            <a:prstDash val="solid"/>
          </a:ln>
        </p:spPr>
      </p:sp>
      <p:sp>
        <p:nvSpPr>
          <p:cNvPr id="126" name="">
            <a:extLst xmlns:a="http://schemas.openxmlformats.org/drawingml/2006/main">
              <a:ext uri="{FF2B5EF4-FFF2-40B4-BE49-F238E27FC236}">
                <a16:creationId xmlns:a16="http://schemas.microsoft.com/office/drawing/2014/main" id="{9D891A5A-240E-48FF-900D-CFC5C42BF3DD}"/>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r>
              <a:rPr b="1">
                <a:solidFill>
                  <a:srgbClr val="F5C33B"/>
                </a:solidFill>
              </a:rPr>
              <a:t/>
            </a:r>
          </a:p>
        </p:txBody>
      </p:sp>
      <p:sp>
        <p:nvSpPr>
          <p:cNvPr id="127" name="">
            <a:extLst xmlns:a="http://schemas.openxmlformats.org/drawingml/2006/main">
              <a:ext uri="{FF2B5EF4-FFF2-40B4-BE49-F238E27FC236}">
                <a16:creationId xmlns:a16="http://schemas.microsoft.com/office/drawing/2014/main" id="{88CD0DD0-6363-4DFA-88C6-ADC07C0AA9E2}"/>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高压试验：</a:t>
            </a:r>
            <a:r>
              <a:rPr sz="788" b="0">
                <a:solidFill>
                  <a:srgbClr val="D6E6F7"/>
                </a:solidFill>
                <a:latin typeface="微软雅黑"/>
                <a:ea typeface="微软雅黑"/>
                <a:cs typeface="微软雅黑"/>
              </a:rPr>
              <a:t>2 </a:t>
            </a:r>
            <a:r>
              <a:rPr sz="788" b="0">
                <a:solidFill>
                  <a:srgbClr val="D6E6F7"/>
                </a:solidFill>
                <a:latin typeface="微软雅黑"/>
                <a:ea typeface="微软雅黑"/>
                <a:cs typeface="微软雅黑"/>
              </a:rPr>
              <a:t>人招聘（</a:t>
            </a:r>
            <a:r>
              <a:rPr sz="788" b="0">
                <a:solidFill>
                  <a:srgbClr val="D6E6F7"/>
                </a:solidFill>
                <a:latin typeface="微软雅黑"/>
                <a:ea typeface="微软雅黑"/>
                <a:cs typeface="微软雅黑"/>
              </a:rPr>
              <a:t>16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+ 1 </a:t>
            </a:r>
            <a:r>
              <a:rPr sz="788" b="0">
                <a:solidFill>
                  <a:srgbClr val="D6E6F7"/>
                </a:solidFill>
                <a:latin typeface="微软雅黑"/>
                <a:ea typeface="微软雅黑"/>
                <a:cs typeface="微软雅黑"/>
              </a:rPr>
              <a:t>人外委（</a:t>
            </a:r>
            <a:r>
              <a:rPr sz="788" b="0">
                <a:solidFill>
                  <a:srgbClr val="D6E6F7"/>
                </a:solidFill>
                <a:latin typeface="微软雅黑"/>
                <a:ea typeface="微软雅黑"/>
                <a:cs typeface="微软雅黑"/>
              </a:rPr>
              <a:t>18 </a:t>
            </a:r>
            <a:r>
              <a:rPr sz="788" b="0">
                <a:solidFill>
                  <a:srgbClr val="D6E6F7"/>
                </a:solidFill>
                <a:latin typeface="微软雅黑"/>
                <a:ea typeface="微软雅黑"/>
                <a:cs typeface="微软雅黑"/>
              </a:rPr>
              <a:t>万）</a:t>
            </a:r>
            <a:r>
              <a:rPr sz="788" b="0">
                <a:solidFill>
                  <a:srgbClr val="D6E6F7"/>
                </a:solidFill>
                <a:latin typeface="微软雅黑"/>
                <a:ea typeface="微软雅黑"/>
                <a:cs typeface="微软雅黑"/>
              </a:rPr>
              <a:t>= 34 </a:t>
            </a:r>
            <a:r>
              <a:rPr sz="788" b="0">
                <a:solidFill>
                  <a:srgbClr val="D6E6F7"/>
                </a:solidFill>
                <a:latin typeface="微软雅黑"/>
                <a:ea typeface="微软雅黑"/>
                <a:cs typeface="微软雅黑"/>
              </a:rPr>
              <a:t>万</a:t>
            </a:r>
          </a:p>
        </p:txBody>
      </p:sp>
      <p:sp>
        <p:nvSpPr>
          <p:cNvPr id="128" name="">
            <a:extLst xmlns:a="http://schemas.openxmlformats.org/drawingml/2006/main">
              <a:ext uri="{FF2B5EF4-FFF2-40B4-BE49-F238E27FC236}">
                <a16:creationId xmlns:a16="http://schemas.microsoft.com/office/drawing/2014/main" id="{8E81B756-16D9-4785-A8FC-55594A656065}"/>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34 </a:t>
            </a:r>
            <a:r>
              <a:rPr sz="975" b="1">
                <a:solidFill>
                  <a:srgbClr val="F5C33B"/>
                </a:solidFill>
                <a:latin typeface="微软雅黑"/>
                <a:ea typeface="微软雅黑"/>
                <a:cs typeface="微软雅黑"/>
              </a:rPr>
              <a:t>万元 </a:t>
            </a:r>
            <a:r>
              <a:rPr sz="975" b="1">
                <a:solidFill>
                  <a:srgbClr val="F5C33B"/>
                </a:solidFill>
                <a:latin typeface="微软雅黑"/>
                <a:ea typeface="微软雅黑"/>
                <a:cs typeface="微软雅黑"/>
              </a:rPr>
              <a:t>/ </a:t>
            </a:r>
            <a:r>
              <a:rPr sz="975" b="1">
                <a:solidFill>
                  <a:srgbClr val="F5C33B"/>
                </a:solidFill>
                <a:latin typeface="微软雅黑"/>
                <a:ea typeface="微软雅黑"/>
                <a:cs typeface="微软雅黑"/>
              </a:rPr>
              <a:t>年</a:t>
            </a:r>
          </a:p>
        </p:txBody>
      </p:sp>
      <p:sp>
        <p:nvSpPr>
          <p:cNvPr id="129" name="">
            <a:extLst xmlns:a="http://schemas.openxmlformats.org/drawingml/2006/main">
              <a:ext uri="{FF2B5EF4-FFF2-40B4-BE49-F238E27FC236}">
                <a16:creationId xmlns:a16="http://schemas.microsoft.com/office/drawing/2014/main" id="{324224E4-EEA1-4BE2-BA1C-F7AEB7A6EEA0}"/>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21429"/>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130" name="">
            <a:extLst xmlns:a="http://schemas.openxmlformats.org/drawingml/2006/main">
              <a:ext uri="{FF2B5EF4-FFF2-40B4-BE49-F238E27FC236}">
                <a16:creationId xmlns:a16="http://schemas.microsoft.com/office/drawing/2014/main" id="{DD61AA05-6031-4ED9-AEAE-21B591672B88}"/>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差额</a:t>
            </a:r>
          </a:p>
        </p:txBody>
      </p:sp>
      <p:sp>
        <p:nvSpPr>
          <p:cNvPr id="131" name="">
            <a:extLst xmlns:a="http://schemas.openxmlformats.org/drawingml/2006/main">
              <a:ext uri="{FF2B5EF4-FFF2-40B4-BE49-F238E27FC236}">
                <a16:creationId xmlns:a16="http://schemas.microsoft.com/office/drawing/2014/main" id="{EA383B0A-EAE5-4517-A3D5-FFFCF9A11CDF}"/>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口径 </a:t>
            </a:r>
            <a:r>
              <a:rPr sz="788" b="0">
                <a:solidFill>
                  <a:srgbClr val="D6E6F7"/>
                </a:solidFill>
                <a:latin typeface="微软雅黑"/>
                <a:ea typeface="微软雅黑"/>
                <a:cs typeface="微软雅黑"/>
              </a:rPr>
              <a:t>B </a:t>
            </a:r>
            <a:r>
              <a:rPr sz="788" b="0">
                <a:solidFill>
                  <a:srgbClr val="D6E6F7"/>
                </a:solidFill>
                <a:latin typeface="微软雅黑"/>
                <a:ea typeface="微软雅黑"/>
                <a:cs typeface="微软雅黑"/>
              </a:rPr>
              <a:t>相对口径 </a:t>
            </a:r>
            <a:r>
              <a:rPr sz="788" b="0">
                <a:solidFill>
                  <a:srgbClr val="D6E6F7"/>
                </a:solidFill>
                <a:latin typeface="微软雅黑"/>
                <a:ea typeface="微软雅黑"/>
                <a:cs typeface="微软雅黑"/>
              </a:rPr>
              <a:t>A </a:t>
            </a:r>
            <a:r>
              <a:rPr sz="788" b="0">
                <a:solidFill>
                  <a:srgbClr val="D6E6F7"/>
                </a:solidFill>
                <a:latin typeface="微软雅黑"/>
                <a:ea typeface="微软雅黑"/>
                <a:cs typeface="微软雅黑"/>
              </a:rPr>
              <a:t>的净变化</a:t>
            </a:r>
          </a:p>
        </p:txBody>
      </p:sp>
      <p:sp>
        <p:nvSpPr>
          <p:cNvPr id="132" name="">
            <a:extLst xmlns:a="http://schemas.openxmlformats.org/drawingml/2006/main">
              <a:ext uri="{FF2B5EF4-FFF2-40B4-BE49-F238E27FC236}">
                <a16:creationId xmlns:a16="http://schemas.microsoft.com/office/drawing/2014/main" id="{2811ECD9-E553-490A-A3C0-E4591DBA75A9}"/>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节约 </a:t>
            </a:r>
            <a:r>
              <a:rPr sz="975" b="1">
                <a:solidFill>
                  <a:srgbClr val="3FD08A"/>
                </a:solidFill>
                <a:latin typeface="微软雅黑"/>
                <a:ea typeface="微软雅黑"/>
                <a:cs typeface="微软雅黑"/>
              </a:rPr>
              <a:t>8 </a:t>
            </a:r>
            <a:r>
              <a:rPr sz="975" b="1">
                <a:solidFill>
                  <a:srgbClr val="3FD08A"/>
                </a:solidFill>
                <a:latin typeface="微软雅黑"/>
                <a:ea typeface="微软雅黑"/>
                <a:cs typeface="微软雅黑"/>
              </a:rPr>
              <a:t>万元 </a:t>
            </a:r>
            <a:r>
              <a:rPr sz="975" b="1">
                <a:solidFill>
                  <a:srgbClr val="3FD08A"/>
                </a:solidFill>
                <a:latin typeface="微软雅黑"/>
                <a:ea typeface="微软雅黑"/>
                <a:cs typeface="微软雅黑"/>
              </a:rPr>
              <a:t>/ </a:t>
            </a:r>
            <a:r>
              <a:rPr sz="975" b="1">
                <a:solidFill>
                  <a:srgbClr val="3FD08A"/>
                </a:solidFill>
                <a:latin typeface="微软雅黑"/>
                <a:ea typeface="微软雅黑"/>
                <a:cs typeface="微软雅黑"/>
              </a:rPr>
              <a:t>年</a:t>
            </a:r>
          </a:p>
        </p:txBody>
      </p:sp>
      <p:sp>
        <p:nvSpPr>
          <p:cNvPr id="133" name="">
            <a:extLst xmlns:a="http://schemas.openxmlformats.org/drawingml/2006/main">
              <a:ext uri="{FF2B5EF4-FFF2-40B4-BE49-F238E27FC236}">
                <a16:creationId xmlns:a16="http://schemas.microsoft.com/office/drawing/2014/main" id="{8D55516F-920D-4A2D-AE67-70CA34A4459E}"/>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7A9CC4"/>
                </a:solidFill>
                <a:latin typeface="微软雅黑"/>
                <a:ea typeface="微软雅黑"/>
                <a:cs typeface="微软雅黑"/>
              </a:defRPr>
            </a:pPr>
            <a:r>
              <a:rPr sz="788" b="0">
                <a:solidFill>
                  <a:srgbClr val="7A9CC4"/>
                </a:solidFill>
                <a:latin typeface="微软雅黑"/>
                <a:ea typeface="微软雅黑"/>
                <a:cs typeface="微软雅黑"/>
              </a:rPr>
              <a:t>注：外委单价高但响应快，适合临时窗口；系统会如实给出「该组合不一定更省」的结论，而不是一味推荐内部消化。</a:t>
            </a:r>
          </a:p>
        </p:txBody>
      </p:sp>
      <p:sp>
        <p:nvSpPr>
          <p:cNvPr id="134" name="">
            <a:extLst xmlns:a="http://schemas.openxmlformats.org/drawingml/2006/main">
              <a:ext uri="{FF2B5EF4-FFF2-40B4-BE49-F238E27FC236}">
                <a16:creationId xmlns:a16="http://schemas.microsoft.com/office/drawing/2014/main" id="{3EC7C90A-F681-45B4-9106-3E32D94B9FF7}"/>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回收期模型（把客户真实参数代入即可算）</a:t>
            </a:r>
          </a:p>
        </p:txBody>
      </p:sp>
      <p:sp>
        <p:nvSpPr>
          <p:cNvPr id="135" name="">
            <a:extLst xmlns:a="http://schemas.openxmlformats.org/drawingml/2006/main">
              <a:ext uri="{FF2B5EF4-FFF2-40B4-BE49-F238E27FC236}">
                <a16:creationId xmlns:a16="http://schemas.microsoft.com/office/drawing/2014/main" id="{0021593E-EF11-4E99-A743-12303C3CB34B}"/>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9375"/>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13335">
            <a:solidFill>
              <a:srgbClr val="F5C33B"/>
            </a:solidFill>
            <a:prstDash val="solid"/>
          </a:ln>
        </p:spPr>
      </p:sp>
      <p:sp>
        <p:nvSpPr>
          <p:cNvPr id="136" name="">
            <a:extLst xmlns:a="http://schemas.openxmlformats.org/drawingml/2006/main">
              <a:ext uri="{FF2B5EF4-FFF2-40B4-BE49-F238E27FC236}">
                <a16:creationId xmlns:a16="http://schemas.microsoft.com/office/drawing/2014/main" id="{4D0816A6-B3DA-4A17-9353-8C1322A17B8A}"/>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年可量化节省 </a:t>
            </a:r>
            <a:r>
              <a:rPr sz="938" b="1">
                <a:solidFill>
                  <a:srgbClr val="D6E6F7"/>
                </a:solidFill>
                <a:latin typeface="微软雅黑"/>
                <a:ea typeface="微软雅黑"/>
                <a:cs typeface="微软雅黑"/>
              </a:rPr>
              <a:t>S = </a:t>
            </a:r>
            <a:r>
              <a:rPr sz="938">
                <a:solidFill>
                  <a:srgbClr val="D6E6F7"/>
                </a:solidFill>
                <a:latin typeface="微软雅黑"/>
                <a:ea typeface="微软雅黑"/>
                <a:cs typeface="微软雅黑"/>
              </a:rPr>
              <a:t>人力决策节省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停机带教工时节省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重复培训工时节省 </a:t>
            </a: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台账人工节省</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回收期 </a:t>
            </a:r>
            <a:r>
              <a:rPr sz="938" b="1">
                <a:solidFill>
                  <a:srgbClr val="D6E6F7"/>
                </a:solidFill>
                <a:latin typeface="微软雅黑"/>
                <a:ea typeface="微软雅黑"/>
                <a:cs typeface="微软雅黑"/>
              </a:rPr>
              <a:t>T = </a:t>
            </a:r>
            <a:r>
              <a:rPr sz="938">
                <a:solidFill>
                  <a:srgbClr val="D6E6F7"/>
                </a:solidFill>
                <a:latin typeface="微软雅黑"/>
                <a:ea typeface="微软雅黑"/>
                <a:cs typeface="微软雅黑"/>
              </a:rPr>
              <a:t>系统年费 </a:t>
            </a:r>
            <a:r>
              <a:rPr sz="938">
                <a:solidFill>
                  <a:srgbClr val="D6E6F7"/>
                </a:solidFill>
                <a:latin typeface="微软雅黑"/>
                <a:ea typeface="微软雅黑"/>
                <a:cs typeface="微软雅黑"/>
              </a:rPr>
              <a:t>÷ S　</a:t>
            </a:r>
            <a:r>
              <a:rPr sz="938">
                <a:solidFill>
                  <a:srgbClr val="D6E6F7"/>
                </a:solidFill>
                <a:latin typeface="微软雅黑"/>
                <a:ea typeface="微软雅黑"/>
                <a:cs typeface="微软雅黑"/>
              </a:rPr>
              <a:t>（按客户真实人均工时成本代入）</a:t>
            </a:r>
          </a:p>
        </p:txBody>
      </p:sp>
      <p:sp>
        <p:nvSpPr>
          <p:cNvPr id="137" name="">
            <a:extLst xmlns:a="http://schemas.openxmlformats.org/drawingml/2006/main">
              <a:ext uri="{FF2B5EF4-FFF2-40B4-BE49-F238E27FC236}">
                <a16:creationId xmlns:a16="http://schemas.microsoft.com/office/drawing/2014/main" id="{0C6F20DC-9CEE-4248-9183-D29EFD22EC94}"/>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38" name="">
            <a:extLst xmlns:a="http://schemas.openxmlformats.org/drawingml/2006/main">
              <a:ext uri="{FF2B5EF4-FFF2-40B4-BE49-F238E27FC236}">
                <a16:creationId xmlns:a16="http://schemas.microsoft.com/office/drawing/2014/main" id="{9A1C46F3-216A-4833-B8C1-B975DDE37BAF}"/>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176A1740-52C2-43E2-B9B2-E2550CB1EE83}"/>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人力决策节省</a:t>
            </a:r>
          </a:p>
        </p:txBody>
      </p:sp>
      <p:sp>
        <p:nvSpPr>
          <p:cNvPr id="140" name="">
            <a:extLst xmlns:a="http://schemas.openxmlformats.org/drawingml/2006/main">
              <a:ext uri="{FF2B5EF4-FFF2-40B4-BE49-F238E27FC236}">
                <a16:creationId xmlns:a16="http://schemas.microsoft.com/office/drawing/2014/main" id="{BD2B888F-3821-440A-A4BB-9F8481C81310}"/>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按转岗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招聘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外委组合与全外招口径之差计算</a:t>
            </a:r>
          </a:p>
        </p:txBody>
      </p:sp>
      <p:sp>
        <p:nvSpPr>
          <p:cNvPr id="141" name="">
            <a:extLst xmlns:a="http://schemas.openxmlformats.org/drawingml/2006/main">
              <a:ext uri="{FF2B5EF4-FFF2-40B4-BE49-F238E27FC236}">
                <a16:creationId xmlns:a16="http://schemas.microsoft.com/office/drawing/2014/main" id="{C8AF8CDD-404F-4895-B543-AED248BCF539}"/>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本次示范 </a:t>
            </a:r>
            <a:r>
              <a:rPr sz="825" b="1">
                <a:solidFill>
                  <a:srgbClr val="F5C33B"/>
                </a:solidFill>
                <a:latin typeface="微软雅黑"/>
                <a:ea typeface="微软雅黑"/>
                <a:cs typeface="微软雅黑"/>
              </a:rPr>
              <a:t>8 </a:t>
            </a:r>
            <a:r>
              <a:rPr sz="825" b="1">
                <a:solidFill>
                  <a:srgbClr val="F5C33B"/>
                </a:solidFill>
                <a:latin typeface="微软雅黑"/>
                <a:ea typeface="微软雅黑"/>
                <a:cs typeface="微软雅黑"/>
              </a:rPr>
              <a:t>万元 </a:t>
            </a:r>
            <a:r>
              <a:rPr sz="825" b="1">
                <a:solidFill>
                  <a:srgbClr val="F5C33B"/>
                </a:solidFill>
                <a:latin typeface="微软雅黑"/>
                <a:ea typeface="微软雅黑"/>
                <a:cs typeface="微软雅黑"/>
              </a:rPr>
              <a:t>/ </a:t>
            </a:r>
            <a:r>
              <a:rPr sz="825" b="1">
                <a:solidFill>
                  <a:srgbClr val="F5C33B"/>
                </a:solidFill>
                <a:latin typeface="微软雅黑"/>
                <a:ea typeface="微软雅黑"/>
                <a:cs typeface="微软雅黑"/>
              </a:rPr>
              <a:t>年</a:t>
            </a:r>
          </a:p>
        </p:txBody>
      </p:sp>
      <p:sp>
        <p:nvSpPr>
          <p:cNvPr id="142" name="">
            <a:extLst xmlns:a="http://schemas.openxmlformats.org/drawingml/2006/main">
              <a:ext uri="{FF2B5EF4-FFF2-40B4-BE49-F238E27FC236}">
                <a16:creationId xmlns:a16="http://schemas.microsoft.com/office/drawing/2014/main" id="{51AA86D0-2472-4458-8C70-34570FD22FC8}"/>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3" name="">
            <a:extLst xmlns:a="http://schemas.openxmlformats.org/drawingml/2006/main">
              <a:ext uri="{FF2B5EF4-FFF2-40B4-BE49-F238E27FC236}">
                <a16:creationId xmlns:a16="http://schemas.microsoft.com/office/drawing/2014/main" id="{9BC4B68C-9F3F-4A2D-A62A-1A259362FD90}"/>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44" name="">
            <a:extLst xmlns:a="http://schemas.openxmlformats.org/drawingml/2006/main">
              <a:ext uri="{FF2B5EF4-FFF2-40B4-BE49-F238E27FC236}">
                <a16:creationId xmlns:a16="http://schemas.microsoft.com/office/drawing/2014/main" id="{C029544C-D25D-40E6-A747-AE0458A0DF4D}"/>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停机带教工时</a:t>
            </a:r>
          </a:p>
        </p:txBody>
      </p:sp>
      <p:sp>
        <p:nvSpPr>
          <p:cNvPr id="145" name="">
            <a:extLst xmlns:a="http://schemas.openxmlformats.org/drawingml/2006/main">
              <a:ext uri="{FF2B5EF4-FFF2-40B4-BE49-F238E27FC236}">
                <a16:creationId xmlns:a16="http://schemas.microsoft.com/office/drawing/2014/main" id="{F912FFEE-F05F-4194-8BAA-4D8953B49225}"/>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按「带教人数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年带教工时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客户人均工时成本」计算</a:t>
            </a:r>
          </a:p>
        </p:txBody>
      </p:sp>
      <p:sp>
        <p:nvSpPr>
          <p:cNvPr id="146" name="">
            <a:extLst xmlns:a="http://schemas.openxmlformats.org/drawingml/2006/main">
              <a:ext uri="{FF2B5EF4-FFF2-40B4-BE49-F238E27FC236}">
                <a16:creationId xmlns:a16="http://schemas.microsoft.com/office/drawing/2014/main" id="{D995E132-FEE3-4E5A-9971-5BEB20A535C8}"/>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47" name="">
            <a:extLst xmlns:a="http://schemas.openxmlformats.org/drawingml/2006/main">
              <a:ext uri="{FF2B5EF4-FFF2-40B4-BE49-F238E27FC236}">
                <a16:creationId xmlns:a16="http://schemas.microsoft.com/office/drawing/2014/main" id="{6A7E359D-F814-4B03-AD8A-ABCBBEE48714}"/>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48" name="">
            <a:extLst xmlns:a="http://schemas.openxmlformats.org/drawingml/2006/main">
              <a:ext uri="{FF2B5EF4-FFF2-40B4-BE49-F238E27FC236}">
                <a16:creationId xmlns:a16="http://schemas.microsoft.com/office/drawing/2014/main" id="{88A734B7-1245-462A-B685-561417E52E03}"/>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49" name="">
            <a:extLst xmlns:a="http://schemas.openxmlformats.org/drawingml/2006/main">
              <a:ext uri="{FF2B5EF4-FFF2-40B4-BE49-F238E27FC236}">
                <a16:creationId xmlns:a16="http://schemas.microsoft.com/office/drawing/2014/main" id="{E32C4137-68C1-4977-88E1-65CD0D98EC5A}"/>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重复培训工时</a:t>
            </a:r>
          </a:p>
        </p:txBody>
      </p:sp>
      <p:sp>
        <p:nvSpPr>
          <p:cNvPr id="150" name="">
            <a:extLst xmlns:a="http://schemas.openxmlformats.org/drawingml/2006/main">
              <a:ext uri="{FF2B5EF4-FFF2-40B4-BE49-F238E27FC236}">
                <a16:creationId xmlns:a16="http://schemas.microsoft.com/office/drawing/2014/main" id="{459DB0E9-F6EC-4D3E-824F-104F50343A60}"/>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按「重复培训人数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课时 </a:t>
            </a:r>
            <a:r>
              <a:rPr sz="788" b="0">
                <a:solidFill>
                  <a:srgbClr val="D6E6F7"/>
                </a:solidFill>
                <a:latin typeface="微软雅黑"/>
                <a:ea typeface="微软雅黑"/>
                <a:cs typeface="微软雅黑"/>
              </a:rPr>
              <a:t>× </a:t>
            </a:r>
            <a:r>
              <a:rPr sz="788" b="0">
                <a:solidFill>
                  <a:srgbClr val="D6E6F7"/>
                </a:solidFill>
                <a:latin typeface="微软雅黑"/>
                <a:ea typeface="微软雅黑"/>
                <a:cs typeface="微软雅黑"/>
              </a:rPr>
              <a:t>人均工时成本」计算</a:t>
            </a:r>
          </a:p>
        </p:txBody>
      </p:sp>
      <p:sp>
        <p:nvSpPr>
          <p:cNvPr id="151" name="">
            <a:extLst xmlns:a="http://schemas.openxmlformats.org/drawingml/2006/main">
              <a:ext uri="{FF2B5EF4-FFF2-40B4-BE49-F238E27FC236}">
                <a16:creationId xmlns:a16="http://schemas.microsoft.com/office/drawing/2014/main" id="{9BBE38C5-9093-4B96-9239-E576EAC2CBBF}"/>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52" name="">
            <a:extLst xmlns:a="http://schemas.openxmlformats.org/drawingml/2006/main">
              <a:ext uri="{FF2B5EF4-FFF2-40B4-BE49-F238E27FC236}">
                <a16:creationId xmlns:a16="http://schemas.microsoft.com/office/drawing/2014/main" id="{80B64CCD-2E94-4ECE-8DBC-A3F776ED8E70}"/>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53" name="">
            <a:extLst xmlns:a="http://schemas.openxmlformats.org/drawingml/2006/main">
              <a:ext uri="{FF2B5EF4-FFF2-40B4-BE49-F238E27FC236}">
                <a16:creationId xmlns:a16="http://schemas.microsoft.com/office/drawing/2014/main" id="{243221FC-1DC5-4289-AF1E-5186EBE741C7}"/>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154" name="">
            <a:extLst xmlns:a="http://schemas.openxmlformats.org/drawingml/2006/main">
              <a:ext uri="{FF2B5EF4-FFF2-40B4-BE49-F238E27FC236}">
                <a16:creationId xmlns:a16="http://schemas.microsoft.com/office/drawing/2014/main" id="{B653D1A0-C70C-4F2B-B664-3EC7417F4FAC}"/>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台账与取证人工</a:t>
            </a:r>
          </a:p>
        </p:txBody>
      </p:sp>
      <p:sp>
        <p:nvSpPr>
          <p:cNvPr id="155" name="">
            <a:extLst xmlns:a="http://schemas.openxmlformats.org/drawingml/2006/main">
              <a:ext uri="{FF2B5EF4-FFF2-40B4-BE49-F238E27FC236}">
                <a16:creationId xmlns:a16="http://schemas.microsoft.com/office/drawing/2014/main" id="{56FC429A-04C6-44EB-A52F-743FAA42F85C}"/>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按「专人月均天数 </a:t>
            </a:r>
            <a:r>
              <a:rPr sz="788" b="0">
                <a:solidFill>
                  <a:srgbClr val="D6E6F7"/>
                </a:solidFill>
                <a:latin typeface="微软雅黑"/>
                <a:ea typeface="微软雅黑"/>
                <a:cs typeface="微软雅黑"/>
              </a:rPr>
              <a:t>× 12 × </a:t>
            </a:r>
            <a:r>
              <a:rPr sz="788" b="0">
                <a:solidFill>
                  <a:srgbClr val="D6E6F7"/>
                </a:solidFill>
                <a:latin typeface="微软雅黑"/>
                <a:ea typeface="微软雅黑"/>
                <a:cs typeface="微软雅黑"/>
              </a:rPr>
              <a:t>日均人工成本」计算</a:t>
            </a:r>
          </a:p>
        </p:txBody>
      </p:sp>
      <p:sp>
        <p:nvSpPr>
          <p:cNvPr id="156" name="">
            <a:extLst xmlns:a="http://schemas.openxmlformats.org/drawingml/2006/main">
              <a:ext uri="{FF2B5EF4-FFF2-40B4-BE49-F238E27FC236}">
                <a16:creationId xmlns:a16="http://schemas.microsoft.com/office/drawing/2014/main" id="{266E2B1F-BA28-4A47-BBBC-436657687664}"/>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157" name="">
            <a:extLst xmlns:a="http://schemas.openxmlformats.org/drawingml/2006/main">
              <a:ext uri="{FF2B5EF4-FFF2-40B4-BE49-F238E27FC236}">
                <a16:creationId xmlns:a16="http://schemas.microsoft.com/office/drawing/2014/main" id="{FE703F68-F6A5-4F76-B944-76572FAE6659}"/>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3636"/>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158" name="">
            <a:extLst xmlns:a="http://schemas.openxmlformats.org/drawingml/2006/main">
              <a:ext uri="{FF2B5EF4-FFF2-40B4-BE49-F238E27FC236}">
                <a16:creationId xmlns:a16="http://schemas.microsoft.com/office/drawing/2014/main" id="{7C1B1779-6592-4C80-AFB2-A16A4662A4E6}"/>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2705E"/>
          </a:solidFill>
          <a:ln xmlns:a="http://schemas.openxmlformats.org/drawingml/2006/main" w="0">
            <a:solidFill>
              <a:srgbClr val="000000"/>
            </a:solidFill>
            <a:prstDash val="solid"/>
          </a:ln>
        </p:spPr>
      </p:sp>
      <p:sp>
        <p:nvSpPr>
          <p:cNvPr id="159" name="">
            <a:extLst xmlns:a="http://schemas.openxmlformats.org/drawingml/2006/main">
              <a:ext uri="{FF2B5EF4-FFF2-40B4-BE49-F238E27FC236}">
                <a16:creationId xmlns:a16="http://schemas.microsoft.com/office/drawing/2014/main" id="{0DFB6678-85EF-4431-B762-D9A719D3310B}"/>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2705E"/>
                </a:solidFill>
                <a:latin typeface="微软雅黑"/>
                <a:ea typeface="微软雅黑"/>
                <a:cs typeface="微软雅黑"/>
              </a:defRPr>
            </a:pPr>
            <a:r>
              <a:rPr sz="938" b="1">
                <a:solidFill>
                  <a:srgbClr val="F2705E"/>
                </a:solidFill>
                <a:latin typeface="微软雅黑"/>
                <a:ea typeface="微软雅黑"/>
                <a:cs typeface="微软雅黑"/>
              </a:rPr>
              <a:t>事故与漏检风险</a:t>
            </a:r>
          </a:p>
        </p:txBody>
      </p:sp>
      <p:sp>
        <p:nvSpPr>
          <p:cNvPr id="160" name="">
            <a:extLst xmlns:a="http://schemas.openxmlformats.org/drawingml/2006/main">
              <a:ext uri="{FF2B5EF4-FFF2-40B4-BE49-F238E27FC236}">
                <a16:creationId xmlns:a16="http://schemas.microsoft.com/office/drawing/2014/main" id="{80FB1D6B-384D-4AB7-8931-8A48698E4B49}"/>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按行业风险成本口径估算，属机会成本</a:t>
            </a:r>
          </a:p>
        </p:txBody>
      </p:sp>
      <p:sp>
        <p:nvSpPr>
          <p:cNvPr id="161" name="">
            <a:extLst xmlns:a="http://schemas.openxmlformats.org/drawingml/2006/main">
              <a:ext uri="{FF2B5EF4-FFF2-40B4-BE49-F238E27FC236}">
                <a16:creationId xmlns:a16="http://schemas.microsoft.com/office/drawing/2014/main" id="{D503C0ED-4063-40ED-BEAB-A43C87579EC7}"/>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不计入回收期，单独提示</a:t>
            </a:r>
          </a:p>
        </p:txBody>
      </p:sp>
      <p:sp>
        <p:nvSpPr>
          <p:cNvPr id="162" name="">
            <a:extLst xmlns:a="http://schemas.openxmlformats.org/drawingml/2006/main">
              <a:ext uri="{FF2B5EF4-FFF2-40B4-BE49-F238E27FC236}">
                <a16:creationId xmlns:a16="http://schemas.microsoft.com/office/drawing/2014/main" id="{483EB00A-CFB7-4CE3-BEBD-5E8D22DF7EC4}"/>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w="0">
            <a:solidFill>
              <a:srgbClr val="000000"/>
            </a:solidFill>
            <a:prstDash val="solid"/>
          </a:ln>
        </p:spPr>
      </p:sp>
      <p:sp>
        <p:nvSpPr>
          <p:cNvPr id="163" name="">
            <a:extLst xmlns:a="http://schemas.openxmlformats.org/drawingml/2006/main">
              <a:ext uri="{FF2B5EF4-FFF2-40B4-BE49-F238E27FC236}">
                <a16:creationId xmlns:a16="http://schemas.microsoft.com/office/drawing/2014/main" id="{F5347FA5-F4D3-4971-9763-C289B37ECD9F}"/>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164" name="">
            <a:extLst xmlns:a="http://schemas.openxmlformats.org/drawingml/2006/main">
              <a:ext uri="{FF2B5EF4-FFF2-40B4-BE49-F238E27FC236}">
                <a16:creationId xmlns:a16="http://schemas.microsoft.com/office/drawing/2014/main" id="{2C4FFF1D-CABB-44E7-BEBB-CA5ED30CEBA8}"/>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65" name="">
            <a:extLst xmlns:a="http://schemas.openxmlformats.org/drawingml/2006/main">
              <a:ext uri="{FF2B5EF4-FFF2-40B4-BE49-F238E27FC236}">
                <a16:creationId xmlns:a16="http://schemas.microsoft.com/office/drawing/2014/main" id="{FABE7481-06CF-4A83-AF94-16B4C49B40EA}"/>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6" name="">
            <a:extLst xmlns:a="http://schemas.openxmlformats.org/drawingml/2006/main">
              <a:ext uri="{FF2B5EF4-FFF2-40B4-BE49-F238E27FC236}">
                <a16:creationId xmlns:a16="http://schemas.microsoft.com/office/drawing/2014/main" id="{F8B79E61-1325-4A22-BFD4-BA5A04505645}"/>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7" name="">
            <a:extLst xmlns:a="http://schemas.openxmlformats.org/drawingml/2006/main">
              <a:ext uri="{FF2B5EF4-FFF2-40B4-BE49-F238E27FC236}">
                <a16:creationId xmlns:a16="http://schemas.microsoft.com/office/drawing/2014/main" id="{07284597-D716-4F71-85A0-3E4124662332}"/>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168" name="">
            <a:extLst xmlns:a="http://schemas.openxmlformats.org/drawingml/2006/main">
              <a:ext uri="{FF2B5EF4-FFF2-40B4-BE49-F238E27FC236}">
                <a16:creationId xmlns:a16="http://schemas.microsoft.com/office/drawing/2014/main" id="{3C6B8B0B-23D3-4253-8711-826EEBD9B32B}"/>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169" name="">
            <a:extLst xmlns:a="http://schemas.openxmlformats.org/drawingml/2006/main">
              <a:ext uri="{FF2B5EF4-FFF2-40B4-BE49-F238E27FC236}">
                <a16:creationId xmlns:a16="http://schemas.microsoft.com/office/drawing/2014/main" id="{3311CB1B-E422-49E2-9BB1-5019E6D39E64}"/>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170" name="">
            <a:extLst xmlns:a="http://schemas.openxmlformats.org/drawingml/2006/main">
              <a:ext uri="{FF2B5EF4-FFF2-40B4-BE49-F238E27FC236}">
                <a16:creationId xmlns:a16="http://schemas.microsoft.com/office/drawing/2014/main" id="{89977E8E-B1F6-40CB-AC08-65C24BEF4BE1}"/>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35</a:t>
            </a:r>
          </a:p>
        </p:txBody>
      </p:sp>
    </p:spTree>
    <p:extLst>
      <p:ext uri="{BB962C8B-B14F-4D97-AF65-F5344CB8AC3E}">
        <p14:creationId xmlns:p14="http://schemas.microsoft.com/office/powerpoint/2010/main" val="279894352"/>
      </p:ext>
    </p:extLst>
  </p:cSld>
</p:sld>
</file>

<file path=ppt/slides/slide3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5de33a6c89934d7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07A309-A33F-43D3-99B2-3E46333806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7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0D41DE0-1E96-44D1-9171-F0E15978709D}"/>
              </a:ext>
            </a:extLst>
          </p:cNvPr>
          <p:cNvSpPr>
            <a:spLocks xmlns:a="http://schemas.openxmlformats.org/drawingml/2006/main" noGrp="1"/>
          </p:cNvSpPr>
          <p:nvPr/>
        </p:nvSpPr>
        <p:spPr>
          <a:xfrm xmlns:a="http://schemas.openxmlformats.org/drawingml/2006/main">
            <a:off x="7715250" y="0"/>
            <a:ext cx="4476750" cy="3905250"/>
          </a:xfrm>
          <a:prstGeom xmlns:a="http://schemas.openxmlformats.org/drawingml/2006/main" prst="ellipse">
            <a:avLst/>
          </a:prstGeom>
          <a:gradFill xmlns:a="http://schemas.openxmlformats.org/drawingml/2006/main">
            <a:gsLst>
              <a:gs pos="0">
                <a:srgbClr val="3FD08A">
                  <a:alpha val="15000"/>
                </a:srgbClr>
              </a:gs>
              <a:gs pos="45000">
                <a:srgbClr val="3FD08A">
                  <a:alpha val="6000"/>
                </a:srgbClr>
              </a:gs>
              <a:gs pos="100000">
                <a:srgbClr val="3FD08A">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52EC19A-4046-4057-A7E8-189212D3CA80}"/>
              </a:ext>
            </a:extLst>
          </p:cNvPr>
          <p:cNvSpPr>
            <a:spLocks xmlns:a="http://schemas.openxmlformats.org/drawingml/2006/main" noGrp="1"/>
          </p:cNvSpPr>
          <p:nvPr/>
        </p:nvSpPr>
        <p:spPr>
          <a:xfrm xmlns:a="http://schemas.openxmlformats.org/drawingml/2006/main">
            <a:off x="0" y="3810000"/>
            <a:ext cx="3429000" cy="3048000"/>
          </a:xfrm>
          <a:prstGeom xmlns:a="http://schemas.openxmlformats.org/drawingml/2006/main" prst="ellipse">
            <a:avLst/>
          </a:prstGeom>
          <a:gradFill xmlns:a="http://schemas.openxmlformats.org/drawingml/2006/main">
            <a:gsLst>
              <a:gs pos="0">
                <a:srgbClr val="2E86E8">
                  <a:alpha val="12000"/>
                </a:srgbClr>
              </a:gs>
              <a:gs pos="45000">
                <a:srgbClr val="2E86E8">
                  <a:alpha val="5000"/>
                </a:srgbClr>
              </a:gs>
              <a:gs pos="100000">
                <a:srgbClr val="2E86E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10C69BA-F936-41EF-AA1A-C2353BE6D275}"/>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pattFill xmlns:a="http://schemas.openxmlformats.org/drawingml/2006/main" prst="dotGrid">
            <a:fgClr>
              <a:srgbClr val="2A6BAE">
                <a:alpha val="50000"/>
              </a:srgbClr>
            </a:fgClr>
            <a:bgClr>
              <a:srgbClr val="0A2144"/>
            </a:bgClr>
          </a:patt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792D7D2-4B40-4E31-876A-A0300F6D6213}"/>
              </a:ext>
            </a:extLst>
          </p:cNvPr>
          <p:cNvSpPr>
            <a:spLocks xmlns:a="http://schemas.openxmlformats.org/drawingml/2006/main" noGrp="1"/>
          </p:cNvSpPr>
          <p:nvPr/>
        </p:nvSpPr>
        <p:spPr>
          <a:xfrm xmlns:a="http://schemas.openxmlformats.org/drawingml/2006/main">
            <a:off x="9601200" y="914400"/>
            <a:ext cx="1962150" cy="838200"/>
          </a:xfrm>
          <a:prstGeom xmlns:a="http://schemas.openxmlformats.org/drawingml/2006/main" prst="rect">
            <a:avLst/>
          </a:prstGeom>
          <a:noFill xmlns:a="http://schemas.openxmlformats.org/drawingml/2006/main"/>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1EF3EBD9-35A3-447A-9765-15BCA111DA9B}"/>
              </a:ext>
            </a:extLst>
          </p:cNvPr>
          <p:cNvSpPr>
            <a:spLocks xmlns:a="http://schemas.openxmlformats.org/drawingml/2006/main" noGrp="1"/>
          </p:cNvSpPr>
          <p:nvPr/>
        </p:nvSpPr>
        <p:spPr>
          <a:xfrm xmlns:a="http://schemas.openxmlformats.org/drawingml/2006/main">
            <a:off x="9601200" y="914400"/>
            <a:ext cx="590550" cy="28575"/>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ADF8CE53-0883-4AC5-9706-6A99DDDD7F64}"/>
              </a:ext>
            </a:extLst>
          </p:cNvPr>
          <p:cNvSpPr>
            <a:spLocks xmlns:a="http://schemas.openxmlformats.org/drawingml/2006/main" noGrp="1"/>
          </p:cNvSpPr>
          <p:nvPr/>
        </p:nvSpPr>
        <p:spPr>
          <a:xfrm xmlns:a="http://schemas.openxmlformats.org/drawingml/2006/main">
            <a:off x="3238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DD516DE-8685-4C98-8190-F9C66216C4C3}"/>
              </a:ext>
            </a:extLst>
          </p:cNvPr>
          <p:cNvSpPr>
            <a:spLocks xmlns:a="http://schemas.openxmlformats.org/drawingml/2006/main" noGrp="1"/>
          </p:cNvSpPr>
          <p:nvPr/>
        </p:nvSpPr>
        <p:spPr>
          <a:xfrm xmlns:a="http://schemas.openxmlformats.org/drawingml/2006/main">
            <a:off x="3238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567CCE05-2A63-4537-9A14-9B08310C96DF}"/>
              </a:ext>
            </a:extLst>
          </p:cNvPr>
          <p:cNvSpPr>
            <a:spLocks xmlns:a="http://schemas.openxmlformats.org/drawingml/2006/main" noGrp="1"/>
          </p:cNvSpPr>
          <p:nvPr/>
        </p:nvSpPr>
        <p:spPr>
          <a:xfrm xmlns:a="http://schemas.openxmlformats.org/drawingml/2006/main">
            <a:off x="4286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375F97C-9D65-4CE5-9325-A79B576C4379}"/>
              </a:ext>
            </a:extLst>
          </p:cNvPr>
          <p:cNvSpPr>
            <a:spLocks xmlns:a="http://schemas.openxmlformats.org/drawingml/2006/main" noGrp="1"/>
          </p:cNvSpPr>
          <p:nvPr/>
        </p:nvSpPr>
        <p:spPr>
          <a:xfrm xmlns:a="http://schemas.openxmlformats.org/drawingml/2006/main">
            <a:off x="4286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54F00C2-2205-4EF2-8FE2-0950D858AE9E}"/>
              </a:ext>
            </a:extLst>
          </p:cNvPr>
          <p:cNvSpPr>
            <a:spLocks xmlns:a="http://schemas.openxmlformats.org/drawingml/2006/main" noGrp="1"/>
          </p:cNvSpPr>
          <p:nvPr/>
        </p:nvSpPr>
        <p:spPr>
          <a:xfrm xmlns:a="http://schemas.openxmlformats.org/drawingml/2006/main">
            <a:off x="53340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CAB8081-6917-4E63-82E3-9C4EA1E27117}"/>
              </a:ext>
            </a:extLst>
          </p:cNvPr>
          <p:cNvSpPr>
            <a:spLocks xmlns:a="http://schemas.openxmlformats.org/drawingml/2006/main" noGrp="1"/>
          </p:cNvSpPr>
          <p:nvPr/>
        </p:nvSpPr>
        <p:spPr>
          <a:xfrm xmlns:a="http://schemas.openxmlformats.org/drawingml/2006/main">
            <a:off x="53340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3A025CEB-CEF3-48A0-930D-5E15B8290079}"/>
              </a:ext>
            </a:extLst>
          </p:cNvPr>
          <p:cNvSpPr>
            <a:spLocks xmlns:a="http://schemas.openxmlformats.org/drawingml/2006/main" noGrp="1"/>
          </p:cNvSpPr>
          <p:nvPr/>
        </p:nvSpPr>
        <p:spPr>
          <a:xfrm xmlns:a="http://schemas.openxmlformats.org/drawingml/2006/main">
            <a:off x="63817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80D9915E-68F8-4FEF-939E-A167FA4E931B}"/>
              </a:ext>
            </a:extLst>
          </p:cNvPr>
          <p:cNvSpPr>
            <a:spLocks xmlns:a="http://schemas.openxmlformats.org/drawingml/2006/main" noGrp="1"/>
          </p:cNvSpPr>
          <p:nvPr/>
        </p:nvSpPr>
        <p:spPr>
          <a:xfrm xmlns:a="http://schemas.openxmlformats.org/drawingml/2006/main">
            <a:off x="63817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47BDBE6B-7099-4BF6-9BD2-0B4D6E3E1C72}"/>
              </a:ext>
            </a:extLst>
          </p:cNvPr>
          <p:cNvSpPr>
            <a:spLocks xmlns:a="http://schemas.openxmlformats.org/drawingml/2006/main" noGrp="1"/>
          </p:cNvSpPr>
          <p:nvPr/>
        </p:nvSpPr>
        <p:spPr>
          <a:xfrm xmlns:a="http://schemas.openxmlformats.org/drawingml/2006/main">
            <a:off x="742950"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57DA4BA-2147-4690-B23E-AA8B26057364}"/>
              </a:ext>
            </a:extLst>
          </p:cNvPr>
          <p:cNvSpPr>
            <a:spLocks xmlns:a="http://schemas.openxmlformats.org/drawingml/2006/main" noGrp="1"/>
          </p:cNvSpPr>
          <p:nvPr/>
        </p:nvSpPr>
        <p:spPr>
          <a:xfrm xmlns:a="http://schemas.openxmlformats.org/drawingml/2006/main">
            <a:off x="742950"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C6E4301-1EFF-4E79-B2DD-B53EEF2147F4}"/>
              </a:ext>
            </a:extLst>
          </p:cNvPr>
          <p:cNvSpPr>
            <a:spLocks xmlns:a="http://schemas.openxmlformats.org/drawingml/2006/main" noGrp="1"/>
          </p:cNvSpPr>
          <p:nvPr/>
        </p:nvSpPr>
        <p:spPr>
          <a:xfrm xmlns:a="http://schemas.openxmlformats.org/drawingml/2006/main">
            <a:off x="847725" y="6305550"/>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CBA5092-20A0-417E-8620-15FB9682B650}"/>
              </a:ext>
            </a:extLst>
          </p:cNvPr>
          <p:cNvSpPr>
            <a:spLocks xmlns:a="http://schemas.openxmlformats.org/drawingml/2006/main" noGrp="1"/>
          </p:cNvSpPr>
          <p:nvPr/>
        </p:nvSpPr>
        <p:spPr>
          <a:xfrm xmlns:a="http://schemas.openxmlformats.org/drawingml/2006/main">
            <a:off x="847725" y="6410325"/>
            <a:ext cx="20955" cy="20955"/>
          </a:xfrm>
          <a:prstGeom xmlns:a="http://schemas.openxmlformats.org/drawingml/2006/main" prst="ellipse">
            <a:avLst/>
          </a:prstGeom>
          <a:solidFill xmlns:a="http://schemas.openxmlformats.org/drawingml/2006/main">
            <a:srgbClr val="3FD08A">
              <a:alpha val="4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F8BC5339-84DD-4512-8CA4-469D32B22D17}"/>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21" name="">
            <a:extLst xmlns:a="http://schemas.openxmlformats.org/drawingml/2006/main">
              <a:ext uri="{FF2B5EF4-FFF2-40B4-BE49-F238E27FC236}">
                <a16:creationId xmlns:a16="http://schemas.microsoft.com/office/drawing/2014/main" id="{16949A9C-8519-474D-BB17-5BB0294E5DE7}"/>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22" name="">
            <a:extLst xmlns:a="http://schemas.openxmlformats.org/drawingml/2006/main">
              <a:ext uri="{FF2B5EF4-FFF2-40B4-BE49-F238E27FC236}">
                <a16:creationId xmlns:a16="http://schemas.microsoft.com/office/drawing/2014/main" id="{EBAD2288-2A75-453B-8D1C-EF29D36109CB}"/>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C79F26A9-6D4B-4767-A0C8-9CF76D7BDE43}"/>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1CD72DD-5F95-4E57-8263-ADEF3364031B}"/>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F65FA5E7-E5BE-4573-8EEF-A17D6FDD31F7}"/>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5594D6A-4C82-48EB-A607-C95599ADC57D}"/>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D63F911-E6E8-4833-B643-6F43860EC648}"/>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3AB1B217-8075-4587-B89D-DCBFA7B84752}"/>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B14D0CE-05D8-498C-AF42-BE7F69EE087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3FD08A">
              <a:alpha val="5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B15C7EC-12C2-42AE-8BB7-71E2BB5A632F}"/>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60A44B20-6140-4F7E-8F6F-A811A393214E}"/>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3240CCE-6774-42A1-8322-AFAE9FA9BD01}"/>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D5D62A33-D861-46E8-8742-16649061B53C}"/>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EA951DF1-82E0-484C-9584-2D4371407FB6}"/>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C9396D1-0DBE-4861-AFF5-5A0DE5ACA37C}"/>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5DEDF5E5-08B2-4699-AE94-2D460E0DBAF9}"/>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E5CBD25-9CF3-4492-82BB-690ED791DDDC}"/>
              </a:ext>
            </a:extLst>
          </p:cNvPr>
          <p:cNvSpPr>
            <a:spLocks xmlns:a="http://schemas.openxmlformats.org/drawingml/2006/main" noGrp="1"/>
          </p:cNvSpPr>
          <p:nvPr/>
        </p:nvSpPr>
        <p:spPr>
          <a:xfrm xmlns:a="http://schemas.openxmlformats.org/drawingml/2006/main">
            <a:off x="0" y="0"/>
            <a:ext cx="12192000" cy="628650"/>
          </a:xfrm>
          <a:prstGeom xmlns:a="http://schemas.openxmlformats.org/drawingml/2006/main" prst="rect">
            <a:avLst/>
          </a:prstGeom>
          <a:gradFill xmlns:a="http://schemas.openxmlformats.org/drawingml/2006/main">
            <a:gsLst>
              <a:gs pos="0">
                <a:srgbClr val="05192F"/>
              </a:gs>
              <a:gs pos="58000">
                <a:srgbClr val="071E3A"/>
              </a:gs>
              <a:gs pos="100000">
                <a:srgbClr val="04142B"/>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92F7908-17F2-4CAA-87E3-6EDBAD04AFC3}"/>
              </a:ext>
            </a:extLst>
          </p:cNvPr>
          <p:cNvSpPr>
            <a:spLocks xmlns:a="http://schemas.openxmlformats.org/drawingml/2006/main" noGrp="1"/>
          </p:cNvSpPr>
          <p:nvPr/>
        </p:nvSpPr>
        <p:spPr>
          <a:xfrm xmlns:a="http://schemas.openxmlformats.org/drawingml/2006/main">
            <a:off x="9372600" y="0"/>
            <a:ext cx="2819400" cy="628650"/>
          </a:xfrm>
          <a:prstGeom xmlns:a="http://schemas.openxmlformats.org/drawingml/2006/main" prst="rect">
            <a:avLst/>
          </a:prstGeom>
          <a:pattFill xmlns:a="http://schemas.openxmlformats.org/drawingml/2006/main" prst="narVert">
            <a:fgClr>
              <a:srgbClr val="2A6BAE">
                <a:alpha val="42000"/>
              </a:srgbClr>
            </a:fgClr>
            <a:bgClr>
              <a:srgbClr val="061B36"/>
            </a:bgClr>
          </a:patt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4F9C3844-DA14-44E5-AFD5-9F5639C84BCF}"/>
              </a:ext>
            </a:extLst>
          </p:cNvPr>
          <p:cNvSpPr>
            <a:spLocks xmlns:a="http://schemas.openxmlformats.org/drawingml/2006/main" noGrp="1"/>
          </p:cNvSpPr>
          <p:nvPr/>
        </p:nvSpPr>
        <p:spPr>
          <a:xfrm xmlns:a="http://schemas.openxmlformats.org/drawingml/2006/main">
            <a:off x="0" y="0"/>
            <a:ext cx="66675" cy="628650"/>
          </a:xfrm>
          <a:prstGeom xmlns:a="http://schemas.openxmlformats.org/drawingml/2006/main" prst="rect">
            <a:avLst/>
          </a:prstGeom>
          <a:gradFill xmlns:a="http://schemas.openxmlformats.org/drawingml/2006/main">
            <a:gsLst>
              <a:gs pos="0">
                <a:srgbClr val="3FD08A"/>
              </a:gs>
              <a:gs pos="100000">
                <a:srgbClr val="3FD08A">
                  <a:alpha val="0"/>
                </a:srgbClr>
              </a:gs>
            </a:gsLst>
            <a:lin ang="5400000"/>
          </a:gra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52DD007B-AED8-4036-8ACC-60EC8F72E8E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5C33B"/>
              </a:gs>
              <a:gs pos="24000">
                <a:srgbClr val="F5C33B">
                  <a:alpha val="55000"/>
                </a:srgbClr>
              </a:gs>
              <a:gs pos="68000">
                <a:srgbClr val="3FD08A">
                  <a:alpha val="45000"/>
                </a:srgbClr>
              </a:gs>
              <a:gs pos="100000">
                <a:srgbClr val="3FD08A">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50CBAD87-D915-4893-8092-A0B3F32C7F1A}"/>
              </a:ext>
            </a:extLst>
          </p:cNvPr>
          <p:cNvSpPr>
            <a:spLocks xmlns:a="http://schemas.openxmlformats.org/drawingml/2006/main" noGrp="1"/>
          </p:cNvSpPr>
          <p:nvPr/>
        </p:nvSpPr>
        <p:spPr>
          <a:xfrm xmlns:a="http://schemas.openxmlformats.org/drawingml/2006/main">
            <a:off x="9677400" y="190500"/>
            <a:ext cx="22669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广东科技学院 </a:t>
            </a:r>
            <a:r>
              <a:rPr sz="938" b="0">
                <a:solidFill>
                  <a:srgbClr val="7A9CC4"/>
                </a:solidFill>
                <a:latin typeface="微软雅黑"/>
                <a:ea typeface="微软雅黑"/>
                <a:cs typeface="微软雅黑"/>
              </a:rPr>
              <a:t>· </a:t>
            </a:r>
            <a:r>
              <a:rPr sz="938" b="0">
                <a:solidFill>
                  <a:srgbClr val="7A9CC4"/>
                </a:solidFill>
                <a:latin typeface="微软雅黑"/>
                <a:ea typeface="微软雅黑"/>
                <a:cs typeface="微软雅黑"/>
              </a:rPr>
              <a:t>逐光造梦</a:t>
            </a:r>
          </a:p>
        </p:txBody>
      </p:sp>
      <p:sp>
        <p:nvSpPr>
          <p:cNvPr id="42" name="">
            <a:extLst xmlns:a="http://schemas.openxmlformats.org/drawingml/2006/main">
              <a:ext uri="{FF2B5EF4-FFF2-40B4-BE49-F238E27FC236}">
                <a16:creationId xmlns:a16="http://schemas.microsoft.com/office/drawing/2014/main" id="{B75892EA-577C-4FAB-A146-01126BCCD286}"/>
              </a:ext>
            </a:extLst>
          </p:cNvPr>
          <p:cNvSpPr>
            <a:spLocks xmlns:a="http://schemas.openxmlformats.org/drawingml/2006/main" noGrp="1"/>
          </p:cNvSpPr>
          <p:nvPr/>
        </p:nvSpPr>
        <p:spPr>
          <a:xfrm xmlns:a="http://schemas.openxmlformats.org/drawingml/2006/main">
            <a:off x="9448800" y="276225"/>
            <a:ext cx="66675" cy="66675"/>
          </a:xfrm>
          <a:prstGeom xmlns:a="http://schemas.openxmlformats.org/drawingml/2006/main" prst="diamond">
            <a:avLst/>
          </a:prstGeom>
          <a:solidFill xmlns:a="http://schemas.openxmlformats.org/drawingml/2006/main">
            <a:srgbClr val="3FD08A"/>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9A17E2B0-3DFD-4029-93D9-FF0D01A24BC6}"/>
              </a:ext>
            </a:extLst>
          </p:cNvPr>
          <p:cNvSpPr>
            <a:spLocks xmlns:a="http://schemas.openxmlformats.org/drawingml/2006/main" noGrp="1"/>
          </p:cNvSpPr>
          <p:nvPr/>
        </p:nvSpPr>
        <p:spPr>
          <a:xfrm xmlns:a="http://schemas.openxmlformats.org/drawingml/2006/main">
            <a:off x="9544050" y="285750"/>
            <a:ext cx="47625" cy="47625"/>
          </a:xfrm>
          <a:prstGeom xmlns:a="http://schemas.openxmlformats.org/drawingml/2006/main" prst="diamond">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F06F270-C40C-4E12-ABBD-78EB645F87E9}"/>
              </a:ext>
            </a:extLst>
          </p:cNvPr>
          <p:cNvSpPr>
            <a:spLocks xmlns:a="http://schemas.openxmlformats.org/drawingml/2006/main" noGrp="1"/>
          </p:cNvSpPr>
          <p:nvPr/>
        </p:nvSpPr>
        <p:spPr>
          <a:xfrm xmlns:a="http://schemas.openxmlformats.org/drawingml/2006/main">
            <a:off x="95250" y="19050"/>
            <a:ext cx="1028700" cy="590550"/>
          </a:xfrm>
          <a:prstGeom xmlns:a="http://schemas.openxmlformats.org/drawingml/2006/main" prst="ellipse">
            <a:avLst/>
          </a:prstGeom>
          <a:gradFill xmlns:a="http://schemas.openxmlformats.org/drawingml/2006/main">
            <a:gsLst>
              <a:gs pos="0">
                <a:srgbClr val="3FD08A">
                  <a:alpha val="26000"/>
                </a:srgbClr>
              </a:gs>
              <a:gs pos="45000">
                <a:srgbClr val="3FD08A">
                  <a:alpha val="10000"/>
                </a:srgbClr>
              </a:gs>
              <a:gs pos="100000">
                <a:srgbClr val="3FD08A">
                  <a:alpha val="0"/>
                </a:srgbClr>
              </a:gs>
            </a:gsLst>
            <a:path path="shape"/>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4C02206E-C0F5-4D1D-8C06-1F88301E43CA}"/>
              </a:ext>
            </a:extLst>
          </p:cNvPr>
          <p:cNvSpPr>
            <a:spLocks xmlns:a="http://schemas.openxmlformats.org/drawingml/2006/main" noGrp="1"/>
          </p:cNvSpPr>
          <p:nvPr/>
        </p:nvSpPr>
        <p:spPr>
          <a:xfrm xmlns:a="http://schemas.openxmlformats.org/drawingml/2006/main">
            <a:off x="171450" y="95250"/>
            <a:ext cx="628650" cy="438150"/>
          </a:xfrm>
          <a:prstGeom xmlns:a="http://schemas.openxmlformats.org/drawingml/2006/main" prst="hexagon">
            <a:avLst/>
          </a:prstGeom>
          <a:gradFill xmlns:a="http://schemas.openxmlformats.org/drawingml/2006/main">
            <a:gsLst>
              <a:gs pos="0">
                <a:srgbClr val="3FD08A"/>
              </a:gs>
              <a:gs pos="100000">
                <a:srgbClr val="206845"/>
              </a:gs>
            </a:gsLst>
            <a:lin ang="8100000"/>
          </a:gradFill>
          <a:ln xmlns:a="http://schemas.openxmlformats.org/drawingml/2006/main" w="11906">
            <a:solidFill>
              <a:srgbClr val="F5C33B"/>
            </a:solidFill>
            <a:prstDash val="solid"/>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4203A"/>
                </a:solidFill>
                <a:latin typeface="Bahnschrift SemiBold"/>
                <a:ea typeface="Bahnschrift SemiBold"/>
                <a:cs typeface="Bahnschrift SemiBold"/>
              </a:defRPr>
            </a:pPr>
            <a:r>
              <a:rPr sz="1350" b="1">
                <a:solidFill>
                  <a:srgbClr val="04203A"/>
                </a:solidFill>
                <a:latin typeface="Bahnschrift SemiBold"/>
                <a:ea typeface="Bahnschrift SemiBold"/>
                <a:cs typeface="Bahnschrift SemiBold"/>
              </a:rPr>
              <a:t>06</a:t>
            </a:r>
          </a:p>
        </p:txBody>
      </p:sp>
      <p:sp>
        <p:nvSpPr>
          <p:cNvPr id="46" name="">
            <a:extLst xmlns:a="http://schemas.openxmlformats.org/drawingml/2006/main">
              <a:ext uri="{FF2B5EF4-FFF2-40B4-BE49-F238E27FC236}">
                <a16:creationId xmlns:a16="http://schemas.microsoft.com/office/drawing/2014/main" id="{AC4B82DF-A50A-4FDA-960D-88045CEBDEAC}"/>
              </a:ext>
            </a:extLst>
          </p:cNvPr>
          <p:cNvSpPr>
            <a:spLocks xmlns:a="http://schemas.openxmlformats.org/drawingml/2006/main" noGrp="1"/>
          </p:cNvSpPr>
          <p:nvPr/>
        </p:nvSpPr>
        <p:spPr>
          <a:xfrm xmlns:a="http://schemas.openxmlformats.org/drawingml/2006/main">
            <a:off x="876300" y="114300"/>
            <a:ext cx="24765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spc="2">
                <a:solidFill>
                  <a:srgbClr val="FFFFFF"/>
                </a:solidFill>
                <a:latin typeface="微软雅黑"/>
                <a:ea typeface="微软雅黑"/>
                <a:cs typeface="微软雅黑"/>
              </a:defRPr>
            </a:pPr>
            <a:r>
              <a:rPr sz="1575" b="1" spc="2">
                <a:solidFill>
                  <a:srgbClr val="FFFFFF"/>
                </a:solidFill>
                <a:latin typeface="微软雅黑"/>
                <a:ea typeface="微软雅黑"/>
                <a:cs typeface="微软雅黑"/>
              </a:rPr>
              <a:t>成果与价值</a:t>
            </a:r>
          </a:p>
        </p:txBody>
      </p:sp>
      <p:sp>
        <p:nvSpPr>
          <p:cNvPr id="47" name="">
            <a:extLst xmlns:a="http://schemas.openxmlformats.org/drawingml/2006/main">
              <a:ext uri="{FF2B5EF4-FFF2-40B4-BE49-F238E27FC236}">
                <a16:creationId xmlns:a16="http://schemas.microsoft.com/office/drawing/2014/main" id="{D763F54F-69ED-4FBA-A5A4-5CC44D0F68E0}"/>
              </a:ext>
            </a:extLst>
          </p:cNvPr>
          <p:cNvSpPr>
            <a:spLocks xmlns:a="http://schemas.openxmlformats.org/drawingml/2006/main" noGrp="1"/>
          </p:cNvSpPr>
          <p:nvPr/>
        </p:nvSpPr>
        <p:spPr>
          <a:xfrm xmlns:a="http://schemas.openxmlformats.org/drawingml/2006/main">
            <a:off x="2000250" y="152400"/>
            <a:ext cx="19050" cy="247650"/>
          </a:xfrm>
          <a:prstGeom xmlns:a="http://schemas.openxmlformats.org/drawingml/2006/main" prst="rect">
            <a:avLst/>
          </a:prstGeom>
          <a:gradFill xmlns:a="http://schemas.openxmlformats.org/drawingml/2006/main">
            <a:gsLst>
              <a:gs pos="0">
                <a:srgbClr val="3FD08A"/>
              </a:gs>
              <a:gs pos="100000">
                <a:srgbClr val="3FD08A">
                  <a:alpha val="2000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C7BFC723-E37B-46D4-B075-F91FF2B98D7F}"/>
              </a:ext>
            </a:extLst>
          </p:cNvPr>
          <p:cNvSpPr>
            <a:spLocks xmlns:a="http://schemas.openxmlformats.org/drawingml/2006/main" noGrp="1"/>
          </p:cNvSpPr>
          <p:nvPr/>
        </p:nvSpPr>
        <p:spPr>
          <a:xfrm xmlns:a="http://schemas.openxmlformats.org/drawingml/2006/main">
            <a:off x="2133600" y="142875"/>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88" b="0">
                <a:solidFill>
                  <a:srgbClr val="9FC2E8"/>
                </a:solidFill>
                <a:latin typeface="微软雅黑"/>
                <a:ea typeface="微软雅黑"/>
                <a:cs typeface="微软雅黑"/>
              </a:defRPr>
            </a:pPr>
            <a:r>
              <a:rPr sz="1088" b="0">
                <a:solidFill>
                  <a:srgbClr val="9FC2E8"/>
                </a:solidFill>
                <a:latin typeface="微软雅黑"/>
                <a:ea typeface="微软雅黑"/>
                <a:cs typeface="微软雅黑"/>
              </a:rPr>
              <a:t>未来展望：三阶段演进</a:t>
            </a:r>
          </a:p>
        </p:txBody>
      </p:sp>
      <p:sp>
        <p:nvSpPr>
          <p:cNvPr id="49" name="">
            <a:extLst xmlns:a="http://schemas.openxmlformats.org/drawingml/2006/main">
              <a:ext uri="{FF2B5EF4-FFF2-40B4-BE49-F238E27FC236}">
                <a16:creationId xmlns:a16="http://schemas.microsoft.com/office/drawing/2014/main" id="{E9A95559-711B-44D9-82C2-79BDC096D2EE}"/>
              </a:ext>
            </a:extLst>
          </p:cNvPr>
          <p:cNvSpPr>
            <a:spLocks xmlns:a="http://schemas.openxmlformats.org/drawingml/2006/main" noGrp="1"/>
          </p:cNvSpPr>
          <p:nvPr/>
        </p:nvSpPr>
        <p:spPr>
          <a:xfrm xmlns:a="http://schemas.openxmlformats.org/drawingml/2006/main">
            <a:off x="876300" y="438150"/>
            <a:ext cx="1047750" cy="14478"/>
          </a:xfrm>
          <a:prstGeom xmlns:a="http://schemas.openxmlformats.org/drawingml/2006/main" prst="rect">
            <a:avLst/>
          </a:prstGeom>
          <a:gradFill xmlns:a="http://schemas.openxmlformats.org/drawingml/2006/main">
            <a:gsLst>
              <a:gs pos="0">
                <a:srgbClr val="3FD08A"/>
              </a:gs>
              <a:gs pos="100000">
                <a:srgbClr val="3FD08A">
                  <a:alpha val="0"/>
                </a:srgbClr>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0BAD28A-B8C3-4370-9B0D-9DD06076D33C}"/>
              </a:ext>
            </a:extLst>
          </p:cNvPr>
          <p:cNvSpPr>
            <a:spLocks xmlns:a="http://schemas.openxmlformats.org/drawingml/2006/main" noGrp="1"/>
          </p:cNvSpPr>
          <p:nvPr/>
        </p:nvSpPr>
        <p:spPr>
          <a:xfrm xmlns:a="http://schemas.openxmlformats.org/drawingml/2006/main">
            <a:off x="8763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A99854E-F193-4977-BC2F-1243635D6B14}"/>
              </a:ext>
            </a:extLst>
          </p:cNvPr>
          <p:cNvSpPr>
            <a:spLocks xmlns:a="http://schemas.openxmlformats.org/drawingml/2006/main" noGrp="1"/>
          </p:cNvSpPr>
          <p:nvPr/>
        </p:nvSpPr>
        <p:spPr>
          <a:xfrm xmlns:a="http://schemas.openxmlformats.org/drawingml/2006/main">
            <a:off x="93345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53BB5219-D4DB-48DD-888D-C8D4048C5AAD}"/>
              </a:ext>
            </a:extLst>
          </p:cNvPr>
          <p:cNvSpPr>
            <a:spLocks xmlns:a="http://schemas.openxmlformats.org/drawingml/2006/main" noGrp="1"/>
          </p:cNvSpPr>
          <p:nvPr/>
        </p:nvSpPr>
        <p:spPr>
          <a:xfrm xmlns:a="http://schemas.openxmlformats.org/drawingml/2006/main">
            <a:off x="990600" y="400050"/>
            <a:ext cx="22860" cy="22860"/>
          </a:xfrm>
          <a:prstGeom xmlns:a="http://schemas.openxmlformats.org/drawingml/2006/main" prst="ellipse">
            <a:avLst/>
          </a:prstGeom>
          <a:solidFill xmlns:a="http://schemas.openxmlformats.org/drawingml/2006/main">
            <a:srgbClr val="3FD08A">
              <a:alpha val="7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B667341A-7606-4EEE-9DC9-6DBE55EBBF9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74569"/>
              </a:gs>
              <a:gs pos="62000">
                <a:srgbClr val="0C2E56"/>
              </a:gs>
              <a:gs pos="100000">
                <a:srgbClr val="092443"/>
              </a:gs>
            </a:gsLst>
            <a:lin ang="8100000"/>
          </a:gradFill>
          <a:ln xmlns:a="http://schemas.openxmlformats.org/drawingml/2006/main" w="12383">
            <a:solidFill>
              <a:srgbClr val="F5C33B">
                <a:alpha val="85000"/>
              </a:srgbClr>
            </a:solidFill>
            <a:prstDash val="solid"/>
          </a:ln>
        </p:spPr>
      </p:sp>
      <p:sp>
        <p:nvSpPr>
          <p:cNvPr id="54" name="">
            <a:extLst xmlns:a="http://schemas.openxmlformats.org/drawingml/2006/main">
              <a:ext uri="{FF2B5EF4-FFF2-40B4-BE49-F238E27FC236}">
                <a16:creationId xmlns:a16="http://schemas.microsoft.com/office/drawing/2014/main" id="{3FE80A16-95D5-49DB-8680-F3E2D2FD3DB4}"/>
              </a:ext>
            </a:extLst>
          </p:cNvPr>
          <p:cNvSpPr>
            <a:spLocks xmlns:a="http://schemas.openxmlformats.org/drawingml/2006/main" noGrp="1"/>
          </p:cNvSpPr>
          <p:nvPr/>
        </p:nvSpPr>
        <p:spPr>
          <a:xfrm xmlns:a="http://schemas.openxmlformats.org/drawingml/2006/main">
            <a:off x="266700" y="781050"/>
            <a:ext cx="11658600" cy="381000"/>
          </a:xfrm>
          <a:prstGeom xmlns:a="http://schemas.openxmlformats.org/drawingml/2006/main" prst="roundRect">
            <a:avLst>
              <a:gd name="adj" fmla="val 20000"/>
            </a:avLst>
          </a:prstGeom>
          <a:noFill xmlns:a="http://schemas.openxmlformats.org/drawingml/2006/main"/>
          <a:ln xmlns:a="http://schemas.openxmlformats.org/drawingml/2006/main" w="7144">
            <a:solidFill>
              <a:srgbClr val="F5C33B">
                <a:alpha val="22000"/>
              </a:srgbClr>
            </a:solidFill>
            <a:prstDash val="solid"/>
          </a:ln>
        </p:spPr>
      </p:sp>
      <p:sp>
        <p:nvSpPr>
          <p:cNvPr id="55" name="">
            <a:extLst xmlns:a="http://schemas.openxmlformats.org/drawingml/2006/main">
              <a:ext uri="{FF2B5EF4-FFF2-40B4-BE49-F238E27FC236}">
                <a16:creationId xmlns:a16="http://schemas.microsoft.com/office/drawing/2014/main" id="{76CA6B8D-96B2-495C-B88F-2B07E0F0DDF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3ED324B7-3AC1-407A-86AC-ED9DF53E7E3B}"/>
              </a:ext>
            </a:extLst>
          </p:cNvPr>
          <p:cNvSpPr>
            <a:spLocks xmlns:a="http://schemas.openxmlformats.org/drawingml/2006/main" noGrp="1"/>
          </p:cNvSpPr>
          <p:nvPr/>
        </p:nvSpPr>
        <p:spPr>
          <a:xfrm xmlns:a="http://schemas.openxmlformats.org/drawingml/2006/main">
            <a:off x="11620500" y="838200"/>
            <a:ext cx="247650" cy="2667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7" name="">
            <a:extLst xmlns:a="http://schemas.openxmlformats.org/drawingml/2006/main">
              <a:ext uri="{FF2B5EF4-FFF2-40B4-BE49-F238E27FC236}">
                <a16:creationId xmlns:a16="http://schemas.microsoft.com/office/drawing/2014/main" id="{AC4DFD7E-B13F-4213-B3D3-5A4AA1013919}"/>
              </a:ext>
            </a:extLst>
          </p:cNvPr>
          <p:cNvSpPr>
            <a:spLocks xmlns:a="http://schemas.openxmlformats.org/drawingml/2006/main" noGrp="1"/>
          </p:cNvSpPr>
          <p:nvPr/>
        </p:nvSpPr>
        <p:spPr>
          <a:xfrm xmlns:a="http://schemas.openxmlformats.org/drawingml/2006/main">
            <a:off x="11706225" y="895350"/>
            <a:ext cx="114300" cy="142875"/>
          </a:xfrm>
          <a:prstGeom xmlns:a="http://schemas.openxmlformats.org/drawingml/2006/main" prst="hexagon">
            <a:avLst/>
          </a:prstGeom>
          <a:solidFill xmlns:a="http://schemas.openxmlformats.org/drawingml/2006/main">
            <a:srgbClr val="F5C33B">
              <a:alpha val="3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4A484F10-C41C-4B84-940B-2615B26CBD8E}"/>
              </a:ext>
            </a:extLst>
          </p:cNvPr>
          <p:cNvSpPr>
            <a:spLocks xmlns:a="http://schemas.openxmlformats.org/drawingml/2006/main" noGrp="1"/>
          </p:cNvSpPr>
          <p:nvPr/>
        </p:nvSpPr>
        <p:spPr>
          <a:xfrm xmlns:a="http://schemas.openxmlformats.org/drawingml/2006/main">
            <a:off x="10153650" y="1009650"/>
            <a:ext cx="38100" cy="952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51A9327E-D791-4A41-A21B-DE168C144A3E}"/>
              </a:ext>
            </a:extLst>
          </p:cNvPr>
          <p:cNvSpPr>
            <a:spLocks xmlns:a="http://schemas.openxmlformats.org/drawingml/2006/main" noGrp="1"/>
          </p:cNvSpPr>
          <p:nvPr/>
        </p:nvSpPr>
        <p:spPr>
          <a:xfrm xmlns:a="http://schemas.openxmlformats.org/drawingml/2006/main">
            <a:off x="10239375" y="981075"/>
            <a:ext cx="38100" cy="12382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680D9606-5B03-450C-A5CE-B51479DFA662}"/>
              </a:ext>
            </a:extLst>
          </p:cNvPr>
          <p:cNvSpPr>
            <a:spLocks xmlns:a="http://schemas.openxmlformats.org/drawingml/2006/main" noGrp="1"/>
          </p:cNvSpPr>
          <p:nvPr/>
        </p:nvSpPr>
        <p:spPr>
          <a:xfrm xmlns:a="http://schemas.openxmlformats.org/drawingml/2006/main">
            <a:off x="10325100" y="952500"/>
            <a:ext cx="38100" cy="15240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91825CFC-2DD8-44F0-AF89-F198FF967E60}"/>
              </a:ext>
            </a:extLst>
          </p:cNvPr>
          <p:cNvSpPr>
            <a:spLocks xmlns:a="http://schemas.openxmlformats.org/drawingml/2006/main" noGrp="1"/>
          </p:cNvSpPr>
          <p:nvPr/>
        </p:nvSpPr>
        <p:spPr>
          <a:xfrm xmlns:a="http://schemas.openxmlformats.org/drawingml/2006/main">
            <a:off x="10410825" y="923925"/>
            <a:ext cx="38100" cy="180975"/>
          </a:xfrm>
          <a:prstGeom xmlns:a="http://schemas.openxmlformats.org/drawingml/2006/main" prst="rect">
            <a:avLst/>
          </a:prstGeom>
          <a:solidFill xmlns:a="http://schemas.openxmlformats.org/drawingml/2006/main">
            <a:srgbClr val="3FD08A">
              <a:alpha val="55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6F69CDB3-5A67-4589-9AD9-D71BC0E811BD}"/>
              </a:ext>
            </a:extLst>
          </p:cNvPr>
          <p:cNvSpPr>
            <a:spLocks xmlns:a="http://schemas.openxmlformats.org/drawingml/2006/main" noGrp="1"/>
          </p:cNvSpPr>
          <p:nvPr/>
        </p:nvSpPr>
        <p:spPr>
          <a:xfrm xmlns:a="http://schemas.openxmlformats.org/drawingml/2006/main">
            <a:off x="10496550" y="895350"/>
            <a:ext cx="38100" cy="209550"/>
          </a:xfrm>
          <a:prstGeom xmlns:a="http://schemas.openxmlformats.org/drawingml/2006/main" prst="rect">
            <a:avLst/>
          </a:prstGeom>
          <a:solidFill xmlns:a="http://schemas.openxmlformats.org/drawingml/2006/main">
            <a:srgbClr val="F5C33B">
              <a:alpha val="6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8759659D-F525-497D-909F-70F50928868B}"/>
              </a:ext>
            </a:extLst>
          </p:cNvPr>
          <p:cNvSpPr>
            <a:spLocks xmlns:a="http://schemas.openxmlformats.org/drawingml/2006/main" noGrp="1"/>
          </p:cNvSpPr>
          <p:nvPr/>
        </p:nvSpPr>
        <p:spPr>
          <a:xfrm xmlns:a="http://schemas.openxmlformats.org/drawingml/2006/main">
            <a:off x="419100" y="742950"/>
            <a:ext cx="98298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5C33B"/>
                </a:solidFill>
                <a:latin typeface="微软雅黑"/>
                <a:ea typeface="微软雅黑"/>
                <a:cs typeface="微软雅黑"/>
              </a:rPr>
              <a:t>本页结论</a:t>
            </a:r>
            <a:r>
              <a:rPr sz="1238">
                <a:solidFill>
                  <a:srgbClr val="F5C33B">
                    <a:alpha val="80000"/>
                  </a:srgbClr>
                </a:solidFill>
                <a:latin typeface="微软雅黑"/>
                <a:ea typeface="微软雅黑"/>
                <a:cs typeface="微软雅黑"/>
              </a:rPr>
              <a:t>　◆　</a:t>
            </a:r>
            <a:r>
              <a:rPr sz="1238">
                <a:solidFill>
                  <a:srgbClr val="FFFFFF"/>
                </a:solidFill>
                <a:latin typeface="微软雅黑"/>
                <a:ea typeface="微软雅黑"/>
                <a:cs typeface="微软雅黑"/>
              </a:rPr>
              <a:t>第一阶段把规则底座铺满，第二阶段让模型增强并在接口不变的前提下替换，第三阶段才谈行业训练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a:t>
            </a:r>
          </a:p>
        </p:txBody>
      </p:sp>
      <p:sp>
        <p:nvSpPr>
          <p:cNvPr id="64" name="">
            <a:extLst xmlns:a="http://schemas.openxmlformats.org/drawingml/2006/main">
              <a:ext uri="{FF2B5EF4-FFF2-40B4-BE49-F238E27FC236}">
                <a16:creationId xmlns:a16="http://schemas.microsoft.com/office/drawing/2014/main" id="{2072FFE1-043E-435F-90B3-7F8C135D8FFE}"/>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273"/>
            </a:avLst>
          </a:prstGeom>
          <a:gradFill xmlns:a="http://schemas.openxmlformats.org/drawingml/2006/main">
            <a:gsLst>
              <a:gs pos="0">
                <a:srgbClr val="29486B"/>
              </a:gs>
              <a:gs pos="62000">
                <a:srgbClr val="0F3159"/>
              </a:gs>
              <a:gs pos="100000">
                <a:srgbClr val="0C2645"/>
              </a:gs>
            </a:gsLst>
            <a:lin ang="8100000"/>
          </a:gradFill>
          <a:ln xmlns:a="http://schemas.openxmlformats.org/drawingml/2006/main" w="9525">
            <a:solidFill>
              <a:srgbClr val="3FD08A"/>
            </a:solidFill>
            <a:prstDash val="solid"/>
          </a:ln>
        </p:spPr>
      </p:sp>
      <p:sp>
        <p:nvSpPr>
          <p:cNvPr id="65" name="">
            <a:extLst xmlns:a="http://schemas.openxmlformats.org/drawingml/2006/main">
              <a:ext uri="{FF2B5EF4-FFF2-40B4-BE49-F238E27FC236}">
                <a16:creationId xmlns:a16="http://schemas.microsoft.com/office/drawing/2014/main" id="{766626A9-98E7-4699-86ED-915BAEBF2ECE}"/>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E6FC5330-F17F-41A8-B846-775C498CCB9E}"/>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阶段一</a:t>
            </a:r>
          </a:p>
        </p:txBody>
      </p:sp>
      <p:sp>
        <p:nvSpPr>
          <p:cNvPr id="67" name="">
            <a:extLst xmlns:a="http://schemas.openxmlformats.org/drawingml/2006/main">
              <a:ext uri="{FF2B5EF4-FFF2-40B4-BE49-F238E27FC236}">
                <a16:creationId xmlns:a16="http://schemas.microsoft.com/office/drawing/2014/main" id="{C4C25B06-737B-4DD6-9AB5-2E60EF0F4ACD}"/>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68" name="">
            <a:extLst xmlns:a="http://schemas.openxmlformats.org/drawingml/2006/main">
              <a:ext uri="{FF2B5EF4-FFF2-40B4-BE49-F238E27FC236}">
                <a16:creationId xmlns:a16="http://schemas.microsoft.com/office/drawing/2014/main" id="{10ADC312-E302-4FB5-AB28-0AF2EF695029}"/>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69" name="">
            <a:extLst xmlns:a="http://schemas.openxmlformats.org/drawingml/2006/main">
              <a:ext uri="{FF2B5EF4-FFF2-40B4-BE49-F238E27FC236}">
                <a16:creationId xmlns:a16="http://schemas.microsoft.com/office/drawing/2014/main" id="{CDEFB110-ECA3-431B-B85C-D12DC1E9F642}"/>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现在（已完成主体）</a:t>
            </a:r>
          </a:p>
        </p:txBody>
      </p:sp>
      <p:sp>
        <p:nvSpPr>
          <p:cNvPr id="70" name="">
            <a:extLst xmlns:a="http://schemas.openxmlformats.org/drawingml/2006/main">
              <a:ext uri="{FF2B5EF4-FFF2-40B4-BE49-F238E27FC236}">
                <a16:creationId xmlns:a16="http://schemas.microsoft.com/office/drawing/2014/main" id="{3FB38AA0-FBCC-4DFE-8054-42F57940FA00}"/>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三个 </a:t>
            </a:r>
            <a:r>
              <a:rPr sz="938">
                <a:solidFill>
                  <a:srgbClr val="D6E6F7"/>
                </a:solidFill>
                <a:latin typeface="微软雅黑"/>
                <a:ea typeface="微软雅黑"/>
                <a:cs typeface="微软雅黑"/>
              </a:rPr>
              <a:t>Agent </a:t>
            </a:r>
            <a:r>
              <a:rPr sz="938">
                <a:solidFill>
                  <a:srgbClr val="D6E6F7"/>
                </a:solidFill>
                <a:latin typeface="微软雅黑"/>
                <a:ea typeface="微软雅黑"/>
                <a:cs typeface="微软雅黑"/>
              </a:rPr>
              <a:t>桩接入规则 </a:t>
            </a:r>
            <a:r>
              <a:rPr sz="938">
                <a:solidFill>
                  <a:srgbClr val="D6E6F7"/>
                </a:solidFill>
                <a:latin typeface="微软雅黑"/>
                <a:ea typeface="微软雅黑"/>
                <a:cs typeface="微软雅黑"/>
              </a:rPr>
              <a:t>Service</a:t>
            </a:r>
            <a:r>
              <a:rPr sz="938">
                <a:solidFill>
                  <a:srgbClr val="D6E6F7"/>
                </a:solidFill>
                <a:latin typeface="微软雅黑"/>
                <a:ea typeface="微软雅黑"/>
                <a:cs typeface="微软雅黑"/>
              </a:rPr>
              <a:t>，保留命中依据、置信度与人工确认</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阶段结果：核心业务离线可运行，结论可复算、可追溯</a:t>
            </a:r>
          </a:p>
        </p:txBody>
      </p:sp>
      <p:sp>
        <p:nvSpPr>
          <p:cNvPr id="71" name="">
            <a:extLst xmlns:a="http://schemas.openxmlformats.org/drawingml/2006/main">
              <a:ext uri="{FF2B5EF4-FFF2-40B4-BE49-F238E27FC236}">
                <a16:creationId xmlns:a16="http://schemas.microsoft.com/office/drawing/2014/main" id="{FB504FD3-BC1F-4C20-8D4E-264197AF4D7B}"/>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2" name="">
            <a:extLst xmlns:a="http://schemas.openxmlformats.org/drawingml/2006/main">
              <a:ext uri="{FF2B5EF4-FFF2-40B4-BE49-F238E27FC236}">
                <a16:creationId xmlns:a16="http://schemas.microsoft.com/office/drawing/2014/main" id="{8721CF24-D3AB-4B56-9380-44D53F6EA3B3}"/>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7378548F-D609-476B-A8E7-02631488416B}"/>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阶段二</a:t>
            </a:r>
          </a:p>
        </p:txBody>
      </p:sp>
      <p:sp>
        <p:nvSpPr>
          <p:cNvPr id="74" name="">
            <a:extLst xmlns:a="http://schemas.openxmlformats.org/drawingml/2006/main">
              <a:ext uri="{FF2B5EF4-FFF2-40B4-BE49-F238E27FC236}">
                <a16:creationId xmlns:a16="http://schemas.microsoft.com/office/drawing/2014/main" id="{062AFB5B-E8CD-4374-A6DE-412EA04FE490}"/>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75" name="">
            <a:extLst xmlns:a="http://schemas.openxmlformats.org/drawingml/2006/main">
              <a:ext uri="{FF2B5EF4-FFF2-40B4-BE49-F238E27FC236}">
                <a16:creationId xmlns:a16="http://schemas.microsoft.com/office/drawing/2014/main" id="{B9EF4029-A809-4F24-BD50-1AAE892B7C07}"/>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76" name="">
            <a:extLst xmlns:a="http://schemas.openxmlformats.org/drawingml/2006/main">
              <a:ext uri="{FF2B5EF4-FFF2-40B4-BE49-F238E27FC236}">
                <a16:creationId xmlns:a16="http://schemas.microsoft.com/office/drawing/2014/main" id="{D3ACA817-3500-4AFC-97AE-90AD461644BD}"/>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下一步</a:t>
            </a:r>
          </a:p>
        </p:txBody>
      </p:sp>
      <p:sp>
        <p:nvSpPr>
          <p:cNvPr id="77" name="">
            <a:extLst xmlns:a="http://schemas.openxmlformats.org/drawingml/2006/main">
              <a:ext uri="{FF2B5EF4-FFF2-40B4-BE49-F238E27FC236}">
                <a16:creationId xmlns:a16="http://schemas.microsoft.com/office/drawing/2014/main" id="{619F229D-F277-4470-A03C-6A71D4567C84}"/>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不改接口与前端，增加 </a:t>
            </a:r>
            <a:r>
              <a:rPr sz="938">
                <a:solidFill>
                  <a:srgbClr val="D6E6F7"/>
                </a:solidFill>
                <a:latin typeface="微软雅黑"/>
                <a:ea typeface="微软雅黑"/>
                <a:cs typeface="微软雅黑"/>
              </a:rPr>
              <a:t>source=model </a:t>
            </a:r>
            <a:r>
              <a:rPr sz="938">
                <a:solidFill>
                  <a:srgbClr val="D6E6F7"/>
                </a:solidFill>
                <a:latin typeface="微软雅黑"/>
                <a:ea typeface="微软雅黑"/>
                <a:cs typeface="微软雅黑"/>
              </a:rPr>
              <a:t>的 </a:t>
            </a:r>
            <a:r>
              <a:rPr sz="938">
                <a:solidFill>
                  <a:srgbClr val="D6E6F7"/>
                </a:solidFill>
                <a:latin typeface="微软雅黑"/>
                <a:ea typeface="微软雅黑"/>
                <a:cs typeface="微软雅黑"/>
              </a:rPr>
              <a:t>Service</a:t>
            </a:r>
            <a:r>
              <a:rPr sz="938">
                <a:solidFill>
                  <a:srgbClr val="D6E6F7"/>
                </a:solidFill>
                <a:latin typeface="微软雅黑"/>
                <a:ea typeface="微软雅黑"/>
                <a:cs typeface="微软雅黑"/>
              </a:rPr>
              <a:t>，规则始终兜底</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人工确认结果沉淀为训练标签，形成「越用越准」的数据飞轮</a:t>
            </a:r>
          </a:p>
        </p:txBody>
      </p:sp>
      <p:sp>
        <p:nvSpPr>
          <p:cNvPr id="78" name="">
            <a:extLst xmlns:a="http://schemas.openxmlformats.org/drawingml/2006/main">
              <a:ext uri="{FF2B5EF4-FFF2-40B4-BE49-F238E27FC236}">
                <a16:creationId xmlns:a16="http://schemas.microsoft.com/office/drawing/2014/main" id="{A03F68B5-43FC-450C-A679-BF9CEA6AD2BF}"/>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273"/>
            </a:avLst>
          </a:prstGeom>
          <a:gradFill xmlns:a="http://schemas.openxmlformats.org/drawingml/2006/main">
            <a:gsLst>
              <a:gs pos="0">
                <a:srgbClr val="283F5C"/>
              </a:gs>
              <a:gs pos="62000">
                <a:srgbClr val="0D2748"/>
              </a:gs>
              <a:gs pos="100000">
                <a:srgbClr val="0A1E38"/>
              </a:gs>
            </a:gsLst>
            <a:lin ang="8100000"/>
          </a:gradFill>
          <a:ln xmlns:a="http://schemas.openxmlformats.org/drawingml/2006/main" w="9525">
            <a:solidFill>
              <a:srgbClr val="1B4C8A"/>
            </a:solidFill>
            <a:prstDash val="solid"/>
          </a:ln>
        </p:spPr>
      </p:sp>
      <p:sp>
        <p:nvSpPr>
          <p:cNvPr id="79" name="">
            <a:extLst xmlns:a="http://schemas.openxmlformats.org/drawingml/2006/main">
              <a:ext uri="{FF2B5EF4-FFF2-40B4-BE49-F238E27FC236}">
                <a16:creationId xmlns:a16="http://schemas.microsoft.com/office/drawing/2014/main" id="{86B98695-B697-481D-AD2A-4F77C548DE36}"/>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298D85DF-3CAD-426E-87BA-7750E0F794DC}"/>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阶段三</a:t>
            </a:r>
          </a:p>
        </p:txBody>
      </p:sp>
      <p:sp>
        <p:nvSpPr>
          <p:cNvPr id="81" name="">
            <a:extLst xmlns:a="http://schemas.openxmlformats.org/drawingml/2006/main">
              <a:ext uri="{FF2B5EF4-FFF2-40B4-BE49-F238E27FC236}">
                <a16:creationId xmlns:a16="http://schemas.microsoft.com/office/drawing/2014/main" id="{A32DEC93-C224-494A-B874-1643FE727A99}"/>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t>
            </a:r>
            <a:r>
              <a:rPr sz="1650" b="1">
                <a:solidFill>
                  <a:srgbClr val="FFFFFF"/>
                </a:solidFill>
                <a:latin typeface="微软雅黑"/>
                <a:ea typeface="微软雅黑"/>
                <a:cs typeface="微软雅黑"/>
              </a:rPr>
              <a:t>Agent</a:t>
            </a:r>
          </a:p>
        </p:txBody>
      </p:sp>
      <p:sp>
        <p:nvSpPr>
          <p:cNvPr id="82" name="">
            <a:extLst xmlns:a="http://schemas.openxmlformats.org/drawingml/2006/main">
              <a:ext uri="{FF2B5EF4-FFF2-40B4-BE49-F238E27FC236}">
                <a16:creationId xmlns:a16="http://schemas.microsoft.com/office/drawing/2014/main" id="{CB69690C-8202-4DCC-80FC-D069E7473D23}"/>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9B8CFF"/>
            </a:solidFill>
            <a:prstDash val="solid"/>
          </a:ln>
        </p:spPr>
      </p:sp>
      <p:sp>
        <p:nvSpPr>
          <p:cNvPr id="83" name="">
            <a:extLst xmlns:a="http://schemas.openxmlformats.org/drawingml/2006/main">
              <a:ext uri="{FF2B5EF4-FFF2-40B4-BE49-F238E27FC236}">
                <a16:creationId xmlns:a16="http://schemas.microsoft.com/office/drawing/2014/main" id="{CE8E569B-1D7B-4A3B-B7C7-FA95B56921F2}"/>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9B8CFF"/>
                </a:solidFill>
                <a:latin typeface="微软雅黑"/>
                <a:ea typeface="微软雅黑"/>
                <a:cs typeface="微软雅黑"/>
              </a:defRPr>
            </a:pPr>
            <a:r>
              <a:rPr sz="900" b="1">
                <a:solidFill>
                  <a:srgbClr val="9B8CFF"/>
                </a:solidFill>
                <a:latin typeface="微软雅黑"/>
                <a:ea typeface="微软雅黑"/>
                <a:cs typeface="微软雅黑"/>
              </a:rPr>
              <a:t>中长期</a:t>
            </a:r>
          </a:p>
        </p:txBody>
      </p:sp>
      <p:sp>
        <p:nvSpPr>
          <p:cNvPr id="84" name="">
            <a:extLst xmlns:a="http://schemas.openxmlformats.org/drawingml/2006/main">
              <a:ext uri="{FF2B5EF4-FFF2-40B4-BE49-F238E27FC236}">
                <a16:creationId xmlns:a16="http://schemas.microsoft.com/office/drawing/2014/main" id="{B47AC1C9-510A-4D51-B68B-927BC880B442}"/>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Agent </a:t>
            </a:r>
            <a:r>
              <a:rPr sz="938">
                <a:solidFill>
                  <a:srgbClr val="D6E6F7"/>
                </a:solidFill>
                <a:latin typeface="微软雅黑"/>
                <a:ea typeface="微软雅黑"/>
                <a:cs typeface="微软雅黑"/>
              </a:rPr>
              <a:t>能识别缺口、生成计划、推荐带教并安排复训</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最终形态：越用越懂岗位、员工和训练闭环的行业训练 </a:t>
            </a:r>
            <a:r>
              <a:rPr sz="938">
                <a:solidFill>
                  <a:srgbClr val="D6E6F7"/>
                </a:solidFill>
                <a:latin typeface="微软雅黑"/>
                <a:ea typeface="微软雅黑"/>
                <a:cs typeface="微软雅黑"/>
              </a:rPr>
              <a:t>Agent</a:t>
            </a:r>
          </a:p>
        </p:txBody>
      </p:sp>
      <p:sp>
        <p:nvSpPr>
          <p:cNvPr id="85" name="">
            <a:extLst xmlns:a="http://schemas.openxmlformats.org/drawingml/2006/main">
              <a:ext uri="{FF2B5EF4-FFF2-40B4-BE49-F238E27FC236}">
                <a16:creationId xmlns:a16="http://schemas.microsoft.com/office/drawing/2014/main" id="{4BDCBEF2-AA6D-400B-8B7D-A3309EC1637C}"/>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5000"/>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86" name="">
            <a:extLst xmlns:a="http://schemas.openxmlformats.org/drawingml/2006/main">
              <a:ext uri="{FF2B5EF4-FFF2-40B4-BE49-F238E27FC236}">
                <a16:creationId xmlns:a16="http://schemas.microsoft.com/office/drawing/2014/main" id="{ECA08D45-E2C3-4D76-AF27-E8AD439F32AA}"/>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D6E6F7"/>
                </a:solidFill>
                <a:latin typeface="微软雅黑"/>
                <a:ea typeface="微软雅黑"/>
                <a:cs typeface="微软雅黑"/>
              </a:defRPr>
            </a:pPr>
            <a:r>
              <a:rPr sz="975" b="0">
                <a:solidFill>
                  <a:srgbClr val="D6E6F7"/>
                </a:solidFill>
                <a:latin typeface="微软雅黑"/>
                <a:ea typeface="微软雅黑"/>
                <a:cs typeface="微软雅黑"/>
              </a:rPr>
              <a:t>规则全面落地　</a:t>
            </a:r>
            <a:r>
              <a:rPr sz="975" b="0">
                <a:solidFill>
                  <a:srgbClr val="D6E6F7"/>
                </a:solidFill>
                <a:latin typeface="微软雅黑"/>
                <a:ea typeface="微软雅黑"/>
                <a:cs typeface="微软雅黑"/>
              </a:rPr>
              <a:t>→　</a:t>
            </a:r>
            <a:r>
              <a:rPr sz="975" b="0">
                <a:solidFill>
                  <a:srgbClr val="D6E6F7"/>
                </a:solidFill>
                <a:latin typeface="微软雅黑"/>
                <a:ea typeface="微软雅黑"/>
                <a:cs typeface="微软雅黑"/>
              </a:rPr>
              <a:t>模型增强与数据回流　</a:t>
            </a:r>
            <a:r>
              <a:rPr sz="975" b="0">
                <a:solidFill>
                  <a:srgbClr val="D6E6F7"/>
                </a:solidFill>
                <a:latin typeface="微软雅黑"/>
                <a:ea typeface="微软雅黑"/>
                <a:cs typeface="微软雅黑"/>
              </a:rPr>
              <a:t>→　</a:t>
            </a:r>
            <a:r>
              <a:rPr sz="975" b="0">
                <a:solidFill>
                  <a:srgbClr val="D6E6F7"/>
                </a:solidFill>
                <a:latin typeface="微软雅黑"/>
                <a:ea typeface="微软雅黑"/>
                <a:cs typeface="微软雅黑"/>
              </a:rPr>
              <a:t>行业训练 </a:t>
            </a:r>
            <a:r>
              <a:rPr sz="975" b="0">
                <a:solidFill>
                  <a:srgbClr val="D6E6F7"/>
                </a:solidFill>
                <a:latin typeface="微软雅黑"/>
                <a:ea typeface="微软雅黑"/>
                <a:cs typeface="微软雅黑"/>
              </a:rPr>
              <a:t>Agent　　</a:t>
            </a:r>
            <a:r>
              <a:rPr sz="975" b="0">
                <a:solidFill>
                  <a:srgbClr val="D6E6F7"/>
                </a:solidFill>
                <a:latin typeface="微软雅黑"/>
                <a:ea typeface="微软雅黑"/>
                <a:cs typeface="微软雅黑"/>
              </a:rPr>
              <a:t>演进过程不改接口、不改前端、不改变结论的可追溯要求。</a:t>
            </a:r>
          </a:p>
        </p:txBody>
      </p:sp>
      <p:sp>
        <p:nvSpPr>
          <p:cNvPr id="87" name="">
            <a:extLst xmlns:a="http://schemas.openxmlformats.org/drawingml/2006/main">
              <a:ext uri="{FF2B5EF4-FFF2-40B4-BE49-F238E27FC236}">
                <a16:creationId xmlns:a16="http://schemas.microsoft.com/office/drawing/2014/main" id="{F0F98D18-8D08-4D8E-9375-26E9B5E06466}"/>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gradFill xmlns:a="http://schemas.openxmlformats.org/drawingml/2006/main">
            <a:gsLst>
              <a:gs pos="0">
                <a:srgbClr val="31C7F0">
                  <a:alpha val="45000"/>
                </a:srgbClr>
              </a:gs>
              <a:gs pos="62000">
                <a:srgbClr val="1B4C8A">
                  <a:alpha val="30000"/>
                </a:srgbClr>
              </a:gs>
              <a:gs pos="100000">
                <a:srgbClr val="1B4C8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CA6FFA29-86CB-49C6-AFBF-896BA5923CBA}"/>
              </a:ext>
            </a:extLst>
          </p:cNvPr>
          <p:cNvSpPr>
            <a:spLocks xmlns:a="http://schemas.openxmlformats.org/drawingml/2006/main" noGrp="1"/>
          </p:cNvSpPr>
          <p:nvPr/>
        </p:nvSpPr>
        <p:spPr>
          <a:xfrm xmlns:a="http://schemas.openxmlformats.org/drawingml/2006/main">
            <a:off x="228600" y="6543675"/>
            <a:ext cx="28575" cy="66675"/>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BE8D1987-BD4C-4AF6-96CE-58A4ABD5325B}"/>
              </a:ext>
            </a:extLst>
          </p:cNvPr>
          <p:cNvSpPr>
            <a:spLocks xmlns:a="http://schemas.openxmlformats.org/drawingml/2006/main" noGrp="1"/>
          </p:cNvSpPr>
          <p:nvPr/>
        </p:nvSpPr>
        <p:spPr>
          <a:xfrm xmlns:a="http://schemas.openxmlformats.org/drawingml/2006/main">
            <a:off x="3429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F1A7B70A-8F65-4561-AF13-711546636D9F}"/>
              </a:ext>
            </a:extLst>
          </p:cNvPr>
          <p:cNvSpPr>
            <a:spLocks xmlns:a="http://schemas.openxmlformats.org/drawingml/2006/main" noGrp="1"/>
          </p:cNvSpPr>
          <p:nvPr/>
        </p:nvSpPr>
        <p:spPr>
          <a:xfrm xmlns:a="http://schemas.openxmlformats.org/drawingml/2006/main">
            <a:off x="4191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7987FE04-0683-47F4-B0CC-D8F5B99CFD3E}"/>
              </a:ext>
            </a:extLst>
          </p:cNvPr>
          <p:cNvSpPr>
            <a:spLocks xmlns:a="http://schemas.openxmlformats.org/drawingml/2006/main" noGrp="1"/>
          </p:cNvSpPr>
          <p:nvPr/>
        </p:nvSpPr>
        <p:spPr>
          <a:xfrm xmlns:a="http://schemas.openxmlformats.org/drawingml/2006/main">
            <a:off x="495300" y="6657975"/>
            <a:ext cx="28575" cy="28575"/>
          </a:xfrm>
          <a:prstGeom xmlns:a="http://schemas.openxmlformats.org/drawingml/2006/main" prst="ellipse">
            <a:avLst/>
          </a:prstGeom>
          <a:solidFill xmlns:a="http://schemas.openxmlformats.org/drawingml/2006/main">
            <a:srgbClr val="F5C33B"/>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D65D8402-7C36-4657-986E-CE5F77B7EC87}"/>
              </a:ext>
            </a:extLst>
          </p:cNvPr>
          <p:cNvSpPr>
            <a:spLocks xmlns:a="http://schemas.openxmlformats.org/drawingml/2006/main" noGrp="1"/>
          </p:cNvSpPr>
          <p:nvPr/>
        </p:nvSpPr>
        <p:spPr>
          <a:xfrm xmlns:a="http://schemas.openxmlformats.org/drawingml/2006/main">
            <a:off x="628650" y="6619875"/>
            <a:ext cx="6667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a:t>
            </a:r>
            <a:r>
              <a:rPr sz="825" b="0">
                <a:solidFill>
                  <a:srgbClr val="7A9CC4"/>
                </a:solidFill>
                <a:latin typeface="微软雅黑"/>
                <a:ea typeface="微软雅黑"/>
                <a:cs typeface="微软雅黑"/>
              </a:rPr>
              <a:t>· </a:t>
            </a:r>
            <a:r>
              <a:rPr sz="825" b="0">
                <a:solidFill>
                  <a:srgbClr val="7A9CC4"/>
                </a:solidFill>
                <a:latin typeface="微软雅黑"/>
                <a:ea typeface="微软雅黑"/>
                <a:cs typeface="微软雅黑"/>
              </a:rPr>
              <a:t>面向变电运维的可解释智能人才培养平台</a:t>
            </a:r>
          </a:p>
        </p:txBody>
      </p:sp>
      <p:sp>
        <p:nvSpPr>
          <p:cNvPr id="93" name="">
            <a:extLst xmlns:a="http://schemas.openxmlformats.org/drawingml/2006/main">
              <a:ext uri="{FF2B5EF4-FFF2-40B4-BE49-F238E27FC236}">
                <a16:creationId xmlns:a16="http://schemas.microsoft.com/office/drawing/2014/main" id="{FB2605F8-E42E-4059-81DB-09453E0A898C}"/>
              </a:ext>
            </a:extLst>
          </p:cNvPr>
          <p:cNvSpPr>
            <a:spLocks xmlns:a="http://schemas.openxmlformats.org/drawingml/2006/main" noGrp="1"/>
          </p:cNvSpPr>
          <p:nvPr/>
        </p:nvSpPr>
        <p:spPr>
          <a:xfrm xmlns:a="http://schemas.openxmlformats.org/drawingml/2006/main">
            <a:off x="11163300" y="6619875"/>
            <a:ext cx="514350" cy="14478"/>
          </a:xfrm>
          <a:prstGeom xmlns:a="http://schemas.openxmlformats.org/drawingml/2006/main" prst="rect">
            <a:avLst/>
          </a:prstGeom>
          <a:gradFill xmlns:a="http://schemas.openxmlformats.org/drawingml/2006/main">
            <a:gsLst>
              <a:gs pos="0">
                <a:srgbClr val="F5C33B">
                  <a:alpha val="0"/>
                </a:srgbClr>
              </a:gs>
              <a:gs pos="100000">
                <a:srgbClr val="F5C33B"/>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ADBE558E-B511-4253-8D36-39D2292B7F82}"/>
              </a:ext>
            </a:extLst>
          </p:cNvPr>
          <p:cNvSpPr>
            <a:spLocks xmlns:a="http://schemas.openxmlformats.org/drawingml/2006/main" noGrp="1"/>
          </p:cNvSpPr>
          <p:nvPr/>
        </p:nvSpPr>
        <p:spPr>
          <a:xfrm xmlns:a="http://schemas.openxmlformats.org/drawingml/2006/main">
            <a:off x="11696700" y="6591300"/>
            <a:ext cx="304800" cy="219075"/>
          </a:xfrm>
          <a:prstGeom xmlns:a="http://schemas.openxmlformats.org/drawingml/2006/main" prst="hexagon">
            <a:avLst/>
          </a:prstGeom>
          <a:gradFill xmlns:a="http://schemas.openxmlformats.org/drawingml/2006/main">
            <a:gsLst>
              <a:gs pos="0">
                <a:srgbClr val="1B4C8A"/>
              </a:gs>
              <a:gs pos="100000">
                <a:srgbClr val="0A2144"/>
              </a:gs>
            </a:gsLst>
            <a:lin ang="8100000"/>
          </a:gradFill>
          <a:ln xmlns:a="http://schemas.openxmlformats.org/drawingml/2006/main" w="11906">
            <a:solidFill>
              <a:srgbClr val="2A6BAE"/>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97A"/>
                </a:solidFill>
                <a:latin typeface="Bahnschrift SemiBold"/>
                <a:ea typeface="Bahnschrift SemiBold"/>
                <a:cs typeface="Bahnschrift SemiBold"/>
              </a:defRPr>
            </a:pPr>
            <a:r>
              <a:rPr sz="900" b="1">
                <a:solidFill>
                  <a:srgbClr val="FFD97A"/>
                </a:solidFill>
                <a:latin typeface="Bahnschrift SemiBold"/>
                <a:ea typeface="Bahnschrift SemiBold"/>
                <a:cs typeface="Bahnschrift SemiBold"/>
              </a:rPr>
              <a:t>36</a:t>
            </a:r>
          </a:p>
        </p:txBody>
      </p:sp>
    </p:spTree>
    <p:extLst>
      <p:ext uri="{BB962C8B-B14F-4D97-AF65-F5344CB8AC3E}">
        <p14:creationId xmlns:p14="http://schemas.microsoft.com/office/powerpoint/2010/main" val="966029510"/>
      </p:ext>
    </p:extLst>
  </p:cSld>
</p:sld>
</file>

<file path=ppt/slides/slide37.xml><?xml version="1.0" encoding="utf-8"?>
<p:sld xmlns:p="http://schemas.openxmlformats.org/presentationml/2006/main">
  <p:cSld>
    <p:bg>
      <p:bgPr>
        <a:gradFill xmlns:a="http://schemas.openxmlformats.org/drawingml/2006/main">
          <a:gsLst>
            <a:gs pos="0">
              <a:srgbClr val="0C3363"/>
            </a:gs>
            <a:gs pos="100000">
              <a:srgbClr val="04101F"/>
            </a:gs>
          </a:gsLst>
          <a:lin ang="7200000"/>
        </a:gradFill>
      </p:bgPr>
    </p:bg>
    <p:spTree>
      <p:nvGrpSpPr>
        <p:cNvPr id="1" name=""/>
        <p:cNvGrpSpPr/>
        <p:nvPr/>
      </p:nvGrpSpPr>
      <p:grpSpPr>
        <a:xfrm xmlns:a="http://schemas.openxmlformats.org/drawingml/2006/main"/>
      </p:grpSpPr>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de74a0f9f89d404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B6D5D5-54BA-4530-8D33-57854C2610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52B">
              <a:alpha val="60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6C28DCD-8873-4E15-BB09-FBD101C5A2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21F">
              <a:alpha val="6000"/>
            </a:srgbClr>
          </a:soli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60E6D9B-D8D1-40B1-8B9D-B9CF3881F2C9}"/>
              </a:ext>
            </a:extLst>
          </p:cNvPr>
          <p:cNvSpPr>
            <a:spLocks xmlns:a="http://schemas.openxmlformats.org/drawingml/2006/main" noGrp="1"/>
          </p:cNvSpPr>
          <p:nvPr/>
        </p:nvSpPr>
        <p:spPr>
          <a:xfrm xmlns:a="http://schemas.openxmlformats.org/drawingml/2006/main">
            <a:off x="7810500" y="0"/>
            <a:ext cx="4381500" cy="4762500"/>
          </a:xfrm>
          <a:prstGeom xmlns:a="http://schemas.openxmlformats.org/drawingml/2006/main" prst="ellipse">
            <a:avLst/>
          </a:prstGeom>
          <a:gradFill xmlns:a="http://schemas.openxmlformats.org/drawingml/2006/main">
            <a:gsLst>
              <a:gs pos="0">
                <a:srgbClr val="1E5FA8">
                  <a:alpha val="40000"/>
                </a:srgbClr>
              </a:gs>
              <a:gs pos="45000">
                <a:srgbClr val="1E5FA8">
                  <a:alpha val="16000"/>
                </a:srgbClr>
              </a:gs>
              <a:gs pos="100000">
                <a:srgbClr val="1E5FA8">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6987603-AF3A-49CC-8A98-50A000395A83}"/>
              </a:ext>
            </a:extLst>
          </p:cNvPr>
          <p:cNvSpPr>
            <a:spLocks xmlns:a="http://schemas.openxmlformats.org/drawingml/2006/main" noGrp="1"/>
          </p:cNvSpPr>
          <p:nvPr/>
        </p:nvSpPr>
        <p:spPr>
          <a:xfrm xmlns:a="http://schemas.openxmlformats.org/drawingml/2006/main">
            <a:off x="9620250" y="4000500"/>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6" name="">
            <a:extLst xmlns:a="http://schemas.openxmlformats.org/drawingml/2006/main">
              <a:ext uri="{FF2B5EF4-FFF2-40B4-BE49-F238E27FC236}">
                <a16:creationId xmlns:a16="http://schemas.microsoft.com/office/drawing/2014/main" id="{4869BB34-ADB4-449F-83DA-7293AC063700}"/>
              </a:ext>
            </a:extLst>
          </p:cNvPr>
          <p:cNvSpPr>
            <a:spLocks xmlns:a="http://schemas.openxmlformats.org/drawingml/2006/main" noGrp="1"/>
          </p:cNvSpPr>
          <p:nvPr/>
        </p:nvSpPr>
        <p:spPr>
          <a:xfrm xmlns:a="http://schemas.openxmlformats.org/drawingml/2006/main">
            <a:off x="10209657" y="4155186"/>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7" name="">
            <a:extLst xmlns:a="http://schemas.openxmlformats.org/drawingml/2006/main">
              <a:ext uri="{FF2B5EF4-FFF2-40B4-BE49-F238E27FC236}">
                <a16:creationId xmlns:a16="http://schemas.microsoft.com/office/drawing/2014/main" id="{E704814B-012C-4273-940B-523D06B3D06C}"/>
              </a:ext>
            </a:extLst>
          </p:cNvPr>
          <p:cNvSpPr>
            <a:spLocks xmlns:a="http://schemas.openxmlformats.org/drawingml/2006/main" noGrp="1"/>
          </p:cNvSpPr>
          <p:nvPr/>
        </p:nvSpPr>
        <p:spPr>
          <a:xfrm xmlns:a="http://schemas.openxmlformats.org/drawingml/2006/main">
            <a:off x="10799064" y="4000500"/>
            <a:ext cx="552450" cy="497205"/>
          </a:xfrm>
          <a:prstGeom xmlns:a="http://schemas.openxmlformats.org/drawingml/2006/main" prst="hexagon">
            <a:avLst/>
          </a:prstGeom>
          <a:noFill xmlns:a="http://schemas.openxmlformats.org/drawingml/2006/main"/>
          <a:ln xmlns:a="http://schemas.openxmlformats.org/drawingml/2006/main">
            <a:solidFill>
              <a:srgbClr val="31C7F0">
                <a:alpha val="22000"/>
              </a:srgbClr>
            </a:solidFill>
            <a:prstDash val="solid"/>
          </a:ln>
        </p:spPr>
      </p:sp>
      <p:sp>
        <p:nvSpPr>
          <p:cNvPr id="8" name="">
            <a:extLst xmlns:a="http://schemas.openxmlformats.org/drawingml/2006/main">
              <a:ext uri="{FF2B5EF4-FFF2-40B4-BE49-F238E27FC236}">
                <a16:creationId xmlns:a16="http://schemas.microsoft.com/office/drawing/2014/main" id="{61C91352-75F5-4FDB-B8B9-EF6248B2CD0A}"/>
              </a:ext>
            </a:extLst>
          </p:cNvPr>
          <p:cNvSpPr>
            <a:spLocks xmlns:a="http://schemas.openxmlformats.org/drawingml/2006/main" noGrp="1"/>
          </p:cNvSpPr>
          <p:nvPr/>
        </p:nvSpPr>
        <p:spPr>
          <a:xfrm xmlns:a="http://schemas.openxmlformats.org/drawingml/2006/main">
            <a:off x="9620250" y="5600700"/>
            <a:ext cx="1714500" cy="419100"/>
          </a:xfrm>
          <a:prstGeom xmlns:a="http://schemas.openxmlformats.org/drawingml/2006/main" prst="rect">
            <a:avLst/>
          </a:prstGeom>
          <a:pattFill xmlns:a="http://schemas.openxmlformats.org/drawingml/2006/main" prst="dotGrid">
            <a:fgClr>
              <a:srgbClr val="2A6BAE">
                <a:alpha val="42000"/>
              </a:srgbClr>
            </a:fgClr>
            <a:bgClr>
              <a:srgbClr val="0A2144"/>
            </a:bgClr>
          </a:patt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A34128F-9DD7-46CE-BEF9-30BC1AB4C5B0}"/>
              </a:ext>
            </a:extLst>
          </p:cNvPr>
          <p:cNvSpPr>
            <a:spLocks xmlns:a="http://schemas.openxmlformats.org/drawingml/2006/main" noGrp="1"/>
          </p:cNvSpPr>
          <p:nvPr/>
        </p:nvSpPr>
        <p:spPr>
          <a:xfrm xmlns:a="http://schemas.openxmlformats.org/drawingml/2006/main">
            <a:off x="914400" y="1600200"/>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0" name="">
            <a:extLst xmlns:a="http://schemas.openxmlformats.org/drawingml/2006/main">
              <a:ext uri="{FF2B5EF4-FFF2-40B4-BE49-F238E27FC236}">
                <a16:creationId xmlns:a16="http://schemas.microsoft.com/office/drawing/2014/main" id="{72B0B94A-9218-4CA3-B21D-FBF9DB9DF976}"/>
              </a:ext>
            </a:extLst>
          </p:cNvPr>
          <p:cNvSpPr>
            <a:spLocks xmlns:a="http://schemas.openxmlformats.org/drawingml/2006/main" noGrp="1"/>
          </p:cNvSpPr>
          <p:nvPr/>
        </p:nvSpPr>
        <p:spPr>
          <a:xfrm xmlns:a="http://schemas.openxmlformats.org/drawingml/2006/main">
            <a:off x="1395984" y="1722882"/>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1" name="">
            <a:extLst xmlns:a="http://schemas.openxmlformats.org/drawingml/2006/main">
              <a:ext uri="{FF2B5EF4-FFF2-40B4-BE49-F238E27FC236}">
                <a16:creationId xmlns:a16="http://schemas.microsoft.com/office/drawing/2014/main" id="{ABB2CA5B-7FD5-4A06-9C23-559D4F03E8FC}"/>
              </a:ext>
            </a:extLst>
          </p:cNvPr>
          <p:cNvSpPr>
            <a:spLocks xmlns:a="http://schemas.openxmlformats.org/drawingml/2006/main" noGrp="1"/>
          </p:cNvSpPr>
          <p:nvPr/>
        </p:nvSpPr>
        <p:spPr>
          <a:xfrm xmlns:a="http://schemas.openxmlformats.org/drawingml/2006/main">
            <a:off x="1877568" y="1600200"/>
            <a:ext cx="438150" cy="394335"/>
          </a:xfrm>
          <a:prstGeom xmlns:a="http://schemas.openxmlformats.org/drawingml/2006/main" prst="hexagon">
            <a:avLst/>
          </a:prstGeom>
          <a:noFill xmlns:a="http://schemas.openxmlformats.org/drawingml/2006/main"/>
          <a:ln xmlns:a="http://schemas.openxmlformats.org/drawingml/2006/main">
            <a:solidFill>
              <a:srgbClr val="F5C33B">
                <a:alpha val="18000"/>
              </a:srgbClr>
            </a:solidFill>
            <a:prstDash val="solid"/>
          </a:ln>
        </p:spPr>
      </p:sp>
      <p:sp>
        <p:nvSpPr>
          <p:cNvPr id="12" name="">
            <a:extLst xmlns:a="http://schemas.openxmlformats.org/drawingml/2006/main">
              <a:ext uri="{FF2B5EF4-FFF2-40B4-BE49-F238E27FC236}">
                <a16:creationId xmlns:a16="http://schemas.microsoft.com/office/drawing/2014/main" id="{963B8494-4E7E-4F9E-82B4-ECD77D427DC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7A83BCE-C943-4195-9F5B-DC2EEDA8EBAA}"/>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63124DB0-AEA8-4928-A4C7-BEC800F24421}"/>
              </a:ext>
            </a:extLst>
          </p:cNvPr>
          <p:cNvSpPr>
            <a:spLocks xmlns:a="http://schemas.openxmlformats.org/drawingml/2006/main" noGrp="1"/>
          </p:cNvSpPr>
          <p:nvPr/>
        </p:nvSpPr>
        <p:spPr>
          <a:xfrm xmlns:a="http://schemas.openxmlformats.org/drawingml/2006/main">
            <a:off x="76200" y="76200"/>
            <a:ext cx="12039600" cy="6705600"/>
          </a:xfrm>
          <a:prstGeom xmlns:a="http://schemas.openxmlformats.org/drawingml/2006/main" prst="roundRect">
            <a:avLst>
              <a:gd name="adj" fmla="val 1989"/>
            </a:avLst>
          </a:prstGeom>
          <a:noFill xmlns:a="http://schemas.openxmlformats.org/drawingml/2006/main"/>
          <a:ln xmlns:a="http://schemas.openxmlformats.org/drawingml/2006/main" w="11906">
            <a:solidFill>
              <a:srgbClr val="2E6FB0">
                <a:alpha val="60000"/>
              </a:srgbClr>
            </a:solidFill>
            <a:prstDash val="solid"/>
          </a:ln>
        </p:spPr>
      </p:sp>
      <p:sp>
        <p:nvSpPr>
          <p:cNvPr id="15" name="">
            <a:extLst xmlns:a="http://schemas.openxmlformats.org/drawingml/2006/main">
              <a:ext uri="{FF2B5EF4-FFF2-40B4-BE49-F238E27FC236}">
                <a16:creationId xmlns:a16="http://schemas.microsoft.com/office/drawing/2014/main" id="{106B94D5-F8FE-4E8B-A104-24EBA609C972}"/>
              </a:ext>
            </a:extLst>
          </p:cNvPr>
          <p:cNvSpPr>
            <a:spLocks xmlns:a="http://schemas.openxmlformats.org/drawingml/2006/main" noGrp="1"/>
          </p:cNvSpPr>
          <p:nvPr/>
        </p:nvSpPr>
        <p:spPr>
          <a:xfrm xmlns:a="http://schemas.openxmlformats.org/drawingml/2006/main">
            <a:off x="133350" y="133350"/>
            <a:ext cx="11925300" cy="6591300"/>
          </a:xfrm>
          <a:prstGeom xmlns:a="http://schemas.openxmlformats.org/drawingml/2006/main" prst="roundRect">
            <a:avLst>
              <a:gd name="adj" fmla="val 1445"/>
            </a:avLst>
          </a:prstGeom>
          <a:noFill xmlns:a="http://schemas.openxmlformats.org/drawingml/2006/main"/>
          <a:ln xmlns:a="http://schemas.openxmlformats.org/drawingml/2006/main" w="7144">
            <a:solidFill>
              <a:srgbClr val="1B4C8A">
                <a:alpha val="32000"/>
              </a:srgbClr>
            </a:solidFill>
            <a:prstDash val="solid"/>
          </a:ln>
        </p:spPr>
      </p:sp>
      <p:sp>
        <p:nvSpPr>
          <p:cNvPr id="16" name="">
            <a:extLst xmlns:a="http://schemas.openxmlformats.org/drawingml/2006/main">
              <a:ext uri="{FF2B5EF4-FFF2-40B4-BE49-F238E27FC236}">
                <a16:creationId xmlns:a16="http://schemas.microsoft.com/office/drawing/2014/main" id="{2CCFADE8-CD75-415F-84E5-E56053665690}"/>
              </a:ext>
            </a:extLst>
          </p:cNvPr>
          <p:cNvSpPr>
            <a:spLocks xmlns:a="http://schemas.openxmlformats.org/drawingml/2006/main" noGrp="1"/>
          </p:cNvSpPr>
          <p:nvPr/>
        </p:nvSpPr>
        <p:spPr>
          <a:xfrm xmlns:a="http://schemas.openxmlformats.org/drawingml/2006/main">
            <a:off x="76200" y="76200"/>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0484D0D-BBB6-440C-97CC-BB5FF3D53E48}"/>
              </a:ext>
            </a:extLst>
          </p:cNvPr>
          <p:cNvSpPr>
            <a:spLocks xmlns:a="http://schemas.openxmlformats.org/drawingml/2006/main" noGrp="1"/>
          </p:cNvSpPr>
          <p:nvPr/>
        </p:nvSpPr>
        <p:spPr>
          <a:xfrm xmlns:a="http://schemas.openxmlformats.org/drawingml/2006/main">
            <a:off x="76200" y="7620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226D0B72-7020-4547-9285-E7BFB0E2ACBE}"/>
              </a:ext>
            </a:extLst>
          </p:cNvPr>
          <p:cNvSpPr>
            <a:spLocks xmlns:a="http://schemas.openxmlformats.org/drawingml/2006/main" noGrp="1"/>
          </p:cNvSpPr>
          <p:nvPr/>
        </p:nvSpPr>
        <p:spPr>
          <a:xfrm xmlns:a="http://schemas.openxmlformats.org/drawingml/2006/main">
            <a:off x="11791950" y="6753225"/>
            <a:ext cx="323850" cy="28575"/>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C8F238B-FBD8-46A7-87D8-5B9405CBD70C}"/>
              </a:ext>
            </a:extLst>
          </p:cNvPr>
          <p:cNvSpPr>
            <a:spLocks xmlns:a="http://schemas.openxmlformats.org/drawingml/2006/main" noGrp="1"/>
          </p:cNvSpPr>
          <p:nvPr/>
        </p:nvSpPr>
        <p:spPr>
          <a:xfrm xmlns:a="http://schemas.openxmlformats.org/drawingml/2006/main">
            <a:off x="12087225" y="6457950"/>
            <a:ext cx="28575" cy="323850"/>
          </a:xfrm>
          <a:prstGeom xmlns:a="http://schemas.openxmlformats.org/drawingml/2006/main" prst="rect">
            <a:avLst/>
          </a:prstGeom>
          <a:solidFill xmlns:a="http://schemas.openxmlformats.org/drawingml/2006/main">
            <a:srgbClr val="F5C33B">
              <a:alpha val="8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3F25963B-506A-49EF-BCD3-5C081B91AE46}"/>
              </a:ext>
            </a:extLst>
          </p:cNvPr>
          <p:cNvSpPr>
            <a:spLocks xmlns:a="http://schemas.openxmlformats.org/drawingml/2006/main" noGrp="1"/>
          </p:cNvSpPr>
          <p:nvPr/>
        </p:nvSpPr>
        <p:spPr>
          <a:xfrm xmlns:a="http://schemas.openxmlformats.org/drawingml/2006/main">
            <a:off x="133350" y="133350"/>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B3FBC73-A747-43B6-B5EC-895E8ACAE455}"/>
              </a:ext>
            </a:extLst>
          </p:cNvPr>
          <p:cNvSpPr>
            <a:spLocks xmlns:a="http://schemas.openxmlformats.org/drawingml/2006/main" noGrp="1"/>
          </p:cNvSpPr>
          <p:nvPr/>
        </p:nvSpPr>
        <p:spPr>
          <a:xfrm xmlns:a="http://schemas.openxmlformats.org/drawingml/2006/main">
            <a:off x="133350" y="13335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01A2C13C-0998-4770-BEBF-F661C5AA958D}"/>
              </a:ext>
            </a:extLst>
          </p:cNvPr>
          <p:cNvSpPr>
            <a:spLocks xmlns:a="http://schemas.openxmlformats.org/drawingml/2006/main" noGrp="1"/>
          </p:cNvSpPr>
          <p:nvPr/>
        </p:nvSpPr>
        <p:spPr>
          <a:xfrm xmlns:a="http://schemas.openxmlformats.org/drawingml/2006/main">
            <a:off x="11887200" y="6715125"/>
            <a:ext cx="171450" cy="9525"/>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434E9A2-174E-4786-99E2-86D6F023814F}"/>
              </a:ext>
            </a:extLst>
          </p:cNvPr>
          <p:cNvSpPr>
            <a:spLocks xmlns:a="http://schemas.openxmlformats.org/drawingml/2006/main" noGrp="1"/>
          </p:cNvSpPr>
          <p:nvPr/>
        </p:nvSpPr>
        <p:spPr>
          <a:xfrm xmlns:a="http://schemas.openxmlformats.org/drawingml/2006/main">
            <a:off x="12049125" y="6553200"/>
            <a:ext cx="9525" cy="171450"/>
          </a:xfrm>
          <a:prstGeom xmlns:a="http://schemas.openxmlformats.org/drawingml/2006/main" prst="rect">
            <a:avLst/>
          </a:prstGeom>
          <a:solidFill xmlns:a="http://schemas.openxmlformats.org/drawingml/2006/main">
            <a:srgbClr val="F5C33B">
              <a:alpha val="50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B268351-1871-4A3E-AE99-C73755483ED9}"/>
              </a:ext>
            </a:extLst>
          </p:cNvPr>
          <p:cNvSpPr>
            <a:spLocks xmlns:a="http://schemas.openxmlformats.org/drawingml/2006/main" noGrp="1"/>
          </p:cNvSpPr>
          <p:nvPr/>
        </p:nvSpPr>
        <p:spPr>
          <a:xfrm xmlns:a="http://schemas.openxmlformats.org/drawingml/2006/main">
            <a:off x="43053"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5BCE2FB-23B5-4DC6-93E5-0221BEFB3E5C}"/>
              </a:ext>
            </a:extLst>
          </p:cNvPr>
          <p:cNvSpPr>
            <a:spLocks xmlns:a="http://schemas.openxmlformats.org/drawingml/2006/main" noGrp="1"/>
          </p:cNvSpPr>
          <p:nvPr/>
        </p:nvSpPr>
        <p:spPr>
          <a:xfrm xmlns:a="http://schemas.openxmlformats.org/drawingml/2006/main">
            <a:off x="12073128" y="3390900"/>
            <a:ext cx="76200" cy="76200"/>
          </a:xfrm>
          <a:prstGeom xmlns:a="http://schemas.openxmlformats.org/drawingml/2006/main" prst="diamond">
            <a:avLst/>
          </a:prstGeom>
          <a:solidFill xmlns:a="http://schemas.openxmlformats.org/drawingml/2006/main">
            <a:srgbClr val="F5C33B"/>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D5E28134-909B-4291-A415-6E1F423CD966}"/>
              </a:ext>
            </a:extLst>
          </p:cNvPr>
          <p:cNvSpPr>
            <a:spLocks xmlns:a="http://schemas.openxmlformats.org/drawingml/2006/main" noGrp="1"/>
          </p:cNvSpPr>
          <p:nvPr/>
        </p:nvSpPr>
        <p:spPr>
          <a:xfrm xmlns:a="http://schemas.openxmlformats.org/drawingml/2006/main">
            <a:off x="20829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C32C01F4-5F42-4C3C-B982-35D6513FEB48}"/>
              </a:ext>
            </a:extLst>
          </p:cNvPr>
          <p:cNvSpPr>
            <a:spLocks xmlns:a="http://schemas.openxmlformats.org/drawingml/2006/main" noGrp="1"/>
          </p:cNvSpPr>
          <p:nvPr/>
        </p:nvSpPr>
        <p:spPr>
          <a:xfrm xmlns:a="http://schemas.openxmlformats.org/drawingml/2006/main">
            <a:off x="40892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E857A3F-ED68-4383-A45C-326425880E75}"/>
              </a:ext>
            </a:extLst>
          </p:cNvPr>
          <p:cNvSpPr>
            <a:spLocks xmlns:a="http://schemas.openxmlformats.org/drawingml/2006/main" noGrp="1"/>
          </p:cNvSpPr>
          <p:nvPr/>
        </p:nvSpPr>
        <p:spPr>
          <a:xfrm xmlns:a="http://schemas.openxmlformats.org/drawingml/2006/main">
            <a:off x="6096000"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B104FD87-2351-417F-AB2B-A066C694716B}"/>
              </a:ext>
            </a:extLst>
          </p:cNvPr>
          <p:cNvSpPr>
            <a:spLocks xmlns:a="http://schemas.openxmlformats.org/drawingml/2006/main" noGrp="1"/>
          </p:cNvSpPr>
          <p:nvPr/>
        </p:nvSpPr>
        <p:spPr>
          <a:xfrm xmlns:a="http://schemas.openxmlformats.org/drawingml/2006/main">
            <a:off x="8102727"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12646A09-4738-455A-9F03-FC86A323B40C}"/>
              </a:ext>
            </a:extLst>
          </p:cNvPr>
          <p:cNvSpPr>
            <a:spLocks xmlns:a="http://schemas.openxmlformats.org/drawingml/2006/main" noGrp="1"/>
          </p:cNvSpPr>
          <p:nvPr/>
        </p:nvSpPr>
        <p:spPr>
          <a:xfrm xmlns:a="http://schemas.openxmlformats.org/drawingml/2006/main">
            <a:off x="10109073" y="6743700"/>
            <a:ext cx="14478" cy="47625"/>
          </a:xfrm>
          <a:prstGeom xmlns:a="http://schemas.openxmlformats.org/drawingml/2006/main" prst="rect">
            <a:avLst/>
          </a:prstGeom>
          <a:solidFill xmlns:a="http://schemas.openxmlformats.org/drawingml/2006/main">
            <a:srgbClr val="2E6FB0">
              <a:alpha val="4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3D04E29-9B13-40C3-AABE-C35458AAA482}"/>
              </a:ext>
            </a:extLst>
          </p:cNvPr>
          <p:cNvSpPr>
            <a:spLocks xmlns:a="http://schemas.openxmlformats.org/drawingml/2006/main" noGrp="1"/>
          </p:cNvSpPr>
          <p:nvPr/>
        </p:nvSpPr>
        <p:spPr>
          <a:xfrm xmlns:a="http://schemas.openxmlformats.org/drawingml/2006/main">
            <a:off x="857250" y="1219200"/>
            <a:ext cx="1047750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5400" b="1" spc="6">
                <a:solidFill>
                  <a:srgbClr val="FFFFFF"/>
                </a:solidFill>
                <a:latin typeface="微软雅黑"/>
                <a:ea typeface="微软雅黑"/>
                <a:cs typeface="微软雅黑"/>
              </a:defRPr>
            </a:pPr>
            <a:r>
              <a:rPr sz="5400" b="1" spc="6">
                <a:solidFill>
                  <a:srgbClr val="FFFFFF"/>
                </a:solidFill>
                <a:latin typeface="微软雅黑"/>
                <a:ea typeface="微软雅黑"/>
                <a:cs typeface="微软雅黑"/>
              </a:rPr>
              <a:t>感谢聆听</a:t>
            </a:r>
          </a:p>
        </p:txBody>
      </p:sp>
      <p:sp>
        <p:nvSpPr>
          <p:cNvPr id="32" name="">
            <a:extLst xmlns:a="http://schemas.openxmlformats.org/drawingml/2006/main">
              <a:ext uri="{FF2B5EF4-FFF2-40B4-BE49-F238E27FC236}">
                <a16:creationId xmlns:a16="http://schemas.microsoft.com/office/drawing/2014/main" id="{CF8D92D1-03D4-4484-8389-553E9917B0D7}"/>
              </a:ext>
            </a:extLst>
          </p:cNvPr>
          <p:cNvSpPr>
            <a:spLocks xmlns:a="http://schemas.openxmlformats.org/drawingml/2006/main" noGrp="1"/>
          </p:cNvSpPr>
          <p:nvPr/>
        </p:nvSpPr>
        <p:spPr>
          <a:xfrm xmlns:a="http://schemas.openxmlformats.org/drawingml/2006/main">
            <a:off x="895350" y="2305050"/>
            <a:ext cx="10477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31C7F0"/>
                </a:solidFill>
                <a:latin typeface="微软雅黑"/>
                <a:ea typeface="微软雅黑"/>
                <a:cs typeface="微软雅黑"/>
              </a:defRPr>
            </a:pPr>
            <a:r>
              <a:rPr sz="1800" b="1">
                <a:solidFill>
                  <a:srgbClr val="31C7F0"/>
                </a:solidFill>
                <a:latin typeface="微软雅黑"/>
                <a:ea typeface="微软雅黑"/>
                <a:cs typeface="微软雅黑"/>
              </a:rPr>
              <a:t>面向变电运维的可解释智能人才培养平台</a:t>
            </a:r>
          </a:p>
        </p:txBody>
      </p:sp>
      <p:sp>
        <p:nvSpPr>
          <p:cNvPr id="33" name="">
            <a:extLst xmlns:a="http://schemas.openxmlformats.org/drawingml/2006/main">
              <a:ext uri="{FF2B5EF4-FFF2-40B4-BE49-F238E27FC236}">
                <a16:creationId xmlns:a16="http://schemas.microsoft.com/office/drawing/2014/main" id="{847887EB-AEDD-4C5C-8A37-73399CEB84A2}"/>
              </a:ext>
            </a:extLst>
          </p:cNvPr>
          <p:cNvSpPr>
            <a:spLocks xmlns:a="http://schemas.openxmlformats.org/drawingml/2006/main" noGrp="1"/>
          </p:cNvSpPr>
          <p:nvPr/>
        </p:nvSpPr>
        <p:spPr>
          <a:xfrm xmlns:a="http://schemas.openxmlformats.org/drawingml/2006/main">
            <a:off x="895350" y="2743200"/>
            <a:ext cx="1028700" cy="24003"/>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249F440-5E81-456C-97D1-005029DF2312}"/>
              </a:ext>
            </a:extLst>
          </p:cNvPr>
          <p:cNvSpPr>
            <a:spLocks xmlns:a="http://schemas.openxmlformats.org/drawingml/2006/main" noGrp="1"/>
          </p:cNvSpPr>
          <p:nvPr/>
        </p:nvSpPr>
        <p:spPr>
          <a:xfrm xmlns:a="http://schemas.openxmlformats.org/drawingml/2006/main">
            <a:off x="2038350" y="268605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5C33B"/>
                </a:solidFill>
                <a:latin typeface="微软雅黑"/>
                <a:ea typeface="微软雅黑"/>
                <a:cs typeface="微软雅黑"/>
              </a:defRPr>
            </a:pPr>
            <a:r>
              <a:rPr sz="1200" b="0">
                <a:solidFill>
                  <a:srgbClr val="F5C33B"/>
                </a:solidFill>
                <a:latin typeface="微软雅黑"/>
                <a:ea typeface="微软雅黑"/>
                <a:cs typeface="微软雅黑"/>
              </a:rPr>
              <a:t>规则先行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模型后置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结论可追溯 </a:t>
            </a:r>
            <a:r>
              <a:rPr sz="1200" b="0">
                <a:solidFill>
                  <a:srgbClr val="F5C33B"/>
                </a:solidFill>
                <a:latin typeface="微软雅黑"/>
                <a:ea typeface="微软雅黑"/>
                <a:cs typeface="微软雅黑"/>
              </a:rPr>
              <a:t>· </a:t>
            </a:r>
            <a:r>
              <a:rPr sz="1200" b="0">
                <a:solidFill>
                  <a:srgbClr val="F5C33B"/>
                </a:solidFill>
                <a:latin typeface="微软雅黑"/>
                <a:ea typeface="微软雅黑"/>
                <a:cs typeface="微软雅黑"/>
              </a:rPr>
              <a:t>离线可运行</a:t>
            </a:r>
          </a:p>
        </p:txBody>
      </p:sp>
      <p:sp>
        <p:nvSpPr>
          <p:cNvPr id="35" name="">
            <a:extLst xmlns:a="http://schemas.openxmlformats.org/drawingml/2006/main">
              <a:ext uri="{FF2B5EF4-FFF2-40B4-BE49-F238E27FC236}">
                <a16:creationId xmlns:a16="http://schemas.microsoft.com/office/drawing/2014/main" id="{B0361D5E-7122-4A17-A5A2-0CD963E29D98}"/>
              </a:ext>
            </a:extLst>
          </p:cNvPr>
          <p:cNvSpPr>
            <a:spLocks xmlns:a="http://schemas.openxmlformats.org/drawingml/2006/main" noGrp="1"/>
          </p:cNvSpPr>
          <p:nvPr/>
        </p:nvSpPr>
        <p:spPr>
          <a:xfrm xmlns:a="http://schemas.openxmlformats.org/drawingml/2006/main">
            <a:off x="857250" y="3143250"/>
            <a:ext cx="10477500" cy="590550"/>
          </a:xfrm>
          <a:prstGeom xmlns:a="http://schemas.openxmlformats.org/drawingml/2006/main" prst="roundRect">
            <a:avLst>
              <a:gd name="adj" fmla="val 14516"/>
            </a:avLst>
          </a:prstGeom>
          <a:gradFill xmlns:a="http://schemas.openxmlformats.org/drawingml/2006/main">
            <a:gsLst>
              <a:gs pos="0">
                <a:srgbClr val="253D5B"/>
              </a:gs>
              <a:gs pos="62000">
                <a:srgbClr val="0A2547"/>
              </a:gs>
              <a:gs pos="100000">
                <a:srgbClr val="081D37"/>
              </a:gs>
            </a:gsLst>
            <a:lin ang="8100000"/>
          </a:gradFill>
          <a:ln xmlns:a="http://schemas.openxmlformats.org/drawingml/2006/main" w="9525">
            <a:solidFill>
              <a:srgbClr val="2A6BAE"/>
            </a:solidFill>
            <a:prstDash val="solid"/>
          </a:ln>
        </p:spPr>
      </p:sp>
      <p:sp>
        <p:nvSpPr>
          <p:cNvPr id="36" name="">
            <a:extLst xmlns:a="http://schemas.openxmlformats.org/drawingml/2006/main">
              <a:ext uri="{FF2B5EF4-FFF2-40B4-BE49-F238E27FC236}">
                <a16:creationId xmlns:a16="http://schemas.microsoft.com/office/drawing/2014/main" id="{C40C81CA-0641-4E0F-9BAE-2A44A5D13293}"/>
              </a:ext>
            </a:extLst>
          </p:cNvPr>
          <p:cNvSpPr>
            <a:spLocks xmlns:a="http://schemas.openxmlformats.org/drawingml/2006/main" noGrp="1"/>
          </p:cNvSpPr>
          <p:nvPr/>
        </p:nvSpPr>
        <p:spPr>
          <a:xfrm xmlns:a="http://schemas.openxmlformats.org/drawingml/2006/main">
            <a:off x="876300" y="3200400"/>
            <a:ext cx="38100" cy="47625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C33D2B6B-C73A-4B5F-BD06-4182DD049367}"/>
              </a:ext>
            </a:extLst>
          </p:cNvPr>
          <p:cNvSpPr>
            <a:spLocks xmlns:a="http://schemas.openxmlformats.org/drawingml/2006/main" noGrp="1"/>
          </p:cNvSpPr>
          <p:nvPr/>
        </p:nvSpPr>
        <p:spPr>
          <a:xfrm xmlns:a="http://schemas.openxmlformats.org/drawingml/2006/main">
            <a:off x="1085850" y="3143250"/>
            <a:ext cx="1009650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把智能放在可审计的位置：每一条建议都能说清命中了哪条规则、依据了哪个数据点、由谁确认。</a:t>
            </a:r>
          </a:p>
        </p:txBody>
      </p:sp>
      <p:sp>
        <p:nvSpPr>
          <p:cNvPr id="38" name="">
            <a:extLst xmlns:a="http://schemas.openxmlformats.org/drawingml/2006/main">
              <a:ext uri="{FF2B5EF4-FFF2-40B4-BE49-F238E27FC236}">
                <a16:creationId xmlns:a16="http://schemas.microsoft.com/office/drawing/2014/main" id="{FB413964-9FAF-46B2-8BD0-9CE68D0CB70B}"/>
              </a:ext>
            </a:extLst>
          </p:cNvPr>
          <p:cNvSpPr>
            <a:spLocks xmlns:a="http://schemas.openxmlformats.org/drawingml/2006/main" noGrp="1"/>
          </p:cNvSpPr>
          <p:nvPr/>
        </p:nvSpPr>
        <p:spPr>
          <a:xfrm xmlns:a="http://schemas.openxmlformats.org/drawingml/2006/main">
            <a:off x="8572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39" name="">
            <a:extLst xmlns:a="http://schemas.openxmlformats.org/drawingml/2006/main">
              <a:ext uri="{FF2B5EF4-FFF2-40B4-BE49-F238E27FC236}">
                <a16:creationId xmlns:a16="http://schemas.microsoft.com/office/drawing/2014/main" id="{EE26A9E6-8727-4ED1-93EF-351472383108}"/>
              </a:ext>
            </a:extLst>
          </p:cNvPr>
          <p:cNvSpPr>
            <a:spLocks xmlns:a="http://schemas.openxmlformats.org/drawingml/2006/main" noGrp="1"/>
          </p:cNvSpPr>
          <p:nvPr/>
        </p:nvSpPr>
        <p:spPr>
          <a:xfrm xmlns:a="http://schemas.openxmlformats.org/drawingml/2006/main">
            <a:off x="857250" y="3962400"/>
            <a:ext cx="2552700" cy="38100"/>
          </a:xfrm>
          <a:prstGeom xmlns:a="http://schemas.openxmlformats.org/drawingml/2006/main" prst="rect">
            <a:avLst/>
          </a:prstGeom>
          <a:solidFill xmlns:a="http://schemas.openxmlformats.org/drawingml/2006/main">
            <a:srgbClr val="31C7F0"/>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A7A3E16-05B9-495B-BBC8-83D2233EF113}"/>
              </a:ext>
            </a:extLst>
          </p:cNvPr>
          <p:cNvSpPr>
            <a:spLocks xmlns:a="http://schemas.openxmlformats.org/drawingml/2006/main" noGrp="1"/>
          </p:cNvSpPr>
          <p:nvPr/>
        </p:nvSpPr>
        <p:spPr>
          <a:xfrm xmlns:a="http://schemas.openxmlformats.org/drawingml/2006/main">
            <a:off x="2933700" y="4057650"/>
            <a:ext cx="361950" cy="304800"/>
          </a:xfrm>
          <a:prstGeom xmlns:a="http://schemas.openxmlformats.org/drawingml/2006/main" prst="hexagon">
            <a:avLst/>
          </a:prstGeom>
          <a:noFill xmlns:a="http://schemas.openxmlformats.org/drawingml/2006/main"/>
          <a:ln xmlns:a="http://schemas.openxmlformats.org/drawingml/2006/main">
            <a:solidFill>
              <a:srgbClr val="31C7F0">
                <a:alpha val="60000"/>
              </a:srgbClr>
            </a:solidFill>
            <a:prstDash val="solid"/>
          </a:ln>
        </p:spPr>
      </p:sp>
      <p:sp>
        <p:nvSpPr>
          <p:cNvPr id="41" name="">
            <a:extLst xmlns:a="http://schemas.openxmlformats.org/drawingml/2006/main">
              <a:ext uri="{FF2B5EF4-FFF2-40B4-BE49-F238E27FC236}">
                <a16:creationId xmlns:a16="http://schemas.microsoft.com/office/drawing/2014/main" id="{EEA7F0D2-AB22-438E-BE7A-B65C9B7CF42A}"/>
              </a:ext>
            </a:extLst>
          </p:cNvPr>
          <p:cNvSpPr>
            <a:spLocks xmlns:a="http://schemas.openxmlformats.org/drawingml/2006/main" noGrp="1"/>
          </p:cNvSpPr>
          <p:nvPr/>
        </p:nvSpPr>
        <p:spPr>
          <a:xfrm xmlns:a="http://schemas.openxmlformats.org/drawingml/2006/main">
            <a:off x="10096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问题真</a:t>
            </a:r>
          </a:p>
        </p:txBody>
      </p:sp>
      <p:sp>
        <p:nvSpPr>
          <p:cNvPr id="42" name="">
            <a:extLst xmlns:a="http://schemas.openxmlformats.org/drawingml/2006/main">
              <a:ext uri="{FF2B5EF4-FFF2-40B4-BE49-F238E27FC236}">
                <a16:creationId xmlns:a16="http://schemas.microsoft.com/office/drawing/2014/main" id="{7CA2D125-7AA8-4F07-ADB2-65C49A5AD9CD}"/>
              </a:ext>
            </a:extLst>
          </p:cNvPr>
          <p:cNvSpPr>
            <a:spLocks xmlns:a="http://schemas.openxmlformats.org/drawingml/2006/main" noGrp="1"/>
          </p:cNvSpPr>
          <p:nvPr/>
        </p:nvSpPr>
        <p:spPr>
          <a:xfrm xmlns:a="http://schemas.openxmlformats.org/drawingml/2006/main">
            <a:off x="10096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标准原文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四本账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三条痛点，先立住真问题</a:t>
            </a:r>
          </a:p>
        </p:txBody>
      </p:sp>
      <p:sp>
        <p:nvSpPr>
          <p:cNvPr id="43" name="">
            <a:extLst xmlns:a="http://schemas.openxmlformats.org/drawingml/2006/main">
              <a:ext uri="{FF2B5EF4-FFF2-40B4-BE49-F238E27FC236}">
                <a16:creationId xmlns:a16="http://schemas.microsoft.com/office/drawing/2014/main" id="{8C513E98-704D-4BAB-93EC-8EF2599E1C25}"/>
              </a:ext>
            </a:extLst>
          </p:cNvPr>
          <p:cNvSpPr>
            <a:spLocks xmlns:a="http://schemas.openxmlformats.org/drawingml/2006/main" noGrp="1"/>
          </p:cNvSpPr>
          <p:nvPr/>
        </p:nvSpPr>
        <p:spPr>
          <a:xfrm xmlns:a="http://schemas.openxmlformats.org/drawingml/2006/main">
            <a:off x="35623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4" name="">
            <a:extLst xmlns:a="http://schemas.openxmlformats.org/drawingml/2006/main">
              <a:ext uri="{FF2B5EF4-FFF2-40B4-BE49-F238E27FC236}">
                <a16:creationId xmlns:a16="http://schemas.microsoft.com/office/drawing/2014/main" id="{143629BE-C7E2-47B4-A42A-23B219B92F08}"/>
              </a:ext>
            </a:extLst>
          </p:cNvPr>
          <p:cNvSpPr>
            <a:spLocks xmlns:a="http://schemas.openxmlformats.org/drawingml/2006/main" noGrp="1"/>
          </p:cNvSpPr>
          <p:nvPr/>
        </p:nvSpPr>
        <p:spPr>
          <a:xfrm xmlns:a="http://schemas.openxmlformats.org/drawingml/2006/main">
            <a:off x="3562350" y="3962400"/>
            <a:ext cx="2552700" cy="38100"/>
          </a:xfrm>
          <a:prstGeom xmlns:a="http://schemas.openxmlformats.org/drawingml/2006/main" prst="rect">
            <a:avLst/>
          </a:prstGeom>
          <a:solidFill xmlns:a="http://schemas.openxmlformats.org/drawingml/2006/main">
            <a:srgbClr val="2E86E8"/>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2F8E2DE1-BED7-4C53-A378-3A55FBE4256C}"/>
              </a:ext>
            </a:extLst>
          </p:cNvPr>
          <p:cNvSpPr>
            <a:spLocks xmlns:a="http://schemas.openxmlformats.org/drawingml/2006/main" noGrp="1"/>
          </p:cNvSpPr>
          <p:nvPr/>
        </p:nvSpPr>
        <p:spPr>
          <a:xfrm xmlns:a="http://schemas.openxmlformats.org/drawingml/2006/main">
            <a:off x="5638800" y="4057650"/>
            <a:ext cx="361950" cy="304800"/>
          </a:xfrm>
          <a:prstGeom xmlns:a="http://schemas.openxmlformats.org/drawingml/2006/main" prst="hexagon">
            <a:avLst/>
          </a:prstGeom>
          <a:noFill xmlns:a="http://schemas.openxmlformats.org/drawingml/2006/main"/>
          <a:ln xmlns:a="http://schemas.openxmlformats.org/drawingml/2006/main">
            <a:solidFill>
              <a:srgbClr val="2E86E8">
                <a:alpha val="60000"/>
              </a:srgbClr>
            </a:solidFill>
            <a:prstDash val="solid"/>
          </a:ln>
        </p:spPr>
      </p:sp>
      <p:sp>
        <p:nvSpPr>
          <p:cNvPr id="46" name="">
            <a:extLst xmlns:a="http://schemas.openxmlformats.org/drawingml/2006/main">
              <a:ext uri="{FF2B5EF4-FFF2-40B4-BE49-F238E27FC236}">
                <a16:creationId xmlns:a16="http://schemas.microsoft.com/office/drawing/2014/main" id="{AF10ACB1-BBA3-495F-8D34-4227F2248B4D}"/>
              </a:ext>
            </a:extLst>
          </p:cNvPr>
          <p:cNvSpPr>
            <a:spLocks xmlns:a="http://schemas.openxmlformats.org/drawingml/2006/main" noGrp="1"/>
          </p:cNvSpPr>
          <p:nvPr/>
        </p:nvSpPr>
        <p:spPr>
          <a:xfrm xmlns:a="http://schemas.openxmlformats.org/drawingml/2006/main">
            <a:off x="37147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方案清</a:t>
            </a:r>
          </a:p>
        </p:txBody>
      </p:sp>
      <p:sp>
        <p:nvSpPr>
          <p:cNvPr id="47" name="">
            <a:extLst xmlns:a="http://schemas.openxmlformats.org/drawingml/2006/main">
              <a:ext uri="{FF2B5EF4-FFF2-40B4-BE49-F238E27FC236}">
                <a16:creationId xmlns:a16="http://schemas.microsoft.com/office/drawing/2014/main" id="{7C735E3E-9A6A-4467-BD60-1D128097F299}"/>
              </a:ext>
            </a:extLst>
          </p:cNvPr>
          <p:cNvSpPr>
            <a:spLocks xmlns:a="http://schemas.openxmlformats.org/drawingml/2006/main" noGrp="1"/>
          </p:cNvSpPr>
          <p:nvPr/>
        </p:nvSpPr>
        <p:spPr>
          <a:xfrm xmlns:a="http://schemas.openxmlformats.org/drawingml/2006/main">
            <a:off x="37147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五层架构 </a:t>
            </a:r>
            <a:r>
              <a:rPr sz="863" b="0">
                <a:solidFill>
                  <a:srgbClr val="D6E6F7"/>
                </a:solidFill>
                <a:latin typeface="微软雅黑"/>
                <a:ea typeface="微软雅黑"/>
                <a:cs typeface="微软雅黑"/>
              </a:rPr>
              <a:t>+ 18 </a:t>
            </a:r>
            <a:r>
              <a:rPr sz="863" b="0">
                <a:solidFill>
                  <a:srgbClr val="D6E6F7"/>
                </a:solidFill>
                <a:latin typeface="微软雅黑"/>
                <a:ea typeface="微软雅黑"/>
                <a:cs typeface="微软雅黑"/>
              </a:rPr>
              <a:t>条规则 </a:t>
            </a:r>
            <a:r>
              <a:rPr sz="863" b="0">
                <a:solidFill>
                  <a:srgbClr val="D6E6F7"/>
                </a:solidFill>
                <a:latin typeface="微软雅黑"/>
                <a:ea typeface="微软雅黑"/>
                <a:cs typeface="微软雅黑"/>
              </a:rPr>
              <a:t>+ 3 </a:t>
            </a:r>
            <a:r>
              <a:rPr sz="863" b="0">
                <a:solidFill>
                  <a:srgbClr val="D6E6F7"/>
                </a:solidFill>
                <a:latin typeface="微软雅黑"/>
                <a:ea typeface="微软雅黑"/>
                <a:cs typeface="微软雅黑"/>
              </a:rPr>
              <a:t>个稳定 </a:t>
            </a:r>
            <a:r>
              <a:rPr sz="863" b="0">
                <a:solidFill>
                  <a:srgbClr val="D6E6F7"/>
                </a:solidFill>
                <a:latin typeface="微软雅黑"/>
                <a:ea typeface="微软雅黑"/>
                <a:cs typeface="微软雅黑"/>
              </a:rPr>
              <a:t>Agent </a:t>
            </a:r>
            <a:r>
              <a:rPr sz="863" b="0">
                <a:solidFill>
                  <a:srgbClr val="D6E6F7"/>
                </a:solidFill>
                <a:latin typeface="微软雅黑"/>
                <a:ea typeface="微软雅黑"/>
                <a:cs typeface="微软雅黑"/>
              </a:rPr>
              <a:t>接口</a:t>
            </a:r>
          </a:p>
        </p:txBody>
      </p:sp>
      <p:sp>
        <p:nvSpPr>
          <p:cNvPr id="48" name="">
            <a:extLst xmlns:a="http://schemas.openxmlformats.org/drawingml/2006/main">
              <a:ext uri="{FF2B5EF4-FFF2-40B4-BE49-F238E27FC236}">
                <a16:creationId xmlns:a16="http://schemas.microsoft.com/office/drawing/2014/main" id="{4FEFDB68-420F-4A1E-81E1-B998D2537E4F}"/>
              </a:ext>
            </a:extLst>
          </p:cNvPr>
          <p:cNvSpPr>
            <a:spLocks xmlns:a="http://schemas.openxmlformats.org/drawingml/2006/main" noGrp="1"/>
          </p:cNvSpPr>
          <p:nvPr/>
        </p:nvSpPr>
        <p:spPr>
          <a:xfrm xmlns:a="http://schemas.openxmlformats.org/drawingml/2006/main">
            <a:off x="62674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9588E364-5A3E-40BE-8C2E-34E8D97AAD48}"/>
              </a:ext>
            </a:extLst>
          </p:cNvPr>
          <p:cNvSpPr>
            <a:spLocks xmlns:a="http://schemas.openxmlformats.org/drawingml/2006/main" noGrp="1"/>
          </p:cNvSpPr>
          <p:nvPr/>
        </p:nvSpPr>
        <p:spPr>
          <a:xfrm xmlns:a="http://schemas.openxmlformats.org/drawingml/2006/main">
            <a:off x="6267450" y="3962400"/>
            <a:ext cx="2552700" cy="38100"/>
          </a:xfrm>
          <a:prstGeom xmlns:a="http://schemas.openxmlformats.org/drawingml/2006/main" prst="rect">
            <a:avLst/>
          </a:prstGeom>
          <a:solidFill xmlns:a="http://schemas.openxmlformats.org/drawingml/2006/main">
            <a:srgbClr val="3FD08A"/>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101DBE54-9811-4DC6-A11D-01511454B9B1}"/>
              </a:ext>
            </a:extLst>
          </p:cNvPr>
          <p:cNvSpPr>
            <a:spLocks xmlns:a="http://schemas.openxmlformats.org/drawingml/2006/main" noGrp="1"/>
          </p:cNvSpPr>
          <p:nvPr/>
        </p:nvSpPr>
        <p:spPr>
          <a:xfrm xmlns:a="http://schemas.openxmlformats.org/drawingml/2006/main">
            <a:off x="8343900" y="4057650"/>
            <a:ext cx="361950" cy="304800"/>
          </a:xfrm>
          <a:prstGeom xmlns:a="http://schemas.openxmlformats.org/drawingml/2006/main" prst="hexagon">
            <a:avLst/>
          </a:prstGeom>
          <a:noFill xmlns:a="http://schemas.openxmlformats.org/drawingml/2006/main"/>
          <a:ln xmlns:a="http://schemas.openxmlformats.org/drawingml/2006/main">
            <a:solidFill>
              <a:srgbClr val="3FD08A">
                <a:alpha val="60000"/>
              </a:srgbClr>
            </a:solidFill>
            <a:prstDash val="solid"/>
          </a:ln>
        </p:spPr>
      </p:sp>
      <p:sp>
        <p:nvSpPr>
          <p:cNvPr id="51" name="">
            <a:extLst xmlns:a="http://schemas.openxmlformats.org/drawingml/2006/main">
              <a:ext uri="{FF2B5EF4-FFF2-40B4-BE49-F238E27FC236}">
                <a16:creationId xmlns:a16="http://schemas.microsoft.com/office/drawing/2014/main" id="{434D1128-8B87-4403-9423-763D3536DEAB}"/>
              </a:ext>
            </a:extLst>
          </p:cNvPr>
          <p:cNvSpPr>
            <a:spLocks xmlns:a="http://schemas.openxmlformats.org/drawingml/2006/main" noGrp="1"/>
          </p:cNvSpPr>
          <p:nvPr/>
        </p:nvSpPr>
        <p:spPr>
          <a:xfrm xmlns:a="http://schemas.openxmlformats.org/drawingml/2006/main">
            <a:off x="64198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可复算</a:t>
            </a:r>
          </a:p>
        </p:txBody>
      </p:sp>
      <p:sp>
        <p:nvSpPr>
          <p:cNvPr id="52" name="">
            <a:extLst xmlns:a="http://schemas.openxmlformats.org/drawingml/2006/main">
              <a:ext uri="{FF2B5EF4-FFF2-40B4-BE49-F238E27FC236}">
                <a16:creationId xmlns:a16="http://schemas.microsoft.com/office/drawing/2014/main" id="{AE668669-CB31-4822-81BA-592E9E88903D}"/>
              </a:ext>
            </a:extLst>
          </p:cNvPr>
          <p:cNvSpPr>
            <a:spLocks xmlns:a="http://schemas.openxmlformats.org/drawingml/2006/main" noGrp="1"/>
          </p:cNvSpPr>
          <p:nvPr/>
        </p:nvSpPr>
        <p:spPr>
          <a:xfrm xmlns:a="http://schemas.openxmlformats.org/drawingml/2006/main">
            <a:off x="64198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同一输入复跑 </a:t>
            </a:r>
            <a:r>
              <a:rPr sz="863" b="0">
                <a:solidFill>
                  <a:srgbClr val="D6E6F7"/>
                </a:solidFill>
                <a:latin typeface="微软雅黑"/>
                <a:ea typeface="微软雅黑"/>
                <a:cs typeface="微软雅黑"/>
              </a:rPr>
              <a:t>200 </a:t>
            </a:r>
            <a:r>
              <a:rPr sz="863" b="0">
                <a:solidFill>
                  <a:srgbClr val="D6E6F7"/>
                </a:solidFill>
                <a:latin typeface="微软雅黑"/>
                <a:ea typeface="微软雅黑"/>
                <a:cs typeface="微软雅黑"/>
              </a:rPr>
              <a:t>次，</a:t>
            </a:r>
            <a:r>
              <a:rPr sz="863" b="0">
                <a:solidFill>
                  <a:srgbClr val="D6E6F7"/>
                </a:solidFill>
                <a:latin typeface="微软雅黑"/>
                <a:ea typeface="微软雅黑"/>
                <a:cs typeface="微软雅黑"/>
              </a:rPr>
              <a:t>rule_refs </a:t>
            </a:r>
            <a:r>
              <a:rPr sz="863" b="0">
                <a:solidFill>
                  <a:srgbClr val="D6E6F7"/>
                </a:solidFill>
                <a:latin typeface="微软雅黑"/>
                <a:ea typeface="微软雅黑"/>
                <a:cs typeface="微软雅黑"/>
              </a:rPr>
              <a:t>完全一致</a:t>
            </a:r>
          </a:p>
        </p:txBody>
      </p:sp>
      <p:sp>
        <p:nvSpPr>
          <p:cNvPr id="53" name="">
            <a:extLst xmlns:a="http://schemas.openxmlformats.org/drawingml/2006/main">
              <a:ext uri="{FF2B5EF4-FFF2-40B4-BE49-F238E27FC236}">
                <a16:creationId xmlns:a16="http://schemas.microsoft.com/office/drawing/2014/main" id="{11E69E39-078A-4E58-B9C2-0FF1AEE41361}"/>
              </a:ext>
            </a:extLst>
          </p:cNvPr>
          <p:cNvSpPr>
            <a:spLocks xmlns:a="http://schemas.openxmlformats.org/drawingml/2006/main" noGrp="1"/>
          </p:cNvSpPr>
          <p:nvPr/>
        </p:nvSpPr>
        <p:spPr>
          <a:xfrm xmlns:a="http://schemas.openxmlformats.org/drawingml/2006/main">
            <a:off x="8972550" y="3962400"/>
            <a:ext cx="2552700" cy="1028700"/>
          </a:xfrm>
          <a:prstGeom xmlns:a="http://schemas.openxmlformats.org/drawingml/2006/main" prst="roundRect">
            <a:avLst>
              <a:gd name="adj" fmla="val 8333"/>
            </a:avLst>
          </a:prstGeom>
          <a:gradFill xmlns:a="http://schemas.openxmlformats.org/drawingml/2006/main">
            <a:gsLst>
              <a:gs pos="0">
                <a:srgbClr val="264265"/>
              </a:gs>
              <a:gs pos="62000">
                <a:srgbClr val="0B2B52"/>
              </a:gs>
              <a:gs pos="100000">
                <a:srgbClr val="092240"/>
              </a:gs>
            </a:gsLst>
            <a:lin ang="8100000"/>
          </a:gradFill>
          <a:ln xmlns:a="http://schemas.openxmlformats.org/drawingml/2006/main" w="9525">
            <a:solidFill>
              <a:srgbClr val="1B4C8A"/>
            </a:solidFill>
            <a:prstDash val="solid"/>
          </a:ln>
        </p:spPr>
      </p:sp>
      <p:sp>
        <p:nvSpPr>
          <p:cNvPr id="54" name="">
            <a:extLst xmlns:a="http://schemas.openxmlformats.org/drawingml/2006/main">
              <a:ext uri="{FF2B5EF4-FFF2-40B4-BE49-F238E27FC236}">
                <a16:creationId xmlns:a16="http://schemas.microsoft.com/office/drawing/2014/main" id="{9A0D6597-E315-4785-8AEA-379CEBCC82F1}"/>
              </a:ext>
            </a:extLst>
          </p:cNvPr>
          <p:cNvSpPr>
            <a:spLocks xmlns:a="http://schemas.openxmlformats.org/drawingml/2006/main" noGrp="1"/>
          </p:cNvSpPr>
          <p:nvPr/>
        </p:nvSpPr>
        <p:spPr>
          <a:xfrm xmlns:a="http://schemas.openxmlformats.org/drawingml/2006/main">
            <a:off x="8972550" y="3962400"/>
            <a:ext cx="2552700" cy="38100"/>
          </a:xfrm>
          <a:prstGeom xmlns:a="http://schemas.openxmlformats.org/drawingml/2006/main" prst="rect">
            <a:avLst/>
          </a:prstGeom>
          <a:solidFill xmlns:a="http://schemas.openxmlformats.org/drawingml/2006/main">
            <a:srgbClr val="F5C33B"/>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AF23EA8-4E25-40FF-8E4F-127369BB4C2A}"/>
              </a:ext>
            </a:extLst>
          </p:cNvPr>
          <p:cNvSpPr>
            <a:spLocks xmlns:a="http://schemas.openxmlformats.org/drawingml/2006/main" noGrp="1"/>
          </p:cNvSpPr>
          <p:nvPr/>
        </p:nvSpPr>
        <p:spPr>
          <a:xfrm xmlns:a="http://schemas.openxmlformats.org/drawingml/2006/main">
            <a:off x="11049000" y="4057650"/>
            <a:ext cx="361950" cy="304800"/>
          </a:xfrm>
          <a:prstGeom xmlns:a="http://schemas.openxmlformats.org/drawingml/2006/main" prst="hexagon">
            <a:avLst/>
          </a:prstGeom>
          <a:noFill xmlns:a="http://schemas.openxmlformats.org/drawingml/2006/main"/>
          <a:ln xmlns:a="http://schemas.openxmlformats.org/drawingml/2006/main">
            <a:solidFill>
              <a:srgbClr val="F5C33B">
                <a:alpha val="60000"/>
              </a:srgbClr>
            </a:solidFill>
            <a:prstDash val="solid"/>
          </a:ln>
        </p:spPr>
      </p:sp>
      <p:sp>
        <p:nvSpPr>
          <p:cNvPr id="56" name="">
            <a:extLst xmlns:a="http://schemas.openxmlformats.org/drawingml/2006/main">
              <a:ext uri="{FF2B5EF4-FFF2-40B4-BE49-F238E27FC236}">
                <a16:creationId xmlns:a16="http://schemas.microsoft.com/office/drawing/2014/main" id="{F08C92F2-C507-4C51-93AF-E8A8CE6400B1}"/>
              </a:ext>
            </a:extLst>
          </p:cNvPr>
          <p:cNvSpPr>
            <a:spLocks xmlns:a="http://schemas.openxmlformats.org/drawingml/2006/main" noGrp="1"/>
          </p:cNvSpPr>
          <p:nvPr/>
        </p:nvSpPr>
        <p:spPr>
          <a:xfrm xmlns:a="http://schemas.openxmlformats.org/drawingml/2006/main">
            <a:off x="91249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算得清</a:t>
            </a:r>
          </a:p>
        </p:txBody>
      </p:sp>
      <p:sp>
        <p:nvSpPr>
          <p:cNvPr id="57" name="">
            <a:extLst xmlns:a="http://schemas.openxmlformats.org/drawingml/2006/main">
              <a:ext uri="{FF2B5EF4-FFF2-40B4-BE49-F238E27FC236}">
                <a16:creationId xmlns:a16="http://schemas.microsoft.com/office/drawing/2014/main" id="{173240E9-817D-4153-BD06-F583B200C01B}"/>
              </a:ext>
            </a:extLst>
          </p:cNvPr>
          <p:cNvSpPr>
            <a:spLocks xmlns:a="http://schemas.openxmlformats.org/drawingml/2006/main" noGrp="1"/>
          </p:cNvSpPr>
          <p:nvPr/>
        </p:nvSpPr>
        <p:spPr>
          <a:xfrm xmlns:a="http://schemas.openxmlformats.org/drawingml/2006/main">
            <a:off x="91249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转岗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招聘 </a:t>
            </a:r>
            <a:r>
              <a:rPr sz="863" b="0">
                <a:solidFill>
                  <a:srgbClr val="D6E6F7"/>
                </a:solidFill>
                <a:latin typeface="微软雅黑"/>
                <a:ea typeface="微软雅黑"/>
                <a:cs typeface="微软雅黑"/>
              </a:rPr>
              <a:t>/ </a:t>
            </a:r>
            <a:r>
              <a:rPr sz="863" b="0">
                <a:solidFill>
                  <a:srgbClr val="D6E6F7"/>
                </a:solidFill>
                <a:latin typeface="微软雅黑"/>
                <a:ea typeface="微软雅黑"/>
                <a:cs typeface="微软雅黑"/>
              </a:rPr>
              <a:t>外委口径明确，回收期可代公式</a:t>
            </a:r>
          </a:p>
        </p:txBody>
      </p:sp>
      <p:sp>
        <p:nvSpPr>
          <p:cNvPr id="58" name="">
            <a:extLst xmlns:a="http://schemas.openxmlformats.org/drawingml/2006/main">
              <a:ext uri="{FF2B5EF4-FFF2-40B4-BE49-F238E27FC236}">
                <a16:creationId xmlns:a16="http://schemas.microsoft.com/office/drawing/2014/main" id="{7D430DE5-F5D5-4BEF-ADE3-78CF28C163F7}"/>
              </a:ext>
            </a:extLst>
          </p:cNvPr>
          <p:cNvSpPr>
            <a:spLocks xmlns:a="http://schemas.openxmlformats.org/drawingml/2006/main" noGrp="1"/>
          </p:cNvSpPr>
          <p:nvPr/>
        </p:nvSpPr>
        <p:spPr>
          <a:xfrm xmlns:a="http://schemas.openxmlformats.org/drawingml/2006/main">
            <a:off x="8572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59" name="">
            <a:extLst xmlns:a="http://schemas.openxmlformats.org/drawingml/2006/main">
              <a:ext uri="{FF2B5EF4-FFF2-40B4-BE49-F238E27FC236}">
                <a16:creationId xmlns:a16="http://schemas.microsoft.com/office/drawing/2014/main" id="{9C60078B-196E-4C7A-8640-CB2F3B6D8344}"/>
              </a:ext>
            </a:extLst>
          </p:cNvPr>
          <p:cNvSpPr>
            <a:spLocks xmlns:a="http://schemas.openxmlformats.org/drawingml/2006/main" noGrp="1"/>
          </p:cNvSpPr>
          <p:nvPr/>
        </p:nvSpPr>
        <p:spPr>
          <a:xfrm xmlns:a="http://schemas.openxmlformats.org/drawingml/2006/main">
            <a:off x="8572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60" name="">
            <a:extLst xmlns:a="http://schemas.openxmlformats.org/drawingml/2006/main">
              <a:ext uri="{FF2B5EF4-FFF2-40B4-BE49-F238E27FC236}">
                <a16:creationId xmlns:a16="http://schemas.microsoft.com/office/drawing/2014/main" id="{2F7F7B20-82BF-4B34-A92D-993FE81638A6}"/>
              </a:ext>
            </a:extLst>
          </p:cNvPr>
          <p:cNvSpPr>
            <a:spLocks xmlns:a="http://schemas.openxmlformats.org/drawingml/2006/main" noGrp="1"/>
          </p:cNvSpPr>
          <p:nvPr/>
        </p:nvSpPr>
        <p:spPr>
          <a:xfrm xmlns:a="http://schemas.openxmlformats.org/drawingml/2006/main">
            <a:off x="35623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61" name="">
            <a:extLst xmlns:a="http://schemas.openxmlformats.org/drawingml/2006/main">
              <a:ext uri="{FF2B5EF4-FFF2-40B4-BE49-F238E27FC236}">
                <a16:creationId xmlns:a16="http://schemas.microsoft.com/office/drawing/2014/main" id="{D1ACD04C-876E-48BB-B513-CD38600F28A1}"/>
              </a:ext>
            </a:extLst>
          </p:cNvPr>
          <p:cNvSpPr>
            <a:spLocks xmlns:a="http://schemas.openxmlformats.org/drawingml/2006/main" noGrp="1"/>
          </p:cNvSpPr>
          <p:nvPr/>
        </p:nvSpPr>
        <p:spPr>
          <a:xfrm xmlns:a="http://schemas.openxmlformats.org/drawingml/2006/main">
            <a:off x="35623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62" name="">
            <a:extLst xmlns:a="http://schemas.openxmlformats.org/drawingml/2006/main">
              <a:ext uri="{FF2B5EF4-FFF2-40B4-BE49-F238E27FC236}">
                <a16:creationId xmlns:a16="http://schemas.microsoft.com/office/drawing/2014/main" id="{3DF6AE9E-BB6B-4443-A617-99E8BACC261E}"/>
              </a:ext>
            </a:extLst>
          </p:cNvPr>
          <p:cNvSpPr>
            <a:spLocks xmlns:a="http://schemas.openxmlformats.org/drawingml/2006/main" noGrp="1"/>
          </p:cNvSpPr>
          <p:nvPr/>
        </p:nvSpPr>
        <p:spPr>
          <a:xfrm xmlns:a="http://schemas.openxmlformats.org/drawingml/2006/main">
            <a:off x="62674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63" name="">
            <a:extLst xmlns:a="http://schemas.openxmlformats.org/drawingml/2006/main">
              <a:ext uri="{FF2B5EF4-FFF2-40B4-BE49-F238E27FC236}">
                <a16:creationId xmlns:a16="http://schemas.microsoft.com/office/drawing/2014/main" id="{AADCD9B5-C01E-4312-A487-5DBFEE56C9CC}"/>
              </a:ext>
            </a:extLst>
          </p:cNvPr>
          <p:cNvSpPr>
            <a:spLocks xmlns:a="http://schemas.openxmlformats.org/drawingml/2006/main" noGrp="1"/>
          </p:cNvSpPr>
          <p:nvPr/>
        </p:nvSpPr>
        <p:spPr>
          <a:xfrm xmlns:a="http://schemas.openxmlformats.org/drawingml/2006/main">
            <a:off x="62674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64" name="">
            <a:extLst xmlns:a="http://schemas.openxmlformats.org/drawingml/2006/main">
              <a:ext uri="{FF2B5EF4-FFF2-40B4-BE49-F238E27FC236}">
                <a16:creationId xmlns:a16="http://schemas.microsoft.com/office/drawing/2014/main" id="{EF3DB464-A07F-41FD-BDDF-6E06FBFECEE6}"/>
              </a:ext>
            </a:extLst>
          </p:cNvPr>
          <p:cNvSpPr>
            <a:spLocks xmlns:a="http://schemas.openxmlformats.org/drawingml/2006/main" noGrp="1"/>
          </p:cNvSpPr>
          <p:nvPr/>
        </p:nvSpPr>
        <p:spPr>
          <a:xfrm xmlns:a="http://schemas.openxmlformats.org/drawingml/2006/main">
            <a:off x="89725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65" name="">
            <a:extLst xmlns:a="http://schemas.openxmlformats.org/drawingml/2006/main">
              <a:ext uri="{FF2B5EF4-FFF2-40B4-BE49-F238E27FC236}">
                <a16:creationId xmlns:a16="http://schemas.microsoft.com/office/drawing/2014/main" id="{DF36E666-2658-4949-BCCF-59158F23B0C5}"/>
              </a:ext>
            </a:extLst>
          </p:cNvPr>
          <p:cNvSpPr>
            <a:spLocks xmlns:a="http://schemas.openxmlformats.org/drawingml/2006/main" noGrp="1"/>
          </p:cNvSpPr>
          <p:nvPr/>
        </p:nvSpPr>
        <p:spPr>
          <a:xfrm xmlns:a="http://schemas.openxmlformats.org/drawingml/2006/main">
            <a:off x="89725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66" name="">
            <a:extLst xmlns:a="http://schemas.openxmlformats.org/drawingml/2006/main">
              <a:ext uri="{FF2B5EF4-FFF2-40B4-BE49-F238E27FC236}">
                <a16:creationId xmlns:a16="http://schemas.microsoft.com/office/drawing/2014/main" id="{BAA0EC9B-6A08-4004-8D3B-601503CD8C0B}"/>
              </a:ext>
            </a:extLst>
          </p:cNvPr>
          <p:cNvSpPr>
            <a:spLocks xmlns:a="http://schemas.openxmlformats.org/drawingml/2006/main" noGrp="1"/>
          </p:cNvSpPr>
          <p:nvPr/>
        </p:nvSpPr>
        <p:spPr>
          <a:xfrm xmlns:a="http://schemas.openxmlformats.org/drawingml/2006/main">
            <a:off x="857250" y="6038850"/>
            <a:ext cx="10477500" cy="9525"/>
          </a:xfrm>
          <a:prstGeom xmlns:a="http://schemas.openxmlformats.org/drawingml/2006/main" prst="rect">
            <a:avLst/>
          </a:prstGeom>
          <a:gradFill xmlns:a="http://schemas.openxmlformats.org/drawingml/2006/main">
            <a:gsLst>
              <a:gs pos="0">
                <a:srgbClr val="F5C33B"/>
              </a:gs>
              <a:gs pos="70000">
                <a:srgbClr val="31C7F0">
                  <a:alpha val="45000"/>
                </a:srgbClr>
              </a:gs>
              <a:gs pos="100000">
                <a:srgbClr val="31C7F0">
                  <a:alpha val="0"/>
                </a:srgbClr>
              </a:gs>
            </a:gsLst>
            <a:lin ang="0"/>
          </a:gradFill>
          <a:ln xmlns:a="http://schemas.openxmlformats.org/drawingml/2006/main" w="0">
            <a:solidFill>
              <a:srgbClr val="000000"/>
            </a:solidFill>
            <a:prstDash val="solid"/>
          </a:ln>
        </p:spPr>
      </p:sp>
    </p:spTree>
    <p:extLst>
      <p:ext uri="{BB962C8B-B14F-4D97-AF65-F5344CB8AC3E}">
        <p14:creationId xmlns:p14="http://schemas.microsoft.com/office/powerpoint/2010/main" val="18158163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2026-09-27T10:03:35.9220000Z</dcterms:created>
  <dcterms:modified xsi:type="dcterms:W3CDTF">2026-09-27T10:03:35.9220000Z</dcterms:modified>
</coreProperties>
</file>