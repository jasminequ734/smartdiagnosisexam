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39e7f58a24463c" /><Relationship Type="http://schemas.openxmlformats.org/officeDocument/2006/relationships/extended-properties" Target="/docProps/app.xml" Id="R7662e787265f465c" /><Relationship Type="http://schemas.openxmlformats.org/officeDocument/2006/relationships/officeDocument" Target="/ppt/presentation.xml" Id="R20dc6871365e40de" /></Relationships>
</file>

<file path=ppt/presentation.xml><?xml version="1.0" encoding="utf-8"?>
<p:presentation xmlns:p="http://schemas.openxmlformats.org/presentationml/2006/main">
  <p:sldMasterIdLst>
    <p:sldMasterId xmlns:r="http://schemas.openxmlformats.org/officeDocument/2006/relationships" id="2147483648" r:id="R311ca230bf4e4f23"/>
  </p:sldMasterIdLst>
  <p:notesMasterIdLst>
    <p:notesMasterId xmlns:r="http://schemas.openxmlformats.org/officeDocument/2006/relationships" r:id="Rbdac0dc7f3e248b9"/>
  </p:notesMasterIdLst>
  <p:sldIdLst>
    <p:sldId xmlns:r="http://schemas.openxmlformats.org/officeDocument/2006/relationships" id="256" r:id="R84b8fd11454342a3"/>
    <p:sldId xmlns:r="http://schemas.openxmlformats.org/officeDocument/2006/relationships" id="257" r:id="Rc391a2be88d94ec3"/>
    <p:sldId xmlns:r="http://schemas.openxmlformats.org/officeDocument/2006/relationships" id="258" r:id="Rfcc4ced2064a4885"/>
    <p:sldId xmlns:r="http://schemas.openxmlformats.org/officeDocument/2006/relationships" id="259" r:id="R13a81a60ae4c4f62"/>
    <p:sldId xmlns:r="http://schemas.openxmlformats.org/officeDocument/2006/relationships" id="260" r:id="Rca6acc1f67a34661"/>
    <p:sldId xmlns:r="http://schemas.openxmlformats.org/officeDocument/2006/relationships" id="261" r:id="R3d11c2d747724a0b"/>
    <p:sldId xmlns:r="http://schemas.openxmlformats.org/officeDocument/2006/relationships" id="262" r:id="Re7380672809746bc"/>
    <p:sldId xmlns:r="http://schemas.openxmlformats.org/officeDocument/2006/relationships" id="263" r:id="R362c1963f4ae4b8d"/>
    <p:sldId xmlns:r="http://schemas.openxmlformats.org/officeDocument/2006/relationships" id="264" r:id="R34432f38dd084056"/>
    <p:sldId xmlns:r="http://schemas.openxmlformats.org/officeDocument/2006/relationships" id="265" r:id="Rdfac1be3a9ed4448"/>
    <p:sldId xmlns:r="http://schemas.openxmlformats.org/officeDocument/2006/relationships" id="266" r:id="R61d8b001a52f4a02"/>
    <p:sldId xmlns:r="http://schemas.openxmlformats.org/officeDocument/2006/relationships" id="267" r:id="Rbd9704c96301497d"/>
    <p:sldId xmlns:r="http://schemas.openxmlformats.org/officeDocument/2006/relationships" id="268" r:id="R1d94140bfc2141a7"/>
    <p:sldId xmlns:r="http://schemas.openxmlformats.org/officeDocument/2006/relationships" id="269" r:id="R4729d28cbb7c430d"/>
    <p:sldId xmlns:r="http://schemas.openxmlformats.org/officeDocument/2006/relationships" id="270" r:id="Ra0bff9e642754736"/>
    <p:sldId xmlns:r="http://schemas.openxmlformats.org/officeDocument/2006/relationships" id="271" r:id="Rd9bb2fea34a44d52"/>
    <p:sldId xmlns:r="http://schemas.openxmlformats.org/officeDocument/2006/relationships" id="272" r:id="R32f1b3a434bf4f0f"/>
    <p:sldId xmlns:r="http://schemas.openxmlformats.org/officeDocument/2006/relationships" id="273" r:id="R96ed7806cd2f440d"/>
    <p:sldId xmlns:r="http://schemas.openxmlformats.org/officeDocument/2006/relationships" id="274" r:id="R5cf79996e20c49f9"/>
    <p:sldId xmlns:r="http://schemas.openxmlformats.org/officeDocument/2006/relationships" id="275" r:id="R61a67fe2869c466a"/>
    <p:sldId xmlns:r="http://schemas.openxmlformats.org/officeDocument/2006/relationships" id="276" r:id="R59c51cc503a44736"/>
    <p:sldId xmlns:r="http://schemas.openxmlformats.org/officeDocument/2006/relationships" id="277" r:id="R45fcf00160834459"/>
    <p:sldId xmlns:r="http://schemas.openxmlformats.org/officeDocument/2006/relationships" id="278" r:id="Rb4c0180c6b924d24"/>
    <p:sldId xmlns:r="http://schemas.openxmlformats.org/officeDocument/2006/relationships" id="279" r:id="R7ef87acf0d6641e3"/>
    <p:sldId xmlns:r="http://schemas.openxmlformats.org/officeDocument/2006/relationships" id="280" r:id="Ra5ae969705d64f84"/>
    <p:sldId xmlns:r="http://schemas.openxmlformats.org/officeDocument/2006/relationships" id="281" r:id="Raf2a1c03590d460a"/>
    <p:sldId xmlns:r="http://schemas.openxmlformats.org/officeDocument/2006/relationships" id="282" r:id="R64aa3024ea014ebd"/>
    <p:sldId xmlns:r="http://schemas.openxmlformats.org/officeDocument/2006/relationships" id="283" r:id="R33b13d4466b943d4"/>
    <p:sldId xmlns:r="http://schemas.openxmlformats.org/officeDocument/2006/relationships" id="284" r:id="R4c75dab4919d4a7c"/>
    <p:sldId xmlns:r="http://schemas.openxmlformats.org/officeDocument/2006/relationships" id="285" r:id="R4f0a3444d6e5488d"/>
    <p:sldId xmlns:r="http://schemas.openxmlformats.org/officeDocument/2006/relationships" id="286" r:id="R7228121e616b4a8e"/>
    <p:sldId xmlns:r="http://schemas.openxmlformats.org/officeDocument/2006/relationships" id="287" r:id="Ra424ec0e46e74413"/>
    <p:sldId xmlns:r="http://schemas.openxmlformats.org/officeDocument/2006/relationships" id="288" r:id="Rd63275710bf14810"/>
    <p:sldId xmlns:r="http://schemas.openxmlformats.org/officeDocument/2006/relationships" id="289" r:id="R00630c9828fe44b6"/>
    <p:sldId xmlns:r="http://schemas.openxmlformats.org/officeDocument/2006/relationships" id="290" r:id="R283a7b07d1394caa"/>
    <p:sldId xmlns:r="http://schemas.openxmlformats.org/officeDocument/2006/relationships" id="291" r:id="Ra106876619124901"/>
    <p:sldId xmlns:r="http://schemas.openxmlformats.org/officeDocument/2006/relationships" id="292" r:id="Rcce08700466645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29f1f003fc4d9c" /><Relationship Type="http://schemas.openxmlformats.org/officeDocument/2006/relationships/slideMaster" Target="/ppt/slideMasters/slideMaster1.xml" Id="R311ca230bf4e4f23" /><Relationship Type="http://schemas.openxmlformats.org/officeDocument/2006/relationships/notesMaster" Target="/ppt/notesMasters/notesMaster1.xml" Id="Rbdac0dc7f3e248b9" /><Relationship Type="http://schemas.openxmlformats.org/officeDocument/2006/relationships/presProps" Target="/ppt/presProps.xml" Id="Rfaab0a611a55427f" /><Relationship Type="http://schemas.openxmlformats.org/officeDocument/2006/relationships/tableStyles" Target="/ppt/tableStyles.xml" Id="Reb7107dbea8a4112" /><Relationship Type="http://schemas.openxmlformats.org/officeDocument/2006/relationships/slide" Target="/ppt/slides/slide1.xml" Id="R84b8fd11454342a3" /><Relationship Type="http://schemas.openxmlformats.org/officeDocument/2006/relationships/slide" Target="/ppt/slides/slide2.xml" Id="Rc391a2be88d94ec3" /><Relationship Type="http://schemas.openxmlformats.org/officeDocument/2006/relationships/slide" Target="/ppt/slides/slide3.xml" Id="Rfcc4ced2064a4885" /><Relationship Type="http://schemas.openxmlformats.org/officeDocument/2006/relationships/slide" Target="/ppt/slides/slide4.xml" Id="R13a81a60ae4c4f62" /><Relationship Type="http://schemas.openxmlformats.org/officeDocument/2006/relationships/slide" Target="/ppt/slides/slide5.xml" Id="Rca6acc1f67a34661" /><Relationship Type="http://schemas.openxmlformats.org/officeDocument/2006/relationships/slide" Target="/ppt/slides/slide6.xml" Id="R3d11c2d747724a0b" /><Relationship Type="http://schemas.openxmlformats.org/officeDocument/2006/relationships/slide" Target="/ppt/slides/slide7.xml" Id="Re7380672809746bc" /><Relationship Type="http://schemas.openxmlformats.org/officeDocument/2006/relationships/slide" Target="/ppt/slides/slide8.xml" Id="R362c1963f4ae4b8d" /><Relationship Type="http://schemas.openxmlformats.org/officeDocument/2006/relationships/slide" Target="/ppt/slides/slide9.xml" Id="R34432f38dd084056" /><Relationship Type="http://schemas.openxmlformats.org/officeDocument/2006/relationships/slide" Target="/ppt/slides/slide10.xml" Id="Rdfac1be3a9ed4448" /><Relationship Type="http://schemas.openxmlformats.org/officeDocument/2006/relationships/slide" Target="/ppt/slides/slide11.xml" Id="R61d8b001a52f4a02" /><Relationship Type="http://schemas.openxmlformats.org/officeDocument/2006/relationships/slide" Target="/ppt/slides/slide12.xml" Id="Rbd9704c96301497d" /><Relationship Type="http://schemas.openxmlformats.org/officeDocument/2006/relationships/slide" Target="/ppt/slides/slide13.xml" Id="R1d94140bfc2141a7" /><Relationship Type="http://schemas.openxmlformats.org/officeDocument/2006/relationships/slide" Target="/ppt/slides/slide14.xml" Id="R4729d28cbb7c430d" /><Relationship Type="http://schemas.openxmlformats.org/officeDocument/2006/relationships/slide" Target="/ppt/slides/slide15.xml" Id="Ra0bff9e642754736" /><Relationship Type="http://schemas.openxmlformats.org/officeDocument/2006/relationships/slide" Target="/ppt/slides/slide16.xml" Id="Rd9bb2fea34a44d52" /><Relationship Type="http://schemas.openxmlformats.org/officeDocument/2006/relationships/slide" Target="/ppt/slides/slide17.xml" Id="R32f1b3a434bf4f0f" /><Relationship Type="http://schemas.openxmlformats.org/officeDocument/2006/relationships/slide" Target="/ppt/slides/slide18.xml" Id="R96ed7806cd2f440d" /><Relationship Type="http://schemas.openxmlformats.org/officeDocument/2006/relationships/slide" Target="/ppt/slides/slide19.xml" Id="R5cf79996e20c49f9" /><Relationship Type="http://schemas.openxmlformats.org/officeDocument/2006/relationships/slide" Target="/ppt/slides/slide20.xml" Id="R61a67fe2869c466a" /><Relationship Type="http://schemas.openxmlformats.org/officeDocument/2006/relationships/slide" Target="/ppt/slides/slide21.xml" Id="R59c51cc503a44736" /><Relationship Type="http://schemas.openxmlformats.org/officeDocument/2006/relationships/slide" Target="/ppt/slides/slide22.xml" Id="R45fcf00160834459" /><Relationship Type="http://schemas.openxmlformats.org/officeDocument/2006/relationships/slide" Target="/ppt/slides/slide23.xml" Id="Rb4c0180c6b924d24" /><Relationship Type="http://schemas.openxmlformats.org/officeDocument/2006/relationships/slide" Target="/ppt/slides/slide24.xml" Id="R7ef87acf0d6641e3" /><Relationship Type="http://schemas.openxmlformats.org/officeDocument/2006/relationships/slide" Target="/ppt/slides/slide25.xml" Id="Ra5ae969705d64f84" /><Relationship Type="http://schemas.openxmlformats.org/officeDocument/2006/relationships/slide" Target="/ppt/slides/slide26.xml" Id="Raf2a1c03590d460a" /><Relationship Type="http://schemas.openxmlformats.org/officeDocument/2006/relationships/slide" Target="/ppt/slides/slide27.xml" Id="R64aa3024ea014ebd" /><Relationship Type="http://schemas.openxmlformats.org/officeDocument/2006/relationships/slide" Target="/ppt/slides/slide28.xml" Id="R33b13d4466b943d4" /><Relationship Type="http://schemas.openxmlformats.org/officeDocument/2006/relationships/slide" Target="/ppt/slides/slide29.xml" Id="R4c75dab4919d4a7c" /><Relationship Type="http://schemas.openxmlformats.org/officeDocument/2006/relationships/slide" Target="/ppt/slides/slide30.xml" Id="R4f0a3444d6e5488d" /><Relationship Type="http://schemas.openxmlformats.org/officeDocument/2006/relationships/slide" Target="/ppt/slides/slide31.xml" Id="R7228121e616b4a8e" /><Relationship Type="http://schemas.openxmlformats.org/officeDocument/2006/relationships/slide" Target="/ppt/slides/slide32.xml" Id="Ra424ec0e46e74413" /><Relationship Type="http://schemas.openxmlformats.org/officeDocument/2006/relationships/slide" Target="/ppt/slides/slide33.xml" Id="Rd63275710bf14810" /><Relationship Type="http://schemas.openxmlformats.org/officeDocument/2006/relationships/slide" Target="/ppt/slides/slide34.xml" Id="R00630c9828fe44b6" /><Relationship Type="http://schemas.openxmlformats.org/officeDocument/2006/relationships/slide" Target="/ppt/slides/slide35.xml" Id="R283a7b07d1394caa" /><Relationship Type="http://schemas.openxmlformats.org/officeDocument/2006/relationships/slide" Target="/ppt/slides/slide36.xml" Id="Ra106876619124901" /><Relationship Type="http://schemas.openxmlformats.org/officeDocument/2006/relationships/slide" Target="/ppt/slides/slide37.xml" Id="Rcce08700466645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6f178d6d334f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0ad64f84f34387" /><Relationship Type="http://schemas.openxmlformats.org/officeDocument/2006/relationships/notesMaster" Target="/ppt/notesMasters/notesMaster1.xml" Id="Rce2cfb360b524e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2d1e5005d14dc0" /><Relationship Type="http://schemas.openxmlformats.org/officeDocument/2006/relationships/notesMaster" Target="/ppt/notesMasters/notesMaster1.xml" Id="Rb7befc73985647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99f812069a4ebc" /><Relationship Type="http://schemas.openxmlformats.org/officeDocument/2006/relationships/notesMaster" Target="/ppt/notesMasters/notesMaster1.xml" Id="R3ff19c6274f243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b520d1102f45c7" /><Relationship Type="http://schemas.openxmlformats.org/officeDocument/2006/relationships/notesMaster" Target="/ppt/notesMasters/notesMaster1.xml" Id="R7e64f1d63d614e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d3decf249a44c9" /><Relationship Type="http://schemas.openxmlformats.org/officeDocument/2006/relationships/notesMaster" Target="/ppt/notesMasters/notesMaster1.xml" Id="Re2b52de4b32c4d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2f73571c934b01" /><Relationship Type="http://schemas.openxmlformats.org/officeDocument/2006/relationships/notesMaster" Target="/ppt/notesMasters/notesMaster1.xml" Id="R430695877cca46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d96911dfb64d41" /><Relationship Type="http://schemas.openxmlformats.org/officeDocument/2006/relationships/notesMaster" Target="/ppt/notesMasters/notesMaster1.xml" Id="R78d4edb99eac44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d6566d48e34537" /><Relationship Type="http://schemas.openxmlformats.org/officeDocument/2006/relationships/notesMaster" Target="/ppt/notesMasters/notesMaster1.xml" Id="R7148ad1fe01345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60c6f7466c4000" /><Relationship Type="http://schemas.openxmlformats.org/officeDocument/2006/relationships/notesMaster" Target="/ppt/notesMasters/notesMaster1.xml" Id="R4d85f00c58dc4a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e5de545c534cf2" /><Relationship Type="http://schemas.openxmlformats.org/officeDocument/2006/relationships/notesMaster" Target="/ppt/notesMasters/notesMaster1.xml" Id="Re9e450404b2e46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147d67dddc842d9" /><Relationship Type="http://schemas.openxmlformats.org/officeDocument/2006/relationships/notesMaster" Target="/ppt/notesMasters/notesMaster1.xml" Id="R5625f27e805449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6fe943647a45d1" /><Relationship Type="http://schemas.openxmlformats.org/officeDocument/2006/relationships/notesMaster" Target="/ppt/notesMasters/notesMaster1.xml" Id="Rb293b9b4d109419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9b4d1919be24559" /><Relationship Type="http://schemas.openxmlformats.org/officeDocument/2006/relationships/notesMaster" Target="/ppt/notesMasters/notesMaster1.xml" Id="R94d1d333a8b04a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2e0b29faa9b46e3" /><Relationship Type="http://schemas.openxmlformats.org/officeDocument/2006/relationships/notesMaster" Target="/ppt/notesMasters/notesMaster1.xml" Id="R04985f8d01fc488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8ee988207174ac1" /><Relationship Type="http://schemas.openxmlformats.org/officeDocument/2006/relationships/notesMaster" Target="/ppt/notesMasters/notesMaster1.xml" Id="R3f31227d1eeb450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d049a30d5644dcd" /><Relationship Type="http://schemas.openxmlformats.org/officeDocument/2006/relationships/notesMaster" Target="/ppt/notesMasters/notesMaster1.xml" Id="Rdecd9fc480714bd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fea4726d12942ad" /><Relationship Type="http://schemas.openxmlformats.org/officeDocument/2006/relationships/notesMaster" Target="/ppt/notesMasters/notesMaster1.xml" Id="R8297b13022e44fa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b2fde7ffd6043f6" /><Relationship Type="http://schemas.openxmlformats.org/officeDocument/2006/relationships/notesMaster" Target="/ppt/notesMasters/notesMaster1.xml" Id="R9bc787c193db4e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3798a35c0994367" /><Relationship Type="http://schemas.openxmlformats.org/officeDocument/2006/relationships/notesMaster" Target="/ppt/notesMasters/notesMaster1.xml" Id="R641b023e286049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19fb2b45c764aeb" /><Relationship Type="http://schemas.openxmlformats.org/officeDocument/2006/relationships/notesMaster" Target="/ppt/notesMasters/notesMaster1.xml" Id="R2bf0e8d6685b4d7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81c61051f0a4c4c" /><Relationship Type="http://schemas.openxmlformats.org/officeDocument/2006/relationships/notesMaster" Target="/ppt/notesMasters/notesMaster1.xml" Id="Rb298b56b7e32452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26f329c8cee47f8" /><Relationship Type="http://schemas.openxmlformats.org/officeDocument/2006/relationships/notesMaster" Target="/ppt/notesMasters/notesMaster1.xml" Id="Rd038b4034d6749e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7fc8b8ca2724c28" /><Relationship Type="http://schemas.openxmlformats.org/officeDocument/2006/relationships/notesMaster" Target="/ppt/notesMasters/notesMaster1.xml" Id="R755f2bda7aec443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e7819d806494029" /><Relationship Type="http://schemas.openxmlformats.org/officeDocument/2006/relationships/notesMaster" Target="/ppt/notesMasters/notesMaster1.xml" Id="Rf5b35afd9a6646f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059532d46a14798" /><Relationship Type="http://schemas.openxmlformats.org/officeDocument/2006/relationships/notesMaster" Target="/ppt/notesMasters/notesMaster1.xml" Id="R7e99595bbd724e1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82a5089cf1841be" /><Relationship Type="http://schemas.openxmlformats.org/officeDocument/2006/relationships/notesMaster" Target="/ppt/notesMasters/notesMaster1.xml" Id="Rbdbe6fddb7b14bf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51dfcc44b524641" /><Relationship Type="http://schemas.openxmlformats.org/officeDocument/2006/relationships/notesMaster" Target="/ppt/notesMasters/notesMaster1.xml" Id="R1181247d8283464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d571d39ee1e4552" /><Relationship Type="http://schemas.openxmlformats.org/officeDocument/2006/relationships/notesMaster" Target="/ppt/notesMasters/notesMaster1.xml" Id="Rf6baa42003454da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8af9689a93a46cd" /><Relationship Type="http://schemas.openxmlformats.org/officeDocument/2006/relationships/notesMaster" Target="/ppt/notesMasters/notesMaster1.xml" Id="Rf46311ef90c943c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b62521455824bcf" /><Relationship Type="http://schemas.openxmlformats.org/officeDocument/2006/relationships/notesMaster" Target="/ppt/notesMasters/notesMaster1.xml" Id="Re10484a30a0b484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925724ea9c84385" /><Relationship Type="http://schemas.openxmlformats.org/officeDocument/2006/relationships/notesMaster" Target="/ppt/notesMasters/notesMaster1.xml" Id="R1101d3429fb24a7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7a5df917ac5405c" /><Relationship Type="http://schemas.openxmlformats.org/officeDocument/2006/relationships/notesMaster" Target="/ppt/notesMasters/notesMaster1.xml" Id="R878eb4f99ef14c8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0221678810c47ae" /><Relationship Type="http://schemas.openxmlformats.org/officeDocument/2006/relationships/notesMaster" Target="/ppt/notesMasters/notesMaster1.xml" Id="Re3ccae591d774eb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140228f67ea43a3" /><Relationship Type="http://schemas.openxmlformats.org/officeDocument/2006/relationships/notesMaster" Target="/ppt/notesMasters/notesMaster1.xml" Id="R13a686d446914e8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51f3c2c076e4980" /><Relationship Type="http://schemas.openxmlformats.org/officeDocument/2006/relationships/notesMaster" Target="/ppt/notesMasters/notesMaster1.xml" Id="R21affeaef2fb455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e0423a40a0a4a59" /><Relationship Type="http://schemas.openxmlformats.org/officeDocument/2006/relationships/notesMaster" Target="/ppt/notesMasters/notesMaster1.xml" Id="R60eac7f4f76a4dd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fcfa88561e84e09" /><Relationship Type="http://schemas.openxmlformats.org/officeDocument/2006/relationships/notesMaster" Target="/ppt/notesMasters/notesMaster1.xml" Id="R559c999ec62949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数据来源：GBZ 2.1《工作场所有害因素职业接触限值》（硫化氢 10 ppm、一氧化碳 30 ppm）、GB 30871《危险化学品企业特殊作业安全规范》（可燃气 10 %LEL）、DL/T 639《六氟化硫电气设备运行、试验及检修人员安全防护细则》（SF6 1000 ppm）、GB/T 11022 与 DL/T 596《电力设备预防性试验规程》（SF6 微水 150 μL/L）。现行做法（纸质签到、Excel 台账、迎检临时补材料）来自本项目对企业与班组的调研访谈，详见 docs/技术报告-现状核对与完善建议.md。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成本口径：内部转岗培训 ≈ 2 万元 / 人、外部招聘 ≈ 8 万元 / 人、外委 ≈ 1.5 万元 / 月（≈18 万元 / 年），取自本项目需求测算参数，属客户侧人工成本口径的示范值，不是实测值。需求测算示例（新增 2 座 110kV 变电站 → 运维工作量 +30%、继保 L3 需求 12 人现有 8 人、高压试验需求 6 人现有 3 人）同样为本项目测算参数。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场景一为已落地并已验收的场景（案例编号 RPT-20260919-0003）；场景二、三为同一套规则引擎与角色体系的迁移方向，尚未开展试点，已如实标注。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条规则 / 5 个场景 / 3 个匹配分组 / 11 项规则测试场景均为系统实测统计，取自 db/init/008_rule_engine.sql、009_report_gas_rules.sql 与 docs/api-catalog.md。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案例数据来自系统内真实留存记录：检测点位 110kV 城北变电所电缆沟 A 段 #1 检查井；氧气实测 18.2 %VOL、阈值 19.5 %VOL；命中规则 REPORT_GAS_OVER_MARGIN_MID（优先级 140）与 RULE-KW-HEALTH（优先级 95）；严重度取最严重档「高」；置信度 0.8（来源 rule）；班组长 limin 确认结果 ACCEPTED。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组卷公式 effort = 缺口权重 × max(0.2, 1.6 − 历史正确率) 为本项目算法定义；缺口权重（继电保护 3.0 / 高压试验 2.0 / 故障录波 2.0 / 倒闸操作 1.0 / 安全规程 1.0）为演示数据参数。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工程规模取自代码与建库脚本实测统计：在线接口 75 个（docs/api-catalog.md）、数据库表 53 张 / 7 组、启用规则 18 条 / 5 场景、建库脚本 001~011 共 11 个、角色 4 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截图为系统真实页面；截图中出现的「常州启明汽车部件有限公司」「江苏华锐机械制造有限公司」为演示用虚构企业名称，非真实客户。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五层测试（建库 / 构建 / 引擎 / 鉴权 / 业务）的通过结论来自本项目自验记录：建库脚本对空库按序执行一次到位、docker logs 无 ERROR；后端 mvn -DskipTests package 通过、Swagger 可打开；11 项规则场景测试全部通过；非管理员调用 /api/v1/rules/** 返回 403 / code=40301；analyze → confirm 三张表可用同一 run_id 串起。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纵向对比口径：标注「实测」的条目来自系统自验与引擎回归（如同一份报告连续执行 200 次，rule_refs 完全一致）；标注「算法口径 / 演示数据」的条目为算法定义与演示数据下的输出，尚未取得企业实测值。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横向对比只比较机制与能力边界（可复算、可离线、可解释、可审计、人工确认），不比较尚未取得的模型效果指标。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「已具备的研发与落地基础」逐条可现场核验；右侧「团队与外部成果清单」为待填模板——团队获奖、软著、论文、企业合作与教师结题项目需要按指导老师的教科创结题材料如实填写，本页不代为编造。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目标客户与起量方式来自本项目市场推演，属方案规划；「为什么买 / 部署方式 / 付费逻辑 / 起量方式」四栏均按可落地的口径填写，不含未经测算的收益承诺。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市场测算为按成本口径的示范测算：成本参数为需求测算参数（转岗 2 万元 / 人、招聘 8 万元 / 人、外委 1.5 万元 / 月），回收期 T = 系统年费 ÷ 年可量化节省 S，其中 S 需代入客户真实人数与工时成本后计算；标注「参数待客户代入」的项不直接给出金额。事故与漏检风险属机会成本，不计入回收期，单独提示。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三阶段演进的边界：阶段一（规则底座）为已完成主体，阶段二（模型增强与数据回流）与阶段三（行业训练 Agent）为规划，过程中的数据均为规划目标而非实测结果。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b0e42fc2d742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c9de02dae749f9" /><Relationship Type="http://schemas.openxmlformats.org/officeDocument/2006/relationships/slideLayout" Target="/ppt/slideLayouts/slideLayout1.xml" Id="R91ee99b8e52243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ee99b8e52243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bd6f300b4a4485e" /><Relationship Type="http://schemas.openxmlformats.org/officeDocument/2006/relationships/image" Target="/ppt/media/image.jpeg" Id="R735fc595e21c4c77" /><Relationship Type="http://schemas.openxmlformats.org/officeDocument/2006/relationships/notesSlide" Target="/ppt/notesSlides/notesSlide1.xml" Id="R786f58f9e0e745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9889bb5d3fa47da" /><Relationship Type="http://schemas.openxmlformats.org/officeDocument/2006/relationships/image" Target="/ppt/media/image2.jpeg" Id="Rfa97ec0ec7494d63" /><Relationship Type="http://schemas.openxmlformats.org/officeDocument/2006/relationships/notesSlide" Target="/ppt/notesSlides/notesSlide2.xml" Id="Rbddd92adea6244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055147fc9294dfd" /><Relationship Type="http://schemas.openxmlformats.org/officeDocument/2006/relationships/image" Target="/ppt/media/image3.jpeg" Id="Rcff6fd30bc354543" /><Relationship Type="http://schemas.openxmlformats.org/officeDocument/2006/relationships/notesSlide" Target="/ppt/notesSlides/notesSlide3.xml" Id="R9e2052a6a6804b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7193d85b5e4cf0" /><Relationship Type="http://schemas.openxmlformats.org/officeDocument/2006/relationships/image" Target="/ppt/media/image4.jpeg" Id="R9b0a56dc04214b75" /><Relationship Type="http://schemas.openxmlformats.org/officeDocument/2006/relationships/notesSlide" Target="/ppt/notesSlides/notesSlide4.xml" Id="R1507a25fbff64f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692e5bf35549c6" /><Relationship Type="http://schemas.openxmlformats.org/officeDocument/2006/relationships/image" Target="/ppt/media/image5.jpeg" Id="R847b33994f6c49c2" /><Relationship Type="http://schemas.openxmlformats.org/officeDocument/2006/relationships/notesSlide" Target="/ppt/notesSlides/notesSlide5.xml" Id="Rb3beccf48cc04c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03e23fb2ad462d" /><Relationship Type="http://schemas.openxmlformats.org/officeDocument/2006/relationships/image" Target="/ppt/media/image6.jpeg" Id="R94472d8f082b481b" /><Relationship Type="http://schemas.openxmlformats.org/officeDocument/2006/relationships/notesSlide" Target="/ppt/notesSlides/notesSlide6.xml" Id="R69baf8500b984e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2a933a13b0742cb" /><Relationship Type="http://schemas.openxmlformats.org/officeDocument/2006/relationships/image" Target="/ppt/media/image7.jpeg" Id="R2615e83579c247a5" /><Relationship Type="http://schemas.openxmlformats.org/officeDocument/2006/relationships/notesSlide" Target="/ppt/notesSlides/notesSlide7.xml" Id="R175f1f081ac840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46a9b0c65bd481c" /><Relationship Type="http://schemas.openxmlformats.org/officeDocument/2006/relationships/image" Target="/ppt/media/image8.jpeg" Id="R276e112fac7144eb" /><Relationship Type="http://schemas.openxmlformats.org/officeDocument/2006/relationships/notesSlide" Target="/ppt/notesSlides/notesSlide8.xml" Id="R3240e058692a47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cd9548cb481457f" /><Relationship Type="http://schemas.openxmlformats.org/officeDocument/2006/relationships/image" Target="/ppt/media/image9.jpeg" Id="R8e251db74bdb4e28" /><Relationship Type="http://schemas.openxmlformats.org/officeDocument/2006/relationships/notesSlide" Target="/ppt/notesSlides/notesSlide9.xml" Id="R699a9cecb9cd48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6a026bd8d4a4dd2" /><Relationship Type="http://schemas.openxmlformats.org/officeDocument/2006/relationships/image" Target="/ppt/media/image10.jpeg" Id="R65fa6800978b42f4" /><Relationship Type="http://schemas.openxmlformats.org/officeDocument/2006/relationships/notesSlide" Target="/ppt/notesSlides/notesSlide10.xml" Id="R0534efd12f984b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c2e4e62b2e24910" /><Relationship Type="http://schemas.openxmlformats.org/officeDocument/2006/relationships/image" Target="/ppt/media/image11.jpeg" Id="Rb4725e0770c144ad" /><Relationship Type="http://schemas.openxmlformats.org/officeDocument/2006/relationships/notesSlide" Target="/ppt/notesSlides/notesSlide11.xml" Id="R89dbf21810944c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7eebb9585ba45ee" /><Relationship Type="http://schemas.openxmlformats.org/officeDocument/2006/relationships/image" Target="/ppt/media/image12.jpeg" Id="Rd883363e58fc4db8" /><Relationship Type="http://schemas.openxmlformats.org/officeDocument/2006/relationships/notesSlide" Target="/ppt/notesSlides/notesSlide12.xml" Id="Rae63b42b0ef549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1dec235497d4e0f" /><Relationship Type="http://schemas.openxmlformats.org/officeDocument/2006/relationships/image" Target="/ppt/media/image13.jpeg" Id="Rd3af8ee6bbdc4d4a" /><Relationship Type="http://schemas.openxmlformats.org/officeDocument/2006/relationships/notesSlide" Target="/ppt/notesSlides/notesSlide13.xml" Id="Rab0c1ae80b1d4d0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fa27f02204f4ae0" /><Relationship Type="http://schemas.openxmlformats.org/officeDocument/2006/relationships/image" Target="/ppt/media/image14.jpeg" Id="R443963e836214ff8" /><Relationship Type="http://schemas.openxmlformats.org/officeDocument/2006/relationships/notesSlide" Target="/ppt/notesSlides/notesSlide14.xml" Id="R91f2fb2996a34b4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82c227a2258486a" /><Relationship Type="http://schemas.openxmlformats.org/officeDocument/2006/relationships/image" Target="/ppt/media/image15.jpeg" Id="Raeb602fbb7d54948" /><Relationship Type="http://schemas.openxmlformats.org/officeDocument/2006/relationships/notesSlide" Target="/ppt/notesSlides/notesSlide15.xml" Id="R955c908c87b149d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910a5aa5a884ff2" /><Relationship Type="http://schemas.openxmlformats.org/officeDocument/2006/relationships/image" Target="/ppt/media/image16.jpeg" Id="Rcc7cc28c8e1c4973" /><Relationship Type="http://schemas.openxmlformats.org/officeDocument/2006/relationships/notesSlide" Target="/ppt/notesSlides/notesSlide16.xml" Id="R270986fc485e4a4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3db2ab1778b4e38" /><Relationship Type="http://schemas.openxmlformats.org/officeDocument/2006/relationships/image" Target="/ppt/media/image17.jpeg" Id="R99f246239eb44ca3" /><Relationship Type="http://schemas.openxmlformats.org/officeDocument/2006/relationships/notesSlide" Target="/ppt/notesSlides/notesSlide17.xml" Id="R0eb243feb6a146f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943235657284254" /><Relationship Type="http://schemas.openxmlformats.org/officeDocument/2006/relationships/image" Target="/ppt/media/image18.jpeg" Id="R43b559c09c7749b3" /><Relationship Type="http://schemas.openxmlformats.org/officeDocument/2006/relationships/notesSlide" Target="/ppt/notesSlides/notesSlide18.xml" Id="R52077201a4f340b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ab15552eb4f4e81" /><Relationship Type="http://schemas.openxmlformats.org/officeDocument/2006/relationships/image" Target="/ppt/media/image19.jpeg" Id="R6409a0d846e64197" /><Relationship Type="http://schemas.openxmlformats.org/officeDocument/2006/relationships/notesSlide" Target="/ppt/notesSlides/notesSlide19.xml" Id="R4ac6044ec62e4cb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306e58171154838" /><Relationship Type="http://schemas.openxmlformats.org/officeDocument/2006/relationships/image" Target="/ppt/media/image20.jpeg" Id="Rd657c7b5d13542c8" /><Relationship Type="http://schemas.openxmlformats.org/officeDocument/2006/relationships/notesSlide" Target="/ppt/notesSlides/notesSlide20.xml" Id="Rbb750172913447f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f3cb4f745274381" /><Relationship Type="http://schemas.openxmlformats.org/officeDocument/2006/relationships/image" Target="/ppt/media/image21.jpeg" Id="R529d939a674c4233" /><Relationship Type="http://schemas.openxmlformats.org/officeDocument/2006/relationships/image" Target="/ppt/media/image.png" Id="R0dc1cc60669c4ce8" /><Relationship Type="http://schemas.openxmlformats.org/officeDocument/2006/relationships/image" Target="/ppt/media/image2.png" Id="R45f9410ebbf148bf" /><Relationship Type="http://schemas.openxmlformats.org/officeDocument/2006/relationships/notesSlide" Target="/ppt/notesSlides/notesSlide21.xml" Id="R4708b36bb24f42a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a6a6d961da04b39" /><Relationship Type="http://schemas.openxmlformats.org/officeDocument/2006/relationships/image" Target="/ppt/media/image22.jpeg" Id="R2cbbceae0a294185" /><Relationship Type="http://schemas.openxmlformats.org/officeDocument/2006/relationships/image" Target="/ppt/media/image3.png" Id="Ra138a298bef841cf" /><Relationship Type="http://schemas.openxmlformats.org/officeDocument/2006/relationships/image" Target="/ppt/media/image4.png" Id="Rcfce8ba5f00844b7" /><Relationship Type="http://schemas.openxmlformats.org/officeDocument/2006/relationships/notesSlide" Target="/ppt/notesSlides/notesSlide22.xml" Id="Rbffd784fc42d41a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9ed3cb8cf554e92" /><Relationship Type="http://schemas.openxmlformats.org/officeDocument/2006/relationships/image" Target="/ppt/media/image23.jpeg" Id="R04d37211353f41f3" /><Relationship Type="http://schemas.openxmlformats.org/officeDocument/2006/relationships/image" Target="/ppt/media/image5.png" Id="Rac1c86957c8544e4" /><Relationship Type="http://schemas.openxmlformats.org/officeDocument/2006/relationships/notesSlide" Target="/ppt/notesSlides/notesSlide23.xml" Id="Rb59e4c45d441477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62aa478d25441f6" /><Relationship Type="http://schemas.openxmlformats.org/officeDocument/2006/relationships/image" Target="/ppt/media/image24.jpeg" Id="R83de397516374261" /><Relationship Type="http://schemas.openxmlformats.org/officeDocument/2006/relationships/image" Target="/ppt/media/image6.png" Id="R0a461fbc25ad492a" /><Relationship Type="http://schemas.openxmlformats.org/officeDocument/2006/relationships/image" Target="/ppt/media/image7.png" Id="R772e312f5b6349c3" /><Relationship Type="http://schemas.openxmlformats.org/officeDocument/2006/relationships/notesSlide" Target="/ppt/notesSlides/notesSlide24.xml" Id="Re958d1c7cef3436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0518553dccc49da" /><Relationship Type="http://schemas.openxmlformats.org/officeDocument/2006/relationships/image" Target="/ppt/media/image25.jpeg" Id="Ra268a1afc1f547c3" /><Relationship Type="http://schemas.openxmlformats.org/officeDocument/2006/relationships/image" Target="/ppt/media/image8.png" Id="R487b8e7dce74410c" /><Relationship Type="http://schemas.openxmlformats.org/officeDocument/2006/relationships/notesSlide" Target="/ppt/notesSlides/notesSlide25.xml" Id="R66ccfdd1e4fd423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f52505aeca4440e" /><Relationship Type="http://schemas.openxmlformats.org/officeDocument/2006/relationships/image" Target="/ppt/media/image26.jpeg" Id="R8df27e14dd584449" /><Relationship Type="http://schemas.openxmlformats.org/officeDocument/2006/relationships/notesSlide" Target="/ppt/notesSlides/notesSlide26.xml" Id="R197101b3184643b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df6e30228b347ab" /><Relationship Type="http://schemas.openxmlformats.org/officeDocument/2006/relationships/image" Target="/ppt/media/image27.jpeg" Id="R3d674de73b804944" /><Relationship Type="http://schemas.openxmlformats.org/officeDocument/2006/relationships/notesSlide" Target="/ppt/notesSlides/notesSlide27.xml" Id="Rf483ebf4920545e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e20b27c131c4f23" /><Relationship Type="http://schemas.openxmlformats.org/officeDocument/2006/relationships/image" Target="/ppt/media/image28.jpeg" Id="R1a81bae66eb34de4" /><Relationship Type="http://schemas.openxmlformats.org/officeDocument/2006/relationships/notesSlide" Target="/ppt/notesSlides/notesSlide28.xml" Id="R9f406af749a442d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803b576c3aa4160" /><Relationship Type="http://schemas.openxmlformats.org/officeDocument/2006/relationships/image" Target="/ppt/media/image29.jpeg" Id="R1142a6a41e8c42e1" /><Relationship Type="http://schemas.openxmlformats.org/officeDocument/2006/relationships/notesSlide" Target="/ppt/notesSlides/notesSlide29.xml" Id="Rebde80f2dfda483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fa354233f6c4a9f" /><Relationship Type="http://schemas.openxmlformats.org/officeDocument/2006/relationships/image" Target="/ppt/media/image30.jpeg" Id="R55052c3723f84ed4" /><Relationship Type="http://schemas.openxmlformats.org/officeDocument/2006/relationships/notesSlide" Target="/ppt/notesSlides/notesSlide30.xml" Id="R274207f225794ab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9f144ab8ded4a3f" /><Relationship Type="http://schemas.openxmlformats.org/officeDocument/2006/relationships/image" Target="/ppt/media/image31.jpeg" Id="R149254c40dd1438f" /><Relationship Type="http://schemas.openxmlformats.org/officeDocument/2006/relationships/notesSlide" Target="/ppt/notesSlides/notesSlide31.xml" Id="R9c70d57f534c417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ecc610112844635" /><Relationship Type="http://schemas.openxmlformats.org/officeDocument/2006/relationships/image" Target="/ppt/media/image32.jpeg" Id="Rf9a07b1f181f4544" /><Relationship Type="http://schemas.openxmlformats.org/officeDocument/2006/relationships/notesSlide" Target="/ppt/notesSlides/notesSlide32.xml" Id="Rf638d1a7f3a5450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2ce19faee3c41aa" /><Relationship Type="http://schemas.openxmlformats.org/officeDocument/2006/relationships/image" Target="/ppt/media/image33.jpeg" Id="R1a293b000c594530" /><Relationship Type="http://schemas.openxmlformats.org/officeDocument/2006/relationships/notesSlide" Target="/ppt/notesSlides/notesSlide33.xml" Id="Rba23734b16cf44d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6cbf376865f43b8" /><Relationship Type="http://schemas.openxmlformats.org/officeDocument/2006/relationships/image" Target="/ppt/media/image34.jpeg" Id="Rc89e3f2173e84f1c" /><Relationship Type="http://schemas.openxmlformats.org/officeDocument/2006/relationships/notesSlide" Target="/ppt/notesSlides/notesSlide34.xml" Id="Rcb5ce018d80b4e9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14c50e87e1c42cf" /><Relationship Type="http://schemas.openxmlformats.org/officeDocument/2006/relationships/image" Target="/ppt/media/image35.jpeg" Id="Rdeea50fdfe814e78" /><Relationship Type="http://schemas.openxmlformats.org/officeDocument/2006/relationships/notesSlide" Target="/ppt/notesSlides/notesSlide35.xml" Id="R207a33e0e3034e6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81d1bcf3f0d4f9b" /><Relationship Type="http://schemas.openxmlformats.org/officeDocument/2006/relationships/image" Target="/ppt/media/image36.jpeg" Id="R2ee9f93191484705" /><Relationship Type="http://schemas.openxmlformats.org/officeDocument/2006/relationships/notesSlide" Target="/ppt/notesSlides/notesSlide36.xml" Id="R0be576c1848a441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6886c9b2e344cf0" /><Relationship Type="http://schemas.openxmlformats.org/officeDocument/2006/relationships/image" Target="/ppt/media/image37.jpeg" Id="R102919ace08f465f" /><Relationship Type="http://schemas.openxmlformats.org/officeDocument/2006/relationships/notesSlide" Target="/ppt/notesSlides/notesSlide37.xml" Id="R413f3547283d4ec6" /></Relationships>
</file>

<file path=ppt/slides/slide1.xml><?xml version="1.0" encoding="utf-8"?>
<p:sld xmlns:p="http://schemas.openxmlformats.org/presentationml/2006/main">
  <p:cSld>
    <p:bg>
      <p:bgPr>
        <a:gradFill xmlns:a="http://schemas.openxmlformats.org/drawingml/2006/main">
          <a:gsLst>
            <a:gs pos="0">
              <a:srgbClr val="0C3363"/>
            </a:gs>
            <a:gs pos="60000">
              <a:srgbClr val="071B38"/>
            </a:gs>
            <a:gs pos="100000">
              <a:srgbClr val="04101F"/>
            </a:gs>
          </a:gsLst>
          <a:lin ang="7200000"/>
        </a:gradFill>
      </p:bgPr>
    </p:bg>
    <p:spTree>
      <p:nvGrpSpPr>
        <p:cNvPr id="1" name=""/>
        <p:cNvGrpSpPr/>
        <p:nvPr/>
      </p:nvGrpSpPr>
      <p:grpSpPr>
        <a:xfrm xmlns:a="http://schemas.openxmlformats.org/drawingml/2006/main"/>
      </p:grpSpPr>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735fc595e21c4c7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3308BBE-1B43-48FF-95FE-A9FF50A10F6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5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E43506B3-4FD9-44B4-99D3-B2FD28A9F6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21F">
              <a:alpha val="8000"/>
            </a:srgbClr>
          </a:soli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4B108606-E608-48A6-ABA9-3D5F93862C66}"/>
              </a:ext>
            </a:extLst>
          </p:cNvPr>
          <p:cNvSpPr>
            <a:spLocks xmlns:a="http://schemas.openxmlformats.org/drawingml/2006/main" noGrp="1"/>
          </p:cNvSpPr>
          <p:nvPr/>
        </p:nvSpPr>
        <p:spPr>
          <a:xfrm xmlns:a="http://schemas.openxmlformats.org/drawingml/2006/main">
            <a:off x="8382000" y="0"/>
            <a:ext cx="3810000" cy="4191000"/>
          </a:xfrm>
          <a:prstGeom xmlns:a="http://schemas.openxmlformats.org/drawingml/2006/main" prst="ellipse">
            <a:avLst/>
          </a:prstGeom>
          <a:gradFill xmlns:a="http://schemas.openxmlformats.org/drawingml/2006/main">
            <a:gsLst>
              <a:gs pos="0">
                <a:srgbClr val="1E5FA8">
                  <a:alpha val="45000"/>
                </a:srgbClr>
              </a:gs>
              <a:gs pos="45000">
                <a:srgbClr val="1E5FA8">
                  <a:alpha val="18000"/>
                </a:srgbClr>
              </a:gs>
              <a:gs pos="100000">
                <a:srgbClr val="1E5FA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08CC0F04-0FC1-49F5-B6BD-DFEF34426A7D}"/>
              </a:ext>
            </a:extLst>
          </p:cNvPr>
          <p:cNvSpPr>
            <a:spLocks xmlns:a="http://schemas.openxmlformats.org/drawingml/2006/main" noGrp="1"/>
          </p:cNvSpPr>
          <p:nvPr/>
        </p:nvSpPr>
        <p:spPr>
          <a:xfrm xmlns:a="http://schemas.openxmlformats.org/drawingml/2006/main">
            <a:off x="9620250" y="3810000"/>
            <a:ext cx="2571750" cy="3048000"/>
          </a:xfrm>
          <a:prstGeom xmlns:a="http://schemas.openxmlformats.org/drawingml/2006/main" prst="ellipse">
            <a:avLst/>
          </a:prstGeom>
          <a:gradFill xmlns:a="http://schemas.openxmlformats.org/drawingml/2006/main">
            <a:gsLst>
              <a:gs pos="0">
                <a:srgbClr val="F5C33B">
                  <a:alpha val="12000"/>
                </a:srgbClr>
              </a:gs>
              <a:gs pos="45000">
                <a:srgbClr val="F5C33B">
                  <a:alpha val="5000"/>
                </a:srgbClr>
              </a:gs>
              <a:gs pos="100000">
                <a:srgbClr val="F5C33B">
                  <a:alpha val="0"/>
                </a:srgbClr>
              </a:gs>
            </a:gsLst>
            <a:path path="shape"/>
          </a:gra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369188F7-40AF-48CC-917D-CDA1CA332D27}"/>
              </a:ext>
            </a:extLst>
          </p:cNvPr>
          <p:cNvSpPr>
            <a:spLocks xmlns:a="http://schemas.openxmlformats.org/drawingml/2006/main" noGrp="1"/>
          </p:cNvSpPr>
          <p:nvPr/>
        </p:nvSpPr>
        <p:spPr>
          <a:xfrm xmlns:a="http://schemas.openxmlformats.org/drawingml/2006/main">
            <a:off x="10363200" y="876300"/>
            <a:ext cx="533400" cy="480060"/>
          </a:xfrm>
          <a:prstGeom xmlns:a="http://schemas.openxmlformats.org/drawingml/2006/main" prst="hexagon">
            <a:avLst/>
          </a:prstGeom>
          <a:noFill xmlns:a="http://schemas.openxmlformats.org/drawingml/2006/main"/>
          <a:ln xmlns:a="http://schemas.openxmlformats.org/drawingml/2006/main">
            <a:solidFill>
              <a:srgbClr val="31C7F0">
                <a:alpha val="28000"/>
              </a:srgbClr>
            </a:solidFill>
            <a:prstDash val="solid"/>
          </a:ln>
        </p:spPr>
      </p:sp>
      <p:sp>
        <p:nvSpPr>
          <p:cNvPr id="7" name="">
            <a:extLst xmlns:a="http://schemas.openxmlformats.org/drawingml/2006/main">
              <a:ext uri="{FF2B5EF4-FFF2-40B4-BE49-F238E27FC236}">
                <a16:creationId xmlns:a16="http://schemas.microsoft.com/office/drawing/2014/main" id="{3616415A-A04B-4059-B736-CED603DC99DC}"/>
              </a:ext>
            </a:extLst>
          </p:cNvPr>
          <p:cNvSpPr>
            <a:spLocks xmlns:a="http://schemas.openxmlformats.org/drawingml/2006/main" noGrp="1"/>
          </p:cNvSpPr>
          <p:nvPr/>
        </p:nvSpPr>
        <p:spPr>
          <a:xfrm xmlns:a="http://schemas.openxmlformats.org/drawingml/2006/main">
            <a:off x="10936224" y="1025652"/>
            <a:ext cx="533400" cy="480060"/>
          </a:xfrm>
          <a:prstGeom xmlns:a="http://schemas.openxmlformats.org/drawingml/2006/main" prst="hexagon">
            <a:avLst/>
          </a:prstGeom>
          <a:noFill xmlns:a="http://schemas.openxmlformats.org/drawingml/2006/main"/>
          <a:ln xmlns:a="http://schemas.openxmlformats.org/drawingml/2006/main">
            <a:solidFill>
              <a:srgbClr val="31C7F0">
                <a:alpha val="28000"/>
              </a:srgbClr>
            </a:solidFill>
            <a:prstDash val="solid"/>
          </a:ln>
        </p:spPr>
      </p:sp>
      <p:sp>
        <p:nvSpPr>
          <p:cNvPr id="8" name="">
            <a:extLst xmlns:a="http://schemas.openxmlformats.org/drawingml/2006/main">
              <a:ext uri="{FF2B5EF4-FFF2-40B4-BE49-F238E27FC236}">
                <a16:creationId xmlns:a16="http://schemas.microsoft.com/office/drawing/2014/main" id="{053AB310-9D6E-49E6-953B-3720EA344961}"/>
              </a:ext>
            </a:extLst>
          </p:cNvPr>
          <p:cNvSpPr>
            <a:spLocks xmlns:a="http://schemas.openxmlformats.org/drawingml/2006/main" noGrp="1"/>
          </p:cNvSpPr>
          <p:nvPr/>
        </p:nvSpPr>
        <p:spPr>
          <a:xfrm xmlns:a="http://schemas.openxmlformats.org/drawingml/2006/main">
            <a:off x="11509248" y="876300"/>
            <a:ext cx="533400" cy="480060"/>
          </a:xfrm>
          <a:prstGeom xmlns:a="http://schemas.openxmlformats.org/drawingml/2006/main" prst="hexagon">
            <a:avLst/>
          </a:prstGeom>
          <a:noFill xmlns:a="http://schemas.openxmlformats.org/drawingml/2006/main"/>
          <a:ln xmlns:a="http://schemas.openxmlformats.org/drawingml/2006/main">
            <a:solidFill>
              <a:srgbClr val="31C7F0">
                <a:alpha val="28000"/>
              </a:srgbClr>
            </a:solidFill>
            <a:prstDash val="solid"/>
          </a:ln>
        </p:spPr>
      </p:sp>
      <p:sp>
        <p:nvSpPr>
          <p:cNvPr id="9" name="">
            <a:extLst xmlns:a="http://schemas.openxmlformats.org/drawingml/2006/main">
              <a:ext uri="{FF2B5EF4-FFF2-40B4-BE49-F238E27FC236}">
                <a16:creationId xmlns:a16="http://schemas.microsoft.com/office/drawing/2014/main" id="{367F9E5F-F4E4-4459-90BF-D72629623DB1}"/>
              </a:ext>
            </a:extLst>
          </p:cNvPr>
          <p:cNvSpPr>
            <a:spLocks xmlns:a="http://schemas.openxmlformats.org/drawingml/2006/main" noGrp="1"/>
          </p:cNvSpPr>
          <p:nvPr/>
        </p:nvSpPr>
        <p:spPr>
          <a:xfrm xmlns:a="http://schemas.openxmlformats.org/drawingml/2006/main">
            <a:off x="10363200" y="2171700"/>
            <a:ext cx="1676400" cy="152400"/>
          </a:xfrm>
          <a:prstGeom xmlns:a="http://schemas.openxmlformats.org/drawingml/2006/main" prst="rect">
            <a:avLst/>
          </a:prstGeom>
          <a:pattFill xmlns:a="http://schemas.openxmlformats.org/drawingml/2006/main" prst="wdUpDiag">
            <a:fgClr>
              <a:srgbClr val="2A6BAE">
                <a:alpha val="45000"/>
              </a:srgbClr>
            </a:fgClr>
            <a:bgClr>
              <a:srgbClr val="0A2144"/>
            </a:bgClr>
          </a:patt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169ABBF8-721A-413E-BC02-93D900169B94}"/>
              </a:ext>
            </a:extLst>
          </p:cNvPr>
          <p:cNvSpPr>
            <a:spLocks xmlns:a="http://schemas.openxmlformats.org/drawingml/2006/main" noGrp="1"/>
          </p:cNvSpPr>
          <p:nvPr/>
        </p:nvSpPr>
        <p:spPr>
          <a:xfrm xmlns:a="http://schemas.openxmlformats.org/drawingml/2006/main">
            <a:off x="10363200" y="18669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99742FFE-FF3E-4CB4-A7E6-1F2E83545790}"/>
              </a:ext>
            </a:extLst>
          </p:cNvPr>
          <p:cNvSpPr>
            <a:spLocks xmlns:a="http://schemas.openxmlformats.org/drawingml/2006/main" noGrp="1"/>
          </p:cNvSpPr>
          <p:nvPr/>
        </p:nvSpPr>
        <p:spPr>
          <a:xfrm xmlns:a="http://schemas.openxmlformats.org/drawingml/2006/main">
            <a:off x="10363200" y="19716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FB107521-1F7E-4078-A04A-20287F0D3799}"/>
              </a:ext>
            </a:extLst>
          </p:cNvPr>
          <p:cNvSpPr>
            <a:spLocks xmlns:a="http://schemas.openxmlformats.org/drawingml/2006/main" noGrp="1"/>
          </p:cNvSpPr>
          <p:nvPr/>
        </p:nvSpPr>
        <p:spPr>
          <a:xfrm xmlns:a="http://schemas.openxmlformats.org/drawingml/2006/main">
            <a:off x="10467975" y="18669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BEA7522E-C6CD-4340-BFEC-2357FCAF1E7A}"/>
              </a:ext>
            </a:extLst>
          </p:cNvPr>
          <p:cNvSpPr>
            <a:spLocks xmlns:a="http://schemas.openxmlformats.org/drawingml/2006/main" noGrp="1"/>
          </p:cNvSpPr>
          <p:nvPr/>
        </p:nvSpPr>
        <p:spPr>
          <a:xfrm xmlns:a="http://schemas.openxmlformats.org/drawingml/2006/main">
            <a:off x="10467975" y="19716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11A45B72-21E2-46A7-9E6E-B34783810BC1}"/>
              </a:ext>
            </a:extLst>
          </p:cNvPr>
          <p:cNvSpPr>
            <a:spLocks xmlns:a="http://schemas.openxmlformats.org/drawingml/2006/main" noGrp="1"/>
          </p:cNvSpPr>
          <p:nvPr/>
        </p:nvSpPr>
        <p:spPr>
          <a:xfrm xmlns:a="http://schemas.openxmlformats.org/drawingml/2006/main">
            <a:off x="10572750" y="18669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4F29B5CF-EC48-42E9-BA3E-5B659419BD39}"/>
              </a:ext>
            </a:extLst>
          </p:cNvPr>
          <p:cNvSpPr>
            <a:spLocks xmlns:a="http://schemas.openxmlformats.org/drawingml/2006/main" noGrp="1"/>
          </p:cNvSpPr>
          <p:nvPr/>
        </p:nvSpPr>
        <p:spPr>
          <a:xfrm xmlns:a="http://schemas.openxmlformats.org/drawingml/2006/main">
            <a:off x="10572750" y="19716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391CDC11-2C24-4A3C-BC5E-964C8109E3A2}"/>
              </a:ext>
            </a:extLst>
          </p:cNvPr>
          <p:cNvSpPr>
            <a:spLocks xmlns:a="http://schemas.openxmlformats.org/drawingml/2006/main" noGrp="1"/>
          </p:cNvSpPr>
          <p:nvPr/>
        </p:nvSpPr>
        <p:spPr>
          <a:xfrm xmlns:a="http://schemas.openxmlformats.org/drawingml/2006/main">
            <a:off x="10677525" y="18669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96CA2027-E07E-4E17-9358-9C6DF50F7560}"/>
              </a:ext>
            </a:extLst>
          </p:cNvPr>
          <p:cNvSpPr>
            <a:spLocks xmlns:a="http://schemas.openxmlformats.org/drawingml/2006/main" noGrp="1"/>
          </p:cNvSpPr>
          <p:nvPr/>
        </p:nvSpPr>
        <p:spPr>
          <a:xfrm xmlns:a="http://schemas.openxmlformats.org/drawingml/2006/main">
            <a:off x="10677525" y="19716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1D6D9B0A-F48C-4E3D-AFC1-48D9F2EA5B51}"/>
              </a:ext>
            </a:extLst>
          </p:cNvPr>
          <p:cNvSpPr>
            <a:spLocks xmlns:a="http://schemas.openxmlformats.org/drawingml/2006/main" noGrp="1"/>
          </p:cNvSpPr>
          <p:nvPr/>
        </p:nvSpPr>
        <p:spPr>
          <a:xfrm xmlns:a="http://schemas.openxmlformats.org/drawingml/2006/main">
            <a:off x="10782300" y="18669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D9DE3E78-A742-472A-875C-96ED294473B9}"/>
              </a:ext>
            </a:extLst>
          </p:cNvPr>
          <p:cNvSpPr>
            <a:spLocks xmlns:a="http://schemas.openxmlformats.org/drawingml/2006/main" noGrp="1"/>
          </p:cNvSpPr>
          <p:nvPr/>
        </p:nvSpPr>
        <p:spPr>
          <a:xfrm xmlns:a="http://schemas.openxmlformats.org/drawingml/2006/main">
            <a:off x="10782300" y="19716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9C3B93BB-4182-4179-818B-FEF78DFB6E1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C2494FFD-EC94-48B9-95C2-653C6470B22F}"/>
              </a:ext>
            </a:extLst>
          </p:cNvPr>
          <p:cNvSpPr>
            <a:spLocks xmlns:a="http://schemas.openxmlformats.org/drawingml/2006/main" noGrp="1"/>
          </p:cNvSpPr>
          <p:nvPr/>
        </p:nvSpPr>
        <p:spPr>
          <a:xfrm xmlns:a="http://schemas.openxmlformats.org/drawingml/2006/main">
            <a:off x="0" y="38100"/>
            <a:ext cx="40005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5AB0EBAA-123A-4746-8128-E81932E3AC0A}"/>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3" name="">
            <a:extLst xmlns:a="http://schemas.openxmlformats.org/drawingml/2006/main">
              <a:ext uri="{FF2B5EF4-FFF2-40B4-BE49-F238E27FC236}">
                <a16:creationId xmlns:a16="http://schemas.microsoft.com/office/drawing/2014/main" id="{A687748C-5BE6-4BC9-A981-EAFDAB19BFD8}"/>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4" name="">
            <a:extLst xmlns:a="http://schemas.openxmlformats.org/drawingml/2006/main">
              <a:ext uri="{FF2B5EF4-FFF2-40B4-BE49-F238E27FC236}">
                <a16:creationId xmlns:a16="http://schemas.microsoft.com/office/drawing/2014/main" id="{0D20DF9A-1996-4998-9B33-0C57EADCD3AA}"/>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60179889-679C-49BE-8D60-6AC7D24C3778}"/>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DB2A6BB1-C926-408A-AA63-24DB40968A06}"/>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531D7DAD-258E-4E94-BC87-02BA3A8AE131}"/>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B3420C95-0F16-41B4-9751-34097CCF79AD}"/>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ED2BB4D9-0209-4123-A7CB-BA7716211459}"/>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0D2793BC-AAA6-4FC5-A77B-4F7D6CD6693C}"/>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4CF5DF8D-3E3B-4F63-877B-0880996C7ACF}"/>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F4084635-4269-4A2F-A25B-C32C26A3CAE8}"/>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FEAA4D94-A1B9-4923-8230-CD45EFBEBC37}"/>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BB39C26F-B0AE-46D8-B165-41A3382E7ED4}"/>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C2FB6D96-C19F-47EF-B798-413C8B2F327E}"/>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68123B05-7A29-4BE3-84D8-AE16A79E2B39}"/>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F7E3CA61-AF3A-4C53-BB44-C955F4614370}"/>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F3EA68B6-A2B4-4015-8428-653FD62BA8DB}"/>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AC40C216-C69E-47C8-BF69-DCA72C9146B9}"/>
              </a:ext>
            </a:extLst>
          </p:cNvPr>
          <p:cNvSpPr>
            <a:spLocks xmlns:a="http://schemas.openxmlformats.org/drawingml/2006/main" noGrp="1"/>
          </p:cNvSpPr>
          <p:nvPr/>
        </p:nvSpPr>
        <p:spPr>
          <a:xfrm xmlns:a="http://schemas.openxmlformats.org/drawingml/2006/main">
            <a:off x="723900" y="800100"/>
            <a:ext cx="57150" cy="10096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D7924F42-D805-4106-8417-9330E92CC3C1}"/>
              </a:ext>
            </a:extLst>
          </p:cNvPr>
          <p:cNvSpPr>
            <a:spLocks xmlns:a="http://schemas.openxmlformats.org/drawingml/2006/main" noGrp="1"/>
          </p:cNvSpPr>
          <p:nvPr/>
        </p:nvSpPr>
        <p:spPr>
          <a:xfrm xmlns:a="http://schemas.openxmlformats.org/drawingml/2006/main">
            <a:off x="952500" y="704850"/>
            <a:ext cx="7620000" cy="1066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6600" b="1" spc="4">
                <a:solidFill>
                  <a:srgbClr val="FFFFFF"/>
                </a:solidFill>
                <a:latin typeface="微软雅黑"/>
                <a:ea typeface="微软雅黑"/>
                <a:cs typeface="微软雅黑"/>
              </a:defRPr>
            </a:pPr>
            <a:r>
              <a:rPr sz="6600" b="1" spc="4">
                <a:solidFill>
                  <a:srgbClr val="FFFFFF"/>
                </a:solidFill>
                <a:latin typeface="微软雅黑"/>
                <a:ea typeface="微软雅黑"/>
                <a:cs typeface="微软雅黑"/>
              </a:rPr>
              <a:t>工业智训</a:t>
            </a:r>
          </a:p>
        </p:txBody>
      </p:sp>
      <p:sp>
        <p:nvSpPr>
          <p:cNvPr id="41" name="">
            <a:extLst xmlns:a="http://schemas.openxmlformats.org/drawingml/2006/main">
              <a:ext uri="{FF2B5EF4-FFF2-40B4-BE49-F238E27FC236}">
                <a16:creationId xmlns:a16="http://schemas.microsoft.com/office/drawing/2014/main" id="{AD1CAB1D-8A79-4549-97CE-85B86140CA05}"/>
              </a:ext>
            </a:extLst>
          </p:cNvPr>
          <p:cNvSpPr>
            <a:spLocks xmlns:a="http://schemas.openxmlformats.org/drawingml/2006/main" noGrp="1"/>
          </p:cNvSpPr>
          <p:nvPr/>
        </p:nvSpPr>
        <p:spPr>
          <a:xfrm xmlns:a="http://schemas.openxmlformats.org/drawingml/2006/main">
            <a:off x="990600" y="1752600"/>
            <a:ext cx="78105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31C7F0"/>
                </a:solidFill>
                <a:latin typeface="微软雅黑"/>
                <a:ea typeface="微软雅黑"/>
                <a:cs typeface="微软雅黑"/>
              </a:defRPr>
            </a:pPr>
            <a:r>
              <a:rPr sz="1950" b="1">
                <a:solidFill>
                  <a:srgbClr val="31C7F0"/>
                </a:solidFill>
                <a:latin typeface="微软雅黑"/>
                <a:ea typeface="微软雅黑"/>
                <a:cs typeface="微软雅黑"/>
              </a:rPr>
              <a:t>面向变电运维的可解释智能人才培养平台</a:t>
            </a:r>
          </a:p>
        </p:txBody>
      </p:sp>
      <p:sp>
        <p:nvSpPr>
          <p:cNvPr id="42" name="">
            <a:extLst xmlns:a="http://schemas.openxmlformats.org/drawingml/2006/main">
              <a:ext uri="{FF2B5EF4-FFF2-40B4-BE49-F238E27FC236}">
                <a16:creationId xmlns:a16="http://schemas.microsoft.com/office/drawing/2014/main" id="{8B510F9A-BA12-40BE-8936-EFB384ABD372}"/>
              </a:ext>
            </a:extLst>
          </p:cNvPr>
          <p:cNvSpPr>
            <a:spLocks xmlns:a="http://schemas.openxmlformats.org/drawingml/2006/main" noGrp="1"/>
          </p:cNvSpPr>
          <p:nvPr/>
        </p:nvSpPr>
        <p:spPr>
          <a:xfrm xmlns:a="http://schemas.openxmlformats.org/drawingml/2006/main">
            <a:off x="990600" y="2228850"/>
            <a:ext cx="1028700" cy="24003"/>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30335E08-D259-490F-8490-93F6F7FD77B7}"/>
              </a:ext>
            </a:extLst>
          </p:cNvPr>
          <p:cNvSpPr>
            <a:spLocks xmlns:a="http://schemas.openxmlformats.org/drawingml/2006/main" noGrp="1"/>
          </p:cNvSpPr>
          <p:nvPr/>
        </p:nvSpPr>
        <p:spPr>
          <a:xfrm xmlns:a="http://schemas.openxmlformats.org/drawingml/2006/main">
            <a:off x="2133600" y="2171700"/>
            <a:ext cx="8572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00" b="0">
                <a:solidFill>
                  <a:srgbClr val="F5C33B"/>
                </a:solidFill>
                <a:latin typeface="微软雅黑"/>
                <a:ea typeface="微软雅黑"/>
                <a:cs typeface="微软雅黑"/>
              </a:defRPr>
            </a:pPr>
            <a:r>
              <a:rPr sz="1200" b="0">
                <a:solidFill>
                  <a:srgbClr val="F5C33B"/>
                </a:solidFill>
                <a:latin typeface="微软雅黑"/>
                <a:ea typeface="微软雅黑"/>
                <a:cs typeface="微软雅黑"/>
              </a:rPr>
              <a:t>规则先行 </a:t>
            </a:r>
            <a:r>
              <a:rPr sz="1200" b="0">
                <a:solidFill>
                  <a:srgbClr val="F5C33B"/>
                </a:solidFill>
                <a:latin typeface="微软雅黑"/>
                <a:ea typeface="微软雅黑"/>
                <a:cs typeface="微软雅黑"/>
              </a:rPr>
              <a:t>· </a:t>
            </a:r>
            <a:r>
              <a:rPr sz="1200" b="0">
                <a:solidFill>
                  <a:srgbClr val="F5C33B"/>
                </a:solidFill>
                <a:latin typeface="微软雅黑"/>
                <a:ea typeface="微软雅黑"/>
                <a:cs typeface="微软雅黑"/>
              </a:rPr>
              <a:t>模型后置 </a:t>
            </a:r>
            <a:r>
              <a:rPr sz="1200" b="0">
                <a:solidFill>
                  <a:srgbClr val="F5C33B"/>
                </a:solidFill>
                <a:latin typeface="微软雅黑"/>
                <a:ea typeface="微软雅黑"/>
                <a:cs typeface="微软雅黑"/>
              </a:rPr>
              <a:t>· </a:t>
            </a:r>
            <a:r>
              <a:rPr sz="1200" b="0">
                <a:solidFill>
                  <a:srgbClr val="F5C33B"/>
                </a:solidFill>
                <a:latin typeface="微软雅黑"/>
                <a:ea typeface="微软雅黑"/>
                <a:cs typeface="微软雅黑"/>
              </a:rPr>
              <a:t>结论可追溯 </a:t>
            </a:r>
            <a:r>
              <a:rPr sz="1200" b="0">
                <a:solidFill>
                  <a:srgbClr val="F5C33B"/>
                </a:solidFill>
                <a:latin typeface="微软雅黑"/>
                <a:ea typeface="微软雅黑"/>
                <a:cs typeface="微软雅黑"/>
              </a:rPr>
              <a:t>· </a:t>
            </a:r>
            <a:r>
              <a:rPr sz="1200" b="0">
                <a:solidFill>
                  <a:srgbClr val="F5C33B"/>
                </a:solidFill>
                <a:latin typeface="微软雅黑"/>
                <a:ea typeface="微软雅黑"/>
                <a:cs typeface="微软雅黑"/>
              </a:rPr>
              <a:t>离线可运行</a:t>
            </a:r>
          </a:p>
        </p:txBody>
      </p:sp>
      <p:sp>
        <p:nvSpPr>
          <p:cNvPr id="44" name="">
            <a:extLst xmlns:a="http://schemas.openxmlformats.org/drawingml/2006/main">
              <a:ext uri="{FF2B5EF4-FFF2-40B4-BE49-F238E27FC236}">
                <a16:creationId xmlns:a16="http://schemas.microsoft.com/office/drawing/2014/main" id="{8C70FD08-3B72-4010-B319-5EAC75490F48}"/>
              </a:ext>
            </a:extLst>
          </p:cNvPr>
          <p:cNvSpPr>
            <a:spLocks xmlns:a="http://schemas.openxmlformats.org/drawingml/2006/main" noGrp="1"/>
          </p:cNvSpPr>
          <p:nvPr/>
        </p:nvSpPr>
        <p:spPr>
          <a:xfrm xmlns:a="http://schemas.openxmlformats.org/drawingml/2006/main">
            <a:off x="723900" y="2914650"/>
            <a:ext cx="3314700" cy="1543050"/>
          </a:xfrm>
          <a:prstGeom xmlns:a="http://schemas.openxmlformats.org/drawingml/2006/main" prst="roundRect">
            <a:avLst>
              <a:gd name="adj" fmla="val 5556"/>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B4C8A"/>
            </a:solidFill>
            <a:prstDash val="solid"/>
          </a:ln>
        </p:spPr>
      </p:sp>
      <p:sp>
        <p:nvSpPr>
          <p:cNvPr id="45" name="">
            <a:extLst xmlns:a="http://schemas.openxmlformats.org/drawingml/2006/main">
              <a:ext uri="{FF2B5EF4-FFF2-40B4-BE49-F238E27FC236}">
                <a16:creationId xmlns:a16="http://schemas.microsoft.com/office/drawing/2014/main" id="{7B34241D-FA12-4DBB-A562-42C94CBD3B95}"/>
              </a:ext>
            </a:extLst>
          </p:cNvPr>
          <p:cNvSpPr>
            <a:spLocks xmlns:a="http://schemas.openxmlformats.org/drawingml/2006/main" noGrp="1"/>
          </p:cNvSpPr>
          <p:nvPr/>
        </p:nvSpPr>
        <p:spPr>
          <a:xfrm xmlns:a="http://schemas.openxmlformats.org/drawingml/2006/main">
            <a:off x="723900" y="2914650"/>
            <a:ext cx="3314700" cy="3810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9CF1CA92-00F0-4F9F-AC01-097D5B19EAA3}"/>
              </a:ext>
            </a:extLst>
          </p:cNvPr>
          <p:cNvSpPr>
            <a:spLocks xmlns:a="http://schemas.openxmlformats.org/drawingml/2006/main" noGrp="1"/>
          </p:cNvSpPr>
          <p:nvPr/>
        </p:nvSpPr>
        <p:spPr>
          <a:xfrm xmlns:a="http://schemas.openxmlformats.org/drawingml/2006/main">
            <a:off x="3448050" y="3009900"/>
            <a:ext cx="438150" cy="381000"/>
          </a:xfrm>
          <a:prstGeom xmlns:a="http://schemas.openxmlformats.org/drawingml/2006/main" prst="hexagon">
            <a:avLst/>
          </a:prstGeom>
          <a:noFill xmlns:a="http://schemas.openxmlformats.org/drawingml/2006/main"/>
          <a:ln xmlns:a="http://schemas.openxmlformats.org/drawingml/2006/main">
            <a:solidFill>
              <a:srgbClr val="31C7F0">
                <a:alpha val="70000"/>
              </a:srgbClr>
            </a:solidFill>
            <a:prstDash val="solid"/>
          </a:ln>
        </p:spPr>
      </p:sp>
      <p:sp>
        <p:nvSpPr>
          <p:cNvPr id="47" name="">
            <a:extLst xmlns:a="http://schemas.openxmlformats.org/drawingml/2006/main">
              <a:ext uri="{FF2B5EF4-FFF2-40B4-BE49-F238E27FC236}">
                <a16:creationId xmlns:a16="http://schemas.microsoft.com/office/drawing/2014/main" id="{DDE0E708-86CE-41E3-A62D-2C15BF8B97F4}"/>
              </a:ext>
            </a:extLst>
          </p:cNvPr>
          <p:cNvSpPr>
            <a:spLocks xmlns:a="http://schemas.openxmlformats.org/drawingml/2006/main" noGrp="1"/>
          </p:cNvSpPr>
          <p:nvPr/>
        </p:nvSpPr>
        <p:spPr>
          <a:xfrm xmlns:a="http://schemas.openxmlformats.org/drawingml/2006/main">
            <a:off x="933450" y="3067050"/>
            <a:ext cx="2381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31C7F0"/>
                </a:solidFill>
                <a:latin typeface="微软雅黑"/>
                <a:ea typeface="微软雅黑"/>
                <a:cs typeface="微软雅黑"/>
              </a:defRPr>
            </a:pPr>
            <a:r>
              <a:rPr sz="1425" b="1">
                <a:solidFill>
                  <a:srgbClr val="31C7F0"/>
                </a:solidFill>
                <a:latin typeface="微软雅黑"/>
                <a:ea typeface="微软雅黑"/>
                <a:cs typeface="微软雅黑"/>
              </a:rPr>
              <a:t>应用场景</a:t>
            </a:r>
          </a:p>
        </p:txBody>
      </p:sp>
      <p:sp>
        <p:nvSpPr>
          <p:cNvPr id="48" name="">
            <a:extLst xmlns:a="http://schemas.openxmlformats.org/drawingml/2006/main">
              <a:ext uri="{FF2B5EF4-FFF2-40B4-BE49-F238E27FC236}">
                <a16:creationId xmlns:a16="http://schemas.microsoft.com/office/drawing/2014/main" id="{BAD26386-54D8-457E-AD48-183F821CB630}"/>
              </a:ext>
            </a:extLst>
          </p:cNvPr>
          <p:cNvSpPr>
            <a:spLocks xmlns:a="http://schemas.openxmlformats.org/drawingml/2006/main" noGrp="1"/>
          </p:cNvSpPr>
          <p:nvPr/>
        </p:nvSpPr>
        <p:spPr>
          <a:xfrm xmlns:a="http://schemas.openxmlformats.org/drawingml/2006/main">
            <a:off x="933450" y="3409950"/>
            <a:ext cx="291465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D6E6F7"/>
                </a:solidFill>
                <a:latin typeface="微软雅黑"/>
                <a:ea typeface="微软雅黑"/>
                <a:cs typeface="微软雅黑"/>
              </a:defRPr>
            </a:pPr>
            <a:r>
              <a:rPr sz="1050" b="0">
                <a:solidFill>
                  <a:srgbClr val="D6E6F7"/>
                </a:solidFill>
                <a:latin typeface="微软雅黑"/>
                <a:ea typeface="微软雅黑"/>
                <a:cs typeface="微软雅黑"/>
              </a:rPr>
              <a:t>电网变电运维
新能源场站 </a:t>
            </a:r>
            <a:r>
              <a:rPr sz="1050" b="0">
                <a:solidFill>
                  <a:srgbClr val="D6E6F7"/>
                </a:solidFill>
                <a:latin typeface="微软雅黑"/>
                <a:ea typeface="微软雅黑"/>
                <a:cs typeface="微软雅黑"/>
              </a:rPr>
              <a:t>· </a:t>
            </a:r>
            <a:r>
              <a:rPr sz="1050" b="0">
                <a:solidFill>
                  <a:srgbClr val="D6E6F7"/>
                </a:solidFill>
                <a:latin typeface="微软雅黑"/>
                <a:ea typeface="微软雅黑"/>
                <a:cs typeface="微软雅黑"/>
              </a:rPr>
              <a:t>智能制造产线</a:t>
            </a:r>
          </a:p>
        </p:txBody>
      </p:sp>
      <p:sp>
        <p:nvSpPr>
          <p:cNvPr id="49" name="">
            <a:extLst xmlns:a="http://schemas.openxmlformats.org/drawingml/2006/main">
              <a:ext uri="{FF2B5EF4-FFF2-40B4-BE49-F238E27FC236}">
                <a16:creationId xmlns:a16="http://schemas.microsoft.com/office/drawing/2014/main" id="{21A9C718-6A76-4324-B03D-5F73CE1458E7}"/>
              </a:ext>
            </a:extLst>
          </p:cNvPr>
          <p:cNvSpPr>
            <a:spLocks xmlns:a="http://schemas.openxmlformats.org/drawingml/2006/main" noGrp="1"/>
          </p:cNvSpPr>
          <p:nvPr/>
        </p:nvSpPr>
        <p:spPr>
          <a:xfrm xmlns:a="http://schemas.openxmlformats.org/drawingml/2006/main">
            <a:off x="933450" y="3962400"/>
            <a:ext cx="2914650" cy="9525"/>
          </a:xfrm>
          <a:prstGeom xmlns:a="http://schemas.openxmlformats.org/drawingml/2006/main" prst="rect">
            <a:avLst/>
          </a:prstGeom>
          <a:solidFill xmlns:a="http://schemas.openxmlformats.org/drawingml/2006/main">
            <a:srgbClr val="1B4C8A">
              <a:alpha val="75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1141D0D7-28ED-4046-97A6-6908ECB86124}"/>
              </a:ext>
            </a:extLst>
          </p:cNvPr>
          <p:cNvSpPr>
            <a:spLocks xmlns:a="http://schemas.openxmlformats.org/drawingml/2006/main" noGrp="1"/>
          </p:cNvSpPr>
          <p:nvPr/>
        </p:nvSpPr>
        <p:spPr>
          <a:xfrm xmlns:a="http://schemas.openxmlformats.org/drawingml/2006/main">
            <a:off x="933450" y="4057650"/>
            <a:ext cx="2933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标准原文与真实报告案例均来自现场</a:t>
            </a:r>
          </a:p>
        </p:txBody>
      </p:sp>
      <p:sp>
        <p:nvSpPr>
          <p:cNvPr id="51" name="">
            <a:extLst xmlns:a="http://schemas.openxmlformats.org/drawingml/2006/main">
              <a:ext uri="{FF2B5EF4-FFF2-40B4-BE49-F238E27FC236}">
                <a16:creationId xmlns:a16="http://schemas.microsoft.com/office/drawing/2014/main" id="{7CE60A6E-25F0-42AE-82C1-D58887EE69EE}"/>
              </a:ext>
            </a:extLst>
          </p:cNvPr>
          <p:cNvSpPr>
            <a:spLocks xmlns:a="http://schemas.openxmlformats.org/drawingml/2006/main" noGrp="1"/>
          </p:cNvSpPr>
          <p:nvPr/>
        </p:nvSpPr>
        <p:spPr>
          <a:xfrm xmlns:a="http://schemas.openxmlformats.org/drawingml/2006/main">
            <a:off x="4305300" y="2914650"/>
            <a:ext cx="3314700" cy="1543050"/>
          </a:xfrm>
          <a:prstGeom xmlns:a="http://schemas.openxmlformats.org/drawingml/2006/main" prst="roundRect">
            <a:avLst>
              <a:gd name="adj" fmla="val 5556"/>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B4C8A"/>
            </a:solidFill>
            <a:prstDash val="solid"/>
          </a:ln>
        </p:spPr>
      </p:sp>
      <p:sp>
        <p:nvSpPr>
          <p:cNvPr id="52" name="">
            <a:extLst xmlns:a="http://schemas.openxmlformats.org/drawingml/2006/main">
              <a:ext uri="{FF2B5EF4-FFF2-40B4-BE49-F238E27FC236}">
                <a16:creationId xmlns:a16="http://schemas.microsoft.com/office/drawing/2014/main" id="{23D68045-5420-4E32-819C-0AD5CAE12E4E}"/>
              </a:ext>
            </a:extLst>
          </p:cNvPr>
          <p:cNvSpPr>
            <a:spLocks xmlns:a="http://schemas.openxmlformats.org/drawingml/2006/main" noGrp="1"/>
          </p:cNvSpPr>
          <p:nvPr/>
        </p:nvSpPr>
        <p:spPr>
          <a:xfrm xmlns:a="http://schemas.openxmlformats.org/drawingml/2006/main">
            <a:off x="4305300" y="2914650"/>
            <a:ext cx="3314700" cy="381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EEA169AB-4D9A-4CC2-A12D-34A2281AD73D}"/>
              </a:ext>
            </a:extLst>
          </p:cNvPr>
          <p:cNvSpPr>
            <a:spLocks xmlns:a="http://schemas.openxmlformats.org/drawingml/2006/main" noGrp="1"/>
          </p:cNvSpPr>
          <p:nvPr/>
        </p:nvSpPr>
        <p:spPr>
          <a:xfrm xmlns:a="http://schemas.openxmlformats.org/drawingml/2006/main">
            <a:off x="7029450" y="3009900"/>
            <a:ext cx="438150" cy="381000"/>
          </a:xfrm>
          <a:prstGeom xmlns:a="http://schemas.openxmlformats.org/drawingml/2006/main" prst="hexagon">
            <a:avLst/>
          </a:prstGeom>
          <a:noFill xmlns:a="http://schemas.openxmlformats.org/drawingml/2006/main"/>
          <a:ln xmlns:a="http://schemas.openxmlformats.org/drawingml/2006/main">
            <a:solidFill>
              <a:srgbClr val="2E86E8">
                <a:alpha val="70000"/>
              </a:srgbClr>
            </a:solidFill>
            <a:prstDash val="solid"/>
          </a:ln>
        </p:spPr>
      </p:sp>
      <p:sp>
        <p:nvSpPr>
          <p:cNvPr id="54" name="">
            <a:extLst xmlns:a="http://schemas.openxmlformats.org/drawingml/2006/main">
              <a:ext uri="{FF2B5EF4-FFF2-40B4-BE49-F238E27FC236}">
                <a16:creationId xmlns:a16="http://schemas.microsoft.com/office/drawing/2014/main" id="{0A1FFEFD-52D3-4BF4-846F-5238670B5C8D}"/>
              </a:ext>
            </a:extLst>
          </p:cNvPr>
          <p:cNvSpPr>
            <a:spLocks xmlns:a="http://schemas.openxmlformats.org/drawingml/2006/main" noGrp="1"/>
          </p:cNvSpPr>
          <p:nvPr/>
        </p:nvSpPr>
        <p:spPr>
          <a:xfrm xmlns:a="http://schemas.openxmlformats.org/drawingml/2006/main">
            <a:off x="4514850" y="3067050"/>
            <a:ext cx="2381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2E86E8"/>
                </a:solidFill>
                <a:latin typeface="微软雅黑"/>
                <a:ea typeface="微软雅黑"/>
                <a:cs typeface="微软雅黑"/>
              </a:defRPr>
            </a:pPr>
            <a:r>
              <a:rPr sz="1425" b="1">
                <a:solidFill>
                  <a:srgbClr val="2E86E8"/>
                </a:solidFill>
                <a:latin typeface="微软雅黑"/>
                <a:ea typeface="微软雅黑"/>
                <a:cs typeface="微软雅黑"/>
              </a:rPr>
              <a:t>核心能力</a:t>
            </a:r>
          </a:p>
        </p:txBody>
      </p:sp>
      <p:sp>
        <p:nvSpPr>
          <p:cNvPr id="55" name="">
            <a:extLst xmlns:a="http://schemas.openxmlformats.org/drawingml/2006/main">
              <a:ext uri="{FF2B5EF4-FFF2-40B4-BE49-F238E27FC236}">
                <a16:creationId xmlns:a16="http://schemas.microsoft.com/office/drawing/2014/main" id="{2C06CDF7-E241-4249-83A7-8763F332EEA2}"/>
              </a:ext>
            </a:extLst>
          </p:cNvPr>
          <p:cNvSpPr>
            <a:spLocks xmlns:a="http://schemas.openxmlformats.org/drawingml/2006/main" noGrp="1"/>
          </p:cNvSpPr>
          <p:nvPr/>
        </p:nvSpPr>
        <p:spPr>
          <a:xfrm xmlns:a="http://schemas.openxmlformats.org/drawingml/2006/main">
            <a:off x="4514850" y="3409950"/>
            <a:ext cx="291465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D6E6F7"/>
                </a:solidFill>
                <a:latin typeface="微软雅黑"/>
                <a:ea typeface="微软雅黑"/>
                <a:cs typeface="微软雅黑"/>
              </a:defRPr>
            </a:pPr>
            <a:r>
              <a:rPr sz="1050" b="0">
                <a:solidFill>
                  <a:srgbClr val="D6E6F7"/>
                </a:solidFill>
                <a:latin typeface="微软雅黑"/>
                <a:ea typeface="微软雅黑"/>
                <a:cs typeface="微软雅黑"/>
              </a:rPr>
              <a:t>规则保底 </a:t>
            </a:r>
            <a:r>
              <a:rPr sz="1050" b="0">
                <a:solidFill>
                  <a:srgbClr val="D6E6F7"/>
                </a:solidFill>
                <a:latin typeface="微软雅黑"/>
                <a:ea typeface="微软雅黑"/>
                <a:cs typeface="微软雅黑"/>
              </a:rPr>
              <a:t>· </a:t>
            </a:r>
            <a:r>
              <a:rPr sz="1050" b="0">
                <a:solidFill>
                  <a:srgbClr val="D6E6F7"/>
                </a:solidFill>
                <a:latin typeface="微软雅黑"/>
                <a:ea typeface="微软雅黑"/>
                <a:cs typeface="微软雅黑"/>
              </a:rPr>
              <a:t>模型增强
人工确认 </a:t>
            </a:r>
            <a:r>
              <a:rPr sz="1050" b="0">
                <a:solidFill>
                  <a:srgbClr val="D6E6F7"/>
                </a:solidFill>
                <a:latin typeface="微软雅黑"/>
                <a:ea typeface="微软雅黑"/>
                <a:cs typeface="微软雅黑"/>
              </a:rPr>
              <a:t>· </a:t>
            </a:r>
            <a:r>
              <a:rPr sz="1050" b="0">
                <a:solidFill>
                  <a:srgbClr val="D6E6F7"/>
                </a:solidFill>
                <a:latin typeface="微软雅黑"/>
                <a:ea typeface="微软雅黑"/>
                <a:cs typeface="微软雅黑"/>
              </a:rPr>
              <a:t>全程留痕</a:t>
            </a:r>
          </a:p>
        </p:txBody>
      </p:sp>
      <p:sp>
        <p:nvSpPr>
          <p:cNvPr id="56" name="">
            <a:extLst xmlns:a="http://schemas.openxmlformats.org/drawingml/2006/main">
              <a:ext uri="{FF2B5EF4-FFF2-40B4-BE49-F238E27FC236}">
                <a16:creationId xmlns:a16="http://schemas.microsoft.com/office/drawing/2014/main" id="{CF94FC7A-249E-47DE-8705-BAD57D062B80}"/>
              </a:ext>
            </a:extLst>
          </p:cNvPr>
          <p:cNvSpPr>
            <a:spLocks xmlns:a="http://schemas.openxmlformats.org/drawingml/2006/main" noGrp="1"/>
          </p:cNvSpPr>
          <p:nvPr/>
        </p:nvSpPr>
        <p:spPr>
          <a:xfrm xmlns:a="http://schemas.openxmlformats.org/drawingml/2006/main">
            <a:off x="4514850" y="3962400"/>
            <a:ext cx="2914650" cy="9525"/>
          </a:xfrm>
          <a:prstGeom xmlns:a="http://schemas.openxmlformats.org/drawingml/2006/main" prst="rect">
            <a:avLst/>
          </a:prstGeom>
          <a:solidFill xmlns:a="http://schemas.openxmlformats.org/drawingml/2006/main">
            <a:srgbClr val="1B4C8A">
              <a:alpha val="7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A0FAE4F3-C78E-4EAB-B1BB-9CFA5CA5A77B}"/>
              </a:ext>
            </a:extLst>
          </p:cNvPr>
          <p:cNvSpPr>
            <a:spLocks xmlns:a="http://schemas.openxmlformats.org/drawingml/2006/main" noGrp="1"/>
          </p:cNvSpPr>
          <p:nvPr/>
        </p:nvSpPr>
        <p:spPr>
          <a:xfrm xmlns:a="http://schemas.openxmlformats.org/drawingml/2006/main">
            <a:off x="4514850" y="4057650"/>
            <a:ext cx="2933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同一输入复跑 </a:t>
            </a:r>
            <a:r>
              <a:rPr sz="863" b="0">
                <a:solidFill>
                  <a:srgbClr val="9FC2E8"/>
                </a:solidFill>
                <a:latin typeface="微软雅黑"/>
                <a:ea typeface="微软雅黑"/>
                <a:cs typeface="微软雅黑"/>
              </a:rPr>
              <a:t>200 </a:t>
            </a:r>
            <a:r>
              <a:rPr sz="863" b="0">
                <a:solidFill>
                  <a:srgbClr val="9FC2E8"/>
                </a:solidFill>
                <a:latin typeface="微软雅黑"/>
                <a:ea typeface="微软雅黑"/>
                <a:cs typeface="微软雅黑"/>
              </a:rPr>
              <a:t>次，结论完全一致</a:t>
            </a:r>
          </a:p>
        </p:txBody>
      </p:sp>
      <p:sp>
        <p:nvSpPr>
          <p:cNvPr id="58" name="">
            <a:extLst xmlns:a="http://schemas.openxmlformats.org/drawingml/2006/main">
              <a:ext uri="{FF2B5EF4-FFF2-40B4-BE49-F238E27FC236}">
                <a16:creationId xmlns:a16="http://schemas.microsoft.com/office/drawing/2014/main" id="{38C7ABAE-2106-41D5-9259-3130C9E1E88A}"/>
              </a:ext>
            </a:extLst>
          </p:cNvPr>
          <p:cNvSpPr>
            <a:spLocks xmlns:a="http://schemas.openxmlformats.org/drawingml/2006/main" noGrp="1"/>
          </p:cNvSpPr>
          <p:nvPr/>
        </p:nvSpPr>
        <p:spPr>
          <a:xfrm xmlns:a="http://schemas.openxmlformats.org/drawingml/2006/main">
            <a:off x="7886700" y="2914650"/>
            <a:ext cx="3314700" cy="1543050"/>
          </a:xfrm>
          <a:prstGeom xmlns:a="http://schemas.openxmlformats.org/drawingml/2006/main" prst="roundRect">
            <a:avLst>
              <a:gd name="adj" fmla="val 5556"/>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B4C8A"/>
            </a:solidFill>
            <a:prstDash val="solid"/>
          </a:ln>
        </p:spPr>
      </p:sp>
      <p:sp>
        <p:nvSpPr>
          <p:cNvPr id="59" name="">
            <a:extLst xmlns:a="http://schemas.openxmlformats.org/drawingml/2006/main">
              <a:ext uri="{FF2B5EF4-FFF2-40B4-BE49-F238E27FC236}">
                <a16:creationId xmlns:a16="http://schemas.microsoft.com/office/drawing/2014/main" id="{F7DB93FA-EA3E-498F-B616-AD24AAFD1256}"/>
              </a:ext>
            </a:extLst>
          </p:cNvPr>
          <p:cNvSpPr>
            <a:spLocks xmlns:a="http://schemas.openxmlformats.org/drawingml/2006/main" noGrp="1"/>
          </p:cNvSpPr>
          <p:nvPr/>
        </p:nvSpPr>
        <p:spPr>
          <a:xfrm xmlns:a="http://schemas.openxmlformats.org/drawingml/2006/main">
            <a:off x="7886700" y="2914650"/>
            <a:ext cx="3314700" cy="381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EE54B351-A2F5-4A5D-84F5-D4442DC0EC68}"/>
              </a:ext>
            </a:extLst>
          </p:cNvPr>
          <p:cNvSpPr>
            <a:spLocks xmlns:a="http://schemas.openxmlformats.org/drawingml/2006/main" noGrp="1"/>
          </p:cNvSpPr>
          <p:nvPr/>
        </p:nvSpPr>
        <p:spPr>
          <a:xfrm xmlns:a="http://schemas.openxmlformats.org/drawingml/2006/main">
            <a:off x="10610850" y="3009900"/>
            <a:ext cx="438150" cy="381000"/>
          </a:xfrm>
          <a:prstGeom xmlns:a="http://schemas.openxmlformats.org/drawingml/2006/main" prst="hexagon">
            <a:avLst/>
          </a:prstGeom>
          <a:noFill xmlns:a="http://schemas.openxmlformats.org/drawingml/2006/main"/>
          <a:ln xmlns:a="http://schemas.openxmlformats.org/drawingml/2006/main">
            <a:solidFill>
              <a:srgbClr val="F5C33B">
                <a:alpha val="70000"/>
              </a:srgbClr>
            </a:solidFill>
            <a:prstDash val="solid"/>
          </a:ln>
        </p:spPr>
      </p:sp>
      <p:sp>
        <p:nvSpPr>
          <p:cNvPr id="61" name="">
            <a:extLst xmlns:a="http://schemas.openxmlformats.org/drawingml/2006/main">
              <a:ext uri="{FF2B5EF4-FFF2-40B4-BE49-F238E27FC236}">
                <a16:creationId xmlns:a16="http://schemas.microsoft.com/office/drawing/2014/main" id="{DFC7BC2A-6E4D-45E5-8AF2-08ADCFD9560D}"/>
              </a:ext>
            </a:extLst>
          </p:cNvPr>
          <p:cNvSpPr>
            <a:spLocks xmlns:a="http://schemas.openxmlformats.org/drawingml/2006/main" noGrp="1"/>
          </p:cNvSpPr>
          <p:nvPr/>
        </p:nvSpPr>
        <p:spPr>
          <a:xfrm xmlns:a="http://schemas.openxmlformats.org/drawingml/2006/main">
            <a:off x="8096250" y="3067050"/>
            <a:ext cx="2381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F5C33B"/>
                </a:solidFill>
                <a:latin typeface="微软雅黑"/>
                <a:ea typeface="微软雅黑"/>
                <a:cs typeface="微软雅黑"/>
              </a:defRPr>
            </a:pPr>
            <a:r>
              <a:rPr sz="1425" b="1">
                <a:solidFill>
                  <a:srgbClr val="F5C33B"/>
                </a:solidFill>
                <a:latin typeface="微软雅黑"/>
                <a:ea typeface="微软雅黑"/>
                <a:cs typeface="微软雅黑"/>
              </a:rPr>
              <a:t>差异化价值</a:t>
            </a:r>
          </a:p>
        </p:txBody>
      </p:sp>
      <p:sp>
        <p:nvSpPr>
          <p:cNvPr id="62" name="">
            <a:extLst xmlns:a="http://schemas.openxmlformats.org/drawingml/2006/main">
              <a:ext uri="{FF2B5EF4-FFF2-40B4-BE49-F238E27FC236}">
                <a16:creationId xmlns:a16="http://schemas.microsoft.com/office/drawing/2014/main" id="{46647F68-F3EE-4F28-A6C0-9769272ADCBF}"/>
              </a:ext>
            </a:extLst>
          </p:cNvPr>
          <p:cNvSpPr>
            <a:spLocks xmlns:a="http://schemas.openxmlformats.org/drawingml/2006/main" noGrp="1"/>
          </p:cNvSpPr>
          <p:nvPr/>
        </p:nvSpPr>
        <p:spPr>
          <a:xfrm xmlns:a="http://schemas.openxmlformats.org/drawingml/2006/main">
            <a:off x="8096250" y="3409950"/>
            <a:ext cx="291465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D6E6F7"/>
                </a:solidFill>
                <a:latin typeface="微软雅黑"/>
                <a:ea typeface="微软雅黑"/>
                <a:cs typeface="微软雅黑"/>
              </a:defRPr>
            </a:pPr>
            <a:r>
              <a:rPr sz="1050" b="0">
                <a:solidFill>
                  <a:srgbClr val="D6E6F7"/>
                </a:solidFill>
                <a:latin typeface="微软雅黑"/>
                <a:ea typeface="微软雅黑"/>
                <a:cs typeface="微软雅黑"/>
              </a:rPr>
              <a:t>可解释 </a:t>
            </a:r>
            <a:r>
              <a:rPr sz="1050" b="0">
                <a:solidFill>
                  <a:srgbClr val="D6E6F7"/>
                </a:solidFill>
                <a:latin typeface="微软雅黑"/>
                <a:ea typeface="微软雅黑"/>
                <a:cs typeface="微软雅黑"/>
              </a:rPr>
              <a:t>· </a:t>
            </a:r>
            <a:r>
              <a:rPr sz="1050" b="0">
                <a:solidFill>
                  <a:srgbClr val="D6E6F7"/>
                </a:solidFill>
                <a:latin typeface="微软雅黑"/>
                <a:ea typeface="微软雅黑"/>
                <a:cs typeface="微软雅黑"/>
              </a:rPr>
              <a:t>可复算
可离线 </a:t>
            </a:r>
            <a:r>
              <a:rPr sz="1050" b="0">
                <a:solidFill>
                  <a:srgbClr val="D6E6F7"/>
                </a:solidFill>
                <a:latin typeface="微软雅黑"/>
                <a:ea typeface="微软雅黑"/>
                <a:cs typeface="微软雅黑"/>
              </a:rPr>
              <a:t>· </a:t>
            </a:r>
            <a:r>
              <a:rPr sz="1050" b="0">
                <a:solidFill>
                  <a:srgbClr val="D6E6F7"/>
                </a:solidFill>
                <a:latin typeface="微软雅黑"/>
                <a:ea typeface="微软雅黑"/>
                <a:cs typeface="微软雅黑"/>
              </a:rPr>
              <a:t>可审计</a:t>
            </a:r>
          </a:p>
        </p:txBody>
      </p:sp>
      <p:sp>
        <p:nvSpPr>
          <p:cNvPr id="63" name="">
            <a:extLst xmlns:a="http://schemas.openxmlformats.org/drawingml/2006/main">
              <a:ext uri="{FF2B5EF4-FFF2-40B4-BE49-F238E27FC236}">
                <a16:creationId xmlns:a16="http://schemas.microsoft.com/office/drawing/2014/main" id="{F82FA7A5-B185-4D09-85BC-8B47F62D0731}"/>
              </a:ext>
            </a:extLst>
          </p:cNvPr>
          <p:cNvSpPr>
            <a:spLocks xmlns:a="http://schemas.openxmlformats.org/drawingml/2006/main" noGrp="1"/>
          </p:cNvSpPr>
          <p:nvPr/>
        </p:nvSpPr>
        <p:spPr>
          <a:xfrm xmlns:a="http://schemas.openxmlformats.org/drawingml/2006/main">
            <a:off x="8096250" y="3962400"/>
            <a:ext cx="2914650" cy="9525"/>
          </a:xfrm>
          <a:prstGeom xmlns:a="http://schemas.openxmlformats.org/drawingml/2006/main" prst="rect">
            <a:avLst/>
          </a:prstGeom>
          <a:solidFill xmlns:a="http://schemas.openxmlformats.org/drawingml/2006/main">
            <a:srgbClr val="1B4C8A">
              <a:alpha val="75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B94866F7-4188-4093-ADFB-4A75A250C1C0}"/>
              </a:ext>
            </a:extLst>
          </p:cNvPr>
          <p:cNvSpPr>
            <a:spLocks xmlns:a="http://schemas.openxmlformats.org/drawingml/2006/main" noGrp="1"/>
          </p:cNvSpPr>
          <p:nvPr/>
        </p:nvSpPr>
        <p:spPr>
          <a:xfrm xmlns:a="http://schemas.openxmlformats.org/drawingml/2006/main">
            <a:off x="8096250" y="4057650"/>
            <a:ext cx="2933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每条建议都能回指规则与数据点</a:t>
            </a:r>
          </a:p>
        </p:txBody>
      </p:sp>
      <p:sp>
        <p:nvSpPr>
          <p:cNvPr id="65" name="">
            <a:extLst xmlns:a="http://schemas.openxmlformats.org/drawingml/2006/main">
              <a:ext uri="{FF2B5EF4-FFF2-40B4-BE49-F238E27FC236}">
                <a16:creationId xmlns:a16="http://schemas.microsoft.com/office/drawing/2014/main" id="{D3774E17-6113-4171-9D5E-6C934941BB96}"/>
              </a:ext>
            </a:extLst>
          </p:cNvPr>
          <p:cNvSpPr>
            <a:spLocks xmlns:a="http://schemas.openxmlformats.org/drawingml/2006/main" noGrp="1"/>
          </p:cNvSpPr>
          <p:nvPr/>
        </p:nvSpPr>
        <p:spPr>
          <a:xfrm xmlns:a="http://schemas.openxmlformats.org/drawingml/2006/main">
            <a:off x="742950" y="4667250"/>
            <a:ext cx="1238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025" b="1">
                <a:solidFill>
                  <a:srgbClr val="F5C33B"/>
                </a:solidFill>
                <a:latin typeface="Bahnschrift"/>
                <a:ea typeface="Bahnschrift"/>
                <a:cs typeface="Bahnschrift"/>
              </a:defRPr>
            </a:pPr>
            <a:r>
              <a:rPr sz="2025" b="1">
                <a:solidFill>
                  <a:srgbClr val="F5C33B"/>
                </a:solidFill>
                <a:latin typeface="Bahnschrift"/>
                <a:ea typeface="Bahnschrift"/>
                <a:cs typeface="Bahnschrift"/>
              </a:rPr>
              <a:t>75</a:t>
            </a:r>
          </a:p>
        </p:txBody>
      </p:sp>
      <p:sp>
        <p:nvSpPr>
          <p:cNvPr id="66" name="">
            <a:extLst xmlns:a="http://schemas.openxmlformats.org/drawingml/2006/main">
              <a:ext uri="{FF2B5EF4-FFF2-40B4-BE49-F238E27FC236}">
                <a16:creationId xmlns:a16="http://schemas.microsoft.com/office/drawing/2014/main" id="{9F59B470-D3E0-48CA-B046-97A74F4E1DC9}"/>
              </a:ext>
            </a:extLst>
          </p:cNvPr>
          <p:cNvSpPr>
            <a:spLocks xmlns:a="http://schemas.openxmlformats.org/drawingml/2006/main" noGrp="1"/>
          </p:cNvSpPr>
          <p:nvPr/>
        </p:nvSpPr>
        <p:spPr>
          <a:xfrm xmlns:a="http://schemas.openxmlformats.org/drawingml/2006/main">
            <a:off x="1485900" y="47244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9FC2E8"/>
                </a:solidFill>
                <a:latin typeface="微软雅黑"/>
                <a:ea typeface="微软雅黑"/>
                <a:cs typeface="微软雅黑"/>
              </a:defRPr>
            </a:pPr>
            <a:r>
              <a:rPr sz="938" b="0">
                <a:solidFill>
                  <a:srgbClr val="9FC2E8"/>
                </a:solidFill>
                <a:latin typeface="微软雅黑"/>
                <a:ea typeface="微软雅黑"/>
                <a:cs typeface="微软雅黑"/>
              </a:rPr>
              <a:t>在线接口</a:t>
            </a:r>
          </a:p>
        </p:txBody>
      </p:sp>
      <p:sp>
        <p:nvSpPr>
          <p:cNvPr id="67" name="">
            <a:extLst xmlns:a="http://schemas.openxmlformats.org/drawingml/2006/main">
              <a:ext uri="{FF2B5EF4-FFF2-40B4-BE49-F238E27FC236}">
                <a16:creationId xmlns:a16="http://schemas.microsoft.com/office/drawing/2014/main" id="{3A3F51DA-7D83-42B1-976B-D608F0192CDC}"/>
              </a:ext>
            </a:extLst>
          </p:cNvPr>
          <p:cNvSpPr>
            <a:spLocks xmlns:a="http://schemas.openxmlformats.org/drawingml/2006/main" noGrp="1"/>
          </p:cNvSpPr>
          <p:nvPr/>
        </p:nvSpPr>
        <p:spPr>
          <a:xfrm xmlns:a="http://schemas.openxmlformats.org/drawingml/2006/main">
            <a:off x="3600450" y="4667250"/>
            <a:ext cx="1238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025" b="1">
                <a:solidFill>
                  <a:srgbClr val="F5C33B"/>
                </a:solidFill>
                <a:latin typeface="Bahnschrift"/>
                <a:ea typeface="Bahnschrift"/>
                <a:cs typeface="Bahnschrift"/>
              </a:defRPr>
            </a:pPr>
            <a:r>
              <a:rPr sz="2025" b="1">
                <a:solidFill>
                  <a:srgbClr val="F5C33B"/>
                </a:solidFill>
                <a:latin typeface="Bahnschrift"/>
                <a:ea typeface="Bahnschrift"/>
                <a:cs typeface="Bahnschrift"/>
              </a:rPr>
              <a:t>53</a:t>
            </a:r>
          </a:p>
        </p:txBody>
      </p:sp>
      <p:sp>
        <p:nvSpPr>
          <p:cNvPr id="68" name="">
            <a:extLst xmlns:a="http://schemas.openxmlformats.org/drawingml/2006/main">
              <a:ext uri="{FF2B5EF4-FFF2-40B4-BE49-F238E27FC236}">
                <a16:creationId xmlns:a16="http://schemas.microsoft.com/office/drawing/2014/main" id="{A4C83044-328D-45CE-A51E-1E94489660C9}"/>
              </a:ext>
            </a:extLst>
          </p:cNvPr>
          <p:cNvSpPr>
            <a:spLocks xmlns:a="http://schemas.openxmlformats.org/drawingml/2006/main" noGrp="1"/>
          </p:cNvSpPr>
          <p:nvPr/>
        </p:nvSpPr>
        <p:spPr>
          <a:xfrm xmlns:a="http://schemas.openxmlformats.org/drawingml/2006/main">
            <a:off x="4343400" y="47244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9FC2E8"/>
                </a:solidFill>
                <a:latin typeface="微软雅黑"/>
                <a:ea typeface="微软雅黑"/>
                <a:cs typeface="微软雅黑"/>
              </a:defRPr>
            </a:pPr>
            <a:r>
              <a:rPr sz="938" b="0">
                <a:solidFill>
                  <a:srgbClr val="9FC2E8"/>
                </a:solidFill>
                <a:latin typeface="微软雅黑"/>
                <a:ea typeface="微软雅黑"/>
                <a:cs typeface="微软雅黑"/>
              </a:rPr>
              <a:t>数据库表</a:t>
            </a:r>
          </a:p>
        </p:txBody>
      </p:sp>
      <p:sp>
        <p:nvSpPr>
          <p:cNvPr id="69" name="">
            <a:extLst xmlns:a="http://schemas.openxmlformats.org/drawingml/2006/main">
              <a:ext uri="{FF2B5EF4-FFF2-40B4-BE49-F238E27FC236}">
                <a16:creationId xmlns:a16="http://schemas.microsoft.com/office/drawing/2014/main" id="{32CCD4DC-6799-4B67-874D-49AD4F0D7295}"/>
              </a:ext>
            </a:extLst>
          </p:cNvPr>
          <p:cNvSpPr>
            <a:spLocks xmlns:a="http://schemas.openxmlformats.org/drawingml/2006/main" noGrp="1"/>
          </p:cNvSpPr>
          <p:nvPr/>
        </p:nvSpPr>
        <p:spPr>
          <a:xfrm xmlns:a="http://schemas.openxmlformats.org/drawingml/2006/main">
            <a:off x="6457950" y="4667250"/>
            <a:ext cx="1238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025" b="1">
                <a:solidFill>
                  <a:srgbClr val="F5C33B"/>
                </a:solidFill>
                <a:latin typeface="Bahnschrift"/>
                <a:ea typeface="Bahnschrift"/>
                <a:cs typeface="Bahnschrift"/>
              </a:defRPr>
            </a:pPr>
            <a:r>
              <a:rPr sz="2025" b="1">
                <a:solidFill>
                  <a:srgbClr val="F5C33B"/>
                </a:solidFill>
                <a:latin typeface="Bahnschrift"/>
                <a:ea typeface="Bahnschrift"/>
                <a:cs typeface="Bahnschrift"/>
              </a:rPr>
              <a:t>18</a:t>
            </a:r>
          </a:p>
        </p:txBody>
      </p:sp>
      <p:sp>
        <p:nvSpPr>
          <p:cNvPr id="70" name="">
            <a:extLst xmlns:a="http://schemas.openxmlformats.org/drawingml/2006/main">
              <a:ext uri="{FF2B5EF4-FFF2-40B4-BE49-F238E27FC236}">
                <a16:creationId xmlns:a16="http://schemas.microsoft.com/office/drawing/2014/main" id="{860E1122-9904-4AA3-BB8E-B6D113599F1C}"/>
              </a:ext>
            </a:extLst>
          </p:cNvPr>
          <p:cNvSpPr>
            <a:spLocks xmlns:a="http://schemas.openxmlformats.org/drawingml/2006/main" noGrp="1"/>
          </p:cNvSpPr>
          <p:nvPr/>
        </p:nvSpPr>
        <p:spPr>
          <a:xfrm xmlns:a="http://schemas.openxmlformats.org/drawingml/2006/main">
            <a:off x="7200900" y="47244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9FC2E8"/>
                </a:solidFill>
                <a:latin typeface="微软雅黑"/>
                <a:ea typeface="微软雅黑"/>
                <a:cs typeface="微软雅黑"/>
              </a:defRPr>
            </a:pPr>
            <a:r>
              <a:rPr sz="938" b="0">
                <a:solidFill>
                  <a:srgbClr val="9FC2E8"/>
                </a:solidFill>
                <a:latin typeface="微软雅黑"/>
                <a:ea typeface="微软雅黑"/>
                <a:cs typeface="微软雅黑"/>
              </a:rPr>
              <a:t>启用规则</a:t>
            </a:r>
          </a:p>
        </p:txBody>
      </p:sp>
      <p:sp>
        <p:nvSpPr>
          <p:cNvPr id="71" name="">
            <a:extLst xmlns:a="http://schemas.openxmlformats.org/drawingml/2006/main">
              <a:ext uri="{FF2B5EF4-FFF2-40B4-BE49-F238E27FC236}">
                <a16:creationId xmlns:a16="http://schemas.microsoft.com/office/drawing/2014/main" id="{D944019B-40EB-493F-BEE4-0732598DD21F}"/>
              </a:ext>
            </a:extLst>
          </p:cNvPr>
          <p:cNvSpPr>
            <a:spLocks xmlns:a="http://schemas.openxmlformats.org/drawingml/2006/main" noGrp="1"/>
          </p:cNvSpPr>
          <p:nvPr/>
        </p:nvSpPr>
        <p:spPr>
          <a:xfrm xmlns:a="http://schemas.openxmlformats.org/drawingml/2006/main">
            <a:off x="9315450" y="4667250"/>
            <a:ext cx="1238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025" b="1">
                <a:solidFill>
                  <a:srgbClr val="F5C33B"/>
                </a:solidFill>
                <a:latin typeface="Bahnschrift"/>
                <a:ea typeface="Bahnschrift"/>
                <a:cs typeface="Bahnschrift"/>
              </a:defRPr>
            </a:pPr>
            <a:r>
              <a:rPr sz="2025" b="1">
                <a:solidFill>
                  <a:srgbClr val="F5C33B"/>
                </a:solidFill>
                <a:latin typeface="Bahnschrift"/>
                <a:ea typeface="Bahnschrift"/>
                <a:cs typeface="Bahnschrift"/>
              </a:rPr>
              <a:t>4</a:t>
            </a:r>
          </a:p>
        </p:txBody>
      </p:sp>
      <p:sp>
        <p:nvSpPr>
          <p:cNvPr id="72" name="">
            <a:extLst xmlns:a="http://schemas.openxmlformats.org/drawingml/2006/main">
              <a:ext uri="{FF2B5EF4-FFF2-40B4-BE49-F238E27FC236}">
                <a16:creationId xmlns:a16="http://schemas.microsoft.com/office/drawing/2014/main" id="{1892F850-99F4-4E44-A353-D336D7C949D5}"/>
              </a:ext>
            </a:extLst>
          </p:cNvPr>
          <p:cNvSpPr>
            <a:spLocks xmlns:a="http://schemas.openxmlformats.org/drawingml/2006/main" noGrp="1"/>
          </p:cNvSpPr>
          <p:nvPr/>
        </p:nvSpPr>
        <p:spPr>
          <a:xfrm xmlns:a="http://schemas.openxmlformats.org/drawingml/2006/main">
            <a:off x="10058400" y="47244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9FC2E8"/>
                </a:solidFill>
                <a:latin typeface="微软雅黑"/>
                <a:ea typeface="微软雅黑"/>
                <a:cs typeface="微软雅黑"/>
              </a:defRPr>
            </a:pPr>
            <a:r>
              <a:rPr sz="938" b="0">
                <a:solidFill>
                  <a:srgbClr val="9FC2E8"/>
                </a:solidFill>
                <a:latin typeface="微软雅黑"/>
                <a:ea typeface="微软雅黑"/>
                <a:cs typeface="微软雅黑"/>
              </a:rPr>
              <a:t>类角色</a:t>
            </a:r>
          </a:p>
        </p:txBody>
      </p:sp>
      <p:sp>
        <p:nvSpPr>
          <p:cNvPr id="73" name="">
            <a:extLst xmlns:a="http://schemas.openxmlformats.org/drawingml/2006/main">
              <a:ext uri="{FF2B5EF4-FFF2-40B4-BE49-F238E27FC236}">
                <a16:creationId xmlns:a16="http://schemas.microsoft.com/office/drawing/2014/main" id="{8A8B1B6F-D3D2-4BC0-80AA-4F309E3113A7}"/>
              </a:ext>
            </a:extLst>
          </p:cNvPr>
          <p:cNvSpPr>
            <a:spLocks xmlns:a="http://schemas.openxmlformats.org/drawingml/2006/main" noGrp="1"/>
          </p:cNvSpPr>
          <p:nvPr/>
        </p:nvSpPr>
        <p:spPr>
          <a:xfrm xmlns:a="http://schemas.openxmlformats.org/drawingml/2006/main">
            <a:off x="723900" y="5143500"/>
            <a:ext cx="10744200" cy="9525"/>
          </a:xfrm>
          <a:prstGeom xmlns:a="http://schemas.openxmlformats.org/drawingml/2006/main" prst="rect">
            <a:avLst/>
          </a:prstGeom>
          <a:solidFill xmlns:a="http://schemas.openxmlformats.org/drawingml/2006/main">
            <a:srgbClr val="1B4C8A"/>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7BD09EE5-FB5D-4B6E-947E-4D87FC007805}"/>
              </a:ext>
            </a:extLst>
          </p:cNvPr>
          <p:cNvSpPr>
            <a:spLocks xmlns:a="http://schemas.openxmlformats.org/drawingml/2006/main" noGrp="1"/>
          </p:cNvSpPr>
          <p:nvPr/>
        </p:nvSpPr>
        <p:spPr>
          <a:xfrm xmlns:a="http://schemas.openxmlformats.org/drawingml/2006/main">
            <a:off x="723900" y="527685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参赛单位</a:t>
            </a:r>
          </a:p>
        </p:txBody>
      </p:sp>
      <p:sp>
        <p:nvSpPr>
          <p:cNvPr id="75" name="">
            <a:extLst xmlns:a="http://schemas.openxmlformats.org/drawingml/2006/main">
              <a:ext uri="{FF2B5EF4-FFF2-40B4-BE49-F238E27FC236}">
                <a16:creationId xmlns:a16="http://schemas.microsoft.com/office/drawing/2014/main" id="{59CD5E0A-3A5A-44DB-B6DF-0B3DD3D3F923}"/>
              </a:ext>
            </a:extLst>
          </p:cNvPr>
          <p:cNvSpPr>
            <a:spLocks xmlns:a="http://schemas.openxmlformats.org/drawingml/2006/main" noGrp="1"/>
          </p:cNvSpPr>
          <p:nvPr/>
        </p:nvSpPr>
        <p:spPr>
          <a:xfrm xmlns:a="http://schemas.openxmlformats.org/drawingml/2006/main">
            <a:off x="723900" y="552450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广东科技学院</a:t>
            </a:r>
          </a:p>
        </p:txBody>
      </p:sp>
      <p:sp>
        <p:nvSpPr>
          <p:cNvPr id="76" name="">
            <a:extLst xmlns:a="http://schemas.openxmlformats.org/drawingml/2006/main">
              <a:ext uri="{FF2B5EF4-FFF2-40B4-BE49-F238E27FC236}">
                <a16:creationId xmlns:a16="http://schemas.microsoft.com/office/drawing/2014/main" id="{F8414A38-F384-43D3-9D0A-20C78F1CEB19}"/>
              </a:ext>
            </a:extLst>
          </p:cNvPr>
          <p:cNvSpPr>
            <a:spLocks xmlns:a="http://schemas.openxmlformats.org/drawingml/2006/main" noGrp="1"/>
          </p:cNvSpPr>
          <p:nvPr/>
        </p:nvSpPr>
        <p:spPr>
          <a:xfrm xmlns:a="http://schemas.openxmlformats.org/drawingml/2006/main">
            <a:off x="3467100" y="527685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赛道</a:t>
            </a:r>
          </a:p>
        </p:txBody>
      </p:sp>
      <p:sp>
        <p:nvSpPr>
          <p:cNvPr id="77" name="">
            <a:extLst xmlns:a="http://schemas.openxmlformats.org/drawingml/2006/main">
              <a:ext uri="{FF2B5EF4-FFF2-40B4-BE49-F238E27FC236}">
                <a16:creationId xmlns:a16="http://schemas.microsoft.com/office/drawing/2014/main" id="{203FDD84-36C5-44A8-B98C-8EA854600076}"/>
              </a:ext>
            </a:extLst>
          </p:cNvPr>
          <p:cNvSpPr>
            <a:spLocks xmlns:a="http://schemas.openxmlformats.org/drawingml/2006/main" noGrp="1"/>
          </p:cNvSpPr>
          <p:nvPr/>
        </p:nvSpPr>
        <p:spPr>
          <a:xfrm xmlns:a="http://schemas.openxmlformats.org/drawingml/2006/main">
            <a:off x="3467100" y="552450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场景创新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软件创新</a:t>
            </a:r>
          </a:p>
        </p:txBody>
      </p:sp>
      <p:sp>
        <p:nvSpPr>
          <p:cNvPr id="78" name="">
            <a:extLst xmlns:a="http://schemas.openxmlformats.org/drawingml/2006/main">
              <a:ext uri="{FF2B5EF4-FFF2-40B4-BE49-F238E27FC236}">
                <a16:creationId xmlns:a16="http://schemas.microsoft.com/office/drawing/2014/main" id="{771F6DB3-2FDE-4AC1-AC90-4EDF6CA97826}"/>
              </a:ext>
            </a:extLst>
          </p:cNvPr>
          <p:cNvSpPr>
            <a:spLocks xmlns:a="http://schemas.openxmlformats.org/drawingml/2006/main" noGrp="1"/>
          </p:cNvSpPr>
          <p:nvPr/>
        </p:nvSpPr>
        <p:spPr>
          <a:xfrm xmlns:a="http://schemas.openxmlformats.org/drawingml/2006/main">
            <a:off x="6210300" y="527685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团队</a:t>
            </a:r>
          </a:p>
        </p:txBody>
      </p:sp>
      <p:sp>
        <p:nvSpPr>
          <p:cNvPr id="79" name="">
            <a:extLst xmlns:a="http://schemas.openxmlformats.org/drawingml/2006/main">
              <a:ext uri="{FF2B5EF4-FFF2-40B4-BE49-F238E27FC236}">
                <a16:creationId xmlns:a16="http://schemas.microsoft.com/office/drawing/2014/main" id="{0120AE4F-B6F8-4E99-9C7F-FCEE4D5462C1}"/>
              </a:ext>
            </a:extLst>
          </p:cNvPr>
          <p:cNvSpPr>
            <a:spLocks xmlns:a="http://schemas.openxmlformats.org/drawingml/2006/main" noGrp="1"/>
          </p:cNvSpPr>
          <p:nvPr/>
        </p:nvSpPr>
        <p:spPr>
          <a:xfrm xmlns:a="http://schemas.openxmlformats.org/drawingml/2006/main">
            <a:off x="6210300" y="552450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逐光造梦</a:t>
            </a:r>
          </a:p>
        </p:txBody>
      </p:sp>
      <p:sp>
        <p:nvSpPr>
          <p:cNvPr id="80" name="">
            <a:extLst xmlns:a="http://schemas.openxmlformats.org/drawingml/2006/main">
              <a:ext uri="{FF2B5EF4-FFF2-40B4-BE49-F238E27FC236}">
                <a16:creationId xmlns:a16="http://schemas.microsoft.com/office/drawing/2014/main" id="{94240E24-A241-47B2-AF8A-3CDC2995C3B3}"/>
              </a:ext>
            </a:extLst>
          </p:cNvPr>
          <p:cNvSpPr>
            <a:spLocks xmlns:a="http://schemas.openxmlformats.org/drawingml/2006/main" noGrp="1"/>
          </p:cNvSpPr>
          <p:nvPr/>
        </p:nvSpPr>
        <p:spPr>
          <a:xfrm xmlns:a="http://schemas.openxmlformats.org/drawingml/2006/main">
            <a:off x="8953500" y="527685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指导老师</a:t>
            </a:r>
          </a:p>
        </p:txBody>
      </p:sp>
      <p:sp>
        <p:nvSpPr>
          <p:cNvPr id="81" name="">
            <a:extLst xmlns:a="http://schemas.openxmlformats.org/drawingml/2006/main">
              <a:ext uri="{FF2B5EF4-FFF2-40B4-BE49-F238E27FC236}">
                <a16:creationId xmlns:a16="http://schemas.microsoft.com/office/drawing/2014/main" id="{204FC11F-674D-4FDA-8DE2-D58557A87C55}"/>
              </a:ext>
            </a:extLst>
          </p:cNvPr>
          <p:cNvSpPr>
            <a:spLocks xmlns:a="http://schemas.openxmlformats.org/drawingml/2006/main" noGrp="1"/>
          </p:cNvSpPr>
          <p:nvPr/>
        </p:nvSpPr>
        <p:spPr>
          <a:xfrm xmlns:a="http://schemas.openxmlformats.org/drawingml/2006/main">
            <a:off x="8953500" y="552450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王洪元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钟祖辉</a:t>
            </a:r>
          </a:p>
        </p:txBody>
      </p:sp>
      <p:sp>
        <p:nvSpPr>
          <p:cNvPr id="82" name="">
            <a:extLst xmlns:a="http://schemas.openxmlformats.org/drawingml/2006/main">
              <a:ext uri="{FF2B5EF4-FFF2-40B4-BE49-F238E27FC236}">
                <a16:creationId xmlns:a16="http://schemas.microsoft.com/office/drawing/2014/main" id="{0FC32293-86D7-48B5-9217-542C0E688938}"/>
              </a:ext>
            </a:extLst>
          </p:cNvPr>
          <p:cNvSpPr>
            <a:spLocks xmlns:a="http://schemas.openxmlformats.org/drawingml/2006/main" noGrp="1"/>
          </p:cNvSpPr>
          <p:nvPr/>
        </p:nvSpPr>
        <p:spPr>
          <a:xfrm xmlns:a="http://schemas.openxmlformats.org/drawingml/2006/main">
            <a:off x="723900" y="5962650"/>
            <a:ext cx="10744200" cy="514350"/>
          </a:xfrm>
          <a:prstGeom xmlns:a="http://schemas.openxmlformats.org/drawingml/2006/main" prst="roundRect">
            <a:avLst>
              <a:gd name="adj" fmla="val 16667"/>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83" name="">
            <a:extLst xmlns:a="http://schemas.openxmlformats.org/drawingml/2006/main">
              <a:ext uri="{FF2B5EF4-FFF2-40B4-BE49-F238E27FC236}">
                <a16:creationId xmlns:a16="http://schemas.microsoft.com/office/drawing/2014/main" id="{96DF0A35-E0AF-41AC-8D71-BFA4F4C27120}"/>
              </a:ext>
            </a:extLst>
          </p:cNvPr>
          <p:cNvSpPr>
            <a:spLocks xmlns:a="http://schemas.openxmlformats.org/drawingml/2006/main" noGrp="1"/>
          </p:cNvSpPr>
          <p:nvPr/>
        </p:nvSpPr>
        <p:spPr>
          <a:xfrm xmlns:a="http://schemas.openxmlformats.org/drawingml/2006/main">
            <a:off x="742950" y="6019800"/>
            <a:ext cx="38100" cy="400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F5562CE2-ED1D-45E4-B8EA-D274FC452E9D}"/>
              </a:ext>
            </a:extLst>
          </p:cNvPr>
          <p:cNvSpPr>
            <a:spLocks xmlns:a="http://schemas.openxmlformats.org/drawingml/2006/main" noGrp="1"/>
          </p:cNvSpPr>
          <p:nvPr/>
        </p:nvSpPr>
        <p:spPr>
          <a:xfrm xmlns:a="http://schemas.openxmlformats.org/drawingml/2006/main">
            <a:off x="952500" y="5962650"/>
            <a:ext cx="10287000" cy="5143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D6E6F7"/>
                </a:solidFill>
                <a:latin typeface="微软雅黑"/>
                <a:ea typeface="微软雅黑"/>
                <a:cs typeface="微软雅黑"/>
              </a:defRPr>
            </a:pPr>
            <a:r>
              <a:rPr sz="1125" b="0">
                <a:solidFill>
                  <a:srgbClr val="D6E6F7"/>
                </a:solidFill>
                <a:latin typeface="微软雅黑"/>
                <a:ea typeface="微软雅黑"/>
                <a:cs typeface="微软雅黑"/>
              </a:rPr>
              <a:t>一句话定位：把变电运维的每一次培训投入，变成算得清、追得到、能上岗的能力数据。</a:t>
            </a:r>
          </a:p>
        </p:txBody>
      </p:sp>
    </p:spTree>
    <p:extLst>
      <p:ext uri="{BB962C8B-B14F-4D97-AF65-F5344CB8AC3E}">
        <p14:creationId xmlns:p14="http://schemas.microsoft.com/office/powerpoint/2010/main" val="1055333095"/>
      </p:ext>
    </p:extLst>
  </p:cSld>
</p:sld>
</file>

<file path=ppt/slides/slide2.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fa97ec0ec7494d6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7E484CA-F4D0-407C-B6AB-2F688D17F73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6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627F062E-1A7B-49E4-BE96-1D13D5A7F32F}"/>
              </a:ext>
            </a:extLst>
          </p:cNvPr>
          <p:cNvSpPr>
            <a:spLocks xmlns:a="http://schemas.openxmlformats.org/drawingml/2006/main" noGrp="1"/>
          </p:cNvSpPr>
          <p:nvPr/>
        </p:nvSpPr>
        <p:spPr>
          <a:xfrm xmlns:a="http://schemas.openxmlformats.org/drawingml/2006/main">
            <a:off x="8001000" y="0"/>
            <a:ext cx="4191000" cy="3333750"/>
          </a:xfrm>
          <a:prstGeom xmlns:a="http://schemas.openxmlformats.org/drawingml/2006/main" prst="ellipse">
            <a:avLst/>
          </a:prstGeom>
          <a:gradFill xmlns:a="http://schemas.openxmlformats.org/drawingml/2006/main">
            <a:gsLst>
              <a:gs pos="0">
                <a:srgbClr val="2E86E8">
                  <a:alpha val="15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C8C1091F-9567-4B13-A629-679D8DE6D8BB}"/>
              </a:ext>
            </a:extLst>
          </p:cNvPr>
          <p:cNvSpPr>
            <a:spLocks xmlns:a="http://schemas.openxmlformats.org/drawingml/2006/main" noGrp="1"/>
          </p:cNvSpPr>
          <p:nvPr/>
        </p:nvSpPr>
        <p:spPr>
          <a:xfrm xmlns:a="http://schemas.openxmlformats.org/drawingml/2006/main">
            <a:off x="0" y="4000500"/>
            <a:ext cx="2857500" cy="2857500"/>
          </a:xfrm>
          <a:prstGeom xmlns:a="http://schemas.openxmlformats.org/drawingml/2006/main" prst="ellipse">
            <a:avLst/>
          </a:prstGeom>
          <a:gradFill xmlns:a="http://schemas.openxmlformats.org/drawingml/2006/main">
            <a:gsLst>
              <a:gs pos="0">
                <a:srgbClr val="31C7F0">
                  <a:alpha val="11000"/>
                </a:srgbClr>
              </a:gs>
              <a:gs pos="45000">
                <a:srgbClr val="31C7F0">
                  <a:alpha val="4000"/>
                </a:srgbClr>
              </a:gs>
              <a:gs pos="100000">
                <a:srgbClr val="31C7F0">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B23125E8-2813-4645-BE1D-15F181219864}"/>
              </a:ext>
            </a:extLst>
          </p:cNvPr>
          <p:cNvSpPr>
            <a:spLocks xmlns:a="http://schemas.openxmlformats.org/drawingml/2006/main" noGrp="1"/>
          </p:cNvSpPr>
          <p:nvPr/>
        </p:nvSpPr>
        <p:spPr>
          <a:xfrm xmlns:a="http://schemas.openxmlformats.org/drawingml/2006/main">
            <a:off x="10325100" y="4476750"/>
            <a:ext cx="533400" cy="480060"/>
          </a:xfrm>
          <a:prstGeom xmlns:a="http://schemas.openxmlformats.org/drawingml/2006/main" prst="hexagon">
            <a:avLst/>
          </a:prstGeom>
          <a:noFill xmlns:a="http://schemas.openxmlformats.org/drawingml/2006/main"/>
          <a:ln xmlns:a="http://schemas.openxmlformats.org/drawingml/2006/main">
            <a:solidFill>
              <a:srgbClr val="31C7F0">
                <a:alpha val="22000"/>
              </a:srgbClr>
            </a:solidFill>
            <a:prstDash val="solid"/>
          </a:ln>
        </p:spPr>
      </p:sp>
      <p:sp>
        <p:nvSpPr>
          <p:cNvPr id="6" name="">
            <a:extLst xmlns:a="http://schemas.openxmlformats.org/drawingml/2006/main">
              <a:ext uri="{FF2B5EF4-FFF2-40B4-BE49-F238E27FC236}">
                <a16:creationId xmlns:a16="http://schemas.microsoft.com/office/drawing/2014/main" id="{E2A64D06-BA72-43AC-BB24-7DA3E26C0DD9}"/>
              </a:ext>
            </a:extLst>
          </p:cNvPr>
          <p:cNvSpPr>
            <a:spLocks xmlns:a="http://schemas.openxmlformats.org/drawingml/2006/main" noGrp="1"/>
          </p:cNvSpPr>
          <p:nvPr/>
        </p:nvSpPr>
        <p:spPr>
          <a:xfrm xmlns:a="http://schemas.openxmlformats.org/drawingml/2006/main">
            <a:off x="10898124" y="4626102"/>
            <a:ext cx="533400" cy="480060"/>
          </a:xfrm>
          <a:prstGeom xmlns:a="http://schemas.openxmlformats.org/drawingml/2006/main" prst="hexagon">
            <a:avLst/>
          </a:prstGeom>
          <a:noFill xmlns:a="http://schemas.openxmlformats.org/drawingml/2006/main"/>
          <a:ln xmlns:a="http://schemas.openxmlformats.org/drawingml/2006/main">
            <a:solidFill>
              <a:srgbClr val="31C7F0">
                <a:alpha val="22000"/>
              </a:srgbClr>
            </a:solidFill>
            <a:prstDash val="solid"/>
          </a:ln>
        </p:spPr>
      </p:sp>
      <p:sp>
        <p:nvSpPr>
          <p:cNvPr id="7" name="">
            <a:extLst xmlns:a="http://schemas.openxmlformats.org/drawingml/2006/main">
              <a:ext uri="{FF2B5EF4-FFF2-40B4-BE49-F238E27FC236}">
                <a16:creationId xmlns:a16="http://schemas.microsoft.com/office/drawing/2014/main" id="{E12FD402-80C4-4B5B-AFA5-8CABD048AD40}"/>
              </a:ext>
            </a:extLst>
          </p:cNvPr>
          <p:cNvSpPr>
            <a:spLocks xmlns:a="http://schemas.openxmlformats.org/drawingml/2006/main" noGrp="1"/>
          </p:cNvSpPr>
          <p:nvPr/>
        </p:nvSpPr>
        <p:spPr>
          <a:xfrm xmlns:a="http://schemas.openxmlformats.org/drawingml/2006/main">
            <a:off x="11471148" y="4476750"/>
            <a:ext cx="533400" cy="480060"/>
          </a:xfrm>
          <a:prstGeom xmlns:a="http://schemas.openxmlformats.org/drawingml/2006/main" prst="hexagon">
            <a:avLst/>
          </a:prstGeom>
          <a:noFill xmlns:a="http://schemas.openxmlformats.org/drawingml/2006/main"/>
          <a:ln xmlns:a="http://schemas.openxmlformats.org/drawingml/2006/main">
            <a:solidFill>
              <a:srgbClr val="31C7F0">
                <a:alpha val="22000"/>
              </a:srgbClr>
            </a:solidFill>
            <a:prstDash val="solid"/>
          </a:ln>
        </p:spPr>
      </p:sp>
      <p:sp>
        <p:nvSpPr>
          <p:cNvPr id="8" name="">
            <a:extLst xmlns:a="http://schemas.openxmlformats.org/drawingml/2006/main">
              <a:ext uri="{FF2B5EF4-FFF2-40B4-BE49-F238E27FC236}">
                <a16:creationId xmlns:a16="http://schemas.microsoft.com/office/drawing/2014/main" id="{C3289F29-F4D1-450B-9C50-5CE36108C314}"/>
              </a:ext>
            </a:extLst>
          </p:cNvPr>
          <p:cNvSpPr>
            <a:spLocks xmlns:a="http://schemas.openxmlformats.org/drawingml/2006/main" noGrp="1"/>
          </p:cNvSpPr>
          <p:nvPr/>
        </p:nvSpPr>
        <p:spPr>
          <a:xfrm xmlns:a="http://schemas.openxmlformats.org/drawingml/2006/main">
            <a:off x="571500" y="6324600"/>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9449FC34-35E5-4F26-B36F-3FFC29841869}"/>
              </a:ext>
            </a:extLst>
          </p:cNvPr>
          <p:cNvSpPr>
            <a:spLocks xmlns:a="http://schemas.openxmlformats.org/drawingml/2006/main" noGrp="1"/>
          </p:cNvSpPr>
          <p:nvPr/>
        </p:nvSpPr>
        <p:spPr>
          <a:xfrm xmlns:a="http://schemas.openxmlformats.org/drawingml/2006/main">
            <a:off x="571500" y="6429375"/>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F539B0A3-2E6F-4B37-8202-84EE298A58CC}"/>
              </a:ext>
            </a:extLst>
          </p:cNvPr>
          <p:cNvSpPr>
            <a:spLocks xmlns:a="http://schemas.openxmlformats.org/drawingml/2006/main" noGrp="1"/>
          </p:cNvSpPr>
          <p:nvPr/>
        </p:nvSpPr>
        <p:spPr>
          <a:xfrm xmlns:a="http://schemas.openxmlformats.org/drawingml/2006/main">
            <a:off x="676275" y="6324600"/>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56D22380-E1DA-4100-BE33-C1C270362DED}"/>
              </a:ext>
            </a:extLst>
          </p:cNvPr>
          <p:cNvSpPr>
            <a:spLocks xmlns:a="http://schemas.openxmlformats.org/drawingml/2006/main" noGrp="1"/>
          </p:cNvSpPr>
          <p:nvPr/>
        </p:nvSpPr>
        <p:spPr>
          <a:xfrm xmlns:a="http://schemas.openxmlformats.org/drawingml/2006/main">
            <a:off x="676275" y="6429375"/>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DEA67111-97C0-41FD-B7AF-7252DD56DFFE}"/>
              </a:ext>
            </a:extLst>
          </p:cNvPr>
          <p:cNvSpPr>
            <a:spLocks xmlns:a="http://schemas.openxmlformats.org/drawingml/2006/main" noGrp="1"/>
          </p:cNvSpPr>
          <p:nvPr/>
        </p:nvSpPr>
        <p:spPr>
          <a:xfrm xmlns:a="http://schemas.openxmlformats.org/drawingml/2006/main">
            <a:off x="781050" y="6324600"/>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C7D5583F-FA5A-416A-908A-3F889B99453E}"/>
              </a:ext>
            </a:extLst>
          </p:cNvPr>
          <p:cNvSpPr>
            <a:spLocks xmlns:a="http://schemas.openxmlformats.org/drawingml/2006/main" noGrp="1"/>
          </p:cNvSpPr>
          <p:nvPr/>
        </p:nvSpPr>
        <p:spPr>
          <a:xfrm xmlns:a="http://schemas.openxmlformats.org/drawingml/2006/main">
            <a:off x="781050" y="6429375"/>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247DB9AE-FC54-40CC-BC06-69273709E96D}"/>
              </a:ext>
            </a:extLst>
          </p:cNvPr>
          <p:cNvSpPr>
            <a:spLocks xmlns:a="http://schemas.openxmlformats.org/drawingml/2006/main" noGrp="1"/>
          </p:cNvSpPr>
          <p:nvPr/>
        </p:nvSpPr>
        <p:spPr>
          <a:xfrm xmlns:a="http://schemas.openxmlformats.org/drawingml/2006/main">
            <a:off x="885825" y="6324600"/>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494D68E8-8D74-42AE-BEF2-AA90D20D21BB}"/>
              </a:ext>
            </a:extLst>
          </p:cNvPr>
          <p:cNvSpPr>
            <a:spLocks xmlns:a="http://schemas.openxmlformats.org/drawingml/2006/main" noGrp="1"/>
          </p:cNvSpPr>
          <p:nvPr/>
        </p:nvSpPr>
        <p:spPr>
          <a:xfrm xmlns:a="http://schemas.openxmlformats.org/drawingml/2006/main">
            <a:off x="885825" y="6429375"/>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AADD74D1-DA99-4398-8686-F022E9D4708A}"/>
              </a:ext>
            </a:extLst>
          </p:cNvPr>
          <p:cNvSpPr>
            <a:spLocks xmlns:a="http://schemas.openxmlformats.org/drawingml/2006/main" noGrp="1"/>
          </p:cNvSpPr>
          <p:nvPr/>
        </p:nvSpPr>
        <p:spPr>
          <a:xfrm xmlns:a="http://schemas.openxmlformats.org/drawingml/2006/main">
            <a:off x="990600" y="6324600"/>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C4690155-6EB5-480B-A5AA-A236B4177D27}"/>
              </a:ext>
            </a:extLst>
          </p:cNvPr>
          <p:cNvSpPr>
            <a:spLocks xmlns:a="http://schemas.openxmlformats.org/drawingml/2006/main" noGrp="1"/>
          </p:cNvSpPr>
          <p:nvPr/>
        </p:nvSpPr>
        <p:spPr>
          <a:xfrm xmlns:a="http://schemas.openxmlformats.org/drawingml/2006/main">
            <a:off x="990600" y="6429375"/>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B67C2E47-D370-41A3-A313-041CD9DE85F3}"/>
              </a:ext>
            </a:extLst>
          </p:cNvPr>
          <p:cNvSpPr>
            <a:spLocks xmlns:a="http://schemas.openxmlformats.org/drawingml/2006/main" noGrp="1"/>
          </p:cNvSpPr>
          <p:nvPr/>
        </p:nvSpPr>
        <p:spPr>
          <a:xfrm xmlns:a="http://schemas.openxmlformats.org/drawingml/2006/main">
            <a:off x="1095375" y="6324600"/>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986E431E-B440-48EF-8CD7-E6DA526D3D1D}"/>
              </a:ext>
            </a:extLst>
          </p:cNvPr>
          <p:cNvSpPr>
            <a:spLocks xmlns:a="http://schemas.openxmlformats.org/drawingml/2006/main" noGrp="1"/>
          </p:cNvSpPr>
          <p:nvPr/>
        </p:nvSpPr>
        <p:spPr>
          <a:xfrm xmlns:a="http://schemas.openxmlformats.org/drawingml/2006/main">
            <a:off x="1095375" y="6429375"/>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A5AB2DDF-CD68-4026-BBC4-7837EBB166C7}"/>
              </a:ext>
            </a:extLst>
          </p:cNvPr>
          <p:cNvSpPr>
            <a:spLocks xmlns:a="http://schemas.openxmlformats.org/drawingml/2006/main" noGrp="1"/>
          </p:cNvSpPr>
          <p:nvPr/>
        </p:nvSpPr>
        <p:spPr>
          <a:xfrm xmlns:a="http://schemas.openxmlformats.org/drawingml/2006/main">
            <a:off x="1200150" y="6324600"/>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C1898F26-A4EE-4B6F-93E9-4BC66D7EE4C1}"/>
              </a:ext>
            </a:extLst>
          </p:cNvPr>
          <p:cNvSpPr>
            <a:spLocks xmlns:a="http://schemas.openxmlformats.org/drawingml/2006/main" noGrp="1"/>
          </p:cNvSpPr>
          <p:nvPr/>
        </p:nvSpPr>
        <p:spPr>
          <a:xfrm xmlns:a="http://schemas.openxmlformats.org/drawingml/2006/main">
            <a:off x="1200150" y="6429375"/>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9BF00401-95F1-4A78-908D-8723EFB40225}"/>
              </a:ext>
            </a:extLst>
          </p:cNvPr>
          <p:cNvSpPr>
            <a:spLocks xmlns:a="http://schemas.openxmlformats.org/drawingml/2006/main" noGrp="1"/>
          </p:cNvSpPr>
          <p:nvPr/>
        </p:nvSpPr>
        <p:spPr>
          <a:xfrm xmlns:a="http://schemas.openxmlformats.org/drawingml/2006/main">
            <a:off x="1304925" y="6324600"/>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93468B34-F099-4EE0-B793-A2527151B819}"/>
              </a:ext>
            </a:extLst>
          </p:cNvPr>
          <p:cNvSpPr>
            <a:spLocks xmlns:a="http://schemas.openxmlformats.org/drawingml/2006/main" noGrp="1"/>
          </p:cNvSpPr>
          <p:nvPr/>
        </p:nvSpPr>
        <p:spPr>
          <a:xfrm xmlns:a="http://schemas.openxmlformats.org/drawingml/2006/main">
            <a:off x="1304925" y="6429375"/>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E9DE553C-E1A9-4227-8BE0-0FBB232B6F21}"/>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5" name="">
            <a:extLst xmlns:a="http://schemas.openxmlformats.org/drawingml/2006/main">
              <a:ext uri="{FF2B5EF4-FFF2-40B4-BE49-F238E27FC236}">
                <a16:creationId xmlns:a16="http://schemas.microsoft.com/office/drawing/2014/main" id="{0263FA50-B4EA-438E-8909-3EAFDAA7C2D5}"/>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6" name="">
            <a:extLst xmlns:a="http://schemas.openxmlformats.org/drawingml/2006/main">
              <a:ext uri="{FF2B5EF4-FFF2-40B4-BE49-F238E27FC236}">
                <a16:creationId xmlns:a16="http://schemas.microsoft.com/office/drawing/2014/main" id="{A5FE9C35-120B-40A7-A864-13CD2ED2D809}"/>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B3E6EF3E-01B1-464F-B21E-B0176386ED64}"/>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4B22937B-F9AF-45AF-9A60-B7FE9E89D9C8}"/>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532F6478-5C07-4B93-8CCE-59F6E916876F}"/>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AF0C0963-8554-4300-8B10-5203FE2396E2}"/>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89868644-7121-451E-A0A1-386E595E8494}"/>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6F11635B-BAF1-435C-9172-4B5AC1990B44}"/>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95F80B9B-F484-477E-AB9A-30EAB668260C}"/>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F79490B8-5357-4B15-9251-F7C0D91DA2D6}"/>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1016AEC2-6966-4778-80E8-2F06FE0A4D00}"/>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E65CCB48-CB44-4792-9E50-E6DAA65A43FD}"/>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ED3937DC-1A51-459E-9215-F9747CF58511}"/>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932BE5F5-09C3-490E-A149-A68927692914}"/>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551BF533-348A-46BA-A302-3514B02FEE9F}"/>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9EFBA65F-4F6D-4248-95C8-8A492D4C0D22}"/>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79F02852-2A61-445D-B213-43E8AFD823EE}"/>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CE9AB1E2-7271-42EC-8986-96886D005518}"/>
              </a:ext>
            </a:extLst>
          </p:cNvPr>
          <p:cNvSpPr>
            <a:spLocks xmlns:a="http://schemas.openxmlformats.org/drawingml/2006/main" noGrp="1"/>
          </p:cNvSpPr>
          <p:nvPr/>
        </p:nvSpPr>
        <p:spPr>
          <a:xfrm xmlns:a="http://schemas.openxmlformats.org/drawingml/2006/main">
            <a:off x="9715500" y="0"/>
            <a:ext cx="2476500" cy="60960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CBE83B3B-5B02-42C2-B6C1-725873E4B06E}"/>
              </a:ext>
            </a:extLst>
          </p:cNvPr>
          <p:cNvSpPr>
            <a:spLocks xmlns:a="http://schemas.openxmlformats.org/drawingml/2006/main" noGrp="1"/>
          </p:cNvSpPr>
          <p:nvPr/>
        </p:nvSpPr>
        <p:spPr>
          <a:xfrm xmlns:a="http://schemas.openxmlformats.org/drawingml/2006/main">
            <a:off x="0" y="0"/>
            <a:ext cx="66675" cy="609600"/>
          </a:xfrm>
          <a:prstGeom xmlns:a="http://schemas.openxmlformats.org/drawingml/2006/main" prst="rect">
            <a:avLst/>
          </a:prstGeom>
          <a:gradFill xmlns:a="http://schemas.openxmlformats.org/drawingml/2006/main">
            <a:gsLst>
              <a:gs pos="0">
                <a:srgbClr val="31C7F0"/>
              </a:gs>
              <a:gs pos="100000">
                <a:srgbClr val="31C7F0">
                  <a:alpha val="0"/>
                </a:srgbClr>
              </a:gs>
            </a:gsLst>
            <a:lin ang="5400000"/>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BAA8364F-736A-4291-8132-18D7801D3787}"/>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2000">
                <a:srgbClr val="F5C33B">
                  <a:alpha val="55000"/>
                </a:srgbClr>
              </a:gs>
              <a:gs pos="66000">
                <a:srgbClr val="31C7F0">
                  <a:alpha val="45000"/>
                </a:srgbClr>
              </a:gs>
              <a:gs pos="100000">
                <a:srgbClr val="31C7F0">
                  <a:alpha val="0"/>
                </a:srgbClr>
              </a:gs>
            </a:gsLst>
            <a:lin ang="0"/>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9726D94A-F00E-4CBC-B0AC-75E8850A4CCD}"/>
              </a:ext>
            </a:extLst>
          </p:cNvPr>
          <p:cNvSpPr>
            <a:spLocks xmlns:a="http://schemas.openxmlformats.org/drawingml/2006/main" noGrp="1"/>
          </p:cNvSpPr>
          <p:nvPr/>
        </p:nvSpPr>
        <p:spPr>
          <a:xfrm xmlns:a="http://schemas.openxmlformats.org/drawingml/2006/main">
            <a:off x="266700" y="152400"/>
            <a:ext cx="38100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spc="2">
                <a:solidFill>
                  <a:srgbClr val="FFFFFF"/>
                </a:solidFill>
                <a:latin typeface="微软雅黑"/>
                <a:ea typeface="微软雅黑"/>
                <a:cs typeface="微软雅黑"/>
              </a:defRPr>
            </a:pPr>
            <a:r>
              <a:rPr sz="1650" b="1" spc="2">
                <a:solidFill>
                  <a:srgbClr val="FFFFFF"/>
                </a:solidFill>
                <a:latin typeface="微软雅黑"/>
                <a:ea typeface="微软雅黑"/>
                <a:cs typeface="微软雅黑"/>
              </a:rPr>
              <a:t>目录</a:t>
            </a:r>
          </a:p>
        </p:txBody>
      </p:sp>
      <p:sp>
        <p:nvSpPr>
          <p:cNvPr id="46" name="">
            <a:extLst xmlns:a="http://schemas.openxmlformats.org/drawingml/2006/main">
              <a:ext uri="{FF2B5EF4-FFF2-40B4-BE49-F238E27FC236}">
                <a16:creationId xmlns:a16="http://schemas.microsoft.com/office/drawing/2014/main" id="{44C3D5AC-3711-414D-9B19-231D33B84CBC}"/>
              </a:ext>
            </a:extLst>
          </p:cNvPr>
          <p:cNvSpPr>
            <a:spLocks xmlns:a="http://schemas.openxmlformats.org/drawingml/2006/main" noGrp="1"/>
          </p:cNvSpPr>
          <p:nvPr/>
        </p:nvSpPr>
        <p:spPr>
          <a:xfrm xmlns:a="http://schemas.openxmlformats.org/drawingml/2006/main">
            <a:off x="876300" y="209550"/>
            <a:ext cx="19050" cy="209550"/>
          </a:xfrm>
          <a:prstGeom xmlns:a="http://schemas.openxmlformats.org/drawingml/2006/main" prst="rect">
            <a:avLst/>
          </a:prstGeom>
          <a:gradFill xmlns:a="http://schemas.openxmlformats.org/drawingml/2006/main">
            <a:gsLst>
              <a:gs pos="0">
                <a:srgbClr val="31C7F0"/>
              </a:gs>
              <a:gs pos="100000">
                <a:srgbClr val="31C7F0">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F360E876-F05D-4070-A518-3BBA1FE3E639}"/>
              </a:ext>
            </a:extLst>
          </p:cNvPr>
          <p:cNvSpPr>
            <a:spLocks xmlns:a="http://schemas.openxmlformats.org/drawingml/2006/main" noGrp="1"/>
          </p:cNvSpPr>
          <p:nvPr/>
        </p:nvSpPr>
        <p:spPr>
          <a:xfrm xmlns:a="http://schemas.openxmlformats.org/drawingml/2006/main">
            <a:off x="1009650" y="17145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50" b="0">
                <a:solidFill>
                  <a:srgbClr val="9FC2E8"/>
                </a:solidFill>
                <a:latin typeface="微软雅黑"/>
                <a:ea typeface="微软雅黑"/>
                <a:cs typeface="微软雅黑"/>
              </a:defRPr>
            </a:pPr>
            <a:r>
              <a:rPr sz="1050" b="0">
                <a:solidFill>
                  <a:srgbClr val="9FC2E8"/>
                </a:solidFill>
                <a:latin typeface="微软雅黑"/>
                <a:ea typeface="微软雅黑"/>
                <a:cs typeface="微软雅黑"/>
              </a:rPr>
              <a:t>问题 </a:t>
            </a:r>
            <a:r>
              <a:rPr sz="1050" b="0">
                <a:solidFill>
                  <a:srgbClr val="9FC2E8"/>
                </a:solidFill>
                <a:latin typeface="微软雅黑"/>
                <a:ea typeface="微软雅黑"/>
                <a:cs typeface="微软雅黑"/>
              </a:rPr>
              <a:t>→ </a:t>
            </a:r>
            <a:r>
              <a:rPr sz="1050" b="0">
                <a:solidFill>
                  <a:srgbClr val="9FC2E8"/>
                </a:solidFill>
                <a:latin typeface="微软雅黑"/>
                <a:ea typeface="微软雅黑"/>
                <a:cs typeface="微软雅黑"/>
              </a:rPr>
              <a:t>方案 </a:t>
            </a:r>
            <a:r>
              <a:rPr sz="1050" b="0">
                <a:solidFill>
                  <a:srgbClr val="9FC2E8"/>
                </a:solidFill>
                <a:latin typeface="微软雅黑"/>
                <a:ea typeface="微软雅黑"/>
                <a:cs typeface="微软雅黑"/>
              </a:rPr>
              <a:t>→ </a:t>
            </a:r>
            <a:r>
              <a:rPr sz="1050" b="0">
                <a:solidFill>
                  <a:srgbClr val="9FC2E8"/>
                </a:solidFill>
                <a:latin typeface="微软雅黑"/>
                <a:ea typeface="微软雅黑"/>
                <a:cs typeface="微软雅黑"/>
              </a:rPr>
              <a:t>算法 </a:t>
            </a:r>
            <a:r>
              <a:rPr sz="1050" b="0">
                <a:solidFill>
                  <a:srgbClr val="9FC2E8"/>
                </a:solidFill>
                <a:latin typeface="微软雅黑"/>
                <a:ea typeface="微软雅黑"/>
                <a:cs typeface="微软雅黑"/>
              </a:rPr>
              <a:t>→ </a:t>
            </a:r>
            <a:r>
              <a:rPr sz="1050" b="0">
                <a:solidFill>
                  <a:srgbClr val="9FC2E8"/>
                </a:solidFill>
                <a:latin typeface="微软雅黑"/>
                <a:ea typeface="微软雅黑"/>
                <a:cs typeface="微软雅黑"/>
              </a:rPr>
              <a:t>系统 </a:t>
            </a:r>
            <a:r>
              <a:rPr sz="1050" b="0">
                <a:solidFill>
                  <a:srgbClr val="9FC2E8"/>
                </a:solidFill>
                <a:latin typeface="微软雅黑"/>
                <a:ea typeface="微软雅黑"/>
                <a:cs typeface="微软雅黑"/>
              </a:rPr>
              <a:t>→ </a:t>
            </a:r>
            <a:r>
              <a:rPr sz="1050" b="0">
                <a:solidFill>
                  <a:srgbClr val="9FC2E8"/>
                </a:solidFill>
                <a:latin typeface="微软雅黑"/>
                <a:ea typeface="微软雅黑"/>
                <a:cs typeface="微软雅黑"/>
              </a:rPr>
              <a:t>验证 </a:t>
            </a:r>
            <a:r>
              <a:rPr sz="1050" b="0">
                <a:solidFill>
                  <a:srgbClr val="9FC2E8"/>
                </a:solidFill>
                <a:latin typeface="微软雅黑"/>
                <a:ea typeface="微软雅黑"/>
                <a:cs typeface="微软雅黑"/>
              </a:rPr>
              <a:t>→ </a:t>
            </a:r>
            <a:r>
              <a:rPr sz="1050" b="0">
                <a:solidFill>
                  <a:srgbClr val="9FC2E8"/>
                </a:solidFill>
                <a:latin typeface="微软雅黑"/>
                <a:ea typeface="微软雅黑"/>
                <a:cs typeface="微软雅黑"/>
              </a:rPr>
              <a:t>价值</a:t>
            </a:r>
          </a:p>
        </p:txBody>
      </p:sp>
      <p:sp>
        <p:nvSpPr>
          <p:cNvPr id="48" name="">
            <a:extLst xmlns:a="http://schemas.openxmlformats.org/drawingml/2006/main">
              <a:ext uri="{FF2B5EF4-FFF2-40B4-BE49-F238E27FC236}">
                <a16:creationId xmlns:a16="http://schemas.microsoft.com/office/drawing/2014/main" id="{DFD972A4-B3E8-42F4-8BE6-B62A049A984C}"/>
              </a:ext>
            </a:extLst>
          </p:cNvPr>
          <p:cNvSpPr>
            <a:spLocks xmlns:a="http://schemas.openxmlformats.org/drawingml/2006/main" noGrp="1"/>
          </p:cNvSpPr>
          <p:nvPr/>
        </p:nvSpPr>
        <p:spPr>
          <a:xfrm xmlns:a="http://schemas.openxmlformats.org/drawingml/2006/main">
            <a:off x="571500" y="990600"/>
            <a:ext cx="3543300" cy="1924050"/>
          </a:xfrm>
          <a:prstGeom xmlns:a="http://schemas.openxmlformats.org/drawingml/2006/main" prst="roundRect">
            <a:avLst>
              <a:gd name="adj" fmla="val 445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49" name="">
            <a:extLst xmlns:a="http://schemas.openxmlformats.org/drawingml/2006/main">
              <a:ext uri="{FF2B5EF4-FFF2-40B4-BE49-F238E27FC236}">
                <a16:creationId xmlns:a16="http://schemas.microsoft.com/office/drawing/2014/main" id="{5AE84275-69A6-4F1D-A3A0-0FB26F76B9E1}"/>
              </a:ext>
            </a:extLst>
          </p:cNvPr>
          <p:cNvSpPr>
            <a:spLocks xmlns:a="http://schemas.openxmlformats.org/drawingml/2006/main" noGrp="1"/>
          </p:cNvSpPr>
          <p:nvPr/>
        </p:nvSpPr>
        <p:spPr>
          <a:xfrm xmlns:a="http://schemas.openxmlformats.org/drawingml/2006/main">
            <a:off x="571500" y="990600"/>
            <a:ext cx="3543300" cy="4762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A69EE559-DC98-4ADD-AA21-6E6BD3C64953}"/>
              </a:ext>
            </a:extLst>
          </p:cNvPr>
          <p:cNvSpPr>
            <a:spLocks xmlns:a="http://schemas.openxmlformats.org/drawingml/2006/main" noGrp="1"/>
          </p:cNvSpPr>
          <p:nvPr/>
        </p:nvSpPr>
        <p:spPr>
          <a:xfrm xmlns:a="http://schemas.openxmlformats.org/drawingml/2006/main">
            <a:off x="3429000" y="1181100"/>
            <a:ext cx="495300" cy="438150"/>
          </a:xfrm>
          <a:prstGeom xmlns:a="http://schemas.openxmlformats.org/drawingml/2006/main" prst="hexagon">
            <a:avLst/>
          </a:prstGeom>
          <a:noFill xmlns:a="http://schemas.openxmlformats.org/drawingml/2006/main"/>
          <a:ln xmlns:a="http://schemas.openxmlformats.org/drawingml/2006/main">
            <a:solidFill>
              <a:srgbClr val="31C7F0">
                <a:alpha val="45000"/>
              </a:srgbClr>
            </a:solidFill>
            <a:prstDash val="solid"/>
          </a:ln>
        </p:spPr>
      </p:sp>
      <p:sp>
        <p:nvSpPr>
          <p:cNvPr id="51" name="">
            <a:extLst xmlns:a="http://schemas.openxmlformats.org/drawingml/2006/main">
              <a:ext uri="{FF2B5EF4-FFF2-40B4-BE49-F238E27FC236}">
                <a16:creationId xmlns:a16="http://schemas.microsoft.com/office/drawing/2014/main" id="{A1B3218F-65AF-46E9-A9BC-97BEEA62F169}"/>
              </a:ext>
            </a:extLst>
          </p:cNvPr>
          <p:cNvSpPr>
            <a:spLocks xmlns:a="http://schemas.openxmlformats.org/drawingml/2006/main" noGrp="1"/>
          </p:cNvSpPr>
          <p:nvPr/>
        </p:nvSpPr>
        <p:spPr>
          <a:xfrm xmlns:a="http://schemas.openxmlformats.org/drawingml/2006/main">
            <a:off x="819150" y="2590800"/>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D528828C-132E-471E-972A-BA125618D5FD}"/>
              </a:ext>
            </a:extLst>
          </p:cNvPr>
          <p:cNvSpPr>
            <a:spLocks xmlns:a="http://schemas.openxmlformats.org/drawingml/2006/main" noGrp="1"/>
          </p:cNvSpPr>
          <p:nvPr/>
        </p:nvSpPr>
        <p:spPr>
          <a:xfrm xmlns:a="http://schemas.openxmlformats.org/drawingml/2006/main">
            <a:off x="819150" y="2676525"/>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958ABB48-3F9F-4506-BC27-DCB8C525E988}"/>
              </a:ext>
            </a:extLst>
          </p:cNvPr>
          <p:cNvSpPr>
            <a:spLocks xmlns:a="http://schemas.openxmlformats.org/drawingml/2006/main" noGrp="1"/>
          </p:cNvSpPr>
          <p:nvPr/>
        </p:nvSpPr>
        <p:spPr>
          <a:xfrm xmlns:a="http://schemas.openxmlformats.org/drawingml/2006/main">
            <a:off x="904875" y="2590800"/>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BA8599A7-D665-44F6-8172-0C2DE221C4A9}"/>
              </a:ext>
            </a:extLst>
          </p:cNvPr>
          <p:cNvSpPr>
            <a:spLocks xmlns:a="http://schemas.openxmlformats.org/drawingml/2006/main" noGrp="1"/>
          </p:cNvSpPr>
          <p:nvPr/>
        </p:nvSpPr>
        <p:spPr>
          <a:xfrm xmlns:a="http://schemas.openxmlformats.org/drawingml/2006/main">
            <a:off x="904875" y="2676525"/>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13EDC87B-E565-426A-B3B4-0230930935E2}"/>
              </a:ext>
            </a:extLst>
          </p:cNvPr>
          <p:cNvSpPr>
            <a:spLocks xmlns:a="http://schemas.openxmlformats.org/drawingml/2006/main" noGrp="1"/>
          </p:cNvSpPr>
          <p:nvPr/>
        </p:nvSpPr>
        <p:spPr>
          <a:xfrm xmlns:a="http://schemas.openxmlformats.org/drawingml/2006/main">
            <a:off x="990600" y="2590800"/>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6BFD2EDA-E95F-433C-ACD3-6A1BDBD66AC2}"/>
              </a:ext>
            </a:extLst>
          </p:cNvPr>
          <p:cNvSpPr>
            <a:spLocks xmlns:a="http://schemas.openxmlformats.org/drawingml/2006/main" noGrp="1"/>
          </p:cNvSpPr>
          <p:nvPr/>
        </p:nvSpPr>
        <p:spPr>
          <a:xfrm xmlns:a="http://schemas.openxmlformats.org/drawingml/2006/main">
            <a:off x="990600" y="2676525"/>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1CF1E77D-0CEB-40E7-A3C7-72E2625AC779}"/>
              </a:ext>
            </a:extLst>
          </p:cNvPr>
          <p:cNvSpPr>
            <a:spLocks xmlns:a="http://schemas.openxmlformats.org/drawingml/2006/main" noGrp="1"/>
          </p:cNvSpPr>
          <p:nvPr/>
        </p:nvSpPr>
        <p:spPr>
          <a:xfrm xmlns:a="http://schemas.openxmlformats.org/drawingml/2006/main">
            <a:off x="1076325" y="2590800"/>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62727005-21F9-43CC-928E-70755575CA12}"/>
              </a:ext>
            </a:extLst>
          </p:cNvPr>
          <p:cNvSpPr>
            <a:spLocks xmlns:a="http://schemas.openxmlformats.org/drawingml/2006/main" noGrp="1"/>
          </p:cNvSpPr>
          <p:nvPr/>
        </p:nvSpPr>
        <p:spPr>
          <a:xfrm xmlns:a="http://schemas.openxmlformats.org/drawingml/2006/main">
            <a:off x="1076325" y="2676525"/>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0791E1A2-2D31-4E45-B4AF-CFAAB0D4D3B0}"/>
              </a:ext>
            </a:extLst>
          </p:cNvPr>
          <p:cNvSpPr>
            <a:spLocks xmlns:a="http://schemas.openxmlformats.org/drawingml/2006/main" noGrp="1"/>
          </p:cNvSpPr>
          <p:nvPr/>
        </p:nvSpPr>
        <p:spPr>
          <a:xfrm xmlns:a="http://schemas.openxmlformats.org/drawingml/2006/main">
            <a:off x="1162050" y="2590800"/>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954B23A6-42E7-4DBA-8733-51AE18EC5003}"/>
              </a:ext>
            </a:extLst>
          </p:cNvPr>
          <p:cNvSpPr>
            <a:spLocks xmlns:a="http://schemas.openxmlformats.org/drawingml/2006/main" noGrp="1"/>
          </p:cNvSpPr>
          <p:nvPr/>
        </p:nvSpPr>
        <p:spPr>
          <a:xfrm xmlns:a="http://schemas.openxmlformats.org/drawingml/2006/main">
            <a:off x="1162050" y="2676525"/>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B7F02EB1-7C9C-4D32-BAD6-8A26E2515996}"/>
              </a:ext>
            </a:extLst>
          </p:cNvPr>
          <p:cNvSpPr>
            <a:spLocks xmlns:a="http://schemas.openxmlformats.org/drawingml/2006/main" noGrp="1"/>
          </p:cNvSpPr>
          <p:nvPr/>
        </p:nvSpPr>
        <p:spPr>
          <a:xfrm xmlns:a="http://schemas.openxmlformats.org/drawingml/2006/main">
            <a:off x="819150" y="11811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Bahnschrift"/>
                <a:ea typeface="Bahnschrift"/>
                <a:cs typeface="Bahnschrift"/>
              </a:defRPr>
            </a:pPr>
            <a:r>
              <a:rPr sz="3450" b="1">
                <a:solidFill>
                  <a:srgbClr val="1D4C82"/>
                </a:solidFill>
                <a:latin typeface="Bahnschrift"/>
                <a:ea typeface="Bahnschrift"/>
                <a:cs typeface="Bahnschrift"/>
              </a:rPr>
              <a:t>01</a:t>
            </a:r>
          </a:p>
        </p:txBody>
      </p:sp>
      <p:sp>
        <p:nvSpPr>
          <p:cNvPr id="62" name="">
            <a:extLst xmlns:a="http://schemas.openxmlformats.org/drawingml/2006/main">
              <a:ext uri="{FF2B5EF4-FFF2-40B4-BE49-F238E27FC236}">
                <a16:creationId xmlns:a16="http://schemas.microsoft.com/office/drawing/2014/main" id="{BA5F8D01-D3EC-4F6B-9A69-76B04A07DA40}"/>
              </a:ext>
            </a:extLst>
          </p:cNvPr>
          <p:cNvSpPr>
            <a:spLocks xmlns:a="http://schemas.openxmlformats.org/drawingml/2006/main" noGrp="1"/>
          </p:cNvSpPr>
          <p:nvPr/>
        </p:nvSpPr>
        <p:spPr>
          <a:xfrm xmlns:a="http://schemas.openxmlformats.org/drawingml/2006/main">
            <a:off x="819150" y="17526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项目背景</a:t>
            </a:r>
          </a:p>
        </p:txBody>
      </p:sp>
      <p:sp>
        <p:nvSpPr>
          <p:cNvPr id="63" name="">
            <a:extLst xmlns:a="http://schemas.openxmlformats.org/drawingml/2006/main">
              <a:ext uri="{FF2B5EF4-FFF2-40B4-BE49-F238E27FC236}">
                <a16:creationId xmlns:a16="http://schemas.microsoft.com/office/drawing/2014/main" id="{3F3F6B8F-17F2-453B-A7F7-8FFD4EC18439}"/>
              </a:ext>
            </a:extLst>
          </p:cNvPr>
          <p:cNvSpPr>
            <a:spLocks xmlns:a="http://schemas.openxmlformats.org/drawingml/2006/main" noGrp="1"/>
          </p:cNvSpPr>
          <p:nvPr/>
        </p:nvSpPr>
        <p:spPr>
          <a:xfrm xmlns:a="http://schemas.openxmlformats.org/drawingml/2006/main">
            <a:off x="819150" y="2171700"/>
            <a:ext cx="4953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EBDC3173-E0B9-4E8F-A618-B9C587F944AB}"/>
              </a:ext>
            </a:extLst>
          </p:cNvPr>
          <p:cNvSpPr>
            <a:spLocks xmlns:a="http://schemas.openxmlformats.org/drawingml/2006/main" noGrp="1"/>
          </p:cNvSpPr>
          <p:nvPr/>
        </p:nvSpPr>
        <p:spPr>
          <a:xfrm xmlns:a="http://schemas.openxmlformats.org/drawingml/2006/main">
            <a:off x="819150" y="23050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行业现状与标准依据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培训成本结构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三大痛点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方案对比</a:t>
            </a:r>
          </a:p>
        </p:txBody>
      </p:sp>
      <p:sp>
        <p:nvSpPr>
          <p:cNvPr id="65" name="">
            <a:extLst xmlns:a="http://schemas.openxmlformats.org/drawingml/2006/main">
              <a:ext uri="{FF2B5EF4-FFF2-40B4-BE49-F238E27FC236}">
                <a16:creationId xmlns:a16="http://schemas.microsoft.com/office/drawing/2014/main" id="{4181E44E-D02E-414E-A59E-16577CB577FD}"/>
              </a:ext>
            </a:extLst>
          </p:cNvPr>
          <p:cNvSpPr>
            <a:spLocks xmlns:a="http://schemas.openxmlformats.org/drawingml/2006/main" noGrp="1"/>
          </p:cNvSpPr>
          <p:nvPr/>
        </p:nvSpPr>
        <p:spPr>
          <a:xfrm xmlns:a="http://schemas.openxmlformats.org/drawingml/2006/main">
            <a:off x="4419600" y="990600"/>
            <a:ext cx="3543300" cy="1924050"/>
          </a:xfrm>
          <a:prstGeom xmlns:a="http://schemas.openxmlformats.org/drawingml/2006/main" prst="roundRect">
            <a:avLst>
              <a:gd name="adj" fmla="val 445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6" name="">
            <a:extLst xmlns:a="http://schemas.openxmlformats.org/drawingml/2006/main">
              <a:ext uri="{FF2B5EF4-FFF2-40B4-BE49-F238E27FC236}">
                <a16:creationId xmlns:a16="http://schemas.microsoft.com/office/drawing/2014/main" id="{AD3C5D4A-7DBE-49F9-B195-589B21C6E280}"/>
              </a:ext>
            </a:extLst>
          </p:cNvPr>
          <p:cNvSpPr>
            <a:spLocks xmlns:a="http://schemas.openxmlformats.org/drawingml/2006/main" noGrp="1"/>
          </p:cNvSpPr>
          <p:nvPr/>
        </p:nvSpPr>
        <p:spPr>
          <a:xfrm xmlns:a="http://schemas.openxmlformats.org/drawingml/2006/main">
            <a:off x="4419600" y="990600"/>
            <a:ext cx="3543300" cy="47625"/>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F9E46590-55DB-41E1-944A-8F6E046E8B64}"/>
              </a:ext>
            </a:extLst>
          </p:cNvPr>
          <p:cNvSpPr>
            <a:spLocks xmlns:a="http://schemas.openxmlformats.org/drawingml/2006/main" noGrp="1"/>
          </p:cNvSpPr>
          <p:nvPr/>
        </p:nvSpPr>
        <p:spPr>
          <a:xfrm xmlns:a="http://schemas.openxmlformats.org/drawingml/2006/main">
            <a:off x="7277100" y="1181100"/>
            <a:ext cx="495300" cy="438150"/>
          </a:xfrm>
          <a:prstGeom xmlns:a="http://schemas.openxmlformats.org/drawingml/2006/main" prst="hexagon">
            <a:avLst/>
          </a:prstGeom>
          <a:noFill xmlns:a="http://schemas.openxmlformats.org/drawingml/2006/main"/>
          <a:ln xmlns:a="http://schemas.openxmlformats.org/drawingml/2006/main">
            <a:solidFill>
              <a:srgbClr val="2E86E8">
                <a:alpha val="45000"/>
              </a:srgbClr>
            </a:solidFill>
            <a:prstDash val="solid"/>
          </a:ln>
        </p:spPr>
      </p:sp>
      <p:sp>
        <p:nvSpPr>
          <p:cNvPr id="68" name="">
            <a:extLst xmlns:a="http://schemas.openxmlformats.org/drawingml/2006/main">
              <a:ext uri="{FF2B5EF4-FFF2-40B4-BE49-F238E27FC236}">
                <a16:creationId xmlns:a16="http://schemas.microsoft.com/office/drawing/2014/main" id="{18D8B64D-3859-4A1E-BD0F-A282A31F93B2}"/>
              </a:ext>
            </a:extLst>
          </p:cNvPr>
          <p:cNvSpPr>
            <a:spLocks xmlns:a="http://schemas.openxmlformats.org/drawingml/2006/main" noGrp="1"/>
          </p:cNvSpPr>
          <p:nvPr/>
        </p:nvSpPr>
        <p:spPr>
          <a:xfrm xmlns:a="http://schemas.openxmlformats.org/drawingml/2006/main">
            <a:off x="4667250" y="2590800"/>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08D502A2-0A76-4504-BFAA-08CA0ECC37FC}"/>
              </a:ext>
            </a:extLst>
          </p:cNvPr>
          <p:cNvSpPr>
            <a:spLocks xmlns:a="http://schemas.openxmlformats.org/drawingml/2006/main" noGrp="1"/>
          </p:cNvSpPr>
          <p:nvPr/>
        </p:nvSpPr>
        <p:spPr>
          <a:xfrm xmlns:a="http://schemas.openxmlformats.org/drawingml/2006/main">
            <a:off x="4667250" y="2676525"/>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FF73265E-0338-4567-89C6-1F8A5FB89FFE}"/>
              </a:ext>
            </a:extLst>
          </p:cNvPr>
          <p:cNvSpPr>
            <a:spLocks xmlns:a="http://schemas.openxmlformats.org/drawingml/2006/main" noGrp="1"/>
          </p:cNvSpPr>
          <p:nvPr/>
        </p:nvSpPr>
        <p:spPr>
          <a:xfrm xmlns:a="http://schemas.openxmlformats.org/drawingml/2006/main">
            <a:off x="4752975" y="2590800"/>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B5A54C2E-ED27-4517-918A-04C36194128D}"/>
              </a:ext>
            </a:extLst>
          </p:cNvPr>
          <p:cNvSpPr>
            <a:spLocks xmlns:a="http://schemas.openxmlformats.org/drawingml/2006/main" noGrp="1"/>
          </p:cNvSpPr>
          <p:nvPr/>
        </p:nvSpPr>
        <p:spPr>
          <a:xfrm xmlns:a="http://schemas.openxmlformats.org/drawingml/2006/main">
            <a:off x="4752975" y="2676525"/>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CA7A0E4D-86DF-41A3-BFB5-E3B3CCE1A397}"/>
              </a:ext>
            </a:extLst>
          </p:cNvPr>
          <p:cNvSpPr>
            <a:spLocks xmlns:a="http://schemas.openxmlformats.org/drawingml/2006/main" noGrp="1"/>
          </p:cNvSpPr>
          <p:nvPr/>
        </p:nvSpPr>
        <p:spPr>
          <a:xfrm xmlns:a="http://schemas.openxmlformats.org/drawingml/2006/main">
            <a:off x="4838700" y="2590800"/>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FB760669-04B6-44E1-8E47-E92C24787E48}"/>
              </a:ext>
            </a:extLst>
          </p:cNvPr>
          <p:cNvSpPr>
            <a:spLocks xmlns:a="http://schemas.openxmlformats.org/drawingml/2006/main" noGrp="1"/>
          </p:cNvSpPr>
          <p:nvPr/>
        </p:nvSpPr>
        <p:spPr>
          <a:xfrm xmlns:a="http://schemas.openxmlformats.org/drawingml/2006/main">
            <a:off x="4838700" y="2676525"/>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720813BD-92E0-46AC-BC22-0E6244840B22}"/>
              </a:ext>
            </a:extLst>
          </p:cNvPr>
          <p:cNvSpPr>
            <a:spLocks xmlns:a="http://schemas.openxmlformats.org/drawingml/2006/main" noGrp="1"/>
          </p:cNvSpPr>
          <p:nvPr/>
        </p:nvSpPr>
        <p:spPr>
          <a:xfrm xmlns:a="http://schemas.openxmlformats.org/drawingml/2006/main">
            <a:off x="4924425" y="2590800"/>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136CA9E8-AE4F-4FEF-B2CD-5A96C38F9167}"/>
              </a:ext>
            </a:extLst>
          </p:cNvPr>
          <p:cNvSpPr>
            <a:spLocks xmlns:a="http://schemas.openxmlformats.org/drawingml/2006/main" noGrp="1"/>
          </p:cNvSpPr>
          <p:nvPr/>
        </p:nvSpPr>
        <p:spPr>
          <a:xfrm xmlns:a="http://schemas.openxmlformats.org/drawingml/2006/main">
            <a:off x="4924425" y="2676525"/>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03A4AA63-46DC-4AC0-AED8-FB7E73A1821A}"/>
              </a:ext>
            </a:extLst>
          </p:cNvPr>
          <p:cNvSpPr>
            <a:spLocks xmlns:a="http://schemas.openxmlformats.org/drawingml/2006/main" noGrp="1"/>
          </p:cNvSpPr>
          <p:nvPr/>
        </p:nvSpPr>
        <p:spPr>
          <a:xfrm xmlns:a="http://schemas.openxmlformats.org/drawingml/2006/main">
            <a:off x="5010150" y="2590800"/>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720B0F19-FA45-48C6-AD8D-C54A43C34593}"/>
              </a:ext>
            </a:extLst>
          </p:cNvPr>
          <p:cNvSpPr>
            <a:spLocks xmlns:a="http://schemas.openxmlformats.org/drawingml/2006/main" noGrp="1"/>
          </p:cNvSpPr>
          <p:nvPr/>
        </p:nvSpPr>
        <p:spPr>
          <a:xfrm xmlns:a="http://schemas.openxmlformats.org/drawingml/2006/main">
            <a:off x="5010150" y="2676525"/>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E1ADF949-70EB-41BE-BF1F-2C3E22592C52}"/>
              </a:ext>
            </a:extLst>
          </p:cNvPr>
          <p:cNvSpPr>
            <a:spLocks xmlns:a="http://schemas.openxmlformats.org/drawingml/2006/main" noGrp="1"/>
          </p:cNvSpPr>
          <p:nvPr/>
        </p:nvSpPr>
        <p:spPr>
          <a:xfrm xmlns:a="http://schemas.openxmlformats.org/drawingml/2006/main">
            <a:off x="4667250" y="11811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Bahnschrift"/>
                <a:ea typeface="Bahnschrift"/>
                <a:cs typeface="Bahnschrift"/>
              </a:defRPr>
            </a:pPr>
            <a:r>
              <a:rPr sz="3450" b="1">
                <a:solidFill>
                  <a:srgbClr val="1D4C82"/>
                </a:solidFill>
                <a:latin typeface="Bahnschrift"/>
                <a:ea typeface="Bahnschrift"/>
                <a:cs typeface="Bahnschrift"/>
              </a:rPr>
              <a:t>02</a:t>
            </a:r>
          </a:p>
        </p:txBody>
      </p:sp>
      <p:sp>
        <p:nvSpPr>
          <p:cNvPr id="79" name="">
            <a:extLst xmlns:a="http://schemas.openxmlformats.org/drawingml/2006/main">
              <a:ext uri="{FF2B5EF4-FFF2-40B4-BE49-F238E27FC236}">
                <a16:creationId xmlns:a16="http://schemas.microsoft.com/office/drawing/2014/main" id="{69885EE3-DE98-476F-806D-BE73DF03E722}"/>
              </a:ext>
            </a:extLst>
          </p:cNvPr>
          <p:cNvSpPr>
            <a:spLocks xmlns:a="http://schemas.openxmlformats.org/drawingml/2006/main" noGrp="1"/>
          </p:cNvSpPr>
          <p:nvPr/>
        </p:nvSpPr>
        <p:spPr>
          <a:xfrm xmlns:a="http://schemas.openxmlformats.org/drawingml/2006/main">
            <a:off x="4667250" y="17526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总体方案</a:t>
            </a:r>
          </a:p>
        </p:txBody>
      </p:sp>
      <p:sp>
        <p:nvSpPr>
          <p:cNvPr id="80" name="">
            <a:extLst xmlns:a="http://schemas.openxmlformats.org/drawingml/2006/main">
              <a:ext uri="{FF2B5EF4-FFF2-40B4-BE49-F238E27FC236}">
                <a16:creationId xmlns:a16="http://schemas.microsoft.com/office/drawing/2014/main" id="{0FF4FDB4-3667-4553-B70E-19636AB1DEA1}"/>
              </a:ext>
            </a:extLst>
          </p:cNvPr>
          <p:cNvSpPr>
            <a:spLocks xmlns:a="http://schemas.openxmlformats.org/drawingml/2006/main" noGrp="1"/>
          </p:cNvSpPr>
          <p:nvPr/>
        </p:nvSpPr>
        <p:spPr>
          <a:xfrm xmlns:a="http://schemas.openxmlformats.org/drawingml/2006/main">
            <a:off x="4667250" y="2171700"/>
            <a:ext cx="4953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5455CBEE-62E5-43D4-8A81-33BE26D2546E}"/>
              </a:ext>
            </a:extLst>
          </p:cNvPr>
          <p:cNvSpPr>
            <a:spLocks xmlns:a="http://schemas.openxmlformats.org/drawingml/2006/main" noGrp="1"/>
          </p:cNvSpPr>
          <p:nvPr/>
        </p:nvSpPr>
        <p:spPr>
          <a:xfrm xmlns:a="http://schemas.openxmlformats.org/drawingml/2006/main">
            <a:off x="4667250" y="23050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五层总体框架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技术路线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四项核心创新点</a:t>
            </a:r>
          </a:p>
        </p:txBody>
      </p:sp>
      <p:sp>
        <p:nvSpPr>
          <p:cNvPr id="82" name="">
            <a:extLst xmlns:a="http://schemas.openxmlformats.org/drawingml/2006/main">
              <a:ext uri="{FF2B5EF4-FFF2-40B4-BE49-F238E27FC236}">
                <a16:creationId xmlns:a16="http://schemas.microsoft.com/office/drawing/2014/main" id="{65FE381C-7A91-41D7-AB33-D904DE34460A}"/>
              </a:ext>
            </a:extLst>
          </p:cNvPr>
          <p:cNvSpPr>
            <a:spLocks xmlns:a="http://schemas.openxmlformats.org/drawingml/2006/main" noGrp="1"/>
          </p:cNvSpPr>
          <p:nvPr/>
        </p:nvSpPr>
        <p:spPr>
          <a:xfrm xmlns:a="http://schemas.openxmlformats.org/drawingml/2006/main">
            <a:off x="8267700" y="990600"/>
            <a:ext cx="3543300" cy="1924050"/>
          </a:xfrm>
          <a:prstGeom xmlns:a="http://schemas.openxmlformats.org/drawingml/2006/main" prst="roundRect">
            <a:avLst>
              <a:gd name="adj" fmla="val 445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3" name="">
            <a:extLst xmlns:a="http://schemas.openxmlformats.org/drawingml/2006/main">
              <a:ext uri="{FF2B5EF4-FFF2-40B4-BE49-F238E27FC236}">
                <a16:creationId xmlns:a16="http://schemas.microsoft.com/office/drawing/2014/main" id="{32092A56-49C4-42ED-945F-0E88F5207789}"/>
              </a:ext>
            </a:extLst>
          </p:cNvPr>
          <p:cNvSpPr>
            <a:spLocks xmlns:a="http://schemas.openxmlformats.org/drawingml/2006/main" noGrp="1"/>
          </p:cNvSpPr>
          <p:nvPr/>
        </p:nvSpPr>
        <p:spPr>
          <a:xfrm xmlns:a="http://schemas.openxmlformats.org/drawingml/2006/main">
            <a:off x="8267700" y="990600"/>
            <a:ext cx="3543300" cy="4762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73ECA4A1-9747-4D90-A0FD-34E2445580FA}"/>
              </a:ext>
            </a:extLst>
          </p:cNvPr>
          <p:cNvSpPr>
            <a:spLocks xmlns:a="http://schemas.openxmlformats.org/drawingml/2006/main" noGrp="1"/>
          </p:cNvSpPr>
          <p:nvPr/>
        </p:nvSpPr>
        <p:spPr>
          <a:xfrm xmlns:a="http://schemas.openxmlformats.org/drawingml/2006/main">
            <a:off x="11125200" y="1181100"/>
            <a:ext cx="495300" cy="438150"/>
          </a:xfrm>
          <a:prstGeom xmlns:a="http://schemas.openxmlformats.org/drawingml/2006/main" prst="hexagon">
            <a:avLst/>
          </a:prstGeom>
          <a:noFill xmlns:a="http://schemas.openxmlformats.org/drawingml/2006/main"/>
          <a:ln xmlns:a="http://schemas.openxmlformats.org/drawingml/2006/main">
            <a:solidFill>
              <a:srgbClr val="F5C33B">
                <a:alpha val="45000"/>
              </a:srgbClr>
            </a:solidFill>
            <a:prstDash val="solid"/>
          </a:ln>
        </p:spPr>
      </p:sp>
      <p:sp>
        <p:nvSpPr>
          <p:cNvPr id="85" name="">
            <a:extLst xmlns:a="http://schemas.openxmlformats.org/drawingml/2006/main">
              <a:ext uri="{FF2B5EF4-FFF2-40B4-BE49-F238E27FC236}">
                <a16:creationId xmlns:a16="http://schemas.microsoft.com/office/drawing/2014/main" id="{38922811-0EE1-457A-90CA-0D60997151F8}"/>
              </a:ext>
            </a:extLst>
          </p:cNvPr>
          <p:cNvSpPr>
            <a:spLocks xmlns:a="http://schemas.openxmlformats.org/drawingml/2006/main" noGrp="1"/>
          </p:cNvSpPr>
          <p:nvPr/>
        </p:nvSpPr>
        <p:spPr>
          <a:xfrm xmlns:a="http://schemas.openxmlformats.org/drawingml/2006/main">
            <a:off x="8515350" y="2590800"/>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B6655B01-54E3-4D58-BB25-BCDDEB149F00}"/>
              </a:ext>
            </a:extLst>
          </p:cNvPr>
          <p:cNvSpPr>
            <a:spLocks xmlns:a="http://schemas.openxmlformats.org/drawingml/2006/main" noGrp="1"/>
          </p:cNvSpPr>
          <p:nvPr/>
        </p:nvSpPr>
        <p:spPr>
          <a:xfrm xmlns:a="http://schemas.openxmlformats.org/drawingml/2006/main">
            <a:off x="8515350" y="2676525"/>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A9979F6B-9622-46B3-B08B-0017F286F182}"/>
              </a:ext>
            </a:extLst>
          </p:cNvPr>
          <p:cNvSpPr>
            <a:spLocks xmlns:a="http://schemas.openxmlformats.org/drawingml/2006/main" noGrp="1"/>
          </p:cNvSpPr>
          <p:nvPr/>
        </p:nvSpPr>
        <p:spPr>
          <a:xfrm xmlns:a="http://schemas.openxmlformats.org/drawingml/2006/main">
            <a:off x="8601075" y="2590800"/>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32656F3C-E7DB-4B61-B05E-AE37D95AC9A2}"/>
              </a:ext>
            </a:extLst>
          </p:cNvPr>
          <p:cNvSpPr>
            <a:spLocks xmlns:a="http://schemas.openxmlformats.org/drawingml/2006/main" noGrp="1"/>
          </p:cNvSpPr>
          <p:nvPr/>
        </p:nvSpPr>
        <p:spPr>
          <a:xfrm xmlns:a="http://schemas.openxmlformats.org/drawingml/2006/main">
            <a:off x="8601075" y="2676525"/>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EC12189D-F031-4175-9AFD-D3E640402C9B}"/>
              </a:ext>
            </a:extLst>
          </p:cNvPr>
          <p:cNvSpPr>
            <a:spLocks xmlns:a="http://schemas.openxmlformats.org/drawingml/2006/main" noGrp="1"/>
          </p:cNvSpPr>
          <p:nvPr/>
        </p:nvSpPr>
        <p:spPr>
          <a:xfrm xmlns:a="http://schemas.openxmlformats.org/drawingml/2006/main">
            <a:off x="8686800" y="2590800"/>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8E432919-DBC5-4534-B1EC-D57BDC528E36}"/>
              </a:ext>
            </a:extLst>
          </p:cNvPr>
          <p:cNvSpPr>
            <a:spLocks xmlns:a="http://schemas.openxmlformats.org/drawingml/2006/main" noGrp="1"/>
          </p:cNvSpPr>
          <p:nvPr/>
        </p:nvSpPr>
        <p:spPr>
          <a:xfrm xmlns:a="http://schemas.openxmlformats.org/drawingml/2006/main">
            <a:off x="8686800" y="2676525"/>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DCA29BD3-0162-4A7A-AD64-4028C56183B3}"/>
              </a:ext>
            </a:extLst>
          </p:cNvPr>
          <p:cNvSpPr>
            <a:spLocks xmlns:a="http://schemas.openxmlformats.org/drawingml/2006/main" noGrp="1"/>
          </p:cNvSpPr>
          <p:nvPr/>
        </p:nvSpPr>
        <p:spPr>
          <a:xfrm xmlns:a="http://schemas.openxmlformats.org/drawingml/2006/main">
            <a:off x="8772525" y="2590800"/>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AF8420FC-157B-4B29-ACB4-7C884260C014}"/>
              </a:ext>
            </a:extLst>
          </p:cNvPr>
          <p:cNvSpPr>
            <a:spLocks xmlns:a="http://schemas.openxmlformats.org/drawingml/2006/main" noGrp="1"/>
          </p:cNvSpPr>
          <p:nvPr/>
        </p:nvSpPr>
        <p:spPr>
          <a:xfrm xmlns:a="http://schemas.openxmlformats.org/drawingml/2006/main">
            <a:off x="8772525" y="2676525"/>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A470439C-D177-447C-8B40-B1014BB0060D}"/>
              </a:ext>
            </a:extLst>
          </p:cNvPr>
          <p:cNvSpPr>
            <a:spLocks xmlns:a="http://schemas.openxmlformats.org/drawingml/2006/main" noGrp="1"/>
          </p:cNvSpPr>
          <p:nvPr/>
        </p:nvSpPr>
        <p:spPr>
          <a:xfrm xmlns:a="http://schemas.openxmlformats.org/drawingml/2006/main">
            <a:off x="8858250" y="2590800"/>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0EAD024E-2247-4EE5-A577-5B66FB6B10FB}"/>
              </a:ext>
            </a:extLst>
          </p:cNvPr>
          <p:cNvSpPr>
            <a:spLocks xmlns:a="http://schemas.openxmlformats.org/drawingml/2006/main" noGrp="1"/>
          </p:cNvSpPr>
          <p:nvPr/>
        </p:nvSpPr>
        <p:spPr>
          <a:xfrm xmlns:a="http://schemas.openxmlformats.org/drawingml/2006/main">
            <a:off x="8858250" y="2676525"/>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CC32D895-6B3A-4DFA-AC6E-C64C10D4C245}"/>
              </a:ext>
            </a:extLst>
          </p:cNvPr>
          <p:cNvSpPr>
            <a:spLocks xmlns:a="http://schemas.openxmlformats.org/drawingml/2006/main" noGrp="1"/>
          </p:cNvSpPr>
          <p:nvPr/>
        </p:nvSpPr>
        <p:spPr>
          <a:xfrm xmlns:a="http://schemas.openxmlformats.org/drawingml/2006/main">
            <a:off x="8515350" y="11811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Bahnschrift"/>
                <a:ea typeface="Bahnschrift"/>
                <a:cs typeface="Bahnschrift"/>
              </a:defRPr>
            </a:pPr>
            <a:r>
              <a:rPr sz="3450" b="1">
                <a:solidFill>
                  <a:srgbClr val="1D4C82"/>
                </a:solidFill>
                <a:latin typeface="Bahnschrift"/>
                <a:ea typeface="Bahnschrift"/>
                <a:cs typeface="Bahnschrift"/>
              </a:rPr>
              <a:t>03</a:t>
            </a:r>
          </a:p>
        </p:txBody>
      </p:sp>
      <p:sp>
        <p:nvSpPr>
          <p:cNvPr id="96" name="">
            <a:extLst xmlns:a="http://schemas.openxmlformats.org/drawingml/2006/main">
              <a:ext uri="{FF2B5EF4-FFF2-40B4-BE49-F238E27FC236}">
                <a16:creationId xmlns:a16="http://schemas.microsoft.com/office/drawing/2014/main" id="{123819FC-684C-4F34-AF1B-1B67C2BEDFF7}"/>
              </a:ext>
            </a:extLst>
          </p:cNvPr>
          <p:cNvSpPr>
            <a:spLocks xmlns:a="http://schemas.openxmlformats.org/drawingml/2006/main" noGrp="1"/>
          </p:cNvSpPr>
          <p:nvPr/>
        </p:nvSpPr>
        <p:spPr>
          <a:xfrm xmlns:a="http://schemas.openxmlformats.org/drawingml/2006/main">
            <a:off x="8515350" y="17526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核心算法</a:t>
            </a:r>
          </a:p>
        </p:txBody>
      </p:sp>
      <p:sp>
        <p:nvSpPr>
          <p:cNvPr id="97" name="">
            <a:extLst xmlns:a="http://schemas.openxmlformats.org/drawingml/2006/main">
              <a:ext uri="{FF2B5EF4-FFF2-40B4-BE49-F238E27FC236}">
                <a16:creationId xmlns:a16="http://schemas.microsoft.com/office/drawing/2014/main" id="{3D97B0AC-72AA-4A5D-BAB2-B53866168D4E}"/>
              </a:ext>
            </a:extLst>
          </p:cNvPr>
          <p:cNvSpPr>
            <a:spLocks xmlns:a="http://schemas.openxmlformats.org/drawingml/2006/main" noGrp="1"/>
          </p:cNvSpPr>
          <p:nvPr/>
        </p:nvSpPr>
        <p:spPr>
          <a:xfrm xmlns:a="http://schemas.openxmlformats.org/drawingml/2006/main">
            <a:off x="8515350" y="2171700"/>
            <a:ext cx="4953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8" name="">
            <a:extLst xmlns:a="http://schemas.openxmlformats.org/drawingml/2006/main">
              <a:ext uri="{FF2B5EF4-FFF2-40B4-BE49-F238E27FC236}">
                <a16:creationId xmlns:a16="http://schemas.microsoft.com/office/drawing/2014/main" id="{2E23A286-534E-49DA-82EB-D430C9DE801A}"/>
              </a:ext>
            </a:extLst>
          </p:cNvPr>
          <p:cNvSpPr>
            <a:spLocks xmlns:a="http://schemas.openxmlformats.org/drawingml/2006/main" noGrp="1"/>
          </p:cNvSpPr>
          <p:nvPr/>
        </p:nvSpPr>
        <p:spPr>
          <a:xfrm xmlns:a="http://schemas.openxmlformats.org/drawingml/2006/main">
            <a:off x="8515350" y="23050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规则引擎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气体检测归因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个性化组卷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课程匹配</a:t>
            </a:r>
          </a:p>
        </p:txBody>
      </p:sp>
      <p:sp>
        <p:nvSpPr>
          <p:cNvPr id="99" name="">
            <a:extLst xmlns:a="http://schemas.openxmlformats.org/drawingml/2006/main">
              <a:ext uri="{FF2B5EF4-FFF2-40B4-BE49-F238E27FC236}">
                <a16:creationId xmlns:a16="http://schemas.microsoft.com/office/drawing/2014/main" id="{F7A78634-E773-4064-972E-B1E70E3F135F}"/>
              </a:ext>
            </a:extLst>
          </p:cNvPr>
          <p:cNvSpPr>
            <a:spLocks xmlns:a="http://schemas.openxmlformats.org/drawingml/2006/main" noGrp="1"/>
          </p:cNvSpPr>
          <p:nvPr/>
        </p:nvSpPr>
        <p:spPr>
          <a:xfrm xmlns:a="http://schemas.openxmlformats.org/drawingml/2006/main">
            <a:off x="571500" y="3200400"/>
            <a:ext cx="3543300" cy="1924050"/>
          </a:xfrm>
          <a:prstGeom xmlns:a="http://schemas.openxmlformats.org/drawingml/2006/main" prst="roundRect">
            <a:avLst>
              <a:gd name="adj" fmla="val 445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0" name="">
            <a:extLst xmlns:a="http://schemas.openxmlformats.org/drawingml/2006/main">
              <a:ext uri="{FF2B5EF4-FFF2-40B4-BE49-F238E27FC236}">
                <a16:creationId xmlns:a16="http://schemas.microsoft.com/office/drawing/2014/main" id="{6201303A-2011-48C4-8E8C-293500922FE8}"/>
              </a:ext>
            </a:extLst>
          </p:cNvPr>
          <p:cNvSpPr>
            <a:spLocks xmlns:a="http://schemas.openxmlformats.org/drawingml/2006/main" noGrp="1"/>
          </p:cNvSpPr>
          <p:nvPr/>
        </p:nvSpPr>
        <p:spPr>
          <a:xfrm xmlns:a="http://schemas.openxmlformats.org/drawingml/2006/main">
            <a:off x="571500" y="3200400"/>
            <a:ext cx="3543300" cy="47625"/>
          </a:xfrm>
          <a:prstGeom xmlns:a="http://schemas.openxmlformats.org/drawingml/2006/main" prst="rect">
            <a:avLst/>
          </a:prstGeom>
          <a:solidFill xmlns:a="http://schemas.openxmlformats.org/drawingml/2006/main">
            <a:srgbClr val="2AD3B6"/>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54153651-EAD5-4F36-9497-0FD6F42F8865}"/>
              </a:ext>
            </a:extLst>
          </p:cNvPr>
          <p:cNvSpPr>
            <a:spLocks xmlns:a="http://schemas.openxmlformats.org/drawingml/2006/main" noGrp="1"/>
          </p:cNvSpPr>
          <p:nvPr/>
        </p:nvSpPr>
        <p:spPr>
          <a:xfrm xmlns:a="http://schemas.openxmlformats.org/drawingml/2006/main">
            <a:off x="3429000" y="3390900"/>
            <a:ext cx="495300" cy="438150"/>
          </a:xfrm>
          <a:prstGeom xmlns:a="http://schemas.openxmlformats.org/drawingml/2006/main" prst="hexagon">
            <a:avLst/>
          </a:prstGeom>
          <a:noFill xmlns:a="http://schemas.openxmlformats.org/drawingml/2006/main"/>
          <a:ln xmlns:a="http://schemas.openxmlformats.org/drawingml/2006/main">
            <a:solidFill>
              <a:srgbClr val="2AD3B6">
                <a:alpha val="45000"/>
              </a:srgbClr>
            </a:solidFill>
            <a:prstDash val="solid"/>
          </a:ln>
        </p:spPr>
      </p:sp>
      <p:sp>
        <p:nvSpPr>
          <p:cNvPr id="102" name="">
            <a:extLst xmlns:a="http://schemas.openxmlformats.org/drawingml/2006/main">
              <a:ext uri="{FF2B5EF4-FFF2-40B4-BE49-F238E27FC236}">
                <a16:creationId xmlns:a16="http://schemas.microsoft.com/office/drawing/2014/main" id="{38CEC261-4D45-41CB-87D5-F96C20198F9A}"/>
              </a:ext>
            </a:extLst>
          </p:cNvPr>
          <p:cNvSpPr>
            <a:spLocks xmlns:a="http://schemas.openxmlformats.org/drawingml/2006/main" noGrp="1"/>
          </p:cNvSpPr>
          <p:nvPr/>
        </p:nvSpPr>
        <p:spPr>
          <a:xfrm xmlns:a="http://schemas.openxmlformats.org/drawingml/2006/main">
            <a:off x="819150" y="4800600"/>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BFB4FBE9-FB9C-4E0A-BE1C-10B006031F62}"/>
              </a:ext>
            </a:extLst>
          </p:cNvPr>
          <p:cNvSpPr>
            <a:spLocks xmlns:a="http://schemas.openxmlformats.org/drawingml/2006/main" noGrp="1"/>
          </p:cNvSpPr>
          <p:nvPr/>
        </p:nvSpPr>
        <p:spPr>
          <a:xfrm xmlns:a="http://schemas.openxmlformats.org/drawingml/2006/main">
            <a:off x="819150" y="4886325"/>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5AEE4FA4-A344-461B-985A-F2AADFAC86AC}"/>
              </a:ext>
            </a:extLst>
          </p:cNvPr>
          <p:cNvSpPr>
            <a:spLocks xmlns:a="http://schemas.openxmlformats.org/drawingml/2006/main" noGrp="1"/>
          </p:cNvSpPr>
          <p:nvPr/>
        </p:nvSpPr>
        <p:spPr>
          <a:xfrm xmlns:a="http://schemas.openxmlformats.org/drawingml/2006/main">
            <a:off x="904875" y="4800600"/>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5" name="">
            <a:extLst xmlns:a="http://schemas.openxmlformats.org/drawingml/2006/main">
              <a:ext uri="{FF2B5EF4-FFF2-40B4-BE49-F238E27FC236}">
                <a16:creationId xmlns:a16="http://schemas.microsoft.com/office/drawing/2014/main" id="{02CEBC7A-0D03-4A18-A414-7D81D7E9738B}"/>
              </a:ext>
            </a:extLst>
          </p:cNvPr>
          <p:cNvSpPr>
            <a:spLocks xmlns:a="http://schemas.openxmlformats.org/drawingml/2006/main" noGrp="1"/>
          </p:cNvSpPr>
          <p:nvPr/>
        </p:nvSpPr>
        <p:spPr>
          <a:xfrm xmlns:a="http://schemas.openxmlformats.org/drawingml/2006/main">
            <a:off x="904875" y="4886325"/>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6" name="">
            <a:extLst xmlns:a="http://schemas.openxmlformats.org/drawingml/2006/main">
              <a:ext uri="{FF2B5EF4-FFF2-40B4-BE49-F238E27FC236}">
                <a16:creationId xmlns:a16="http://schemas.microsoft.com/office/drawing/2014/main" id="{DD0DEB5D-A49D-456D-AF84-81BEB060E939}"/>
              </a:ext>
            </a:extLst>
          </p:cNvPr>
          <p:cNvSpPr>
            <a:spLocks xmlns:a="http://schemas.openxmlformats.org/drawingml/2006/main" noGrp="1"/>
          </p:cNvSpPr>
          <p:nvPr/>
        </p:nvSpPr>
        <p:spPr>
          <a:xfrm xmlns:a="http://schemas.openxmlformats.org/drawingml/2006/main">
            <a:off x="990600" y="4800600"/>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7" name="">
            <a:extLst xmlns:a="http://schemas.openxmlformats.org/drawingml/2006/main">
              <a:ext uri="{FF2B5EF4-FFF2-40B4-BE49-F238E27FC236}">
                <a16:creationId xmlns:a16="http://schemas.microsoft.com/office/drawing/2014/main" id="{2CABF5B9-E413-42A7-94A1-56E37414A511}"/>
              </a:ext>
            </a:extLst>
          </p:cNvPr>
          <p:cNvSpPr>
            <a:spLocks xmlns:a="http://schemas.openxmlformats.org/drawingml/2006/main" noGrp="1"/>
          </p:cNvSpPr>
          <p:nvPr/>
        </p:nvSpPr>
        <p:spPr>
          <a:xfrm xmlns:a="http://schemas.openxmlformats.org/drawingml/2006/main">
            <a:off x="990600" y="4886325"/>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8" name="">
            <a:extLst xmlns:a="http://schemas.openxmlformats.org/drawingml/2006/main">
              <a:ext uri="{FF2B5EF4-FFF2-40B4-BE49-F238E27FC236}">
                <a16:creationId xmlns:a16="http://schemas.microsoft.com/office/drawing/2014/main" id="{DF15682B-571F-40B8-A3C6-9A84D105E2AC}"/>
              </a:ext>
            </a:extLst>
          </p:cNvPr>
          <p:cNvSpPr>
            <a:spLocks xmlns:a="http://schemas.openxmlformats.org/drawingml/2006/main" noGrp="1"/>
          </p:cNvSpPr>
          <p:nvPr/>
        </p:nvSpPr>
        <p:spPr>
          <a:xfrm xmlns:a="http://schemas.openxmlformats.org/drawingml/2006/main">
            <a:off x="1076325" y="4800600"/>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CF6E9128-6A08-4C19-9892-FD868D44A51D}"/>
              </a:ext>
            </a:extLst>
          </p:cNvPr>
          <p:cNvSpPr>
            <a:spLocks xmlns:a="http://schemas.openxmlformats.org/drawingml/2006/main" noGrp="1"/>
          </p:cNvSpPr>
          <p:nvPr/>
        </p:nvSpPr>
        <p:spPr>
          <a:xfrm xmlns:a="http://schemas.openxmlformats.org/drawingml/2006/main">
            <a:off x="1076325" y="4886325"/>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A1B6F506-E674-40D1-B843-A9D1AA8E1E03}"/>
              </a:ext>
            </a:extLst>
          </p:cNvPr>
          <p:cNvSpPr>
            <a:spLocks xmlns:a="http://schemas.openxmlformats.org/drawingml/2006/main" noGrp="1"/>
          </p:cNvSpPr>
          <p:nvPr/>
        </p:nvSpPr>
        <p:spPr>
          <a:xfrm xmlns:a="http://schemas.openxmlformats.org/drawingml/2006/main">
            <a:off x="1162050" y="4800600"/>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1" name="">
            <a:extLst xmlns:a="http://schemas.openxmlformats.org/drawingml/2006/main">
              <a:ext uri="{FF2B5EF4-FFF2-40B4-BE49-F238E27FC236}">
                <a16:creationId xmlns:a16="http://schemas.microsoft.com/office/drawing/2014/main" id="{7855D8A4-5107-4438-B96F-4F1B82BCB287}"/>
              </a:ext>
            </a:extLst>
          </p:cNvPr>
          <p:cNvSpPr>
            <a:spLocks xmlns:a="http://schemas.openxmlformats.org/drawingml/2006/main" noGrp="1"/>
          </p:cNvSpPr>
          <p:nvPr/>
        </p:nvSpPr>
        <p:spPr>
          <a:xfrm xmlns:a="http://schemas.openxmlformats.org/drawingml/2006/main">
            <a:off x="1162050" y="4886325"/>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2" name="">
            <a:extLst xmlns:a="http://schemas.openxmlformats.org/drawingml/2006/main">
              <a:ext uri="{FF2B5EF4-FFF2-40B4-BE49-F238E27FC236}">
                <a16:creationId xmlns:a16="http://schemas.microsoft.com/office/drawing/2014/main" id="{28256477-10F4-465D-A9D7-69A971EF25D7}"/>
              </a:ext>
            </a:extLst>
          </p:cNvPr>
          <p:cNvSpPr>
            <a:spLocks xmlns:a="http://schemas.openxmlformats.org/drawingml/2006/main" noGrp="1"/>
          </p:cNvSpPr>
          <p:nvPr/>
        </p:nvSpPr>
        <p:spPr>
          <a:xfrm xmlns:a="http://schemas.openxmlformats.org/drawingml/2006/main">
            <a:off x="819150" y="33909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Bahnschrift"/>
                <a:ea typeface="Bahnschrift"/>
                <a:cs typeface="Bahnschrift"/>
              </a:defRPr>
            </a:pPr>
            <a:r>
              <a:rPr sz="3450" b="1">
                <a:solidFill>
                  <a:srgbClr val="1D4C82"/>
                </a:solidFill>
                <a:latin typeface="Bahnschrift"/>
                <a:ea typeface="Bahnschrift"/>
                <a:cs typeface="Bahnschrift"/>
              </a:rPr>
              <a:t>04</a:t>
            </a:r>
          </a:p>
        </p:txBody>
      </p:sp>
      <p:sp>
        <p:nvSpPr>
          <p:cNvPr id="113" name="">
            <a:extLst xmlns:a="http://schemas.openxmlformats.org/drawingml/2006/main">
              <a:ext uri="{FF2B5EF4-FFF2-40B4-BE49-F238E27FC236}">
                <a16:creationId xmlns:a16="http://schemas.microsoft.com/office/drawing/2014/main" id="{A5D8C298-74EB-4C27-9043-F7EE71574CFA}"/>
              </a:ext>
            </a:extLst>
          </p:cNvPr>
          <p:cNvSpPr>
            <a:spLocks xmlns:a="http://schemas.openxmlformats.org/drawingml/2006/main" noGrp="1"/>
          </p:cNvSpPr>
          <p:nvPr/>
        </p:nvSpPr>
        <p:spPr>
          <a:xfrm xmlns:a="http://schemas.openxmlformats.org/drawingml/2006/main">
            <a:off x="819150" y="39624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系统实现</a:t>
            </a:r>
          </a:p>
        </p:txBody>
      </p:sp>
      <p:sp>
        <p:nvSpPr>
          <p:cNvPr id="114" name="">
            <a:extLst xmlns:a="http://schemas.openxmlformats.org/drawingml/2006/main">
              <a:ext uri="{FF2B5EF4-FFF2-40B4-BE49-F238E27FC236}">
                <a16:creationId xmlns:a16="http://schemas.microsoft.com/office/drawing/2014/main" id="{0F761907-0D0E-4569-8859-375F63FF2EBA}"/>
              </a:ext>
            </a:extLst>
          </p:cNvPr>
          <p:cNvSpPr>
            <a:spLocks xmlns:a="http://schemas.openxmlformats.org/drawingml/2006/main" noGrp="1"/>
          </p:cNvSpPr>
          <p:nvPr/>
        </p:nvSpPr>
        <p:spPr>
          <a:xfrm xmlns:a="http://schemas.openxmlformats.org/drawingml/2006/main">
            <a:off x="819150" y="4381500"/>
            <a:ext cx="4953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488B0258-9493-4BCD-A66A-BF861691A02E}"/>
              </a:ext>
            </a:extLst>
          </p:cNvPr>
          <p:cNvSpPr>
            <a:spLocks xmlns:a="http://schemas.openxmlformats.org/drawingml/2006/main" noGrp="1"/>
          </p:cNvSpPr>
          <p:nvPr/>
        </p:nvSpPr>
        <p:spPr>
          <a:xfrm xmlns:a="http://schemas.openxmlformats.org/drawingml/2006/main">
            <a:off x="819150" y="45148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四层架构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系统界面与四类角色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建议到留痕的闭环</a:t>
            </a:r>
          </a:p>
        </p:txBody>
      </p:sp>
      <p:sp>
        <p:nvSpPr>
          <p:cNvPr id="116" name="">
            <a:extLst xmlns:a="http://schemas.openxmlformats.org/drawingml/2006/main">
              <a:ext uri="{FF2B5EF4-FFF2-40B4-BE49-F238E27FC236}">
                <a16:creationId xmlns:a16="http://schemas.microsoft.com/office/drawing/2014/main" id="{FE4B8344-F619-495F-AE35-03AFA03D9706}"/>
              </a:ext>
            </a:extLst>
          </p:cNvPr>
          <p:cNvSpPr>
            <a:spLocks xmlns:a="http://schemas.openxmlformats.org/drawingml/2006/main" noGrp="1"/>
          </p:cNvSpPr>
          <p:nvPr/>
        </p:nvSpPr>
        <p:spPr>
          <a:xfrm xmlns:a="http://schemas.openxmlformats.org/drawingml/2006/main">
            <a:off x="4419600" y="3200400"/>
            <a:ext cx="3543300" cy="1924050"/>
          </a:xfrm>
          <a:prstGeom xmlns:a="http://schemas.openxmlformats.org/drawingml/2006/main" prst="roundRect">
            <a:avLst>
              <a:gd name="adj" fmla="val 445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7" name="">
            <a:extLst xmlns:a="http://schemas.openxmlformats.org/drawingml/2006/main">
              <a:ext uri="{FF2B5EF4-FFF2-40B4-BE49-F238E27FC236}">
                <a16:creationId xmlns:a16="http://schemas.microsoft.com/office/drawing/2014/main" id="{A3323469-013B-4F53-BEEC-303777C9A734}"/>
              </a:ext>
            </a:extLst>
          </p:cNvPr>
          <p:cNvSpPr>
            <a:spLocks xmlns:a="http://schemas.openxmlformats.org/drawingml/2006/main" noGrp="1"/>
          </p:cNvSpPr>
          <p:nvPr/>
        </p:nvSpPr>
        <p:spPr>
          <a:xfrm xmlns:a="http://schemas.openxmlformats.org/drawingml/2006/main">
            <a:off x="4419600" y="3200400"/>
            <a:ext cx="3543300" cy="47625"/>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118" name="">
            <a:extLst xmlns:a="http://schemas.openxmlformats.org/drawingml/2006/main">
              <a:ext uri="{FF2B5EF4-FFF2-40B4-BE49-F238E27FC236}">
                <a16:creationId xmlns:a16="http://schemas.microsoft.com/office/drawing/2014/main" id="{C3E4ED42-570D-44ED-8983-234729F7C4C8}"/>
              </a:ext>
            </a:extLst>
          </p:cNvPr>
          <p:cNvSpPr>
            <a:spLocks xmlns:a="http://schemas.openxmlformats.org/drawingml/2006/main" noGrp="1"/>
          </p:cNvSpPr>
          <p:nvPr/>
        </p:nvSpPr>
        <p:spPr>
          <a:xfrm xmlns:a="http://schemas.openxmlformats.org/drawingml/2006/main">
            <a:off x="7277100" y="3390900"/>
            <a:ext cx="495300" cy="438150"/>
          </a:xfrm>
          <a:prstGeom xmlns:a="http://schemas.openxmlformats.org/drawingml/2006/main" prst="hexagon">
            <a:avLst/>
          </a:prstGeom>
          <a:noFill xmlns:a="http://schemas.openxmlformats.org/drawingml/2006/main"/>
          <a:ln xmlns:a="http://schemas.openxmlformats.org/drawingml/2006/main">
            <a:solidFill>
              <a:srgbClr val="9B8CFF">
                <a:alpha val="45000"/>
              </a:srgbClr>
            </a:solidFill>
            <a:prstDash val="solid"/>
          </a:ln>
        </p:spPr>
      </p:sp>
      <p:sp>
        <p:nvSpPr>
          <p:cNvPr id="119" name="">
            <a:extLst xmlns:a="http://schemas.openxmlformats.org/drawingml/2006/main">
              <a:ext uri="{FF2B5EF4-FFF2-40B4-BE49-F238E27FC236}">
                <a16:creationId xmlns:a16="http://schemas.microsoft.com/office/drawing/2014/main" id="{D7228CCD-E534-4F56-868F-29B8CEE6F0DC}"/>
              </a:ext>
            </a:extLst>
          </p:cNvPr>
          <p:cNvSpPr>
            <a:spLocks xmlns:a="http://schemas.openxmlformats.org/drawingml/2006/main" noGrp="1"/>
          </p:cNvSpPr>
          <p:nvPr/>
        </p:nvSpPr>
        <p:spPr>
          <a:xfrm xmlns:a="http://schemas.openxmlformats.org/drawingml/2006/main">
            <a:off x="4667250" y="4800600"/>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19D6DEFA-1FAA-4311-A3B6-26F1074C0BFD}"/>
              </a:ext>
            </a:extLst>
          </p:cNvPr>
          <p:cNvSpPr>
            <a:spLocks xmlns:a="http://schemas.openxmlformats.org/drawingml/2006/main" noGrp="1"/>
          </p:cNvSpPr>
          <p:nvPr/>
        </p:nvSpPr>
        <p:spPr>
          <a:xfrm xmlns:a="http://schemas.openxmlformats.org/drawingml/2006/main">
            <a:off x="4667250" y="4886325"/>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1" name="">
            <a:extLst xmlns:a="http://schemas.openxmlformats.org/drawingml/2006/main">
              <a:ext uri="{FF2B5EF4-FFF2-40B4-BE49-F238E27FC236}">
                <a16:creationId xmlns:a16="http://schemas.microsoft.com/office/drawing/2014/main" id="{2909273D-76F3-4C1F-8005-71FCFDB4D0E5}"/>
              </a:ext>
            </a:extLst>
          </p:cNvPr>
          <p:cNvSpPr>
            <a:spLocks xmlns:a="http://schemas.openxmlformats.org/drawingml/2006/main" noGrp="1"/>
          </p:cNvSpPr>
          <p:nvPr/>
        </p:nvSpPr>
        <p:spPr>
          <a:xfrm xmlns:a="http://schemas.openxmlformats.org/drawingml/2006/main">
            <a:off x="4752975" y="4800600"/>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2" name="">
            <a:extLst xmlns:a="http://schemas.openxmlformats.org/drawingml/2006/main">
              <a:ext uri="{FF2B5EF4-FFF2-40B4-BE49-F238E27FC236}">
                <a16:creationId xmlns:a16="http://schemas.microsoft.com/office/drawing/2014/main" id="{02F692BF-A675-49FB-981A-9686F878F4FD}"/>
              </a:ext>
            </a:extLst>
          </p:cNvPr>
          <p:cNvSpPr>
            <a:spLocks xmlns:a="http://schemas.openxmlformats.org/drawingml/2006/main" noGrp="1"/>
          </p:cNvSpPr>
          <p:nvPr/>
        </p:nvSpPr>
        <p:spPr>
          <a:xfrm xmlns:a="http://schemas.openxmlformats.org/drawingml/2006/main">
            <a:off x="4752975" y="4886325"/>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3" name="">
            <a:extLst xmlns:a="http://schemas.openxmlformats.org/drawingml/2006/main">
              <a:ext uri="{FF2B5EF4-FFF2-40B4-BE49-F238E27FC236}">
                <a16:creationId xmlns:a16="http://schemas.microsoft.com/office/drawing/2014/main" id="{32A00C75-D757-49AA-9AC6-347A2D2B9462}"/>
              </a:ext>
            </a:extLst>
          </p:cNvPr>
          <p:cNvSpPr>
            <a:spLocks xmlns:a="http://schemas.openxmlformats.org/drawingml/2006/main" noGrp="1"/>
          </p:cNvSpPr>
          <p:nvPr/>
        </p:nvSpPr>
        <p:spPr>
          <a:xfrm xmlns:a="http://schemas.openxmlformats.org/drawingml/2006/main">
            <a:off x="4838700" y="4800600"/>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4" name="">
            <a:extLst xmlns:a="http://schemas.openxmlformats.org/drawingml/2006/main">
              <a:ext uri="{FF2B5EF4-FFF2-40B4-BE49-F238E27FC236}">
                <a16:creationId xmlns:a16="http://schemas.microsoft.com/office/drawing/2014/main" id="{0EC35091-CC53-402F-92D2-C28BA1124BC8}"/>
              </a:ext>
            </a:extLst>
          </p:cNvPr>
          <p:cNvSpPr>
            <a:spLocks xmlns:a="http://schemas.openxmlformats.org/drawingml/2006/main" noGrp="1"/>
          </p:cNvSpPr>
          <p:nvPr/>
        </p:nvSpPr>
        <p:spPr>
          <a:xfrm xmlns:a="http://schemas.openxmlformats.org/drawingml/2006/main">
            <a:off x="4838700" y="4886325"/>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5" name="">
            <a:extLst xmlns:a="http://schemas.openxmlformats.org/drawingml/2006/main">
              <a:ext uri="{FF2B5EF4-FFF2-40B4-BE49-F238E27FC236}">
                <a16:creationId xmlns:a16="http://schemas.microsoft.com/office/drawing/2014/main" id="{E80B2524-FC46-4B91-A832-CC43198FE887}"/>
              </a:ext>
            </a:extLst>
          </p:cNvPr>
          <p:cNvSpPr>
            <a:spLocks xmlns:a="http://schemas.openxmlformats.org/drawingml/2006/main" noGrp="1"/>
          </p:cNvSpPr>
          <p:nvPr/>
        </p:nvSpPr>
        <p:spPr>
          <a:xfrm xmlns:a="http://schemas.openxmlformats.org/drawingml/2006/main">
            <a:off x="4924425" y="4800600"/>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6" name="">
            <a:extLst xmlns:a="http://schemas.openxmlformats.org/drawingml/2006/main">
              <a:ext uri="{FF2B5EF4-FFF2-40B4-BE49-F238E27FC236}">
                <a16:creationId xmlns:a16="http://schemas.microsoft.com/office/drawing/2014/main" id="{A5AE9A8D-2CEB-4019-8FBC-EEF4497AAF8A}"/>
              </a:ext>
            </a:extLst>
          </p:cNvPr>
          <p:cNvSpPr>
            <a:spLocks xmlns:a="http://schemas.openxmlformats.org/drawingml/2006/main" noGrp="1"/>
          </p:cNvSpPr>
          <p:nvPr/>
        </p:nvSpPr>
        <p:spPr>
          <a:xfrm xmlns:a="http://schemas.openxmlformats.org/drawingml/2006/main">
            <a:off x="4924425" y="4886325"/>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7" name="">
            <a:extLst xmlns:a="http://schemas.openxmlformats.org/drawingml/2006/main">
              <a:ext uri="{FF2B5EF4-FFF2-40B4-BE49-F238E27FC236}">
                <a16:creationId xmlns:a16="http://schemas.microsoft.com/office/drawing/2014/main" id="{6EEB7D24-B38F-4CD1-A4FB-A62D23F563AF}"/>
              </a:ext>
            </a:extLst>
          </p:cNvPr>
          <p:cNvSpPr>
            <a:spLocks xmlns:a="http://schemas.openxmlformats.org/drawingml/2006/main" noGrp="1"/>
          </p:cNvSpPr>
          <p:nvPr/>
        </p:nvSpPr>
        <p:spPr>
          <a:xfrm xmlns:a="http://schemas.openxmlformats.org/drawingml/2006/main">
            <a:off x="5010150" y="4800600"/>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8" name="">
            <a:extLst xmlns:a="http://schemas.openxmlformats.org/drawingml/2006/main">
              <a:ext uri="{FF2B5EF4-FFF2-40B4-BE49-F238E27FC236}">
                <a16:creationId xmlns:a16="http://schemas.microsoft.com/office/drawing/2014/main" id="{2FB86F43-1DDA-413A-9CF5-3A6A94F740C3}"/>
              </a:ext>
            </a:extLst>
          </p:cNvPr>
          <p:cNvSpPr>
            <a:spLocks xmlns:a="http://schemas.openxmlformats.org/drawingml/2006/main" noGrp="1"/>
          </p:cNvSpPr>
          <p:nvPr/>
        </p:nvSpPr>
        <p:spPr>
          <a:xfrm xmlns:a="http://schemas.openxmlformats.org/drawingml/2006/main">
            <a:off x="5010150" y="4886325"/>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9" name="">
            <a:extLst xmlns:a="http://schemas.openxmlformats.org/drawingml/2006/main">
              <a:ext uri="{FF2B5EF4-FFF2-40B4-BE49-F238E27FC236}">
                <a16:creationId xmlns:a16="http://schemas.microsoft.com/office/drawing/2014/main" id="{2D625E4B-2AD5-4691-986D-9CA7590B9897}"/>
              </a:ext>
            </a:extLst>
          </p:cNvPr>
          <p:cNvSpPr>
            <a:spLocks xmlns:a="http://schemas.openxmlformats.org/drawingml/2006/main" noGrp="1"/>
          </p:cNvSpPr>
          <p:nvPr/>
        </p:nvSpPr>
        <p:spPr>
          <a:xfrm xmlns:a="http://schemas.openxmlformats.org/drawingml/2006/main">
            <a:off x="4667250" y="33909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Bahnschrift"/>
                <a:ea typeface="Bahnschrift"/>
                <a:cs typeface="Bahnschrift"/>
              </a:defRPr>
            </a:pPr>
            <a:r>
              <a:rPr sz="3450" b="1">
                <a:solidFill>
                  <a:srgbClr val="1D4C82"/>
                </a:solidFill>
                <a:latin typeface="Bahnschrift"/>
                <a:ea typeface="Bahnschrift"/>
                <a:cs typeface="Bahnschrift"/>
              </a:rPr>
              <a:t>05</a:t>
            </a:r>
          </a:p>
        </p:txBody>
      </p:sp>
      <p:sp>
        <p:nvSpPr>
          <p:cNvPr id="130" name="">
            <a:extLst xmlns:a="http://schemas.openxmlformats.org/drawingml/2006/main">
              <a:ext uri="{FF2B5EF4-FFF2-40B4-BE49-F238E27FC236}">
                <a16:creationId xmlns:a16="http://schemas.microsoft.com/office/drawing/2014/main" id="{A16DF5A7-92B7-4F02-BECD-BF8F9E7767BA}"/>
              </a:ext>
            </a:extLst>
          </p:cNvPr>
          <p:cNvSpPr>
            <a:spLocks xmlns:a="http://schemas.openxmlformats.org/drawingml/2006/main" noGrp="1"/>
          </p:cNvSpPr>
          <p:nvPr/>
        </p:nvSpPr>
        <p:spPr>
          <a:xfrm xmlns:a="http://schemas.openxmlformats.org/drawingml/2006/main">
            <a:off x="4667250" y="39624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测试验证</a:t>
            </a:r>
          </a:p>
        </p:txBody>
      </p:sp>
      <p:sp>
        <p:nvSpPr>
          <p:cNvPr id="131" name="">
            <a:extLst xmlns:a="http://schemas.openxmlformats.org/drawingml/2006/main">
              <a:ext uri="{FF2B5EF4-FFF2-40B4-BE49-F238E27FC236}">
                <a16:creationId xmlns:a16="http://schemas.microsoft.com/office/drawing/2014/main" id="{DB1C25EB-391E-4D64-9526-9B585B4C09C4}"/>
              </a:ext>
            </a:extLst>
          </p:cNvPr>
          <p:cNvSpPr>
            <a:spLocks xmlns:a="http://schemas.openxmlformats.org/drawingml/2006/main" noGrp="1"/>
          </p:cNvSpPr>
          <p:nvPr/>
        </p:nvSpPr>
        <p:spPr>
          <a:xfrm xmlns:a="http://schemas.openxmlformats.org/drawingml/2006/main">
            <a:off x="4667250" y="4381500"/>
            <a:ext cx="4953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32" name="">
            <a:extLst xmlns:a="http://schemas.openxmlformats.org/drawingml/2006/main">
              <a:ext uri="{FF2B5EF4-FFF2-40B4-BE49-F238E27FC236}">
                <a16:creationId xmlns:a16="http://schemas.microsoft.com/office/drawing/2014/main" id="{9E206AB1-E439-452F-8A0C-239F324E0E41}"/>
              </a:ext>
            </a:extLst>
          </p:cNvPr>
          <p:cNvSpPr>
            <a:spLocks xmlns:a="http://schemas.openxmlformats.org/drawingml/2006/main" noGrp="1"/>
          </p:cNvSpPr>
          <p:nvPr/>
        </p:nvSpPr>
        <p:spPr>
          <a:xfrm xmlns:a="http://schemas.openxmlformats.org/drawingml/2006/main">
            <a:off x="4667250" y="45148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五层测试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使用前后纵向对比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三种方案横向对比</a:t>
            </a:r>
          </a:p>
        </p:txBody>
      </p:sp>
      <p:sp>
        <p:nvSpPr>
          <p:cNvPr id="133" name="">
            <a:extLst xmlns:a="http://schemas.openxmlformats.org/drawingml/2006/main">
              <a:ext uri="{FF2B5EF4-FFF2-40B4-BE49-F238E27FC236}">
                <a16:creationId xmlns:a16="http://schemas.microsoft.com/office/drawing/2014/main" id="{BE718C57-3217-4DAC-A9F6-4D697F6CC38F}"/>
              </a:ext>
            </a:extLst>
          </p:cNvPr>
          <p:cNvSpPr>
            <a:spLocks xmlns:a="http://schemas.openxmlformats.org/drawingml/2006/main" noGrp="1"/>
          </p:cNvSpPr>
          <p:nvPr/>
        </p:nvSpPr>
        <p:spPr>
          <a:xfrm xmlns:a="http://schemas.openxmlformats.org/drawingml/2006/main">
            <a:off x="8267700" y="3200400"/>
            <a:ext cx="3543300" cy="1924050"/>
          </a:xfrm>
          <a:prstGeom xmlns:a="http://schemas.openxmlformats.org/drawingml/2006/main" prst="roundRect">
            <a:avLst>
              <a:gd name="adj" fmla="val 445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34" name="">
            <a:extLst xmlns:a="http://schemas.openxmlformats.org/drawingml/2006/main">
              <a:ext uri="{FF2B5EF4-FFF2-40B4-BE49-F238E27FC236}">
                <a16:creationId xmlns:a16="http://schemas.microsoft.com/office/drawing/2014/main" id="{B783C8D0-1084-401C-AABA-87AC1277832C}"/>
              </a:ext>
            </a:extLst>
          </p:cNvPr>
          <p:cNvSpPr>
            <a:spLocks xmlns:a="http://schemas.openxmlformats.org/drawingml/2006/main" noGrp="1"/>
          </p:cNvSpPr>
          <p:nvPr/>
        </p:nvSpPr>
        <p:spPr>
          <a:xfrm xmlns:a="http://schemas.openxmlformats.org/drawingml/2006/main">
            <a:off x="8267700" y="3200400"/>
            <a:ext cx="3543300" cy="47625"/>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135" name="">
            <a:extLst xmlns:a="http://schemas.openxmlformats.org/drawingml/2006/main">
              <a:ext uri="{FF2B5EF4-FFF2-40B4-BE49-F238E27FC236}">
                <a16:creationId xmlns:a16="http://schemas.microsoft.com/office/drawing/2014/main" id="{5CAB7A50-D981-4A83-A2F1-E43A53B8A64D}"/>
              </a:ext>
            </a:extLst>
          </p:cNvPr>
          <p:cNvSpPr>
            <a:spLocks xmlns:a="http://schemas.openxmlformats.org/drawingml/2006/main" noGrp="1"/>
          </p:cNvSpPr>
          <p:nvPr/>
        </p:nvSpPr>
        <p:spPr>
          <a:xfrm xmlns:a="http://schemas.openxmlformats.org/drawingml/2006/main">
            <a:off x="11125200" y="3390900"/>
            <a:ext cx="495300" cy="438150"/>
          </a:xfrm>
          <a:prstGeom xmlns:a="http://schemas.openxmlformats.org/drawingml/2006/main" prst="hexagon">
            <a:avLst/>
          </a:prstGeom>
          <a:noFill xmlns:a="http://schemas.openxmlformats.org/drawingml/2006/main"/>
          <a:ln xmlns:a="http://schemas.openxmlformats.org/drawingml/2006/main">
            <a:solidFill>
              <a:srgbClr val="3FD08A">
                <a:alpha val="45000"/>
              </a:srgbClr>
            </a:solidFill>
            <a:prstDash val="solid"/>
          </a:ln>
        </p:spPr>
      </p:sp>
      <p:sp>
        <p:nvSpPr>
          <p:cNvPr id="136" name="">
            <a:extLst xmlns:a="http://schemas.openxmlformats.org/drawingml/2006/main">
              <a:ext uri="{FF2B5EF4-FFF2-40B4-BE49-F238E27FC236}">
                <a16:creationId xmlns:a16="http://schemas.microsoft.com/office/drawing/2014/main" id="{68156446-E7F0-402E-87F5-8C6A49E05126}"/>
              </a:ext>
            </a:extLst>
          </p:cNvPr>
          <p:cNvSpPr>
            <a:spLocks xmlns:a="http://schemas.openxmlformats.org/drawingml/2006/main" noGrp="1"/>
          </p:cNvSpPr>
          <p:nvPr/>
        </p:nvSpPr>
        <p:spPr>
          <a:xfrm xmlns:a="http://schemas.openxmlformats.org/drawingml/2006/main">
            <a:off x="8515350" y="4800600"/>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37" name="">
            <a:extLst xmlns:a="http://schemas.openxmlformats.org/drawingml/2006/main">
              <a:ext uri="{FF2B5EF4-FFF2-40B4-BE49-F238E27FC236}">
                <a16:creationId xmlns:a16="http://schemas.microsoft.com/office/drawing/2014/main" id="{D8590C1E-55C4-4894-AE23-C8C4DD194F27}"/>
              </a:ext>
            </a:extLst>
          </p:cNvPr>
          <p:cNvSpPr>
            <a:spLocks xmlns:a="http://schemas.openxmlformats.org/drawingml/2006/main" noGrp="1"/>
          </p:cNvSpPr>
          <p:nvPr/>
        </p:nvSpPr>
        <p:spPr>
          <a:xfrm xmlns:a="http://schemas.openxmlformats.org/drawingml/2006/main">
            <a:off x="8515350" y="4886325"/>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38" name="">
            <a:extLst xmlns:a="http://schemas.openxmlformats.org/drawingml/2006/main">
              <a:ext uri="{FF2B5EF4-FFF2-40B4-BE49-F238E27FC236}">
                <a16:creationId xmlns:a16="http://schemas.microsoft.com/office/drawing/2014/main" id="{A7E453B7-ACD3-41C3-A5A8-31770CBB8A37}"/>
              </a:ext>
            </a:extLst>
          </p:cNvPr>
          <p:cNvSpPr>
            <a:spLocks xmlns:a="http://schemas.openxmlformats.org/drawingml/2006/main" noGrp="1"/>
          </p:cNvSpPr>
          <p:nvPr/>
        </p:nvSpPr>
        <p:spPr>
          <a:xfrm xmlns:a="http://schemas.openxmlformats.org/drawingml/2006/main">
            <a:off x="8601075" y="4800600"/>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39" name="">
            <a:extLst xmlns:a="http://schemas.openxmlformats.org/drawingml/2006/main">
              <a:ext uri="{FF2B5EF4-FFF2-40B4-BE49-F238E27FC236}">
                <a16:creationId xmlns:a16="http://schemas.microsoft.com/office/drawing/2014/main" id="{A411DCF7-F16A-4273-B71D-F144AA866DC9}"/>
              </a:ext>
            </a:extLst>
          </p:cNvPr>
          <p:cNvSpPr>
            <a:spLocks xmlns:a="http://schemas.openxmlformats.org/drawingml/2006/main" noGrp="1"/>
          </p:cNvSpPr>
          <p:nvPr/>
        </p:nvSpPr>
        <p:spPr>
          <a:xfrm xmlns:a="http://schemas.openxmlformats.org/drawingml/2006/main">
            <a:off x="8601075" y="4886325"/>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0" name="">
            <a:extLst xmlns:a="http://schemas.openxmlformats.org/drawingml/2006/main">
              <a:ext uri="{FF2B5EF4-FFF2-40B4-BE49-F238E27FC236}">
                <a16:creationId xmlns:a16="http://schemas.microsoft.com/office/drawing/2014/main" id="{C3A73AFD-66A8-4A7C-94F8-627A57E8A42C}"/>
              </a:ext>
            </a:extLst>
          </p:cNvPr>
          <p:cNvSpPr>
            <a:spLocks xmlns:a="http://schemas.openxmlformats.org/drawingml/2006/main" noGrp="1"/>
          </p:cNvSpPr>
          <p:nvPr/>
        </p:nvSpPr>
        <p:spPr>
          <a:xfrm xmlns:a="http://schemas.openxmlformats.org/drawingml/2006/main">
            <a:off x="8686800" y="4800600"/>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1" name="">
            <a:extLst xmlns:a="http://schemas.openxmlformats.org/drawingml/2006/main">
              <a:ext uri="{FF2B5EF4-FFF2-40B4-BE49-F238E27FC236}">
                <a16:creationId xmlns:a16="http://schemas.microsoft.com/office/drawing/2014/main" id="{868A4BC7-060E-4542-810E-E85CFF8F3E87}"/>
              </a:ext>
            </a:extLst>
          </p:cNvPr>
          <p:cNvSpPr>
            <a:spLocks xmlns:a="http://schemas.openxmlformats.org/drawingml/2006/main" noGrp="1"/>
          </p:cNvSpPr>
          <p:nvPr/>
        </p:nvSpPr>
        <p:spPr>
          <a:xfrm xmlns:a="http://schemas.openxmlformats.org/drawingml/2006/main">
            <a:off x="8686800" y="4886325"/>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2" name="">
            <a:extLst xmlns:a="http://schemas.openxmlformats.org/drawingml/2006/main">
              <a:ext uri="{FF2B5EF4-FFF2-40B4-BE49-F238E27FC236}">
                <a16:creationId xmlns:a16="http://schemas.microsoft.com/office/drawing/2014/main" id="{56221A5B-28F0-4837-9119-E9520DC32A48}"/>
              </a:ext>
            </a:extLst>
          </p:cNvPr>
          <p:cNvSpPr>
            <a:spLocks xmlns:a="http://schemas.openxmlformats.org/drawingml/2006/main" noGrp="1"/>
          </p:cNvSpPr>
          <p:nvPr/>
        </p:nvSpPr>
        <p:spPr>
          <a:xfrm xmlns:a="http://schemas.openxmlformats.org/drawingml/2006/main">
            <a:off x="8772525" y="4800600"/>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3" name="">
            <a:extLst xmlns:a="http://schemas.openxmlformats.org/drawingml/2006/main">
              <a:ext uri="{FF2B5EF4-FFF2-40B4-BE49-F238E27FC236}">
                <a16:creationId xmlns:a16="http://schemas.microsoft.com/office/drawing/2014/main" id="{0BA94D24-E23C-4410-9F01-30D5B74BC537}"/>
              </a:ext>
            </a:extLst>
          </p:cNvPr>
          <p:cNvSpPr>
            <a:spLocks xmlns:a="http://schemas.openxmlformats.org/drawingml/2006/main" noGrp="1"/>
          </p:cNvSpPr>
          <p:nvPr/>
        </p:nvSpPr>
        <p:spPr>
          <a:xfrm xmlns:a="http://schemas.openxmlformats.org/drawingml/2006/main">
            <a:off x="8772525" y="4886325"/>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4" name="">
            <a:extLst xmlns:a="http://schemas.openxmlformats.org/drawingml/2006/main">
              <a:ext uri="{FF2B5EF4-FFF2-40B4-BE49-F238E27FC236}">
                <a16:creationId xmlns:a16="http://schemas.microsoft.com/office/drawing/2014/main" id="{4CFF0FCE-D856-448E-9DDA-069315B188F0}"/>
              </a:ext>
            </a:extLst>
          </p:cNvPr>
          <p:cNvSpPr>
            <a:spLocks xmlns:a="http://schemas.openxmlformats.org/drawingml/2006/main" noGrp="1"/>
          </p:cNvSpPr>
          <p:nvPr/>
        </p:nvSpPr>
        <p:spPr>
          <a:xfrm xmlns:a="http://schemas.openxmlformats.org/drawingml/2006/main">
            <a:off x="8858250" y="4800600"/>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5" name="">
            <a:extLst xmlns:a="http://schemas.openxmlformats.org/drawingml/2006/main">
              <a:ext uri="{FF2B5EF4-FFF2-40B4-BE49-F238E27FC236}">
                <a16:creationId xmlns:a16="http://schemas.microsoft.com/office/drawing/2014/main" id="{03507512-4D3A-4FA6-ACC4-E81E337810B5}"/>
              </a:ext>
            </a:extLst>
          </p:cNvPr>
          <p:cNvSpPr>
            <a:spLocks xmlns:a="http://schemas.openxmlformats.org/drawingml/2006/main" noGrp="1"/>
          </p:cNvSpPr>
          <p:nvPr/>
        </p:nvSpPr>
        <p:spPr>
          <a:xfrm xmlns:a="http://schemas.openxmlformats.org/drawingml/2006/main">
            <a:off x="8858250" y="4886325"/>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6" name="">
            <a:extLst xmlns:a="http://schemas.openxmlformats.org/drawingml/2006/main">
              <a:ext uri="{FF2B5EF4-FFF2-40B4-BE49-F238E27FC236}">
                <a16:creationId xmlns:a16="http://schemas.microsoft.com/office/drawing/2014/main" id="{B765A698-089D-4A35-8283-9C3187C28989}"/>
              </a:ext>
            </a:extLst>
          </p:cNvPr>
          <p:cNvSpPr>
            <a:spLocks xmlns:a="http://schemas.openxmlformats.org/drawingml/2006/main" noGrp="1"/>
          </p:cNvSpPr>
          <p:nvPr/>
        </p:nvSpPr>
        <p:spPr>
          <a:xfrm xmlns:a="http://schemas.openxmlformats.org/drawingml/2006/main">
            <a:off x="8515350" y="33909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Bahnschrift"/>
                <a:ea typeface="Bahnschrift"/>
                <a:cs typeface="Bahnschrift"/>
              </a:defRPr>
            </a:pPr>
            <a:r>
              <a:rPr sz="3450" b="1">
                <a:solidFill>
                  <a:srgbClr val="1D4C82"/>
                </a:solidFill>
                <a:latin typeface="Bahnschrift"/>
                <a:ea typeface="Bahnschrift"/>
                <a:cs typeface="Bahnschrift"/>
              </a:rPr>
              <a:t>06</a:t>
            </a:r>
          </a:p>
        </p:txBody>
      </p:sp>
      <p:sp>
        <p:nvSpPr>
          <p:cNvPr id="147" name="">
            <a:extLst xmlns:a="http://schemas.openxmlformats.org/drawingml/2006/main">
              <a:ext uri="{FF2B5EF4-FFF2-40B4-BE49-F238E27FC236}">
                <a16:creationId xmlns:a16="http://schemas.microsoft.com/office/drawing/2014/main" id="{D84F91A3-4D1A-465A-9F5F-98C97E69215E}"/>
              </a:ext>
            </a:extLst>
          </p:cNvPr>
          <p:cNvSpPr>
            <a:spLocks xmlns:a="http://schemas.openxmlformats.org/drawingml/2006/main" noGrp="1"/>
          </p:cNvSpPr>
          <p:nvPr/>
        </p:nvSpPr>
        <p:spPr>
          <a:xfrm xmlns:a="http://schemas.openxmlformats.org/drawingml/2006/main">
            <a:off x="8515350" y="39624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成果与价值</a:t>
            </a:r>
          </a:p>
        </p:txBody>
      </p:sp>
      <p:sp>
        <p:nvSpPr>
          <p:cNvPr id="148" name="">
            <a:extLst xmlns:a="http://schemas.openxmlformats.org/drawingml/2006/main">
              <a:ext uri="{FF2B5EF4-FFF2-40B4-BE49-F238E27FC236}">
                <a16:creationId xmlns:a16="http://schemas.microsoft.com/office/drawing/2014/main" id="{027C2B65-8B89-4D75-95C2-2EE34490CF3D}"/>
              </a:ext>
            </a:extLst>
          </p:cNvPr>
          <p:cNvSpPr>
            <a:spLocks xmlns:a="http://schemas.openxmlformats.org/drawingml/2006/main" noGrp="1"/>
          </p:cNvSpPr>
          <p:nvPr/>
        </p:nvSpPr>
        <p:spPr>
          <a:xfrm xmlns:a="http://schemas.openxmlformats.org/drawingml/2006/main">
            <a:off x="8515350" y="4381500"/>
            <a:ext cx="4953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49" name="">
            <a:extLst xmlns:a="http://schemas.openxmlformats.org/drawingml/2006/main">
              <a:ext uri="{FF2B5EF4-FFF2-40B4-BE49-F238E27FC236}">
                <a16:creationId xmlns:a16="http://schemas.microsoft.com/office/drawing/2014/main" id="{409FDE0F-42CB-4A0E-A666-5507921C3687}"/>
              </a:ext>
            </a:extLst>
          </p:cNvPr>
          <p:cNvSpPr>
            <a:spLocks xmlns:a="http://schemas.openxmlformats.org/drawingml/2006/main" noGrp="1"/>
          </p:cNvSpPr>
          <p:nvPr/>
        </p:nvSpPr>
        <p:spPr>
          <a:xfrm xmlns:a="http://schemas.openxmlformats.org/drawingml/2006/main">
            <a:off x="8515350" y="45148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成果沉淀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目标客户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市场测算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三阶段演进</a:t>
            </a:r>
          </a:p>
        </p:txBody>
      </p:sp>
      <p:sp>
        <p:nvSpPr>
          <p:cNvPr id="150" name="">
            <a:extLst xmlns:a="http://schemas.openxmlformats.org/drawingml/2006/main">
              <a:ext uri="{FF2B5EF4-FFF2-40B4-BE49-F238E27FC236}">
                <a16:creationId xmlns:a16="http://schemas.microsoft.com/office/drawing/2014/main" id="{1B75298F-5DD2-431B-AAA8-71AD72821087}"/>
              </a:ext>
            </a:extLst>
          </p:cNvPr>
          <p:cNvSpPr>
            <a:spLocks xmlns:a="http://schemas.openxmlformats.org/drawingml/2006/main" noGrp="1"/>
          </p:cNvSpPr>
          <p:nvPr/>
        </p:nvSpPr>
        <p:spPr>
          <a:xfrm xmlns:a="http://schemas.openxmlformats.org/drawingml/2006/main">
            <a:off x="571500" y="5600700"/>
            <a:ext cx="2667000" cy="590550"/>
          </a:xfrm>
          <a:prstGeom xmlns:a="http://schemas.openxmlformats.org/drawingml/2006/main" prst="roundRect">
            <a:avLst>
              <a:gd name="adj" fmla="val 1612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51" name="">
            <a:extLst xmlns:a="http://schemas.openxmlformats.org/drawingml/2006/main">
              <a:ext uri="{FF2B5EF4-FFF2-40B4-BE49-F238E27FC236}">
                <a16:creationId xmlns:a16="http://schemas.microsoft.com/office/drawing/2014/main" id="{ACB8F225-232A-485D-987A-70C1591DC28B}"/>
              </a:ext>
            </a:extLst>
          </p:cNvPr>
          <p:cNvSpPr>
            <a:spLocks xmlns:a="http://schemas.openxmlformats.org/drawingml/2006/main" noGrp="1"/>
          </p:cNvSpPr>
          <p:nvPr/>
        </p:nvSpPr>
        <p:spPr>
          <a:xfrm xmlns:a="http://schemas.openxmlformats.org/drawingml/2006/main">
            <a:off x="571500" y="5600700"/>
            <a:ext cx="2667000" cy="2857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52" name="">
            <a:extLst xmlns:a="http://schemas.openxmlformats.org/drawingml/2006/main">
              <a:ext uri="{FF2B5EF4-FFF2-40B4-BE49-F238E27FC236}">
                <a16:creationId xmlns:a16="http://schemas.microsoft.com/office/drawing/2014/main" id="{4F72C5F7-B6A2-435B-83C7-0767595B5FDB}"/>
              </a:ext>
            </a:extLst>
          </p:cNvPr>
          <p:cNvSpPr>
            <a:spLocks xmlns:a="http://schemas.openxmlformats.org/drawingml/2006/main" noGrp="1"/>
          </p:cNvSpPr>
          <p:nvPr/>
        </p:nvSpPr>
        <p:spPr>
          <a:xfrm xmlns:a="http://schemas.openxmlformats.org/drawingml/2006/main">
            <a:off x="723900" y="56769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18</a:t>
            </a:r>
          </a:p>
        </p:txBody>
      </p:sp>
      <p:sp>
        <p:nvSpPr>
          <p:cNvPr id="153" name="">
            <a:extLst xmlns:a="http://schemas.openxmlformats.org/drawingml/2006/main">
              <a:ext uri="{FF2B5EF4-FFF2-40B4-BE49-F238E27FC236}">
                <a16:creationId xmlns:a16="http://schemas.microsoft.com/office/drawing/2014/main" id="{323D2D3D-046E-42EC-A0BC-6CCAE2305976}"/>
              </a:ext>
            </a:extLst>
          </p:cNvPr>
          <p:cNvSpPr>
            <a:spLocks xmlns:a="http://schemas.openxmlformats.org/drawingml/2006/main" noGrp="1"/>
          </p:cNvSpPr>
          <p:nvPr/>
        </p:nvSpPr>
        <p:spPr>
          <a:xfrm xmlns:a="http://schemas.openxmlformats.org/drawingml/2006/main">
            <a:off x="723900" y="5943600"/>
            <a:ext cx="24003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条启用规则 </a:t>
            </a:r>
            <a:r>
              <a:rPr sz="863" b="0">
                <a:solidFill>
                  <a:srgbClr val="9FC2E8"/>
                </a:solidFill>
                <a:latin typeface="微软雅黑"/>
                <a:ea typeface="微软雅黑"/>
                <a:cs typeface="微软雅黑"/>
              </a:rPr>
              <a:t>/ 5 </a:t>
            </a:r>
            <a:r>
              <a:rPr sz="863" b="0">
                <a:solidFill>
                  <a:srgbClr val="9FC2E8"/>
                </a:solidFill>
                <a:latin typeface="微软雅黑"/>
                <a:ea typeface="微软雅黑"/>
                <a:cs typeface="微软雅黑"/>
              </a:rPr>
              <a:t>个场景</a:t>
            </a:r>
          </a:p>
        </p:txBody>
      </p:sp>
      <p:sp>
        <p:nvSpPr>
          <p:cNvPr id="154" name="">
            <a:extLst xmlns:a="http://schemas.openxmlformats.org/drawingml/2006/main">
              <a:ext uri="{FF2B5EF4-FFF2-40B4-BE49-F238E27FC236}">
                <a16:creationId xmlns:a16="http://schemas.microsoft.com/office/drawing/2014/main" id="{09F68C1C-C07A-447F-BD19-CF08D31C7DEE}"/>
              </a:ext>
            </a:extLst>
          </p:cNvPr>
          <p:cNvSpPr>
            <a:spLocks xmlns:a="http://schemas.openxmlformats.org/drawingml/2006/main" noGrp="1"/>
          </p:cNvSpPr>
          <p:nvPr/>
        </p:nvSpPr>
        <p:spPr>
          <a:xfrm xmlns:a="http://schemas.openxmlformats.org/drawingml/2006/main">
            <a:off x="3390900" y="5600700"/>
            <a:ext cx="2667000" cy="590550"/>
          </a:xfrm>
          <a:prstGeom xmlns:a="http://schemas.openxmlformats.org/drawingml/2006/main" prst="roundRect">
            <a:avLst>
              <a:gd name="adj" fmla="val 1612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55" name="">
            <a:extLst xmlns:a="http://schemas.openxmlformats.org/drawingml/2006/main">
              <a:ext uri="{FF2B5EF4-FFF2-40B4-BE49-F238E27FC236}">
                <a16:creationId xmlns:a16="http://schemas.microsoft.com/office/drawing/2014/main" id="{9EEF4DE2-09B9-4303-80D6-B5BA595C66BF}"/>
              </a:ext>
            </a:extLst>
          </p:cNvPr>
          <p:cNvSpPr>
            <a:spLocks xmlns:a="http://schemas.openxmlformats.org/drawingml/2006/main" noGrp="1"/>
          </p:cNvSpPr>
          <p:nvPr/>
        </p:nvSpPr>
        <p:spPr>
          <a:xfrm xmlns:a="http://schemas.openxmlformats.org/drawingml/2006/main">
            <a:off x="3390900" y="5600700"/>
            <a:ext cx="266700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56" name="">
            <a:extLst xmlns:a="http://schemas.openxmlformats.org/drawingml/2006/main">
              <a:ext uri="{FF2B5EF4-FFF2-40B4-BE49-F238E27FC236}">
                <a16:creationId xmlns:a16="http://schemas.microsoft.com/office/drawing/2014/main" id="{1088F72F-666D-417C-8B32-B80F9157D88F}"/>
              </a:ext>
            </a:extLst>
          </p:cNvPr>
          <p:cNvSpPr>
            <a:spLocks xmlns:a="http://schemas.openxmlformats.org/drawingml/2006/main" noGrp="1"/>
          </p:cNvSpPr>
          <p:nvPr/>
        </p:nvSpPr>
        <p:spPr>
          <a:xfrm xmlns:a="http://schemas.openxmlformats.org/drawingml/2006/main">
            <a:off x="3543300" y="56769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75</a:t>
            </a:r>
          </a:p>
        </p:txBody>
      </p:sp>
      <p:sp>
        <p:nvSpPr>
          <p:cNvPr id="157" name="">
            <a:extLst xmlns:a="http://schemas.openxmlformats.org/drawingml/2006/main">
              <a:ext uri="{FF2B5EF4-FFF2-40B4-BE49-F238E27FC236}">
                <a16:creationId xmlns:a16="http://schemas.microsoft.com/office/drawing/2014/main" id="{A483722D-2261-4683-A04E-4ED09F286A9F}"/>
              </a:ext>
            </a:extLst>
          </p:cNvPr>
          <p:cNvSpPr>
            <a:spLocks xmlns:a="http://schemas.openxmlformats.org/drawingml/2006/main" noGrp="1"/>
          </p:cNvSpPr>
          <p:nvPr/>
        </p:nvSpPr>
        <p:spPr>
          <a:xfrm xmlns:a="http://schemas.openxmlformats.org/drawingml/2006/main">
            <a:off x="3543300" y="5943600"/>
            <a:ext cx="24003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个在线接口</a:t>
            </a:r>
          </a:p>
        </p:txBody>
      </p:sp>
      <p:sp>
        <p:nvSpPr>
          <p:cNvPr id="158" name="">
            <a:extLst xmlns:a="http://schemas.openxmlformats.org/drawingml/2006/main">
              <a:ext uri="{FF2B5EF4-FFF2-40B4-BE49-F238E27FC236}">
                <a16:creationId xmlns:a16="http://schemas.microsoft.com/office/drawing/2014/main" id="{069DB684-190F-492D-9E28-386F97D83CB7}"/>
              </a:ext>
            </a:extLst>
          </p:cNvPr>
          <p:cNvSpPr>
            <a:spLocks xmlns:a="http://schemas.openxmlformats.org/drawingml/2006/main" noGrp="1"/>
          </p:cNvSpPr>
          <p:nvPr/>
        </p:nvSpPr>
        <p:spPr>
          <a:xfrm xmlns:a="http://schemas.openxmlformats.org/drawingml/2006/main">
            <a:off x="6210300" y="5600700"/>
            <a:ext cx="2667000" cy="590550"/>
          </a:xfrm>
          <a:prstGeom xmlns:a="http://schemas.openxmlformats.org/drawingml/2006/main" prst="roundRect">
            <a:avLst>
              <a:gd name="adj" fmla="val 1612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59" name="">
            <a:extLst xmlns:a="http://schemas.openxmlformats.org/drawingml/2006/main">
              <a:ext uri="{FF2B5EF4-FFF2-40B4-BE49-F238E27FC236}">
                <a16:creationId xmlns:a16="http://schemas.microsoft.com/office/drawing/2014/main" id="{F9A5C28F-58C4-4D3D-8A99-6F78A1FF8241}"/>
              </a:ext>
            </a:extLst>
          </p:cNvPr>
          <p:cNvSpPr>
            <a:spLocks xmlns:a="http://schemas.openxmlformats.org/drawingml/2006/main" noGrp="1"/>
          </p:cNvSpPr>
          <p:nvPr/>
        </p:nvSpPr>
        <p:spPr>
          <a:xfrm xmlns:a="http://schemas.openxmlformats.org/drawingml/2006/main">
            <a:off x="6210300" y="5600700"/>
            <a:ext cx="2667000" cy="2857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60" name="">
            <a:extLst xmlns:a="http://schemas.openxmlformats.org/drawingml/2006/main">
              <a:ext uri="{FF2B5EF4-FFF2-40B4-BE49-F238E27FC236}">
                <a16:creationId xmlns:a16="http://schemas.microsoft.com/office/drawing/2014/main" id="{0C44AABD-86BE-4AEC-9B3D-625D27FBA0DE}"/>
              </a:ext>
            </a:extLst>
          </p:cNvPr>
          <p:cNvSpPr>
            <a:spLocks xmlns:a="http://schemas.openxmlformats.org/drawingml/2006/main" noGrp="1"/>
          </p:cNvSpPr>
          <p:nvPr/>
        </p:nvSpPr>
        <p:spPr>
          <a:xfrm xmlns:a="http://schemas.openxmlformats.org/drawingml/2006/main">
            <a:off x="6362700" y="56769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53</a:t>
            </a:r>
          </a:p>
        </p:txBody>
      </p:sp>
      <p:sp>
        <p:nvSpPr>
          <p:cNvPr id="161" name="">
            <a:extLst xmlns:a="http://schemas.openxmlformats.org/drawingml/2006/main">
              <a:ext uri="{FF2B5EF4-FFF2-40B4-BE49-F238E27FC236}">
                <a16:creationId xmlns:a16="http://schemas.microsoft.com/office/drawing/2014/main" id="{2A9B450A-F457-48FD-9D93-F34415F61B19}"/>
              </a:ext>
            </a:extLst>
          </p:cNvPr>
          <p:cNvSpPr>
            <a:spLocks xmlns:a="http://schemas.openxmlformats.org/drawingml/2006/main" noGrp="1"/>
          </p:cNvSpPr>
          <p:nvPr/>
        </p:nvSpPr>
        <p:spPr>
          <a:xfrm xmlns:a="http://schemas.openxmlformats.org/drawingml/2006/main">
            <a:off x="6362700" y="5943600"/>
            <a:ext cx="24003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张数据库表 </a:t>
            </a:r>
            <a:r>
              <a:rPr sz="863" b="0">
                <a:solidFill>
                  <a:srgbClr val="9FC2E8"/>
                </a:solidFill>
                <a:latin typeface="微软雅黑"/>
                <a:ea typeface="微软雅黑"/>
                <a:cs typeface="微软雅黑"/>
              </a:rPr>
              <a:t>/ 7 </a:t>
            </a:r>
            <a:r>
              <a:rPr sz="863" b="0">
                <a:solidFill>
                  <a:srgbClr val="9FC2E8"/>
                </a:solidFill>
                <a:latin typeface="微软雅黑"/>
                <a:ea typeface="微软雅黑"/>
                <a:cs typeface="微软雅黑"/>
              </a:rPr>
              <a:t>组</a:t>
            </a:r>
          </a:p>
        </p:txBody>
      </p:sp>
      <p:sp>
        <p:nvSpPr>
          <p:cNvPr id="162" name="">
            <a:extLst xmlns:a="http://schemas.openxmlformats.org/drawingml/2006/main">
              <a:ext uri="{FF2B5EF4-FFF2-40B4-BE49-F238E27FC236}">
                <a16:creationId xmlns:a16="http://schemas.microsoft.com/office/drawing/2014/main" id="{0A37D48A-213F-4D53-8C01-8CD060EE7C6F}"/>
              </a:ext>
            </a:extLst>
          </p:cNvPr>
          <p:cNvSpPr>
            <a:spLocks xmlns:a="http://schemas.openxmlformats.org/drawingml/2006/main" noGrp="1"/>
          </p:cNvSpPr>
          <p:nvPr/>
        </p:nvSpPr>
        <p:spPr>
          <a:xfrm xmlns:a="http://schemas.openxmlformats.org/drawingml/2006/main">
            <a:off x="9029700" y="5600700"/>
            <a:ext cx="2667000" cy="590550"/>
          </a:xfrm>
          <a:prstGeom xmlns:a="http://schemas.openxmlformats.org/drawingml/2006/main" prst="roundRect">
            <a:avLst>
              <a:gd name="adj" fmla="val 1612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63" name="">
            <a:extLst xmlns:a="http://schemas.openxmlformats.org/drawingml/2006/main">
              <a:ext uri="{FF2B5EF4-FFF2-40B4-BE49-F238E27FC236}">
                <a16:creationId xmlns:a16="http://schemas.microsoft.com/office/drawing/2014/main" id="{2FBCCB31-3F5B-479A-95C1-0959DA81B121}"/>
              </a:ext>
            </a:extLst>
          </p:cNvPr>
          <p:cNvSpPr>
            <a:spLocks xmlns:a="http://schemas.openxmlformats.org/drawingml/2006/main" noGrp="1"/>
          </p:cNvSpPr>
          <p:nvPr/>
        </p:nvSpPr>
        <p:spPr>
          <a:xfrm xmlns:a="http://schemas.openxmlformats.org/drawingml/2006/main">
            <a:off x="9029700" y="5600700"/>
            <a:ext cx="266700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64" name="">
            <a:extLst xmlns:a="http://schemas.openxmlformats.org/drawingml/2006/main">
              <a:ext uri="{FF2B5EF4-FFF2-40B4-BE49-F238E27FC236}">
                <a16:creationId xmlns:a16="http://schemas.microsoft.com/office/drawing/2014/main" id="{965CC621-B3FA-488A-9321-265BE3DBF078}"/>
              </a:ext>
            </a:extLst>
          </p:cNvPr>
          <p:cNvSpPr>
            <a:spLocks xmlns:a="http://schemas.openxmlformats.org/drawingml/2006/main" noGrp="1"/>
          </p:cNvSpPr>
          <p:nvPr/>
        </p:nvSpPr>
        <p:spPr>
          <a:xfrm xmlns:a="http://schemas.openxmlformats.org/drawingml/2006/main">
            <a:off x="9182100" y="56769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200</a:t>
            </a:r>
          </a:p>
        </p:txBody>
      </p:sp>
      <p:sp>
        <p:nvSpPr>
          <p:cNvPr id="165" name="">
            <a:extLst xmlns:a="http://schemas.openxmlformats.org/drawingml/2006/main">
              <a:ext uri="{FF2B5EF4-FFF2-40B4-BE49-F238E27FC236}">
                <a16:creationId xmlns:a16="http://schemas.microsoft.com/office/drawing/2014/main" id="{C3287AB1-8650-4F4D-B595-8EFC1711C07E}"/>
              </a:ext>
            </a:extLst>
          </p:cNvPr>
          <p:cNvSpPr>
            <a:spLocks xmlns:a="http://schemas.openxmlformats.org/drawingml/2006/main" noGrp="1"/>
          </p:cNvSpPr>
          <p:nvPr/>
        </p:nvSpPr>
        <p:spPr>
          <a:xfrm xmlns:a="http://schemas.openxmlformats.org/drawingml/2006/main">
            <a:off x="9182100" y="5943600"/>
            <a:ext cx="24003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次重复执行结论一致</a:t>
            </a:r>
          </a:p>
        </p:txBody>
      </p:sp>
      <p:sp>
        <p:nvSpPr>
          <p:cNvPr id="166" name="">
            <a:extLst xmlns:a="http://schemas.openxmlformats.org/drawingml/2006/main">
              <a:ext uri="{FF2B5EF4-FFF2-40B4-BE49-F238E27FC236}">
                <a16:creationId xmlns:a16="http://schemas.microsoft.com/office/drawing/2014/main" id="{50DE3EA2-4737-46EF-8D86-2FAAAAEB6E60}"/>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67" name="">
            <a:extLst xmlns:a="http://schemas.openxmlformats.org/drawingml/2006/main">
              <a:ext uri="{FF2B5EF4-FFF2-40B4-BE49-F238E27FC236}">
                <a16:creationId xmlns:a16="http://schemas.microsoft.com/office/drawing/2014/main" id="{057912E8-BB61-492E-BE25-CBA02FF0F7FF}"/>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68" name="">
            <a:extLst xmlns:a="http://schemas.openxmlformats.org/drawingml/2006/main">
              <a:ext uri="{FF2B5EF4-FFF2-40B4-BE49-F238E27FC236}">
                <a16:creationId xmlns:a16="http://schemas.microsoft.com/office/drawing/2014/main" id="{3B9ED7E3-7378-442F-BD70-328B64481454}"/>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69" name="">
            <a:extLst xmlns:a="http://schemas.openxmlformats.org/drawingml/2006/main">
              <a:ext uri="{FF2B5EF4-FFF2-40B4-BE49-F238E27FC236}">
                <a16:creationId xmlns:a16="http://schemas.microsoft.com/office/drawing/2014/main" id="{8D3B0BE9-B9B9-4E29-8394-F8606CB67555}"/>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70" name="">
            <a:extLst xmlns:a="http://schemas.openxmlformats.org/drawingml/2006/main">
              <a:ext uri="{FF2B5EF4-FFF2-40B4-BE49-F238E27FC236}">
                <a16:creationId xmlns:a16="http://schemas.microsoft.com/office/drawing/2014/main" id="{CA0E30D1-96FD-4F09-A483-80290089CFA7}"/>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71" name="">
            <a:extLst xmlns:a="http://schemas.openxmlformats.org/drawingml/2006/main">
              <a:ext uri="{FF2B5EF4-FFF2-40B4-BE49-F238E27FC236}">
                <a16:creationId xmlns:a16="http://schemas.microsoft.com/office/drawing/2014/main" id="{F96C2E9B-E1AB-471D-B0F8-060B065DAF99}"/>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72" name="">
            <a:extLst xmlns:a="http://schemas.openxmlformats.org/drawingml/2006/main">
              <a:ext uri="{FF2B5EF4-FFF2-40B4-BE49-F238E27FC236}">
                <a16:creationId xmlns:a16="http://schemas.microsoft.com/office/drawing/2014/main" id="{B3537B29-D62B-4099-98AE-C3215A59A343}"/>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73" name="">
            <a:extLst xmlns:a="http://schemas.openxmlformats.org/drawingml/2006/main">
              <a:ext uri="{FF2B5EF4-FFF2-40B4-BE49-F238E27FC236}">
                <a16:creationId xmlns:a16="http://schemas.microsoft.com/office/drawing/2014/main" id="{D070A6F1-8345-4608-B61D-F4246A58542D}"/>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02</a:t>
            </a:r>
          </a:p>
        </p:txBody>
      </p:sp>
    </p:spTree>
    <p:extLst>
      <p:ext uri="{BB962C8B-B14F-4D97-AF65-F5344CB8AC3E}">
        <p14:creationId xmlns:p14="http://schemas.microsoft.com/office/powerpoint/2010/main" val="863071891"/>
      </p:ext>
    </p:extLst>
  </p:cSld>
</p:sld>
</file>

<file path=ppt/slides/slide3.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cff6fd30bc35454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7405056-A826-47B7-A7E1-80DD57615FB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5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49545A9B-787A-41C6-8B4C-F72F43C55EE2}"/>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31C7F0">
                  <a:alpha val="20000"/>
                </a:srgbClr>
              </a:gs>
              <a:gs pos="45000">
                <a:srgbClr val="31C7F0">
                  <a:alpha val="8000"/>
                </a:srgbClr>
              </a:gs>
              <a:gs pos="100000">
                <a:srgbClr val="31C7F0">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F290C260-66DB-4FB7-90D2-3D64DCA2F545}"/>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2E86E8">
                  <a:alpha val="14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74A1328E-A159-4778-9BB0-6B67FDDC01FF}"/>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5C33B"/>
              </a:gs>
              <a:gs pos="52000">
                <a:srgbClr val="31C7F0"/>
              </a:gs>
              <a:gs pos="100000">
                <a:srgbClr val="31C7F0">
                  <a:alpha val="0"/>
                </a:srgbClr>
              </a:gs>
            </a:gsLst>
            <a:lin ang="5400000"/>
          </a:gra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AEA001FF-8E1E-4A39-9705-5FB8916CDC0D}"/>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DC056DBB-0599-4343-B3AD-5F20D3C00982}"/>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8" name="">
            <a:extLst xmlns:a="http://schemas.openxmlformats.org/drawingml/2006/main">
              <a:ext uri="{FF2B5EF4-FFF2-40B4-BE49-F238E27FC236}">
                <a16:creationId xmlns:a16="http://schemas.microsoft.com/office/drawing/2014/main" id="{87B7891B-A037-4429-A3CF-397DC6A9C46C}"/>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9" name="">
            <a:extLst xmlns:a="http://schemas.openxmlformats.org/drawingml/2006/main">
              <a:ext uri="{FF2B5EF4-FFF2-40B4-BE49-F238E27FC236}">
                <a16:creationId xmlns:a16="http://schemas.microsoft.com/office/drawing/2014/main" id="{9E664956-24BD-4DE9-BB35-FD6B80C429E4}"/>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7CFA8695-D4F8-4063-876F-78A0EFB9CB4C}"/>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40AC368D-6815-4623-8B30-F9DF550B7E9F}"/>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8F416600-A84E-408C-AAC4-80D810C3BEE0}"/>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69A45E95-9035-4A60-B7CD-5586218F3952}"/>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094D3D02-174B-46E6-B83E-BFB95EF47745}"/>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A76A7652-7761-42F3-9447-1FAE1EEC1D13}"/>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B6C12F59-8610-44A3-A766-22A567F33034}"/>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C219F9A7-6482-475F-A7E4-7B53F12841A8}"/>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201D5414-B737-4F9F-B95C-69F3F0E7A968}"/>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B7788DF6-10DA-4306-9997-39161D260FEA}"/>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7DA2CD95-A05F-418A-97E3-54886E52DDD0}"/>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6351E941-EFF1-46A0-A9A5-91FABA38F44E}"/>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DDE7D2F5-3EC5-4604-8AA3-D915C8A7AD4E}"/>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FADA61EA-0E67-4E2D-A038-589F538F9EC5}"/>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02A68521-BDAC-45F1-9290-36EBDDA4BAA6}"/>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33951"/>
              </a:gs>
              <a:gs pos="62000">
                <a:srgbClr val="08203C"/>
              </a:gs>
              <a:gs pos="100000">
                <a:srgbClr val="06192F"/>
              </a:gs>
            </a:gsLst>
            <a:lin ang="8100000"/>
          </a:gradFill>
          <a:ln xmlns:a="http://schemas.openxmlformats.org/drawingml/2006/main" w="11430">
            <a:solidFill>
              <a:srgbClr val="31C7F0">
                <a:alpha val="45000"/>
              </a:srgbClr>
            </a:solidFill>
            <a:prstDash val="solid"/>
          </a:ln>
        </p:spPr>
      </p:sp>
      <p:sp>
        <p:nvSpPr>
          <p:cNvPr id="25" name="">
            <a:extLst xmlns:a="http://schemas.openxmlformats.org/drawingml/2006/main">
              <a:ext uri="{FF2B5EF4-FFF2-40B4-BE49-F238E27FC236}">
                <a16:creationId xmlns:a16="http://schemas.microsoft.com/office/drawing/2014/main" id="{6CBBF67A-FD75-4AAB-9037-F9FDB3D085D4}"/>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33F63"/>
              </a:gs>
              <a:gs pos="100000">
                <a:srgbClr val="071E3A"/>
              </a:gs>
            </a:gsLst>
            <a:lin ang="8100000"/>
          </a:gradFill>
          <a:ln xmlns:a="http://schemas.openxmlformats.org/drawingml/2006/main" w="9525">
            <a:solidFill>
              <a:srgbClr val="31C7F0">
                <a:alpha val="28000"/>
              </a:srgbClr>
            </a:solidFill>
            <a:prstDash val="solid"/>
          </a:ln>
        </p:spPr>
      </p:sp>
      <p:sp>
        <p:nvSpPr>
          <p:cNvPr id="26" name="">
            <a:extLst xmlns:a="http://schemas.openxmlformats.org/drawingml/2006/main">
              <a:ext uri="{FF2B5EF4-FFF2-40B4-BE49-F238E27FC236}">
                <a16:creationId xmlns:a16="http://schemas.microsoft.com/office/drawing/2014/main" id="{53686A9F-131D-40FB-9323-EEE371B502BB}"/>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2A6BAE">
                <a:alpha val="55000"/>
              </a:srgbClr>
            </a:fgClr>
            <a:bgClr>
              <a:srgbClr val="08203C"/>
            </a:bgClr>
          </a:patt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D8F18933-7D41-4EC6-93F2-6E6FC16E59E8}"/>
              </a:ext>
            </a:extLst>
          </p:cNvPr>
          <p:cNvSpPr>
            <a:spLocks xmlns:a="http://schemas.openxmlformats.org/drawingml/2006/main" noGrp="1"/>
          </p:cNvSpPr>
          <p:nvPr/>
        </p:nvSpPr>
        <p:spPr>
          <a:xfrm xmlns:a="http://schemas.openxmlformats.org/drawingml/2006/main">
            <a:off x="7391400" y="1809750"/>
            <a:ext cx="723900" cy="651510"/>
          </a:xfrm>
          <a:prstGeom xmlns:a="http://schemas.openxmlformats.org/drawingml/2006/main" prst="hexagon">
            <a:avLst/>
          </a:prstGeom>
          <a:noFill xmlns:a="http://schemas.openxmlformats.org/drawingml/2006/main"/>
          <a:ln xmlns:a="http://schemas.openxmlformats.org/drawingml/2006/main">
            <a:solidFill>
              <a:srgbClr val="31C7F0">
                <a:alpha val="30000"/>
              </a:srgbClr>
            </a:solidFill>
            <a:prstDash val="solid"/>
          </a:ln>
        </p:spPr>
      </p:sp>
      <p:sp>
        <p:nvSpPr>
          <p:cNvPr id="28" name="">
            <a:extLst xmlns:a="http://schemas.openxmlformats.org/drawingml/2006/main">
              <a:ext uri="{FF2B5EF4-FFF2-40B4-BE49-F238E27FC236}">
                <a16:creationId xmlns:a16="http://schemas.microsoft.com/office/drawing/2014/main" id="{53D20E08-6AD0-4988-B8D0-CA3F911FC9FB}"/>
              </a:ext>
            </a:extLst>
          </p:cNvPr>
          <p:cNvSpPr>
            <a:spLocks xmlns:a="http://schemas.openxmlformats.org/drawingml/2006/main" noGrp="1"/>
          </p:cNvSpPr>
          <p:nvPr/>
        </p:nvSpPr>
        <p:spPr>
          <a:xfrm xmlns:a="http://schemas.openxmlformats.org/drawingml/2006/main">
            <a:off x="8147304" y="2012442"/>
            <a:ext cx="723900" cy="651510"/>
          </a:xfrm>
          <a:prstGeom xmlns:a="http://schemas.openxmlformats.org/drawingml/2006/main" prst="hexagon">
            <a:avLst/>
          </a:prstGeom>
          <a:noFill xmlns:a="http://schemas.openxmlformats.org/drawingml/2006/main"/>
          <a:ln xmlns:a="http://schemas.openxmlformats.org/drawingml/2006/main">
            <a:solidFill>
              <a:srgbClr val="31C7F0">
                <a:alpha val="30000"/>
              </a:srgbClr>
            </a:solidFill>
            <a:prstDash val="solid"/>
          </a:ln>
        </p:spPr>
      </p:sp>
      <p:sp>
        <p:nvSpPr>
          <p:cNvPr id="29" name="">
            <a:extLst xmlns:a="http://schemas.openxmlformats.org/drawingml/2006/main">
              <a:ext uri="{FF2B5EF4-FFF2-40B4-BE49-F238E27FC236}">
                <a16:creationId xmlns:a16="http://schemas.microsoft.com/office/drawing/2014/main" id="{F346EF28-F70F-488B-BB23-6C7DDD0D8772}"/>
              </a:ext>
            </a:extLst>
          </p:cNvPr>
          <p:cNvSpPr>
            <a:spLocks xmlns:a="http://schemas.openxmlformats.org/drawingml/2006/main" noGrp="1"/>
          </p:cNvSpPr>
          <p:nvPr/>
        </p:nvSpPr>
        <p:spPr>
          <a:xfrm xmlns:a="http://schemas.openxmlformats.org/drawingml/2006/main">
            <a:off x="8903208" y="1809750"/>
            <a:ext cx="723900" cy="651510"/>
          </a:xfrm>
          <a:prstGeom xmlns:a="http://schemas.openxmlformats.org/drawingml/2006/main" prst="hexagon">
            <a:avLst/>
          </a:prstGeom>
          <a:noFill xmlns:a="http://schemas.openxmlformats.org/drawingml/2006/main"/>
          <a:ln xmlns:a="http://schemas.openxmlformats.org/drawingml/2006/main">
            <a:solidFill>
              <a:srgbClr val="31C7F0">
                <a:alpha val="30000"/>
              </a:srgbClr>
            </a:solidFill>
            <a:prstDash val="solid"/>
          </a:ln>
        </p:spPr>
      </p:sp>
      <p:sp>
        <p:nvSpPr>
          <p:cNvPr id="30" name="">
            <a:extLst xmlns:a="http://schemas.openxmlformats.org/drawingml/2006/main">
              <a:ext uri="{FF2B5EF4-FFF2-40B4-BE49-F238E27FC236}">
                <a16:creationId xmlns:a16="http://schemas.microsoft.com/office/drawing/2014/main" id="{8C38EAB6-08E6-407A-8677-D5DD892CACA9}"/>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31C7F0">
                      <a:alpha val="75000"/>
                    </a:srgbClr>
                  </a:solidFill>
                  <a:prstDash val="solid"/>
                </a:ln>
                <a:solidFill>
                  <a:srgbClr val="0B2C56"/>
                </a:solidFill>
                <a:latin typeface="Bahnschrift SemiBold"/>
                <a:ea typeface="Bahnschrift SemiBold"/>
                <a:cs typeface="Bahnschrift SemiBold"/>
              </a:defRPr>
            </a:pPr>
            <a:r>
              <a:rPr sz="9900" b="1">
                <a:ln w="14288">
                  <a:solidFill>
                    <a:srgbClr val="31C7F0">
                      <a:alpha val="75000"/>
                    </a:srgbClr>
                  </a:solidFill>
                  <a:prstDash val="solid"/>
                </a:ln>
                <a:solidFill>
                  <a:srgbClr val="0B2C56"/>
                </a:solidFill>
                <a:latin typeface="Bahnschrift SemiBold"/>
                <a:ea typeface="Bahnschrift SemiBold"/>
                <a:cs typeface="Bahnschrift SemiBold"/>
              </a:rPr>
              <a:t>01</a:t>
            </a:r>
          </a:p>
        </p:txBody>
      </p:sp>
      <p:sp>
        <p:nvSpPr>
          <p:cNvPr id="31" name="">
            <a:extLst xmlns:a="http://schemas.openxmlformats.org/drawingml/2006/main">
              <a:ext uri="{FF2B5EF4-FFF2-40B4-BE49-F238E27FC236}">
                <a16:creationId xmlns:a16="http://schemas.microsoft.com/office/drawing/2014/main" id="{8395EEC8-643F-4922-B288-70E0CF68DEFB}"/>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31C7F0"/>
              </a:gs>
              <a:gs pos="100000">
                <a:srgbClr val="31C7F0">
                  <a:alpha val="0"/>
                </a:srgbClr>
              </a:gs>
            </a:gsLst>
            <a:lin ang="0"/>
          </a:gra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C338198F-98DB-48AF-9D2C-88BD173F2322}"/>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31C7F0">
                <a:alpha val="24000"/>
              </a:srgbClr>
            </a:fgClr>
            <a:bgClr>
              <a:srgbClr val="08203C"/>
            </a:bgClr>
          </a:patt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C78B415C-1854-4278-BECE-D158B95D91D1}"/>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A4821D34-F94E-495E-92DE-E312397D850D}"/>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61AC8FA9-3F87-4433-A105-FEF8B51B2519}"/>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A969A519-AD91-4916-978A-D2E98ECB5922}"/>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28EDB8BE-F021-497A-8844-AC4DAB223F09}"/>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2009A868-A76A-404D-AF73-5625BF0BBE59}"/>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6415C3B9-E472-4391-85B1-9304043549A6}"/>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DEEB766D-CE9F-4C71-BB17-4056819E7DDC}"/>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91C608B4-67C5-4380-B9C7-0A00043928C0}"/>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5B22657B-55A0-4701-BF5F-2AE618625ABA}"/>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655EAF7D-291E-48E0-B940-8B01F037483B}"/>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ACA5EFB-F49D-4F88-B5E5-982BE27EFFCC}"/>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720DE848-24F5-47C7-832B-AAE980041568}"/>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09848828-3B35-44D4-817D-7258539D82BF}"/>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11010D8A-DE83-498B-B8CF-21AC3075DBA5}"/>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04A611A5-E63D-48DB-ACD6-2954F4AD79BC}"/>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11E5D046-B2EE-4D39-BD4D-5177BCAE35EC}"/>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530AC80C-60F1-4999-8268-EF234881CDF8}"/>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0717AE12-6329-4F1D-9D96-EE8577F4F0FF}"/>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9DEFB6D0-6159-4599-AD46-6A155680AE3C}"/>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9C2C4D9B-D619-4E2B-9E66-FD03F2811DA8}"/>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EE6A1BDB-EA46-409B-B785-E8AB30B97144}"/>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FE138079-64BB-40CC-B100-D04E211EEB6D}"/>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7ED68653-3EED-424C-949A-C555B6080040}"/>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35E4A3DB-AAF7-4685-B7BA-7EBE4540C036}"/>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9BDB84A8-FB77-4C68-AC46-898FECF1A3D9}"/>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FA9C7C5E-1E06-4DAB-BC7E-B388AC3745DA}"/>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97B0BFDD-588C-4D69-B2D8-D0AD7983C8C5}"/>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88BA4C3D-840A-4F19-BCD7-A91FA3EC6023}"/>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31C7F0">
              <a:alpha val="28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EC22C828-623E-4332-8828-F038FC47A43A}"/>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31C7F0">
              <a:alpha val="14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FEEC092B-243C-40A6-92E6-9AABC7D69E53}"/>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123A63"/>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D607BBBE-B2C3-493B-994C-AEB8787311A8}"/>
              </a:ext>
            </a:extLst>
          </p:cNvPr>
          <p:cNvSpPr>
            <a:spLocks xmlns:a="http://schemas.openxmlformats.org/drawingml/2006/main" noGrp="1"/>
          </p:cNvSpPr>
          <p:nvPr/>
        </p:nvSpPr>
        <p:spPr>
          <a:xfrm xmlns:a="http://schemas.openxmlformats.org/drawingml/2006/main">
            <a:off x="7353300" y="4895850"/>
            <a:ext cx="571500" cy="571500"/>
          </a:xfrm>
          <a:prstGeom xmlns:a="http://schemas.openxmlformats.org/drawingml/2006/main" prst="ellipse">
            <a:avLst/>
          </a:prstGeom>
          <a:gradFill xmlns:a="http://schemas.openxmlformats.org/drawingml/2006/main">
            <a:gsLst>
              <a:gs pos="0">
                <a:srgbClr val="31C7F0">
                  <a:alpha val="30000"/>
                </a:srgbClr>
              </a:gs>
              <a:gs pos="45000">
                <a:srgbClr val="31C7F0">
                  <a:alpha val="12000"/>
                </a:srgbClr>
              </a:gs>
              <a:gs pos="100000">
                <a:srgbClr val="31C7F0">
                  <a:alpha val="0"/>
                </a:srgbClr>
              </a:gs>
            </a:gsLst>
            <a:path path="shape"/>
          </a:gra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873058FE-4269-495A-8FC2-362765C524AA}"/>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31C7F0"/>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0520DAA0-A4CC-4118-9DBC-DF2FD96D4A2B}"/>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背景</a:t>
            </a:r>
          </a:p>
        </p:txBody>
      </p:sp>
      <p:sp>
        <p:nvSpPr>
          <p:cNvPr id="67" name="">
            <a:extLst xmlns:a="http://schemas.openxmlformats.org/drawingml/2006/main">
              <a:ext uri="{FF2B5EF4-FFF2-40B4-BE49-F238E27FC236}">
                <a16:creationId xmlns:a16="http://schemas.microsoft.com/office/drawing/2014/main" id="{F71FA36A-E0A3-4DC3-9F8F-E099DA8F41F5}"/>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50A0EDFE-AB6D-4E38-B33D-7DF64854F032}"/>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方案</a:t>
            </a:r>
          </a:p>
        </p:txBody>
      </p:sp>
      <p:sp>
        <p:nvSpPr>
          <p:cNvPr id="69" name="">
            <a:extLst xmlns:a="http://schemas.openxmlformats.org/drawingml/2006/main">
              <a:ext uri="{FF2B5EF4-FFF2-40B4-BE49-F238E27FC236}">
                <a16:creationId xmlns:a16="http://schemas.microsoft.com/office/drawing/2014/main" id="{2E17D86D-32DE-4B6D-B29E-9BD14A16968A}"/>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FC1BCAF4-B90F-4E4A-93B3-68185C029101}"/>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算法</a:t>
            </a:r>
          </a:p>
        </p:txBody>
      </p:sp>
      <p:sp>
        <p:nvSpPr>
          <p:cNvPr id="71" name="">
            <a:extLst xmlns:a="http://schemas.openxmlformats.org/drawingml/2006/main">
              <a:ext uri="{FF2B5EF4-FFF2-40B4-BE49-F238E27FC236}">
                <a16:creationId xmlns:a16="http://schemas.microsoft.com/office/drawing/2014/main" id="{09F29378-545F-4477-B4D3-6D93812100C4}"/>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6C1D8FAB-40EC-49E8-81ED-33F950180A8C}"/>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系统</a:t>
            </a:r>
          </a:p>
        </p:txBody>
      </p:sp>
      <p:sp>
        <p:nvSpPr>
          <p:cNvPr id="73" name="">
            <a:extLst xmlns:a="http://schemas.openxmlformats.org/drawingml/2006/main">
              <a:ext uri="{FF2B5EF4-FFF2-40B4-BE49-F238E27FC236}">
                <a16:creationId xmlns:a16="http://schemas.microsoft.com/office/drawing/2014/main" id="{A696D9F2-0116-4374-8924-A4F8ABDBC4B0}"/>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A48B0C7C-E2D4-494D-94EA-07A9D647F805}"/>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验证</a:t>
            </a:r>
          </a:p>
        </p:txBody>
      </p:sp>
      <p:sp>
        <p:nvSpPr>
          <p:cNvPr id="75" name="">
            <a:extLst xmlns:a="http://schemas.openxmlformats.org/drawingml/2006/main">
              <a:ext uri="{FF2B5EF4-FFF2-40B4-BE49-F238E27FC236}">
                <a16:creationId xmlns:a16="http://schemas.microsoft.com/office/drawing/2014/main" id="{6322444B-A6DA-443F-944A-F7A323B8E411}"/>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62395310-32A1-42F1-A8D7-C101FA3C34B0}"/>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价值</a:t>
            </a:r>
          </a:p>
        </p:txBody>
      </p:sp>
      <p:sp>
        <p:nvSpPr>
          <p:cNvPr id="77" name="">
            <a:extLst xmlns:a="http://schemas.openxmlformats.org/drawingml/2006/main">
              <a:ext uri="{FF2B5EF4-FFF2-40B4-BE49-F238E27FC236}">
                <a16:creationId xmlns:a16="http://schemas.microsoft.com/office/drawing/2014/main" id="{6495B754-7E9F-4B45-B954-EFBADC7522A0}"/>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E2E565C0-B5C5-4A88-B9F2-DD23C4D641DE}"/>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9FC2E8"/>
                </a:solidFill>
                <a:latin typeface="微软雅黑"/>
                <a:ea typeface="微软雅黑"/>
                <a:cs typeface="微软雅黑"/>
              </a:defRPr>
            </a:pPr>
            <a:r>
              <a:rPr sz="938" b="0" spc="1">
                <a:solidFill>
                  <a:srgbClr val="9FC2E8"/>
                </a:solidFill>
                <a:latin typeface="微软雅黑"/>
                <a:ea typeface="微软雅黑"/>
                <a:cs typeface="微软雅黑"/>
              </a:rPr>
              <a:t>答辩结构 </a:t>
            </a:r>
            <a:r>
              <a:rPr sz="938" b="0" spc="1">
                <a:solidFill>
                  <a:srgbClr val="9FC2E8"/>
                </a:solidFill>
                <a:latin typeface="微软雅黑"/>
                <a:ea typeface="微软雅黑"/>
                <a:cs typeface="微软雅黑"/>
              </a:rPr>
              <a:t>· </a:t>
            </a:r>
            <a:r>
              <a:rPr sz="938" b="0" spc="1">
                <a:solidFill>
                  <a:srgbClr val="9FC2E8"/>
                </a:solidFill>
                <a:latin typeface="微软雅黑"/>
                <a:ea typeface="微软雅黑"/>
                <a:cs typeface="微软雅黑"/>
              </a:rPr>
              <a:t>六章推进</a:t>
            </a:r>
          </a:p>
        </p:txBody>
      </p:sp>
      <p:sp>
        <p:nvSpPr>
          <p:cNvPr id="79" name="">
            <a:extLst xmlns:a="http://schemas.openxmlformats.org/drawingml/2006/main">
              <a:ext uri="{FF2B5EF4-FFF2-40B4-BE49-F238E27FC236}">
                <a16:creationId xmlns:a16="http://schemas.microsoft.com/office/drawing/2014/main" id="{393D2131-8341-46C1-A6A8-995C96098140}"/>
              </a:ext>
            </a:extLst>
          </p:cNvPr>
          <p:cNvSpPr>
            <a:spLocks xmlns:a="http://schemas.openxmlformats.org/drawingml/2006/main" noGrp="1"/>
          </p:cNvSpPr>
          <p:nvPr/>
        </p:nvSpPr>
        <p:spPr>
          <a:xfrm xmlns:a="http://schemas.openxmlformats.org/drawingml/2006/main">
            <a:off x="7067550" y="1257300"/>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706470EB-D855-4B84-A45E-5FB28A426C45}"/>
              </a:ext>
            </a:extLst>
          </p:cNvPr>
          <p:cNvSpPr>
            <a:spLocks xmlns:a="http://schemas.openxmlformats.org/drawingml/2006/main" noGrp="1"/>
          </p:cNvSpPr>
          <p:nvPr/>
        </p:nvSpPr>
        <p:spPr>
          <a:xfrm xmlns:a="http://schemas.openxmlformats.org/drawingml/2006/main">
            <a:off x="7067550" y="125730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615194F1-DE13-4D16-9DCF-518B6A73E3F6}"/>
              </a:ext>
            </a:extLst>
          </p:cNvPr>
          <p:cNvSpPr>
            <a:spLocks xmlns:a="http://schemas.openxmlformats.org/drawingml/2006/main" noGrp="1"/>
          </p:cNvSpPr>
          <p:nvPr/>
        </p:nvSpPr>
        <p:spPr>
          <a:xfrm xmlns:a="http://schemas.openxmlformats.org/drawingml/2006/main">
            <a:off x="11125200" y="5538978"/>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AE97EA2B-ADDF-4CAA-9A0C-2E8316568037}"/>
              </a:ext>
            </a:extLst>
          </p:cNvPr>
          <p:cNvSpPr>
            <a:spLocks xmlns:a="http://schemas.openxmlformats.org/drawingml/2006/main" noGrp="1"/>
          </p:cNvSpPr>
          <p:nvPr/>
        </p:nvSpPr>
        <p:spPr>
          <a:xfrm xmlns:a="http://schemas.openxmlformats.org/drawingml/2006/main">
            <a:off x="11349228" y="531495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450F478C-07A6-4445-870E-EE1738F1917E}"/>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7A9CC4"/>
                </a:solidFill>
                <a:latin typeface="Bahnschrift SemiBold"/>
                <a:ea typeface="Bahnschrift SemiBold"/>
                <a:cs typeface="Bahnschrift SemiBold"/>
              </a:rPr>
              <a:t>SECTION </a:t>
            </a:r>
            <a:r>
              <a:rPr sz="975" b="1" spc="3">
                <a:solidFill>
                  <a:srgbClr val="F5C33B"/>
                </a:solidFill>
                <a:latin typeface="Bahnschrift SemiBold"/>
                <a:ea typeface="Bahnschrift SemiBold"/>
                <a:cs typeface="Bahnschrift SemiBold"/>
              </a:rPr>
              <a:t>01</a:t>
            </a:r>
            <a:r>
              <a:rPr sz="975" spc="3">
                <a:solidFill>
                  <a:srgbClr val="7A9CC4"/>
                </a:solidFill>
                <a:latin typeface="Bahnschrift SemiBold"/>
                <a:ea typeface="Bahnschrift SemiBold"/>
                <a:cs typeface="Bahnschrift SemiBold"/>
              </a:rPr>
              <a:t> / 06</a:t>
            </a:r>
          </a:p>
        </p:txBody>
      </p:sp>
      <p:sp>
        <p:nvSpPr>
          <p:cNvPr id="84" name="">
            <a:extLst xmlns:a="http://schemas.openxmlformats.org/drawingml/2006/main">
              <a:ext uri="{FF2B5EF4-FFF2-40B4-BE49-F238E27FC236}">
                <a16:creationId xmlns:a16="http://schemas.microsoft.com/office/drawing/2014/main" id="{88B8765F-F02C-4D42-AB84-6DDF976717EC}"/>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31C7F0"/>
              </a:gs>
              <a:gs pos="100000">
                <a:srgbClr val="31C7F0">
                  <a:alpha val="0"/>
                </a:srgbClr>
              </a:gs>
            </a:gsLst>
            <a:lin ang="0"/>
          </a:gra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9E6ECA62-53BA-47CC-B26A-04925FE80D72}"/>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项目背景</a:t>
            </a:r>
          </a:p>
        </p:txBody>
      </p:sp>
      <p:sp>
        <p:nvSpPr>
          <p:cNvPr id="86" name="">
            <a:extLst xmlns:a="http://schemas.openxmlformats.org/drawingml/2006/main">
              <a:ext uri="{FF2B5EF4-FFF2-40B4-BE49-F238E27FC236}">
                <a16:creationId xmlns:a16="http://schemas.microsoft.com/office/drawing/2014/main" id="{A72A873D-38F1-42E6-ACC9-E6B811DD35A8}"/>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31C7F0"/>
                </a:solidFill>
                <a:latin typeface="Bahnschrift"/>
                <a:ea typeface="Bahnschrift"/>
                <a:cs typeface="Bahnschrift"/>
              </a:defRPr>
            </a:pPr>
            <a:r>
              <a:rPr sz="1013" b="0" spc="3">
                <a:solidFill>
                  <a:srgbClr val="31C7F0"/>
                </a:solidFill>
                <a:latin typeface="Bahnschrift"/>
                <a:ea typeface="Bahnschrift"/>
                <a:cs typeface="Bahnschrift"/>
              </a:rPr>
              <a:t>BACKGROUND · WHY INDUSTRIAL TRAINING</a:t>
            </a:r>
          </a:p>
        </p:txBody>
      </p:sp>
      <p:sp>
        <p:nvSpPr>
          <p:cNvPr id="87" name="">
            <a:extLst xmlns:a="http://schemas.openxmlformats.org/drawingml/2006/main">
              <a:ext uri="{FF2B5EF4-FFF2-40B4-BE49-F238E27FC236}">
                <a16:creationId xmlns:a16="http://schemas.microsoft.com/office/drawing/2014/main" id="{1EEADB40-C078-4DE4-B89D-ACDE09F02832}"/>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BBF63C77-F247-4E3D-9A33-9DFF8A6540CB}"/>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从变电运维的隐性成本出发，说明「为什么要做工业智训」</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用标准原文、成本科目与真实报告案例建立实证基础</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把行业现象收敛为三条可治理的价值缺口</a:t>
            </a:r>
          </a:p>
        </p:txBody>
      </p:sp>
      <p:sp>
        <p:nvSpPr>
          <p:cNvPr id="89" name="">
            <a:extLst xmlns:a="http://schemas.openxmlformats.org/drawingml/2006/main">
              <a:ext uri="{FF2B5EF4-FFF2-40B4-BE49-F238E27FC236}">
                <a16:creationId xmlns:a16="http://schemas.microsoft.com/office/drawing/2014/main" id="{780920EE-33E4-4821-8BE5-6888BE49455C}"/>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31C7F0">
                <a:alpha val="50000"/>
              </a:srgbClr>
            </a:solidFill>
            <a:prstDash val="solid"/>
          </a:ln>
        </p:spPr>
      </p:sp>
      <p:sp>
        <p:nvSpPr>
          <p:cNvPr id="90" name="">
            <a:extLst xmlns:a="http://schemas.openxmlformats.org/drawingml/2006/main">
              <a:ext uri="{FF2B5EF4-FFF2-40B4-BE49-F238E27FC236}">
                <a16:creationId xmlns:a16="http://schemas.microsoft.com/office/drawing/2014/main" id="{C369EBD9-E800-43AB-9335-C16A5F5F3784}"/>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B42B0643-AE59-45D4-8AA0-727951F8B569}"/>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2" name="">
            <a:extLst xmlns:a="http://schemas.openxmlformats.org/drawingml/2006/main">
              <a:ext uri="{FF2B5EF4-FFF2-40B4-BE49-F238E27FC236}">
                <a16:creationId xmlns:a16="http://schemas.microsoft.com/office/drawing/2014/main" id="{B8BFA36C-DF3F-4325-8F71-3F5D0C68B3B3}"/>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国家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行业标准原文依据</a:t>
            </a:r>
          </a:p>
        </p:txBody>
      </p:sp>
      <p:sp>
        <p:nvSpPr>
          <p:cNvPr id="93" name="">
            <a:extLst xmlns:a="http://schemas.openxmlformats.org/drawingml/2006/main">
              <a:ext uri="{FF2B5EF4-FFF2-40B4-BE49-F238E27FC236}">
                <a16:creationId xmlns:a16="http://schemas.microsoft.com/office/drawing/2014/main" id="{BF22B05D-9178-440D-9C00-8CEF72AC628D}"/>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31C7F0">
                <a:alpha val="50000"/>
              </a:srgbClr>
            </a:solidFill>
            <a:prstDash val="solid"/>
          </a:ln>
        </p:spPr>
      </p:sp>
      <p:sp>
        <p:nvSpPr>
          <p:cNvPr id="94" name="">
            <a:extLst xmlns:a="http://schemas.openxmlformats.org/drawingml/2006/main">
              <a:ext uri="{FF2B5EF4-FFF2-40B4-BE49-F238E27FC236}">
                <a16:creationId xmlns:a16="http://schemas.microsoft.com/office/drawing/2014/main" id="{5DA28C1C-4E0D-4EDE-B1F3-AEFADFF76FED}"/>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87F6EFC6-2074-4B56-9426-69FAB3AB18A7}"/>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6" name="">
            <a:extLst xmlns:a="http://schemas.openxmlformats.org/drawingml/2006/main">
              <a:ext uri="{FF2B5EF4-FFF2-40B4-BE49-F238E27FC236}">
                <a16:creationId xmlns:a16="http://schemas.microsoft.com/office/drawing/2014/main" id="{7C3426B4-58EF-483E-AB4D-A7D16E4B6E32}"/>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本培训成本账</a:t>
            </a:r>
          </a:p>
        </p:txBody>
      </p:sp>
      <p:sp>
        <p:nvSpPr>
          <p:cNvPr id="97" name="">
            <a:extLst xmlns:a="http://schemas.openxmlformats.org/drawingml/2006/main">
              <a:ext uri="{FF2B5EF4-FFF2-40B4-BE49-F238E27FC236}">
                <a16:creationId xmlns:a16="http://schemas.microsoft.com/office/drawing/2014/main" id="{8EA5ADFA-676A-469F-B2F0-2526D3EA920E}"/>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31C7F0">
                <a:alpha val="50000"/>
              </a:srgbClr>
            </a:solidFill>
            <a:prstDash val="solid"/>
          </a:ln>
        </p:spPr>
      </p:sp>
      <p:sp>
        <p:nvSpPr>
          <p:cNvPr id="98" name="">
            <a:extLst xmlns:a="http://schemas.openxmlformats.org/drawingml/2006/main">
              <a:ext uri="{FF2B5EF4-FFF2-40B4-BE49-F238E27FC236}">
                <a16:creationId xmlns:a16="http://schemas.microsoft.com/office/drawing/2014/main" id="{A4FDFED8-F8E3-4E6C-BB18-C135AA3C4638}"/>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1924C20F-1BD6-48E7-BB1E-A68358877DAE}"/>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0" name="">
            <a:extLst xmlns:a="http://schemas.openxmlformats.org/drawingml/2006/main">
              <a:ext uri="{FF2B5EF4-FFF2-40B4-BE49-F238E27FC236}">
                <a16:creationId xmlns:a16="http://schemas.microsoft.com/office/drawing/2014/main" id="{F77E77AB-40EA-4A57-B608-87502906BB81}"/>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条可治理价值缺口</a:t>
            </a:r>
          </a:p>
        </p:txBody>
      </p:sp>
      <p:sp>
        <p:nvSpPr>
          <p:cNvPr id="101" name="">
            <a:extLst xmlns:a="http://schemas.openxmlformats.org/drawingml/2006/main">
              <a:ext uri="{FF2B5EF4-FFF2-40B4-BE49-F238E27FC236}">
                <a16:creationId xmlns:a16="http://schemas.microsoft.com/office/drawing/2014/main" id="{7ECCFDA3-DE47-4EEF-9867-CE7498E96137}"/>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31C7F0"/>
              </a:gs>
              <a:gs pos="100000">
                <a:srgbClr val="31C7F0">
                  <a:alpha val="0"/>
                </a:srgbClr>
              </a:gs>
            </a:gsLst>
            <a:lin ang="0"/>
          </a:gra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F2965C25-F469-4738-AD25-A6570AC1E8B9}"/>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31C7F0">
              <a:alpha val="60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980C40E5-70CE-4AF7-9D97-595CA4BE63D7}"/>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31C7F0">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93E467D8-15DC-4393-8738-AAB70170A6CA}"/>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31C7F0">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2078531051"/>
      </p:ext>
    </p:extLst>
  </p:cSld>
</p:sld>
</file>

<file path=ppt/slides/slide4.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9b0a56dc04214b7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99DDCAF-AC03-4C59-BCB0-87EFB66AC0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68BA34BF-53B4-4D28-BC10-13C0EEFB498A}"/>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1C7F0">
                  <a:alpha val="15000"/>
                </a:srgbClr>
              </a:gs>
              <a:gs pos="45000">
                <a:srgbClr val="31C7F0">
                  <a:alpha val="6000"/>
                </a:srgbClr>
              </a:gs>
              <a:gs pos="100000">
                <a:srgbClr val="31C7F0">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E7381F5E-0B46-4F8F-9F41-B7E9385BCC73}"/>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0D1DE11F-D2DB-487E-A128-8FCDC44FA9A5}"/>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pattFill xmlns:a="http://schemas.openxmlformats.org/drawingml/2006/main" prst="dotGrid">
            <a:fgClr>
              <a:srgbClr val="2A6BAE">
                <a:alpha val="50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C6DBFE6B-8114-4E4B-A784-EC0C079A154B}"/>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noFill xmlns:a="http://schemas.openxmlformats.org/drawingml/2006/main"/>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7C61C51D-0E82-468C-817E-14E5BCD5D8FF}"/>
              </a:ext>
            </a:extLst>
          </p:cNvPr>
          <p:cNvSpPr>
            <a:spLocks xmlns:a="http://schemas.openxmlformats.org/drawingml/2006/main" noGrp="1"/>
          </p:cNvSpPr>
          <p:nvPr/>
        </p:nvSpPr>
        <p:spPr>
          <a:xfrm xmlns:a="http://schemas.openxmlformats.org/drawingml/2006/main">
            <a:off x="9601200" y="914400"/>
            <a:ext cx="590550" cy="2857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992D678D-03B7-402A-A370-E204EC222AAD}"/>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B9FD1E67-6CC5-44A4-85CC-1947100BBEF9}"/>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6A5D1E70-91FF-4099-9BE6-996DEC201816}"/>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5BF3B26F-6724-4997-9B08-3E94F61337D2}"/>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CF6C14FB-3E1E-4F40-BAC0-AE2513DAD923}"/>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BACAB255-05D0-428B-AC41-D17D9ED4CC55}"/>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EF2F2A41-8D11-48DD-BBB4-468F51B6299F}"/>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C8D2E2FC-58D5-4127-A95B-A1F3C3842ED3}"/>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EFDD1B9B-2BDE-441A-AD57-F0CD25D7FC7A}"/>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70F44707-AF7A-44BE-B6E8-7C5A4FA78BCD}"/>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1F2FF3D8-D8D1-4D58-B3D3-942300D828F6}"/>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0B3E23B9-F379-45EB-91B0-A7E5A51DA255}"/>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17C6546B-F68F-441C-A4F5-64B1B30AC3A9}"/>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1" name="">
            <a:extLst xmlns:a="http://schemas.openxmlformats.org/drawingml/2006/main">
              <a:ext uri="{FF2B5EF4-FFF2-40B4-BE49-F238E27FC236}">
                <a16:creationId xmlns:a16="http://schemas.microsoft.com/office/drawing/2014/main" id="{187AA0F9-9D09-47E9-B43E-2ADDCB6F4C29}"/>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2" name="">
            <a:extLst xmlns:a="http://schemas.openxmlformats.org/drawingml/2006/main">
              <a:ext uri="{FF2B5EF4-FFF2-40B4-BE49-F238E27FC236}">
                <a16:creationId xmlns:a16="http://schemas.microsoft.com/office/drawing/2014/main" id="{8DAD466B-035F-4BC8-9B0F-4A2615F5DB87}"/>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8C6CDD9D-F231-4B0B-91AF-90030FDC8446}"/>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15BE1004-A09D-4143-8F86-AAF25B49725E}"/>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78540F49-F8D2-48A4-B779-1C0733FC8836}"/>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76733075-EE36-4F7F-A1AF-041734CE8317}"/>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C79BA572-3A77-44C2-B8FE-0669B22390BC}"/>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5E3B1F46-CE7C-4508-8006-3A84F2DD503E}"/>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94F0732C-F443-4784-AC5B-425DEF0EB822}"/>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04586792-2352-466E-AD75-FDD78DA9DD80}"/>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51218F46-F5AB-4014-AEAA-68AFF0825700}"/>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7812808D-8930-48D0-8E07-A2B24F4818D9}"/>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2D728B3D-6D45-45BB-896C-E0DDE8CADD82}"/>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68743244-07F8-4F7F-94AE-58D86E9F08EA}"/>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52AEE8BA-8764-4464-A418-39FFBB12C4F9}"/>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CA892548-70F4-4EF3-B517-5B111D384206}"/>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D29B4D1A-FBE3-440E-A1BA-704AF9D1CF47}"/>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F5A69566-8AA0-4FF9-885E-CC92AECBE98C}"/>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086F1E0B-A168-4780-878B-7E317556A432}"/>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1C7F0"/>
              </a:gs>
              <a:gs pos="100000">
                <a:srgbClr val="31C7F0">
                  <a:alpha val="0"/>
                </a:srgbClr>
              </a:gs>
            </a:gsLst>
            <a:lin ang="540000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AD7CA709-4AF3-416B-9292-2E34CC0889D1}"/>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1C7F0">
                  <a:alpha val="45000"/>
                </a:srgbClr>
              </a:gs>
              <a:gs pos="100000">
                <a:srgbClr val="31C7F0">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01E31FD0-BFE9-4193-99F6-3C6DB96A2B2D}"/>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2" name="">
            <a:extLst xmlns:a="http://schemas.openxmlformats.org/drawingml/2006/main">
              <a:ext uri="{FF2B5EF4-FFF2-40B4-BE49-F238E27FC236}">
                <a16:creationId xmlns:a16="http://schemas.microsoft.com/office/drawing/2014/main" id="{D23AA21F-445C-47EF-90E7-6FF8D4C35A9A}"/>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1C7F0"/>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116BB67E-0F39-484E-8C87-9DBDEDFD69AA}"/>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4C6EC850-A864-4C20-B672-F143B9B6BF68}"/>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1C7F0">
                  <a:alpha val="26000"/>
                </a:srgbClr>
              </a:gs>
              <a:gs pos="45000">
                <a:srgbClr val="31C7F0">
                  <a:alpha val="10000"/>
                </a:srgbClr>
              </a:gs>
              <a:gs pos="100000">
                <a:srgbClr val="31C7F0">
                  <a:alpha val="0"/>
                </a:srgbClr>
              </a:gs>
            </a:gsLst>
            <a:path path="shape"/>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689CD5F4-67A5-4072-AE99-10701BE1B9A7}"/>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1C7F0"/>
              </a:gs>
              <a:gs pos="100000">
                <a:srgbClr val="196478"/>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01</a:t>
            </a:r>
          </a:p>
        </p:txBody>
      </p:sp>
      <p:sp>
        <p:nvSpPr>
          <p:cNvPr id="46" name="">
            <a:extLst xmlns:a="http://schemas.openxmlformats.org/drawingml/2006/main">
              <a:ext uri="{FF2B5EF4-FFF2-40B4-BE49-F238E27FC236}">
                <a16:creationId xmlns:a16="http://schemas.microsoft.com/office/drawing/2014/main" id="{55D0D38C-BFCE-4AA9-B311-44FF2C00D506}"/>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项目背景</a:t>
            </a:r>
          </a:p>
        </p:txBody>
      </p:sp>
      <p:sp>
        <p:nvSpPr>
          <p:cNvPr id="47" name="">
            <a:extLst xmlns:a="http://schemas.openxmlformats.org/drawingml/2006/main">
              <a:ext uri="{FF2B5EF4-FFF2-40B4-BE49-F238E27FC236}">
                <a16:creationId xmlns:a16="http://schemas.microsoft.com/office/drawing/2014/main" id="{FA22820A-FAA9-45CE-8B95-852E515A29E1}"/>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31C7F0"/>
              </a:gs>
              <a:gs pos="100000">
                <a:srgbClr val="31C7F0">
                  <a:alpha val="2000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62F5003A-75D2-4C3E-8918-82CB3426ECE1}"/>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行业现状与标准依据</a:t>
            </a:r>
          </a:p>
        </p:txBody>
      </p:sp>
      <p:sp>
        <p:nvSpPr>
          <p:cNvPr id="49" name="">
            <a:extLst xmlns:a="http://schemas.openxmlformats.org/drawingml/2006/main">
              <a:ext uri="{FF2B5EF4-FFF2-40B4-BE49-F238E27FC236}">
                <a16:creationId xmlns:a16="http://schemas.microsoft.com/office/drawing/2014/main" id="{A39AE3A4-0BC8-4226-B6FB-F1C462D72C2C}"/>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31C7F0"/>
              </a:gs>
              <a:gs pos="100000">
                <a:srgbClr val="31C7F0">
                  <a:alpha val="0"/>
                </a:srgbClr>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01034757-096B-4FFB-8B8E-C0FCDE0A7574}"/>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5821C052-7277-44DB-84C0-27EE6DD68955}"/>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76F13473-2EF5-43C1-8D19-735E07FDD192}"/>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FE2B0416-56C2-4D59-A390-23C8ECCC3F5D}"/>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4" name="">
            <a:extLst xmlns:a="http://schemas.openxmlformats.org/drawingml/2006/main">
              <a:ext uri="{FF2B5EF4-FFF2-40B4-BE49-F238E27FC236}">
                <a16:creationId xmlns:a16="http://schemas.microsoft.com/office/drawing/2014/main" id="{68A203EB-B361-435B-A2F9-4EC008C8A29C}"/>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5" name="">
            <a:extLst xmlns:a="http://schemas.openxmlformats.org/drawingml/2006/main">
              <a:ext uri="{FF2B5EF4-FFF2-40B4-BE49-F238E27FC236}">
                <a16:creationId xmlns:a16="http://schemas.microsoft.com/office/drawing/2014/main" id="{4B07EF30-BAE8-492D-A7D6-63FD2C6F782B}"/>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1E843F46-7004-494E-B194-AB810202581C}"/>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7" name="">
            <a:extLst xmlns:a="http://schemas.openxmlformats.org/drawingml/2006/main">
              <a:ext uri="{FF2B5EF4-FFF2-40B4-BE49-F238E27FC236}">
                <a16:creationId xmlns:a16="http://schemas.microsoft.com/office/drawing/2014/main" id="{7200C3B0-76D3-4A26-8C9C-57B8CF6C88B9}"/>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0256499C-795C-4164-9156-30C3FA582DD1}"/>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E64D2B86-E1C2-45DE-85CB-85CC2EB59014}"/>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05D3E948-444B-4A33-8358-DCB162CBF9F1}"/>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12F5AD73-0DA7-4166-A925-A5629ABABAB3}"/>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44094FDE-65E3-4689-BC22-4C111BDFB87D}"/>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2DF8A3AF-B1E0-443A-87A2-FBA5845FD820}"/>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安全生产培训是监管刚性项，培训内容与判定阈值全部来自国家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行业标准，不能靠经验设定。</a:t>
            </a:r>
          </a:p>
        </p:txBody>
      </p:sp>
      <p:sp>
        <p:nvSpPr>
          <p:cNvPr id="64" name="">
            <a:extLst xmlns:a="http://schemas.openxmlformats.org/drawingml/2006/main">
              <a:ext uri="{FF2B5EF4-FFF2-40B4-BE49-F238E27FC236}">
                <a16:creationId xmlns:a16="http://schemas.microsoft.com/office/drawing/2014/main" id="{4752E361-31A6-478D-9B87-CEC82F3C99E5}"/>
              </a:ext>
            </a:extLst>
          </p:cNvPr>
          <p:cNvSpPr>
            <a:spLocks xmlns:a="http://schemas.openxmlformats.org/drawingml/2006/main" noGrp="1"/>
          </p:cNvSpPr>
          <p:nvPr/>
        </p:nvSpPr>
        <p:spPr>
          <a:xfrm xmlns:a="http://schemas.openxmlformats.org/drawingml/2006/main">
            <a:off x="285750" y="1333500"/>
            <a:ext cx="5715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一、判定阈值全部来自标准原文（已内置进系统，可改库调整）</a:t>
            </a:r>
          </a:p>
        </p:txBody>
      </p:sp>
      <p:sp>
        <p:nvSpPr>
          <p:cNvPr id="65" name="">
            <a:extLst xmlns:a="http://schemas.openxmlformats.org/drawingml/2006/main">
              <a:ext uri="{FF2B5EF4-FFF2-40B4-BE49-F238E27FC236}">
                <a16:creationId xmlns:a16="http://schemas.microsoft.com/office/drawing/2014/main" id="{536D17D9-B3BC-4E2B-AB5E-84F6F5926DE6}"/>
              </a:ext>
            </a:extLst>
          </p:cNvPr>
          <p:cNvSpPr>
            <a:spLocks xmlns:a="http://schemas.openxmlformats.org/drawingml/2006/main" noGrp="1"/>
          </p:cNvSpPr>
          <p:nvPr/>
        </p:nvSpPr>
        <p:spPr>
          <a:xfrm xmlns:a="http://schemas.openxmlformats.org/drawingml/2006/main">
            <a:off x="285750" y="1676400"/>
            <a:ext cx="5715000" cy="609600"/>
          </a:xfrm>
          <a:prstGeom xmlns:a="http://schemas.openxmlformats.org/drawingml/2006/main" prst="roundRect">
            <a:avLst>
              <a:gd name="adj" fmla="val 14063"/>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66" name="">
            <a:extLst xmlns:a="http://schemas.openxmlformats.org/drawingml/2006/main">
              <a:ext uri="{FF2B5EF4-FFF2-40B4-BE49-F238E27FC236}">
                <a16:creationId xmlns:a16="http://schemas.microsoft.com/office/drawing/2014/main" id="{634C7392-148D-4225-9948-8F44DB468386}"/>
              </a:ext>
            </a:extLst>
          </p:cNvPr>
          <p:cNvSpPr>
            <a:spLocks xmlns:a="http://schemas.openxmlformats.org/drawingml/2006/main" noGrp="1"/>
          </p:cNvSpPr>
          <p:nvPr/>
        </p:nvSpPr>
        <p:spPr>
          <a:xfrm xmlns:a="http://schemas.openxmlformats.org/drawingml/2006/main">
            <a:off x="285750" y="1676400"/>
            <a:ext cx="38100" cy="6096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C600AAD5-2D50-44E1-8533-F41D9D1F0920}"/>
              </a:ext>
            </a:extLst>
          </p:cNvPr>
          <p:cNvSpPr>
            <a:spLocks xmlns:a="http://schemas.openxmlformats.org/drawingml/2006/main" noGrp="1"/>
          </p:cNvSpPr>
          <p:nvPr/>
        </p:nvSpPr>
        <p:spPr>
          <a:xfrm xmlns:a="http://schemas.openxmlformats.org/drawingml/2006/main">
            <a:off x="438150" y="1752600"/>
            <a:ext cx="20002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5C33B"/>
                </a:solidFill>
                <a:latin typeface="Bahnschrift"/>
                <a:ea typeface="Bahnschrift"/>
                <a:cs typeface="Bahnschrift"/>
              </a:defRPr>
            </a:pPr>
            <a:r>
              <a:rPr sz="975" b="1">
                <a:solidFill>
                  <a:srgbClr val="F5C33B"/>
                </a:solidFill>
                <a:latin typeface="Bahnschrift"/>
                <a:ea typeface="Bahnschrift"/>
                <a:cs typeface="Bahnschrift"/>
              </a:rPr>
              <a:t>GBZ 2.1</a:t>
            </a:r>
          </a:p>
        </p:txBody>
      </p:sp>
      <p:sp>
        <p:nvSpPr>
          <p:cNvPr id="68" name="">
            <a:extLst xmlns:a="http://schemas.openxmlformats.org/drawingml/2006/main">
              <a:ext uri="{FF2B5EF4-FFF2-40B4-BE49-F238E27FC236}">
                <a16:creationId xmlns:a16="http://schemas.microsoft.com/office/drawing/2014/main" id="{AF4AD570-207B-4899-9D16-39D788D29B66}"/>
              </a:ext>
            </a:extLst>
          </p:cNvPr>
          <p:cNvSpPr>
            <a:spLocks xmlns:a="http://schemas.openxmlformats.org/drawingml/2006/main" noGrp="1"/>
          </p:cNvSpPr>
          <p:nvPr/>
        </p:nvSpPr>
        <p:spPr>
          <a:xfrm xmlns:a="http://schemas.openxmlformats.org/drawingml/2006/main">
            <a:off x="438150" y="198120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《工作场所有害因素职业接触限值》</a:t>
            </a:r>
          </a:p>
        </p:txBody>
      </p:sp>
      <p:sp>
        <p:nvSpPr>
          <p:cNvPr id="69" name="">
            <a:extLst xmlns:a="http://schemas.openxmlformats.org/drawingml/2006/main">
              <a:ext uri="{FF2B5EF4-FFF2-40B4-BE49-F238E27FC236}">
                <a16:creationId xmlns:a16="http://schemas.microsoft.com/office/drawing/2014/main" id="{E16CEB02-FC4D-4743-AA7C-A9DAE3B4E370}"/>
              </a:ext>
            </a:extLst>
          </p:cNvPr>
          <p:cNvSpPr>
            <a:spLocks xmlns:a="http://schemas.openxmlformats.org/drawingml/2006/main" noGrp="1"/>
          </p:cNvSpPr>
          <p:nvPr/>
        </p:nvSpPr>
        <p:spPr>
          <a:xfrm xmlns:a="http://schemas.openxmlformats.org/drawingml/2006/main">
            <a:off x="3390900" y="1847850"/>
            <a:ext cx="25146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硫化氢 </a:t>
            </a:r>
            <a:r>
              <a:rPr sz="1013" b="1">
                <a:solidFill>
                  <a:srgbClr val="FFFFFF"/>
                </a:solidFill>
                <a:latin typeface="微软雅黑"/>
                <a:ea typeface="微软雅黑"/>
                <a:cs typeface="微软雅黑"/>
              </a:rPr>
              <a:t>10 ppm </a:t>
            </a:r>
            <a:r>
              <a:rPr sz="1013" b="1">
                <a:solidFill>
                  <a:srgbClr val="FFFFFF"/>
                </a:solidFill>
                <a:latin typeface="微软雅黑"/>
                <a:ea typeface="微软雅黑"/>
                <a:cs typeface="微软雅黑"/>
              </a:rPr>
              <a:t>｜ 一氧化碳 </a:t>
            </a:r>
            <a:r>
              <a:rPr sz="1013" b="1">
                <a:solidFill>
                  <a:srgbClr val="FFFFFF"/>
                </a:solidFill>
                <a:latin typeface="微软雅黑"/>
                <a:ea typeface="微软雅黑"/>
                <a:cs typeface="微软雅黑"/>
              </a:rPr>
              <a:t>30 ppm</a:t>
            </a:r>
          </a:p>
        </p:txBody>
      </p:sp>
      <p:sp>
        <p:nvSpPr>
          <p:cNvPr id="70" name="">
            <a:extLst xmlns:a="http://schemas.openxmlformats.org/drawingml/2006/main">
              <a:ext uri="{FF2B5EF4-FFF2-40B4-BE49-F238E27FC236}">
                <a16:creationId xmlns:a16="http://schemas.microsoft.com/office/drawing/2014/main" id="{8CC490AD-21BA-4CB1-9F35-1D9C7260D922}"/>
              </a:ext>
            </a:extLst>
          </p:cNvPr>
          <p:cNvSpPr>
            <a:spLocks xmlns:a="http://schemas.openxmlformats.org/drawingml/2006/main" noGrp="1"/>
          </p:cNvSpPr>
          <p:nvPr/>
        </p:nvSpPr>
        <p:spPr>
          <a:xfrm xmlns:a="http://schemas.openxmlformats.org/drawingml/2006/main">
            <a:off x="285750" y="2381250"/>
            <a:ext cx="5715000" cy="609600"/>
          </a:xfrm>
          <a:prstGeom xmlns:a="http://schemas.openxmlformats.org/drawingml/2006/main" prst="roundRect">
            <a:avLst>
              <a:gd name="adj" fmla="val 14063"/>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71" name="">
            <a:extLst xmlns:a="http://schemas.openxmlformats.org/drawingml/2006/main">
              <a:ext uri="{FF2B5EF4-FFF2-40B4-BE49-F238E27FC236}">
                <a16:creationId xmlns:a16="http://schemas.microsoft.com/office/drawing/2014/main" id="{70DFC006-E6BA-4A60-A1A6-0A23A5B65E26}"/>
              </a:ext>
            </a:extLst>
          </p:cNvPr>
          <p:cNvSpPr>
            <a:spLocks xmlns:a="http://schemas.openxmlformats.org/drawingml/2006/main" noGrp="1"/>
          </p:cNvSpPr>
          <p:nvPr/>
        </p:nvSpPr>
        <p:spPr>
          <a:xfrm xmlns:a="http://schemas.openxmlformats.org/drawingml/2006/main">
            <a:off x="285750" y="2381250"/>
            <a:ext cx="38100" cy="6096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CBCCCBC1-2805-4CD9-A2C1-B7C865F21F32}"/>
              </a:ext>
            </a:extLst>
          </p:cNvPr>
          <p:cNvSpPr>
            <a:spLocks xmlns:a="http://schemas.openxmlformats.org/drawingml/2006/main" noGrp="1"/>
          </p:cNvSpPr>
          <p:nvPr/>
        </p:nvSpPr>
        <p:spPr>
          <a:xfrm xmlns:a="http://schemas.openxmlformats.org/drawingml/2006/main">
            <a:off x="438150" y="2457450"/>
            <a:ext cx="20002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5C33B"/>
                </a:solidFill>
                <a:latin typeface="Bahnschrift"/>
                <a:ea typeface="Bahnschrift"/>
                <a:cs typeface="Bahnschrift"/>
              </a:defRPr>
            </a:pPr>
            <a:r>
              <a:rPr sz="975" b="1">
                <a:solidFill>
                  <a:srgbClr val="F5C33B"/>
                </a:solidFill>
                <a:latin typeface="Bahnschrift"/>
                <a:ea typeface="Bahnschrift"/>
                <a:cs typeface="Bahnschrift"/>
              </a:rPr>
              <a:t>GB 30871</a:t>
            </a:r>
          </a:p>
        </p:txBody>
      </p:sp>
      <p:sp>
        <p:nvSpPr>
          <p:cNvPr id="73" name="">
            <a:extLst xmlns:a="http://schemas.openxmlformats.org/drawingml/2006/main">
              <a:ext uri="{FF2B5EF4-FFF2-40B4-BE49-F238E27FC236}">
                <a16:creationId xmlns:a16="http://schemas.microsoft.com/office/drawing/2014/main" id="{D0462892-93CF-420E-BC7A-C170B43630DF}"/>
              </a:ext>
            </a:extLst>
          </p:cNvPr>
          <p:cNvSpPr>
            <a:spLocks xmlns:a="http://schemas.openxmlformats.org/drawingml/2006/main" noGrp="1"/>
          </p:cNvSpPr>
          <p:nvPr/>
        </p:nvSpPr>
        <p:spPr>
          <a:xfrm xmlns:a="http://schemas.openxmlformats.org/drawingml/2006/main">
            <a:off x="438150" y="268605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《危险化学品企业特殊作业安全规范》</a:t>
            </a:r>
          </a:p>
        </p:txBody>
      </p:sp>
      <p:sp>
        <p:nvSpPr>
          <p:cNvPr id="74" name="">
            <a:extLst xmlns:a="http://schemas.openxmlformats.org/drawingml/2006/main">
              <a:ext uri="{FF2B5EF4-FFF2-40B4-BE49-F238E27FC236}">
                <a16:creationId xmlns:a16="http://schemas.microsoft.com/office/drawing/2014/main" id="{A21019D3-4938-4D25-BE3D-AE37F1659F53}"/>
              </a:ext>
            </a:extLst>
          </p:cNvPr>
          <p:cNvSpPr>
            <a:spLocks xmlns:a="http://schemas.openxmlformats.org/drawingml/2006/main" noGrp="1"/>
          </p:cNvSpPr>
          <p:nvPr/>
        </p:nvSpPr>
        <p:spPr>
          <a:xfrm xmlns:a="http://schemas.openxmlformats.org/drawingml/2006/main">
            <a:off x="3390900" y="2552700"/>
            <a:ext cx="25146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可燃气 </a:t>
            </a:r>
            <a:r>
              <a:rPr sz="1013" b="1">
                <a:solidFill>
                  <a:srgbClr val="FFFFFF"/>
                </a:solidFill>
                <a:latin typeface="微软雅黑"/>
                <a:ea typeface="微软雅黑"/>
                <a:cs typeface="微软雅黑"/>
              </a:rPr>
              <a:t>10 %LEL</a:t>
            </a:r>
          </a:p>
        </p:txBody>
      </p:sp>
      <p:sp>
        <p:nvSpPr>
          <p:cNvPr id="75" name="">
            <a:extLst xmlns:a="http://schemas.openxmlformats.org/drawingml/2006/main">
              <a:ext uri="{FF2B5EF4-FFF2-40B4-BE49-F238E27FC236}">
                <a16:creationId xmlns:a16="http://schemas.microsoft.com/office/drawing/2014/main" id="{6CA8D802-B075-4B40-8398-EE903AA1A4B8}"/>
              </a:ext>
            </a:extLst>
          </p:cNvPr>
          <p:cNvSpPr>
            <a:spLocks xmlns:a="http://schemas.openxmlformats.org/drawingml/2006/main" noGrp="1"/>
          </p:cNvSpPr>
          <p:nvPr/>
        </p:nvSpPr>
        <p:spPr>
          <a:xfrm xmlns:a="http://schemas.openxmlformats.org/drawingml/2006/main">
            <a:off x="285750" y="3086100"/>
            <a:ext cx="5715000" cy="609600"/>
          </a:xfrm>
          <a:prstGeom xmlns:a="http://schemas.openxmlformats.org/drawingml/2006/main" prst="roundRect">
            <a:avLst>
              <a:gd name="adj" fmla="val 14063"/>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76" name="">
            <a:extLst xmlns:a="http://schemas.openxmlformats.org/drawingml/2006/main">
              <a:ext uri="{FF2B5EF4-FFF2-40B4-BE49-F238E27FC236}">
                <a16:creationId xmlns:a16="http://schemas.microsoft.com/office/drawing/2014/main" id="{3F81C780-B3E6-4817-AF58-38064A32AB36}"/>
              </a:ext>
            </a:extLst>
          </p:cNvPr>
          <p:cNvSpPr>
            <a:spLocks xmlns:a="http://schemas.openxmlformats.org/drawingml/2006/main" noGrp="1"/>
          </p:cNvSpPr>
          <p:nvPr/>
        </p:nvSpPr>
        <p:spPr>
          <a:xfrm xmlns:a="http://schemas.openxmlformats.org/drawingml/2006/main">
            <a:off x="285750" y="3086100"/>
            <a:ext cx="38100" cy="6096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AAE73033-4EB9-4C61-BCB8-6F3DE40B12B1}"/>
              </a:ext>
            </a:extLst>
          </p:cNvPr>
          <p:cNvSpPr>
            <a:spLocks xmlns:a="http://schemas.openxmlformats.org/drawingml/2006/main" noGrp="1"/>
          </p:cNvSpPr>
          <p:nvPr/>
        </p:nvSpPr>
        <p:spPr>
          <a:xfrm xmlns:a="http://schemas.openxmlformats.org/drawingml/2006/main">
            <a:off x="438150" y="3162300"/>
            <a:ext cx="20002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5C33B"/>
                </a:solidFill>
                <a:latin typeface="Bahnschrift"/>
                <a:ea typeface="Bahnschrift"/>
                <a:cs typeface="Bahnschrift"/>
              </a:defRPr>
            </a:pPr>
            <a:r>
              <a:rPr sz="975" b="1">
                <a:solidFill>
                  <a:srgbClr val="F5C33B"/>
                </a:solidFill>
                <a:latin typeface="Bahnschrift"/>
                <a:ea typeface="Bahnschrift"/>
                <a:cs typeface="Bahnschrift"/>
              </a:rPr>
              <a:t>DL/T 639</a:t>
            </a:r>
          </a:p>
        </p:txBody>
      </p:sp>
      <p:sp>
        <p:nvSpPr>
          <p:cNvPr id="78" name="">
            <a:extLst xmlns:a="http://schemas.openxmlformats.org/drawingml/2006/main">
              <a:ext uri="{FF2B5EF4-FFF2-40B4-BE49-F238E27FC236}">
                <a16:creationId xmlns:a16="http://schemas.microsoft.com/office/drawing/2014/main" id="{EF64DAD6-5E00-487F-BD13-D00C194AAD04}"/>
              </a:ext>
            </a:extLst>
          </p:cNvPr>
          <p:cNvSpPr>
            <a:spLocks xmlns:a="http://schemas.openxmlformats.org/drawingml/2006/main" noGrp="1"/>
          </p:cNvSpPr>
          <p:nvPr/>
        </p:nvSpPr>
        <p:spPr>
          <a:xfrm xmlns:a="http://schemas.openxmlformats.org/drawingml/2006/main">
            <a:off x="438150" y="339090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《六氟化硫电气设备运行、试验及检修人员安全防护细则》</a:t>
            </a:r>
          </a:p>
        </p:txBody>
      </p:sp>
      <p:sp>
        <p:nvSpPr>
          <p:cNvPr id="79" name="">
            <a:extLst xmlns:a="http://schemas.openxmlformats.org/drawingml/2006/main">
              <a:ext uri="{FF2B5EF4-FFF2-40B4-BE49-F238E27FC236}">
                <a16:creationId xmlns:a16="http://schemas.microsoft.com/office/drawing/2014/main" id="{3C8BE3D3-FD56-48A9-83BD-4E802AB8089E}"/>
              </a:ext>
            </a:extLst>
          </p:cNvPr>
          <p:cNvSpPr>
            <a:spLocks xmlns:a="http://schemas.openxmlformats.org/drawingml/2006/main" noGrp="1"/>
          </p:cNvSpPr>
          <p:nvPr/>
        </p:nvSpPr>
        <p:spPr>
          <a:xfrm xmlns:a="http://schemas.openxmlformats.org/drawingml/2006/main">
            <a:off x="3390900" y="3257550"/>
            <a:ext cx="25146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六氟化硫 </a:t>
            </a:r>
            <a:r>
              <a:rPr sz="1013" b="1">
                <a:solidFill>
                  <a:srgbClr val="FFFFFF"/>
                </a:solidFill>
                <a:latin typeface="微软雅黑"/>
                <a:ea typeface="微软雅黑"/>
                <a:cs typeface="微软雅黑"/>
              </a:rPr>
              <a:t>1000 ppm</a:t>
            </a:r>
          </a:p>
        </p:txBody>
      </p:sp>
      <p:sp>
        <p:nvSpPr>
          <p:cNvPr id="80" name="">
            <a:extLst xmlns:a="http://schemas.openxmlformats.org/drawingml/2006/main">
              <a:ext uri="{FF2B5EF4-FFF2-40B4-BE49-F238E27FC236}">
                <a16:creationId xmlns:a16="http://schemas.microsoft.com/office/drawing/2014/main" id="{2C20AFF1-D091-4E58-9F3C-F8B94337C85C}"/>
              </a:ext>
            </a:extLst>
          </p:cNvPr>
          <p:cNvSpPr>
            <a:spLocks xmlns:a="http://schemas.openxmlformats.org/drawingml/2006/main" noGrp="1"/>
          </p:cNvSpPr>
          <p:nvPr/>
        </p:nvSpPr>
        <p:spPr>
          <a:xfrm xmlns:a="http://schemas.openxmlformats.org/drawingml/2006/main">
            <a:off x="285750" y="3790950"/>
            <a:ext cx="5715000" cy="609600"/>
          </a:xfrm>
          <a:prstGeom xmlns:a="http://schemas.openxmlformats.org/drawingml/2006/main" prst="roundRect">
            <a:avLst>
              <a:gd name="adj" fmla="val 14063"/>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81" name="">
            <a:extLst xmlns:a="http://schemas.openxmlformats.org/drawingml/2006/main">
              <a:ext uri="{FF2B5EF4-FFF2-40B4-BE49-F238E27FC236}">
                <a16:creationId xmlns:a16="http://schemas.microsoft.com/office/drawing/2014/main" id="{E9EBE384-4441-4838-905E-251F1C2922D3}"/>
              </a:ext>
            </a:extLst>
          </p:cNvPr>
          <p:cNvSpPr>
            <a:spLocks xmlns:a="http://schemas.openxmlformats.org/drawingml/2006/main" noGrp="1"/>
          </p:cNvSpPr>
          <p:nvPr/>
        </p:nvSpPr>
        <p:spPr>
          <a:xfrm xmlns:a="http://schemas.openxmlformats.org/drawingml/2006/main">
            <a:off x="285750" y="3790950"/>
            <a:ext cx="38100" cy="6096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755FDA8E-632C-462C-8463-15DA4F2E2611}"/>
              </a:ext>
            </a:extLst>
          </p:cNvPr>
          <p:cNvSpPr>
            <a:spLocks xmlns:a="http://schemas.openxmlformats.org/drawingml/2006/main" noGrp="1"/>
          </p:cNvSpPr>
          <p:nvPr/>
        </p:nvSpPr>
        <p:spPr>
          <a:xfrm xmlns:a="http://schemas.openxmlformats.org/drawingml/2006/main">
            <a:off x="438150" y="3867150"/>
            <a:ext cx="20002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5C33B"/>
                </a:solidFill>
                <a:latin typeface="Bahnschrift"/>
                <a:ea typeface="Bahnschrift"/>
                <a:cs typeface="Bahnschrift"/>
              </a:defRPr>
            </a:pPr>
            <a:r>
              <a:rPr sz="975" b="1">
                <a:solidFill>
                  <a:srgbClr val="F5C33B"/>
                </a:solidFill>
                <a:latin typeface="Bahnschrift"/>
                <a:ea typeface="Bahnschrift"/>
                <a:cs typeface="Bahnschrift"/>
              </a:rPr>
              <a:t>GB/T 11022 · DL/T 596</a:t>
            </a:r>
          </a:p>
        </p:txBody>
      </p:sp>
      <p:sp>
        <p:nvSpPr>
          <p:cNvPr id="83" name="">
            <a:extLst xmlns:a="http://schemas.openxmlformats.org/drawingml/2006/main">
              <a:ext uri="{FF2B5EF4-FFF2-40B4-BE49-F238E27FC236}">
                <a16:creationId xmlns:a16="http://schemas.microsoft.com/office/drawing/2014/main" id="{F0A78A0D-53BE-41F3-A0C1-B95CDC7E420D}"/>
              </a:ext>
            </a:extLst>
          </p:cNvPr>
          <p:cNvSpPr>
            <a:spLocks xmlns:a="http://schemas.openxmlformats.org/drawingml/2006/main" noGrp="1"/>
          </p:cNvSpPr>
          <p:nvPr/>
        </p:nvSpPr>
        <p:spPr>
          <a:xfrm xmlns:a="http://schemas.openxmlformats.org/drawingml/2006/main">
            <a:off x="438150" y="409575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《电力设备预防性试验规程》</a:t>
            </a:r>
          </a:p>
        </p:txBody>
      </p:sp>
      <p:sp>
        <p:nvSpPr>
          <p:cNvPr id="84" name="">
            <a:extLst xmlns:a="http://schemas.openxmlformats.org/drawingml/2006/main">
              <a:ext uri="{FF2B5EF4-FFF2-40B4-BE49-F238E27FC236}">
                <a16:creationId xmlns:a16="http://schemas.microsoft.com/office/drawing/2014/main" id="{802447FA-AA6D-4014-9475-20027FA9275E}"/>
              </a:ext>
            </a:extLst>
          </p:cNvPr>
          <p:cNvSpPr>
            <a:spLocks xmlns:a="http://schemas.openxmlformats.org/drawingml/2006/main" noGrp="1"/>
          </p:cNvSpPr>
          <p:nvPr/>
        </p:nvSpPr>
        <p:spPr>
          <a:xfrm xmlns:a="http://schemas.openxmlformats.org/drawingml/2006/main">
            <a:off x="3390900" y="3962400"/>
            <a:ext cx="25146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SF6 </a:t>
            </a:r>
            <a:r>
              <a:rPr sz="1013" b="1">
                <a:solidFill>
                  <a:srgbClr val="FFFFFF"/>
                </a:solidFill>
                <a:latin typeface="微软雅黑"/>
                <a:ea typeface="微软雅黑"/>
                <a:cs typeface="微软雅黑"/>
              </a:rPr>
              <a:t>微水 </a:t>
            </a:r>
            <a:r>
              <a:rPr sz="1013" b="1">
                <a:solidFill>
                  <a:srgbClr val="FFFFFF"/>
                </a:solidFill>
                <a:latin typeface="微软雅黑"/>
                <a:ea typeface="微软雅黑"/>
                <a:cs typeface="微软雅黑"/>
              </a:rPr>
              <a:t>150 μL/L</a:t>
            </a:r>
          </a:p>
        </p:txBody>
      </p:sp>
      <p:sp>
        <p:nvSpPr>
          <p:cNvPr id="85" name="">
            <a:extLst xmlns:a="http://schemas.openxmlformats.org/drawingml/2006/main">
              <a:ext uri="{FF2B5EF4-FFF2-40B4-BE49-F238E27FC236}">
                <a16:creationId xmlns:a16="http://schemas.microsoft.com/office/drawing/2014/main" id="{928983E3-3183-463C-8D68-FAFF5F2EC0EA}"/>
              </a:ext>
            </a:extLst>
          </p:cNvPr>
          <p:cNvSpPr>
            <a:spLocks xmlns:a="http://schemas.openxmlformats.org/drawingml/2006/main" noGrp="1"/>
          </p:cNvSpPr>
          <p:nvPr/>
        </p:nvSpPr>
        <p:spPr>
          <a:xfrm xmlns:a="http://schemas.openxmlformats.org/drawingml/2006/main">
            <a:off x="285750" y="4533900"/>
            <a:ext cx="5715000" cy="1676400"/>
          </a:xfrm>
          <a:prstGeom xmlns:a="http://schemas.openxmlformats.org/drawingml/2006/main" prst="roundRect">
            <a:avLst>
              <a:gd name="adj" fmla="val 5114"/>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13335">
            <a:solidFill>
              <a:srgbClr val="F5C33B"/>
            </a:solidFill>
            <a:prstDash val="solid"/>
          </a:ln>
        </p:spPr>
      </p:sp>
      <p:sp>
        <p:nvSpPr>
          <p:cNvPr id="86" name="">
            <a:extLst xmlns:a="http://schemas.openxmlformats.org/drawingml/2006/main">
              <a:ext uri="{FF2B5EF4-FFF2-40B4-BE49-F238E27FC236}">
                <a16:creationId xmlns:a16="http://schemas.microsoft.com/office/drawing/2014/main" id="{1B667936-6877-487B-98C5-EB19957F8565}"/>
              </a:ext>
            </a:extLst>
          </p:cNvPr>
          <p:cNvSpPr>
            <a:spLocks xmlns:a="http://schemas.openxmlformats.org/drawingml/2006/main" noGrp="1"/>
          </p:cNvSpPr>
          <p:nvPr/>
        </p:nvSpPr>
        <p:spPr>
          <a:xfrm xmlns:a="http://schemas.openxmlformats.org/drawingml/2006/main">
            <a:off x="495300" y="4667250"/>
            <a:ext cx="52959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阈值入标准库带来的直接结果</a:t>
            </a:r>
          </a:p>
        </p:txBody>
      </p:sp>
      <p:sp>
        <p:nvSpPr>
          <p:cNvPr id="87" name="">
            <a:extLst xmlns:a="http://schemas.openxmlformats.org/drawingml/2006/main">
              <a:ext uri="{FF2B5EF4-FFF2-40B4-BE49-F238E27FC236}">
                <a16:creationId xmlns:a16="http://schemas.microsoft.com/office/drawing/2014/main" id="{254323C0-933E-4153-BFFB-9FD57D9BE57C}"/>
              </a:ext>
            </a:extLst>
          </p:cNvPr>
          <p:cNvSpPr>
            <a:spLocks xmlns:a="http://schemas.openxmlformats.org/drawingml/2006/main" noGrp="1"/>
          </p:cNvSpPr>
          <p:nvPr/>
        </p:nvSpPr>
        <p:spPr>
          <a:xfrm xmlns:a="http://schemas.openxmlformats.org/drawingml/2006/main">
            <a:off x="495300" y="4953000"/>
            <a:ext cx="531495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判定阈值不再由个人经验决定，避免「同一份报告、不同人不同结论」。</a:t>
            </a:r>
          </a:p>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标准更新时只改数据库字典，不需要重新编译与发布。</a:t>
            </a:r>
          </a:p>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每条超限判定都能回指到标准条款，答辩与审计时可直接引用。</a:t>
            </a:r>
          </a:p>
        </p:txBody>
      </p:sp>
      <p:sp>
        <p:nvSpPr>
          <p:cNvPr id="88" name="">
            <a:extLst xmlns:a="http://schemas.openxmlformats.org/drawingml/2006/main">
              <a:ext uri="{FF2B5EF4-FFF2-40B4-BE49-F238E27FC236}">
                <a16:creationId xmlns:a16="http://schemas.microsoft.com/office/drawing/2014/main" id="{EDB7D671-BD23-40B0-91C8-F838ECD64F9B}"/>
              </a:ext>
            </a:extLst>
          </p:cNvPr>
          <p:cNvSpPr>
            <a:spLocks xmlns:a="http://schemas.openxmlformats.org/drawingml/2006/main" noGrp="1"/>
          </p:cNvSpPr>
          <p:nvPr/>
        </p:nvSpPr>
        <p:spPr>
          <a:xfrm xmlns:a="http://schemas.openxmlformats.org/drawingml/2006/main">
            <a:off x="6305550" y="1333500"/>
            <a:ext cx="5619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二、现行做法仍停留在「纸质签到 </a:t>
            </a:r>
            <a:r>
              <a:rPr sz="1125" b="1">
                <a:solidFill>
                  <a:srgbClr val="31C7F0"/>
                </a:solidFill>
                <a:latin typeface="微软雅黑"/>
                <a:ea typeface="微软雅黑"/>
                <a:cs typeface="微软雅黑"/>
              </a:rPr>
              <a:t>+ Excel </a:t>
            </a:r>
            <a:r>
              <a:rPr sz="1125" b="1">
                <a:solidFill>
                  <a:srgbClr val="31C7F0"/>
                </a:solidFill>
                <a:latin typeface="微软雅黑"/>
                <a:ea typeface="微软雅黑"/>
                <a:cs typeface="微软雅黑"/>
              </a:rPr>
              <a:t>台账」</a:t>
            </a:r>
          </a:p>
        </p:txBody>
      </p:sp>
      <p:sp>
        <p:nvSpPr>
          <p:cNvPr id="89" name="">
            <a:extLst xmlns:a="http://schemas.openxmlformats.org/drawingml/2006/main">
              <a:ext uri="{FF2B5EF4-FFF2-40B4-BE49-F238E27FC236}">
                <a16:creationId xmlns:a16="http://schemas.microsoft.com/office/drawing/2014/main" id="{CC7010F2-DB96-46B6-86AE-DB17560D79A7}"/>
              </a:ext>
            </a:extLst>
          </p:cNvPr>
          <p:cNvSpPr>
            <a:spLocks xmlns:a="http://schemas.openxmlformats.org/drawingml/2006/main" noGrp="1"/>
          </p:cNvSpPr>
          <p:nvPr/>
        </p:nvSpPr>
        <p:spPr>
          <a:xfrm xmlns:a="http://schemas.openxmlformats.org/drawingml/2006/main">
            <a:off x="6305550" y="1676400"/>
            <a:ext cx="5619750" cy="609600"/>
          </a:xfrm>
          <a:prstGeom xmlns:a="http://schemas.openxmlformats.org/drawingml/2006/main" prst="roundRect">
            <a:avLst>
              <a:gd name="adj" fmla="val 14063"/>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90" name="">
            <a:extLst xmlns:a="http://schemas.openxmlformats.org/drawingml/2006/main">
              <a:ext uri="{FF2B5EF4-FFF2-40B4-BE49-F238E27FC236}">
                <a16:creationId xmlns:a16="http://schemas.microsoft.com/office/drawing/2014/main" id="{DE79C2C2-BD32-4E53-B709-EB464CAC1FCB}"/>
              </a:ext>
            </a:extLst>
          </p:cNvPr>
          <p:cNvSpPr>
            <a:spLocks xmlns:a="http://schemas.openxmlformats.org/drawingml/2006/main" noGrp="1"/>
          </p:cNvSpPr>
          <p:nvPr/>
        </p:nvSpPr>
        <p:spPr>
          <a:xfrm xmlns:a="http://schemas.openxmlformats.org/drawingml/2006/main">
            <a:off x="6457950" y="1885950"/>
            <a:ext cx="190500" cy="190500"/>
          </a:xfrm>
          <a:prstGeom xmlns:a="http://schemas.openxmlformats.org/drawingml/2006/main" prst="ellipse">
            <a:avLst/>
          </a:prstGeom>
          <a:solidFill xmlns:a="http://schemas.openxmlformats.org/drawingml/2006/main">
            <a:srgbClr val="F2705E"/>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ED5DDD2E-585D-41AF-A600-3E810C9E60C6}"/>
              </a:ext>
            </a:extLst>
          </p:cNvPr>
          <p:cNvSpPr>
            <a:spLocks xmlns:a="http://schemas.openxmlformats.org/drawingml/2006/main" noGrp="1"/>
          </p:cNvSpPr>
          <p:nvPr/>
        </p:nvSpPr>
        <p:spPr>
          <a:xfrm xmlns:a="http://schemas.openxmlformats.org/drawingml/2006/main">
            <a:off x="6743700" y="1752600"/>
            <a:ext cx="5048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FFFF"/>
                </a:solidFill>
                <a:latin typeface="微软雅黑"/>
                <a:ea typeface="微软雅黑"/>
                <a:cs typeface="微软雅黑"/>
              </a:defRPr>
            </a:pPr>
            <a:r>
              <a:rPr sz="1050" b="1">
                <a:solidFill>
                  <a:srgbClr val="FFFFFF"/>
                </a:solidFill>
                <a:latin typeface="微软雅黑"/>
                <a:ea typeface="微软雅黑"/>
                <a:cs typeface="微软雅黑"/>
              </a:rPr>
              <a:t>学时代签、学时难核实</a:t>
            </a:r>
          </a:p>
        </p:txBody>
      </p:sp>
      <p:sp>
        <p:nvSpPr>
          <p:cNvPr id="92" name="">
            <a:extLst xmlns:a="http://schemas.openxmlformats.org/drawingml/2006/main">
              <a:ext uri="{FF2B5EF4-FFF2-40B4-BE49-F238E27FC236}">
                <a16:creationId xmlns:a16="http://schemas.microsoft.com/office/drawing/2014/main" id="{65CB4624-B53A-4CAD-9937-1C8C8FEEB5BB}"/>
              </a:ext>
            </a:extLst>
          </p:cNvPr>
          <p:cNvSpPr>
            <a:spLocks xmlns:a="http://schemas.openxmlformats.org/drawingml/2006/main" noGrp="1"/>
          </p:cNvSpPr>
          <p:nvPr/>
        </p:nvSpPr>
        <p:spPr>
          <a:xfrm xmlns:a="http://schemas.openxmlformats.org/drawingml/2006/main">
            <a:off x="6743700" y="1981200"/>
            <a:ext cx="5048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9FC2E8"/>
                </a:solidFill>
                <a:latin typeface="微软雅黑"/>
                <a:ea typeface="微软雅黑"/>
                <a:cs typeface="微软雅黑"/>
              </a:defRPr>
            </a:pPr>
            <a:r>
              <a:rPr sz="938" b="0">
                <a:solidFill>
                  <a:srgbClr val="9FC2E8"/>
                </a:solidFill>
                <a:latin typeface="微软雅黑"/>
                <a:ea typeface="微软雅黑"/>
                <a:cs typeface="微软雅黑"/>
              </a:rPr>
              <a:t>线下签到无法证明「本人、真实、有效学习」</a:t>
            </a:r>
          </a:p>
        </p:txBody>
      </p:sp>
      <p:sp>
        <p:nvSpPr>
          <p:cNvPr id="93" name="">
            <a:extLst xmlns:a="http://schemas.openxmlformats.org/drawingml/2006/main">
              <a:ext uri="{FF2B5EF4-FFF2-40B4-BE49-F238E27FC236}">
                <a16:creationId xmlns:a16="http://schemas.microsoft.com/office/drawing/2014/main" id="{3B38B4C4-81E2-4B0F-A7AE-DC62B21ADF20}"/>
              </a:ext>
            </a:extLst>
          </p:cNvPr>
          <p:cNvSpPr>
            <a:spLocks xmlns:a="http://schemas.openxmlformats.org/drawingml/2006/main" noGrp="1"/>
          </p:cNvSpPr>
          <p:nvPr/>
        </p:nvSpPr>
        <p:spPr>
          <a:xfrm xmlns:a="http://schemas.openxmlformats.org/drawingml/2006/main">
            <a:off x="6305550" y="2381250"/>
            <a:ext cx="5619750" cy="609600"/>
          </a:xfrm>
          <a:prstGeom xmlns:a="http://schemas.openxmlformats.org/drawingml/2006/main" prst="roundRect">
            <a:avLst>
              <a:gd name="adj" fmla="val 14063"/>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94" name="">
            <a:extLst xmlns:a="http://schemas.openxmlformats.org/drawingml/2006/main">
              <a:ext uri="{FF2B5EF4-FFF2-40B4-BE49-F238E27FC236}">
                <a16:creationId xmlns:a16="http://schemas.microsoft.com/office/drawing/2014/main" id="{D43223D8-B63D-4D9D-B75C-BED5521CE706}"/>
              </a:ext>
            </a:extLst>
          </p:cNvPr>
          <p:cNvSpPr>
            <a:spLocks xmlns:a="http://schemas.openxmlformats.org/drawingml/2006/main" noGrp="1"/>
          </p:cNvSpPr>
          <p:nvPr/>
        </p:nvSpPr>
        <p:spPr>
          <a:xfrm xmlns:a="http://schemas.openxmlformats.org/drawingml/2006/main">
            <a:off x="6457950" y="2590800"/>
            <a:ext cx="190500" cy="190500"/>
          </a:xfrm>
          <a:prstGeom xmlns:a="http://schemas.openxmlformats.org/drawingml/2006/main" prst="ellipse">
            <a:avLst/>
          </a:prstGeom>
          <a:solidFill xmlns:a="http://schemas.openxmlformats.org/drawingml/2006/main">
            <a:srgbClr val="F2705E"/>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F55E55DD-8D25-49BE-B1CE-A80F9D05A0A9}"/>
              </a:ext>
            </a:extLst>
          </p:cNvPr>
          <p:cNvSpPr>
            <a:spLocks xmlns:a="http://schemas.openxmlformats.org/drawingml/2006/main" noGrp="1"/>
          </p:cNvSpPr>
          <p:nvPr/>
        </p:nvSpPr>
        <p:spPr>
          <a:xfrm xmlns:a="http://schemas.openxmlformats.org/drawingml/2006/main">
            <a:off x="6743700" y="2457450"/>
            <a:ext cx="5048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FFFF"/>
                </a:solidFill>
                <a:latin typeface="微软雅黑"/>
                <a:ea typeface="微软雅黑"/>
                <a:cs typeface="微软雅黑"/>
              </a:defRPr>
            </a:pPr>
            <a:r>
              <a:rPr sz="1050" b="1">
                <a:solidFill>
                  <a:srgbClr val="FFFFFF"/>
                </a:solidFill>
                <a:latin typeface="微软雅黑"/>
                <a:ea typeface="微软雅黑"/>
                <a:cs typeface="微软雅黑"/>
              </a:rPr>
              <a:t>考核与岗位脱节</a:t>
            </a:r>
          </a:p>
        </p:txBody>
      </p:sp>
      <p:sp>
        <p:nvSpPr>
          <p:cNvPr id="96" name="">
            <a:extLst xmlns:a="http://schemas.openxmlformats.org/drawingml/2006/main">
              <a:ext uri="{FF2B5EF4-FFF2-40B4-BE49-F238E27FC236}">
                <a16:creationId xmlns:a16="http://schemas.microsoft.com/office/drawing/2014/main" id="{5577CCB3-8627-4686-B276-5364F6904CD7}"/>
              </a:ext>
            </a:extLst>
          </p:cNvPr>
          <p:cNvSpPr>
            <a:spLocks xmlns:a="http://schemas.openxmlformats.org/drawingml/2006/main" noGrp="1"/>
          </p:cNvSpPr>
          <p:nvPr/>
        </p:nvSpPr>
        <p:spPr>
          <a:xfrm xmlns:a="http://schemas.openxmlformats.org/drawingml/2006/main">
            <a:off x="6743700" y="2686050"/>
            <a:ext cx="5048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9FC2E8"/>
                </a:solidFill>
                <a:latin typeface="微软雅黑"/>
                <a:ea typeface="微软雅黑"/>
                <a:cs typeface="微软雅黑"/>
              </a:defRPr>
            </a:pPr>
            <a:r>
              <a:rPr sz="938" b="0">
                <a:solidFill>
                  <a:srgbClr val="9FC2E8"/>
                </a:solidFill>
                <a:latin typeface="微软雅黑"/>
                <a:ea typeface="微软雅黑"/>
                <a:cs typeface="微软雅黑"/>
              </a:rPr>
              <a:t>资料学完即止，缺少岗位化题库与短板复盘</a:t>
            </a:r>
          </a:p>
        </p:txBody>
      </p:sp>
      <p:sp>
        <p:nvSpPr>
          <p:cNvPr id="97" name="">
            <a:extLst xmlns:a="http://schemas.openxmlformats.org/drawingml/2006/main">
              <a:ext uri="{FF2B5EF4-FFF2-40B4-BE49-F238E27FC236}">
                <a16:creationId xmlns:a16="http://schemas.microsoft.com/office/drawing/2014/main" id="{1F9C441C-0069-4DD6-8461-CABE48E6B5E3}"/>
              </a:ext>
            </a:extLst>
          </p:cNvPr>
          <p:cNvSpPr>
            <a:spLocks xmlns:a="http://schemas.openxmlformats.org/drawingml/2006/main" noGrp="1"/>
          </p:cNvSpPr>
          <p:nvPr/>
        </p:nvSpPr>
        <p:spPr>
          <a:xfrm xmlns:a="http://schemas.openxmlformats.org/drawingml/2006/main">
            <a:off x="6305550" y="3086100"/>
            <a:ext cx="5619750" cy="609600"/>
          </a:xfrm>
          <a:prstGeom xmlns:a="http://schemas.openxmlformats.org/drawingml/2006/main" prst="roundRect">
            <a:avLst>
              <a:gd name="adj" fmla="val 14063"/>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98" name="">
            <a:extLst xmlns:a="http://schemas.openxmlformats.org/drawingml/2006/main">
              <a:ext uri="{FF2B5EF4-FFF2-40B4-BE49-F238E27FC236}">
                <a16:creationId xmlns:a16="http://schemas.microsoft.com/office/drawing/2014/main" id="{BA59F96F-299E-4E95-A2EF-94F688776B57}"/>
              </a:ext>
            </a:extLst>
          </p:cNvPr>
          <p:cNvSpPr>
            <a:spLocks xmlns:a="http://schemas.openxmlformats.org/drawingml/2006/main" noGrp="1"/>
          </p:cNvSpPr>
          <p:nvPr/>
        </p:nvSpPr>
        <p:spPr>
          <a:xfrm xmlns:a="http://schemas.openxmlformats.org/drawingml/2006/main">
            <a:off x="6457950" y="3295650"/>
            <a:ext cx="190500" cy="190500"/>
          </a:xfrm>
          <a:prstGeom xmlns:a="http://schemas.openxmlformats.org/drawingml/2006/main" prst="ellipse">
            <a:avLst/>
          </a:prstGeom>
          <a:solidFill xmlns:a="http://schemas.openxmlformats.org/drawingml/2006/main">
            <a:srgbClr val="F2705E"/>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83FDD6FB-1458-4399-B867-AAB2019DECFC}"/>
              </a:ext>
            </a:extLst>
          </p:cNvPr>
          <p:cNvSpPr>
            <a:spLocks xmlns:a="http://schemas.openxmlformats.org/drawingml/2006/main" noGrp="1"/>
          </p:cNvSpPr>
          <p:nvPr/>
        </p:nvSpPr>
        <p:spPr>
          <a:xfrm xmlns:a="http://schemas.openxmlformats.org/drawingml/2006/main">
            <a:off x="6743700" y="3162300"/>
            <a:ext cx="5048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FFFF"/>
                </a:solidFill>
                <a:latin typeface="微软雅黑"/>
                <a:ea typeface="微软雅黑"/>
                <a:cs typeface="微软雅黑"/>
              </a:defRPr>
            </a:pPr>
            <a:r>
              <a:rPr sz="1050" b="1">
                <a:solidFill>
                  <a:srgbClr val="FFFFFF"/>
                </a:solidFill>
                <a:latin typeface="微软雅黑"/>
                <a:ea typeface="微软雅黑"/>
                <a:cs typeface="微软雅黑"/>
              </a:rPr>
              <a:t>台账与证书靠人工</a:t>
            </a:r>
          </a:p>
        </p:txBody>
      </p:sp>
      <p:sp>
        <p:nvSpPr>
          <p:cNvPr id="100" name="">
            <a:extLst xmlns:a="http://schemas.openxmlformats.org/drawingml/2006/main">
              <a:ext uri="{FF2B5EF4-FFF2-40B4-BE49-F238E27FC236}">
                <a16:creationId xmlns:a16="http://schemas.microsoft.com/office/drawing/2014/main" id="{9F89E990-8784-4F64-8E54-42FCD5586884}"/>
              </a:ext>
            </a:extLst>
          </p:cNvPr>
          <p:cNvSpPr>
            <a:spLocks xmlns:a="http://schemas.openxmlformats.org/drawingml/2006/main" noGrp="1"/>
          </p:cNvSpPr>
          <p:nvPr/>
        </p:nvSpPr>
        <p:spPr>
          <a:xfrm xmlns:a="http://schemas.openxmlformats.org/drawingml/2006/main">
            <a:off x="6743700" y="3390900"/>
            <a:ext cx="5048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9FC2E8"/>
                </a:solidFill>
                <a:latin typeface="微软雅黑"/>
                <a:ea typeface="微软雅黑"/>
                <a:cs typeface="微软雅黑"/>
              </a:defRPr>
            </a:pPr>
            <a:r>
              <a:rPr sz="938" b="0">
                <a:solidFill>
                  <a:srgbClr val="9FC2E8"/>
                </a:solidFill>
                <a:latin typeface="微软雅黑"/>
                <a:ea typeface="微软雅黑"/>
                <a:cs typeface="微软雅黑"/>
              </a:rPr>
              <a:t>证书有效期人工查，漏检直接形成合规风险</a:t>
            </a:r>
          </a:p>
        </p:txBody>
      </p:sp>
      <p:sp>
        <p:nvSpPr>
          <p:cNvPr id="101" name="">
            <a:extLst xmlns:a="http://schemas.openxmlformats.org/drawingml/2006/main">
              <a:ext uri="{FF2B5EF4-FFF2-40B4-BE49-F238E27FC236}">
                <a16:creationId xmlns:a16="http://schemas.microsoft.com/office/drawing/2014/main" id="{98FB75F2-25AC-4AC0-A961-D509D3CCC2AB}"/>
              </a:ext>
            </a:extLst>
          </p:cNvPr>
          <p:cNvSpPr>
            <a:spLocks xmlns:a="http://schemas.openxmlformats.org/drawingml/2006/main" noGrp="1"/>
          </p:cNvSpPr>
          <p:nvPr/>
        </p:nvSpPr>
        <p:spPr>
          <a:xfrm xmlns:a="http://schemas.openxmlformats.org/drawingml/2006/main">
            <a:off x="6305550" y="3790950"/>
            <a:ext cx="5619750" cy="609600"/>
          </a:xfrm>
          <a:prstGeom xmlns:a="http://schemas.openxmlformats.org/drawingml/2006/main" prst="roundRect">
            <a:avLst>
              <a:gd name="adj" fmla="val 14063"/>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102" name="">
            <a:extLst xmlns:a="http://schemas.openxmlformats.org/drawingml/2006/main">
              <a:ext uri="{FF2B5EF4-FFF2-40B4-BE49-F238E27FC236}">
                <a16:creationId xmlns:a16="http://schemas.microsoft.com/office/drawing/2014/main" id="{BF4EDB29-2E7E-4A3E-A6F9-96AAE8C04EB5}"/>
              </a:ext>
            </a:extLst>
          </p:cNvPr>
          <p:cNvSpPr>
            <a:spLocks xmlns:a="http://schemas.openxmlformats.org/drawingml/2006/main" noGrp="1"/>
          </p:cNvSpPr>
          <p:nvPr/>
        </p:nvSpPr>
        <p:spPr>
          <a:xfrm xmlns:a="http://schemas.openxmlformats.org/drawingml/2006/main">
            <a:off x="6457950" y="4000500"/>
            <a:ext cx="190500" cy="190500"/>
          </a:xfrm>
          <a:prstGeom xmlns:a="http://schemas.openxmlformats.org/drawingml/2006/main" prst="ellipse">
            <a:avLst/>
          </a:prstGeom>
          <a:solidFill xmlns:a="http://schemas.openxmlformats.org/drawingml/2006/main">
            <a:srgbClr val="F2705E"/>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B5BBF59B-FD1F-4E49-BB01-0D50DB4D033D}"/>
              </a:ext>
            </a:extLst>
          </p:cNvPr>
          <p:cNvSpPr>
            <a:spLocks xmlns:a="http://schemas.openxmlformats.org/drawingml/2006/main" noGrp="1"/>
          </p:cNvSpPr>
          <p:nvPr/>
        </p:nvSpPr>
        <p:spPr>
          <a:xfrm xmlns:a="http://schemas.openxmlformats.org/drawingml/2006/main">
            <a:off x="6743700" y="3867150"/>
            <a:ext cx="5048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FFFF"/>
                </a:solidFill>
                <a:latin typeface="微软雅黑"/>
                <a:ea typeface="微软雅黑"/>
                <a:cs typeface="微软雅黑"/>
              </a:defRPr>
            </a:pPr>
            <a:r>
              <a:rPr sz="1050" b="1">
                <a:solidFill>
                  <a:srgbClr val="FFFFFF"/>
                </a:solidFill>
                <a:latin typeface="微软雅黑"/>
                <a:ea typeface="微软雅黑"/>
                <a:cs typeface="微软雅黑"/>
              </a:rPr>
              <a:t>异常归因口径不一</a:t>
            </a:r>
          </a:p>
        </p:txBody>
      </p:sp>
      <p:sp>
        <p:nvSpPr>
          <p:cNvPr id="104" name="">
            <a:extLst xmlns:a="http://schemas.openxmlformats.org/drawingml/2006/main">
              <a:ext uri="{FF2B5EF4-FFF2-40B4-BE49-F238E27FC236}">
                <a16:creationId xmlns:a16="http://schemas.microsoft.com/office/drawing/2014/main" id="{70BC3FA2-65D1-4582-94C9-80612E53F917}"/>
              </a:ext>
            </a:extLst>
          </p:cNvPr>
          <p:cNvSpPr>
            <a:spLocks xmlns:a="http://schemas.openxmlformats.org/drawingml/2006/main" noGrp="1"/>
          </p:cNvSpPr>
          <p:nvPr/>
        </p:nvSpPr>
        <p:spPr>
          <a:xfrm xmlns:a="http://schemas.openxmlformats.org/drawingml/2006/main">
            <a:off x="6743700" y="4095750"/>
            <a:ext cx="5048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9FC2E8"/>
                </a:solidFill>
                <a:latin typeface="微软雅黑"/>
                <a:ea typeface="微软雅黑"/>
                <a:cs typeface="微软雅黑"/>
              </a:defRPr>
            </a:pPr>
            <a:r>
              <a:rPr sz="938" b="0">
                <a:solidFill>
                  <a:srgbClr val="9FC2E8"/>
                </a:solidFill>
                <a:latin typeface="微软雅黑"/>
                <a:ea typeface="微软雅黑"/>
                <a:cs typeface="微软雅黑"/>
              </a:rPr>
              <a:t>同一份报告，不同人得出不同结论，无法复算</a:t>
            </a:r>
          </a:p>
        </p:txBody>
      </p:sp>
      <p:sp>
        <p:nvSpPr>
          <p:cNvPr id="105" name="">
            <a:extLst xmlns:a="http://schemas.openxmlformats.org/drawingml/2006/main">
              <a:ext uri="{FF2B5EF4-FFF2-40B4-BE49-F238E27FC236}">
                <a16:creationId xmlns:a16="http://schemas.microsoft.com/office/drawing/2014/main" id="{383AA17E-46A7-41CA-840B-F27ECE242771}"/>
              </a:ext>
            </a:extLst>
          </p:cNvPr>
          <p:cNvSpPr>
            <a:spLocks xmlns:a="http://schemas.openxmlformats.org/drawingml/2006/main" noGrp="1"/>
          </p:cNvSpPr>
          <p:nvPr/>
        </p:nvSpPr>
        <p:spPr>
          <a:xfrm xmlns:a="http://schemas.openxmlformats.org/drawingml/2006/main">
            <a:off x="6305550" y="4533900"/>
            <a:ext cx="5619750" cy="1676400"/>
          </a:xfrm>
          <a:prstGeom xmlns:a="http://schemas.openxmlformats.org/drawingml/2006/main" prst="roundRect">
            <a:avLst>
              <a:gd name="adj" fmla="val 5114"/>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13335">
            <a:solidFill>
              <a:srgbClr val="F5C33B"/>
            </a:solidFill>
            <a:prstDash val="solid"/>
          </a:ln>
        </p:spPr>
      </p:sp>
      <p:sp>
        <p:nvSpPr>
          <p:cNvPr id="106" name="">
            <a:extLst xmlns:a="http://schemas.openxmlformats.org/drawingml/2006/main">
              <a:ext uri="{FF2B5EF4-FFF2-40B4-BE49-F238E27FC236}">
                <a16:creationId xmlns:a16="http://schemas.microsoft.com/office/drawing/2014/main" id="{6831255A-F2AE-4F54-A644-93DACC37063E}"/>
              </a:ext>
            </a:extLst>
          </p:cNvPr>
          <p:cNvSpPr>
            <a:spLocks xmlns:a="http://schemas.openxmlformats.org/drawingml/2006/main" noGrp="1"/>
          </p:cNvSpPr>
          <p:nvPr/>
        </p:nvSpPr>
        <p:spPr>
          <a:xfrm xmlns:a="http://schemas.openxmlformats.org/drawingml/2006/main">
            <a:off x="6515100" y="4667250"/>
            <a:ext cx="52006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口径说明（避免把估算写成实测）</a:t>
            </a:r>
          </a:p>
        </p:txBody>
      </p:sp>
      <p:sp>
        <p:nvSpPr>
          <p:cNvPr id="107" name="">
            <a:extLst xmlns:a="http://schemas.openxmlformats.org/drawingml/2006/main">
              <a:ext uri="{FF2B5EF4-FFF2-40B4-BE49-F238E27FC236}">
                <a16:creationId xmlns:a16="http://schemas.microsoft.com/office/drawing/2014/main" id="{5B0E1587-5C28-4C52-820F-622B9F6F82C9}"/>
              </a:ext>
            </a:extLst>
          </p:cNvPr>
          <p:cNvSpPr>
            <a:spLocks xmlns:a="http://schemas.openxmlformats.org/drawingml/2006/main" noGrp="1"/>
          </p:cNvSpPr>
          <p:nvPr/>
        </p:nvSpPr>
        <p:spPr>
          <a:xfrm xmlns:a="http://schemas.openxmlformats.org/drawingml/2006/main">
            <a:off x="6515100" y="4953000"/>
            <a:ext cx="5219700" cy="1143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标准阈值：</a:t>
            </a:r>
            <a:r>
              <a:rPr sz="938">
                <a:solidFill>
                  <a:srgbClr val="D6E6F7"/>
                </a:solidFill>
                <a:latin typeface="微软雅黑"/>
                <a:ea typeface="微软雅黑"/>
                <a:cs typeface="微软雅黑"/>
              </a:rPr>
              <a:t>取自上述标准原文，作为系统内置气体字典的默认值。</a:t>
            </a:r>
          </a:p>
          <a:p xmlns:a="http://schemas.openxmlformats.org/drawingml/2006/main">
            <a:pPr algn="l">
              <a:lnSpc>
                <a:spcPct val="14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成本数字：</a:t>
            </a:r>
            <a:r>
              <a:rPr sz="938">
                <a:solidFill>
                  <a:srgbClr val="D6E6F7"/>
                </a:solidFill>
                <a:latin typeface="微软雅黑"/>
                <a:ea typeface="微软雅黑"/>
                <a:cs typeface="微软雅黑"/>
              </a:rPr>
              <a:t>取自本项目需求测算（转岗 </a:t>
            </a:r>
            <a:r>
              <a:rPr sz="938">
                <a:solidFill>
                  <a:srgbClr val="D6E6F7"/>
                </a:solidFill>
                <a:latin typeface="微软雅黑"/>
                <a:ea typeface="微软雅黑"/>
                <a:cs typeface="微软雅黑"/>
              </a:rPr>
              <a:t>2 </a:t>
            </a:r>
            <a:r>
              <a:rPr sz="938">
                <a:solidFill>
                  <a:srgbClr val="D6E6F7"/>
                </a:solidFill>
                <a:latin typeface="微软雅黑"/>
                <a:ea typeface="微软雅黑"/>
                <a:cs typeface="微软雅黑"/>
              </a:rPr>
              <a:t>万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人、招聘 </a:t>
            </a:r>
            <a:r>
              <a:rPr sz="938">
                <a:solidFill>
                  <a:srgbClr val="D6E6F7"/>
                </a:solidFill>
                <a:latin typeface="微软雅黑"/>
                <a:ea typeface="微软雅黑"/>
                <a:cs typeface="微软雅黑"/>
              </a:rPr>
              <a:t>8 </a:t>
            </a:r>
            <a:r>
              <a:rPr sz="938">
                <a:solidFill>
                  <a:srgbClr val="D6E6F7"/>
                </a:solidFill>
                <a:latin typeface="微软雅黑"/>
                <a:ea typeface="微软雅黑"/>
                <a:cs typeface="微软雅黑"/>
              </a:rPr>
              <a:t>万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人、外委 </a:t>
            </a:r>
            <a:r>
              <a:rPr sz="938">
                <a:solidFill>
                  <a:srgbClr val="D6E6F7"/>
                </a:solidFill>
                <a:latin typeface="微软雅黑"/>
                <a:ea typeface="微软雅黑"/>
                <a:cs typeface="微软雅黑"/>
              </a:rPr>
              <a:t>1.5 </a:t>
            </a:r>
            <a:r>
              <a:rPr sz="938">
                <a:solidFill>
                  <a:srgbClr val="D6E6F7"/>
                </a:solidFill>
                <a:latin typeface="微软雅黑"/>
                <a:ea typeface="微软雅黑"/>
                <a:cs typeface="微软雅黑"/>
              </a:rPr>
              <a:t>万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月）。</a:t>
            </a:r>
          </a:p>
          <a:p xmlns:a="http://schemas.openxmlformats.org/drawingml/2006/main">
            <a:pPr algn="l">
              <a:lnSpc>
                <a:spcPct val="14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现状描述：</a:t>
            </a:r>
            <a:r>
              <a:rPr sz="938">
                <a:solidFill>
                  <a:srgbClr val="D6E6F7"/>
                </a:solidFill>
                <a:latin typeface="微软雅黑"/>
                <a:ea typeface="微软雅黑"/>
                <a:cs typeface="微软雅黑"/>
              </a:rPr>
              <a:t>来自项目调研与需求方访谈，未做行业抽样统计，不冒充行业统计口径。</a:t>
            </a:r>
          </a:p>
        </p:txBody>
      </p:sp>
      <p:sp>
        <p:nvSpPr>
          <p:cNvPr id="108" name="">
            <a:extLst xmlns:a="http://schemas.openxmlformats.org/drawingml/2006/main">
              <a:ext uri="{FF2B5EF4-FFF2-40B4-BE49-F238E27FC236}">
                <a16:creationId xmlns:a16="http://schemas.microsoft.com/office/drawing/2014/main" id="{AA6C1032-B211-4482-8CCD-283A514394B3}"/>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926AA22A-64C3-4FC4-9CE5-749C4AF85C2B}"/>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BE1C032F-30FF-4ED4-954E-417F63A2B9AE}"/>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1" name="">
            <a:extLst xmlns:a="http://schemas.openxmlformats.org/drawingml/2006/main">
              <a:ext uri="{FF2B5EF4-FFF2-40B4-BE49-F238E27FC236}">
                <a16:creationId xmlns:a16="http://schemas.microsoft.com/office/drawing/2014/main" id="{C7616031-A59E-4A61-B340-FE99FA47F499}"/>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2" name="">
            <a:extLst xmlns:a="http://schemas.openxmlformats.org/drawingml/2006/main">
              <a:ext uri="{FF2B5EF4-FFF2-40B4-BE49-F238E27FC236}">
                <a16:creationId xmlns:a16="http://schemas.microsoft.com/office/drawing/2014/main" id="{F06CA92E-D703-4EF8-B611-4BBB5593574E}"/>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3" name="">
            <a:extLst xmlns:a="http://schemas.openxmlformats.org/drawingml/2006/main">
              <a:ext uri="{FF2B5EF4-FFF2-40B4-BE49-F238E27FC236}">
                <a16:creationId xmlns:a16="http://schemas.microsoft.com/office/drawing/2014/main" id="{09D39A4C-C1CD-448B-BD45-593FB79C652C}"/>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14" name="">
            <a:extLst xmlns:a="http://schemas.openxmlformats.org/drawingml/2006/main">
              <a:ext uri="{FF2B5EF4-FFF2-40B4-BE49-F238E27FC236}">
                <a16:creationId xmlns:a16="http://schemas.microsoft.com/office/drawing/2014/main" id="{F09AFEB7-6EC7-48C7-819C-D4A88D5CC68C}"/>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BBD1B6B5-7643-4FAD-8AB0-100D02C2D275}"/>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04</a:t>
            </a:r>
          </a:p>
        </p:txBody>
      </p:sp>
    </p:spTree>
    <p:extLst>
      <p:ext uri="{BB962C8B-B14F-4D97-AF65-F5344CB8AC3E}">
        <p14:creationId xmlns:p14="http://schemas.microsoft.com/office/powerpoint/2010/main" val="2084589416"/>
      </p:ext>
    </p:extLst>
  </p:cSld>
</p:sld>
</file>

<file path=ppt/slides/slide5.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847b33994f6c49c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D314BCC-9F13-4E79-96D2-09C2A8208A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50E5D4B4-97DC-46F1-B21C-523DCB1522DB}"/>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1C7F0">
                  <a:alpha val="15000"/>
                </a:srgbClr>
              </a:gs>
              <a:gs pos="45000">
                <a:srgbClr val="31C7F0">
                  <a:alpha val="6000"/>
                </a:srgbClr>
              </a:gs>
              <a:gs pos="100000">
                <a:srgbClr val="31C7F0">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B6EA6BEB-F6C7-404F-987B-E048E614BAED}"/>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0DA02418-FF73-4508-A1E9-7384CA1C66DB}"/>
              </a:ext>
            </a:extLst>
          </p:cNvPr>
          <p:cNvSpPr>
            <a:spLocks xmlns:a="http://schemas.openxmlformats.org/drawingml/2006/main" noGrp="1"/>
          </p:cNvSpPr>
          <p:nvPr/>
        </p:nvSpPr>
        <p:spPr>
          <a:xfrm xmlns:a="http://schemas.openxmlformats.org/drawingml/2006/main">
            <a:off x="9925050" y="952500"/>
            <a:ext cx="533400" cy="480060"/>
          </a:xfrm>
          <a:prstGeom xmlns:a="http://schemas.openxmlformats.org/drawingml/2006/main" prst="hexagon">
            <a:avLst/>
          </a:prstGeom>
          <a:noFill xmlns:a="http://schemas.openxmlformats.org/drawingml/2006/main"/>
          <a:ln xmlns:a="http://schemas.openxmlformats.org/drawingml/2006/main">
            <a:solidFill>
              <a:srgbClr val="31C7F0">
                <a:alpha val="28000"/>
              </a:srgbClr>
            </a:solidFill>
            <a:prstDash val="solid"/>
          </a:ln>
        </p:spPr>
      </p:sp>
      <p:sp>
        <p:nvSpPr>
          <p:cNvPr id="6" name="">
            <a:extLst xmlns:a="http://schemas.openxmlformats.org/drawingml/2006/main">
              <a:ext uri="{FF2B5EF4-FFF2-40B4-BE49-F238E27FC236}">
                <a16:creationId xmlns:a16="http://schemas.microsoft.com/office/drawing/2014/main" id="{C62BB675-06FB-4614-B84B-2451FE5F97B1}"/>
              </a:ext>
            </a:extLst>
          </p:cNvPr>
          <p:cNvSpPr>
            <a:spLocks xmlns:a="http://schemas.openxmlformats.org/drawingml/2006/main" noGrp="1"/>
          </p:cNvSpPr>
          <p:nvPr/>
        </p:nvSpPr>
        <p:spPr>
          <a:xfrm xmlns:a="http://schemas.openxmlformats.org/drawingml/2006/main">
            <a:off x="10479024" y="1101852"/>
            <a:ext cx="533400" cy="480060"/>
          </a:xfrm>
          <a:prstGeom xmlns:a="http://schemas.openxmlformats.org/drawingml/2006/main" prst="hexagon">
            <a:avLst/>
          </a:prstGeom>
          <a:noFill xmlns:a="http://schemas.openxmlformats.org/drawingml/2006/main"/>
          <a:ln xmlns:a="http://schemas.openxmlformats.org/drawingml/2006/main">
            <a:solidFill>
              <a:srgbClr val="31C7F0">
                <a:alpha val="28000"/>
              </a:srgbClr>
            </a:solidFill>
            <a:prstDash val="solid"/>
          </a:ln>
        </p:spPr>
      </p:sp>
      <p:sp>
        <p:nvSpPr>
          <p:cNvPr id="7" name="">
            <a:extLst xmlns:a="http://schemas.openxmlformats.org/drawingml/2006/main">
              <a:ext uri="{FF2B5EF4-FFF2-40B4-BE49-F238E27FC236}">
                <a16:creationId xmlns:a16="http://schemas.microsoft.com/office/drawing/2014/main" id="{9CB2AF36-1572-4B2D-B4BE-AF75F78461FA}"/>
              </a:ext>
            </a:extLst>
          </p:cNvPr>
          <p:cNvSpPr>
            <a:spLocks xmlns:a="http://schemas.openxmlformats.org/drawingml/2006/main" noGrp="1"/>
          </p:cNvSpPr>
          <p:nvPr/>
        </p:nvSpPr>
        <p:spPr>
          <a:xfrm xmlns:a="http://schemas.openxmlformats.org/drawingml/2006/main">
            <a:off x="11032998" y="952500"/>
            <a:ext cx="533400" cy="480060"/>
          </a:xfrm>
          <a:prstGeom xmlns:a="http://schemas.openxmlformats.org/drawingml/2006/main" prst="hexagon">
            <a:avLst/>
          </a:prstGeom>
          <a:noFill xmlns:a="http://schemas.openxmlformats.org/drawingml/2006/main"/>
          <a:ln xmlns:a="http://schemas.openxmlformats.org/drawingml/2006/main">
            <a:solidFill>
              <a:srgbClr val="31C7F0">
                <a:alpha val="28000"/>
              </a:srgbClr>
            </a:solidFill>
            <a:prstDash val="solid"/>
          </a:ln>
        </p:spPr>
      </p:sp>
      <p:sp>
        <p:nvSpPr>
          <p:cNvPr id="8" name="">
            <a:extLst xmlns:a="http://schemas.openxmlformats.org/drawingml/2006/main">
              <a:ext uri="{FF2B5EF4-FFF2-40B4-BE49-F238E27FC236}">
                <a16:creationId xmlns:a16="http://schemas.microsoft.com/office/drawing/2014/main" id="{5DBFEAAD-76E5-470B-97FE-8E1F4279D89F}"/>
              </a:ext>
            </a:extLst>
          </p:cNvPr>
          <p:cNvSpPr>
            <a:spLocks xmlns:a="http://schemas.openxmlformats.org/drawingml/2006/main" noGrp="1"/>
          </p:cNvSpPr>
          <p:nvPr/>
        </p:nvSpPr>
        <p:spPr>
          <a:xfrm xmlns:a="http://schemas.openxmlformats.org/drawingml/2006/main">
            <a:off x="9925050" y="1657350"/>
            <a:ext cx="1143000" cy="19050"/>
          </a:xfrm>
          <a:prstGeom xmlns:a="http://schemas.openxmlformats.org/drawingml/2006/main" prst="rect">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FDAD16F3-9553-4F3C-AD6B-76AE31125DE5}"/>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A8A44BA8-5C75-4CF8-A434-153CF120E5BE}"/>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27608D6C-15CB-4480-8A61-EAE05B8E2EC6}"/>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DC2A4244-80EC-4618-886C-DA44F3F8E1BA}"/>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3D49D232-B79E-4A44-8256-68E347C8ED5E}"/>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054120B2-6806-4142-8AFE-31A4C94251CC}"/>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E79FDA74-3D65-4676-900F-802EE092EEB8}"/>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A2B3A8A9-AE81-4AEA-B53C-01481DD63346}"/>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96CFABE3-23D2-4AE5-8869-6A8F633B065A}"/>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E3A27D79-8E8A-4C4B-812A-F77F6DC82537}"/>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63AEA01B-7692-41F1-B582-457029A4DD79}"/>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C3E9EDE0-3B24-44B7-A16A-5F9887DD704D}"/>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F01D234C-245D-48B1-899C-647CEBC0F4AA}"/>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2" name="">
            <a:extLst xmlns:a="http://schemas.openxmlformats.org/drawingml/2006/main">
              <a:ext uri="{FF2B5EF4-FFF2-40B4-BE49-F238E27FC236}">
                <a16:creationId xmlns:a16="http://schemas.microsoft.com/office/drawing/2014/main" id="{DF5E585A-A8BD-4CFB-9011-0F68820529CC}"/>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3" name="">
            <a:extLst xmlns:a="http://schemas.openxmlformats.org/drawingml/2006/main">
              <a:ext uri="{FF2B5EF4-FFF2-40B4-BE49-F238E27FC236}">
                <a16:creationId xmlns:a16="http://schemas.microsoft.com/office/drawing/2014/main" id="{EF2DA6C0-FF17-4755-B119-246CF269C4F8}"/>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975C079C-EE28-4645-9B15-3E448614E2A4}"/>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6BC73B15-C32A-49BF-B7EA-F571E70FAB36}"/>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2F59834E-9117-47FA-B041-5F71FFF9F79B}"/>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DB8488BA-5FF7-4974-812E-163B7D1CF528}"/>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825DDFBD-F74F-42A3-82C0-762C51371ED5}"/>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AF671277-B23A-447D-9104-4ED0D3784F89}"/>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E5812173-F651-4B93-A72F-D0815DAF97D1}"/>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82440F04-1368-4B0A-B218-F0A1438C19C9}"/>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A22EDAAA-7F4E-40B2-AAD7-A6FE8BD6AE1B}"/>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2E5EE2F3-1E21-41DC-B6F0-771AFFCDD67B}"/>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5FCADDCB-D9BF-45B7-9A93-DD52DE851DB9}"/>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EB8D0CDC-F890-49EE-A294-C238C18919A6}"/>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7E93351F-B0A4-45B3-BC45-AF83C9E91130}"/>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E005809A-728B-4A15-BD13-E48E88874139}"/>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75B97056-9071-4F66-8A64-3D050665DFE6}"/>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BB2A0D68-DC86-4804-A013-CF4063FF9EBD}"/>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8012371D-F6A0-4C87-90D8-6B42C035447C}"/>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1C7F0"/>
              </a:gs>
              <a:gs pos="100000">
                <a:srgbClr val="31C7F0">
                  <a:alpha val="0"/>
                </a:srgbClr>
              </a:gs>
            </a:gsLst>
            <a:lin ang="540000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41243D35-5152-4256-AE04-9356C57249DB}"/>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1C7F0">
                  <a:alpha val="45000"/>
                </a:srgbClr>
              </a:gs>
              <a:gs pos="100000">
                <a:srgbClr val="31C7F0">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967E5B43-E570-42C5-BF9F-A91211FA77D0}"/>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3" name="">
            <a:extLst xmlns:a="http://schemas.openxmlformats.org/drawingml/2006/main">
              <a:ext uri="{FF2B5EF4-FFF2-40B4-BE49-F238E27FC236}">
                <a16:creationId xmlns:a16="http://schemas.microsoft.com/office/drawing/2014/main" id="{537AEDF7-A350-4774-9568-1FF5062E0BBB}"/>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1C7F0"/>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AC4C4A2-B289-4A97-8B30-E6F38213F6A6}"/>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9D8652ED-0DC4-4C85-A538-A24B53CD62A3}"/>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1C7F0">
                  <a:alpha val="26000"/>
                </a:srgbClr>
              </a:gs>
              <a:gs pos="45000">
                <a:srgbClr val="31C7F0">
                  <a:alpha val="10000"/>
                </a:srgbClr>
              </a:gs>
              <a:gs pos="100000">
                <a:srgbClr val="31C7F0">
                  <a:alpha val="0"/>
                </a:srgbClr>
              </a:gs>
            </a:gsLst>
            <a:path path="shape"/>
          </a:gra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236C81AC-508A-46B8-8434-87285C21D6B5}"/>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1C7F0"/>
              </a:gs>
              <a:gs pos="100000">
                <a:srgbClr val="196478"/>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01</a:t>
            </a:r>
          </a:p>
        </p:txBody>
      </p:sp>
      <p:sp>
        <p:nvSpPr>
          <p:cNvPr id="47" name="">
            <a:extLst xmlns:a="http://schemas.openxmlformats.org/drawingml/2006/main">
              <a:ext uri="{FF2B5EF4-FFF2-40B4-BE49-F238E27FC236}">
                <a16:creationId xmlns:a16="http://schemas.microsoft.com/office/drawing/2014/main" id="{EBCE5668-ABB6-4E72-8C9A-4FB23EF37F03}"/>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项目背景</a:t>
            </a:r>
          </a:p>
        </p:txBody>
      </p:sp>
      <p:sp>
        <p:nvSpPr>
          <p:cNvPr id="48" name="">
            <a:extLst xmlns:a="http://schemas.openxmlformats.org/drawingml/2006/main">
              <a:ext uri="{FF2B5EF4-FFF2-40B4-BE49-F238E27FC236}">
                <a16:creationId xmlns:a16="http://schemas.microsoft.com/office/drawing/2014/main" id="{95DBAF51-ED63-4CC4-B93A-5D55E7832359}"/>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31C7F0"/>
              </a:gs>
              <a:gs pos="100000">
                <a:srgbClr val="31C7F0">
                  <a:alpha val="20000"/>
                </a:srgbClr>
              </a:gs>
            </a:gsLst>
            <a:lin ang="540000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6766F33D-7659-489B-9E03-E10BFD62DF26}"/>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变电运维培训的四本账</a:t>
            </a:r>
          </a:p>
        </p:txBody>
      </p:sp>
      <p:sp>
        <p:nvSpPr>
          <p:cNvPr id="50" name="">
            <a:extLst xmlns:a="http://schemas.openxmlformats.org/drawingml/2006/main">
              <a:ext uri="{FF2B5EF4-FFF2-40B4-BE49-F238E27FC236}">
                <a16:creationId xmlns:a16="http://schemas.microsoft.com/office/drawing/2014/main" id="{E459268D-1182-412B-A117-1B587A234701}"/>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31C7F0"/>
              </a:gs>
              <a:gs pos="100000">
                <a:srgbClr val="31C7F0">
                  <a:alpha val="0"/>
                </a:srgbClr>
              </a:gs>
            </a:gsLst>
            <a:lin ang="0"/>
          </a:gra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18F8EED1-593C-4F54-BF3E-DA755B7AC659}"/>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0867E05B-E984-4153-97DE-F9846434BB88}"/>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4A960766-2BF9-4FF9-833A-3577156B5BA6}"/>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2671A08F-7F49-44BE-909F-031E5779BE95}"/>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5" name="">
            <a:extLst xmlns:a="http://schemas.openxmlformats.org/drawingml/2006/main">
              <a:ext uri="{FF2B5EF4-FFF2-40B4-BE49-F238E27FC236}">
                <a16:creationId xmlns:a16="http://schemas.microsoft.com/office/drawing/2014/main" id="{42FD1AC8-BAD4-4722-B1E1-AA3AB46129E8}"/>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6" name="">
            <a:extLst xmlns:a="http://schemas.openxmlformats.org/drawingml/2006/main">
              <a:ext uri="{FF2B5EF4-FFF2-40B4-BE49-F238E27FC236}">
                <a16:creationId xmlns:a16="http://schemas.microsoft.com/office/drawing/2014/main" id="{7C059EEC-73C9-4660-A50E-F19484890D21}"/>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951C8175-7691-4386-8468-C63309F438C1}"/>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8" name="">
            <a:extLst xmlns:a="http://schemas.openxmlformats.org/drawingml/2006/main">
              <a:ext uri="{FF2B5EF4-FFF2-40B4-BE49-F238E27FC236}">
                <a16:creationId xmlns:a16="http://schemas.microsoft.com/office/drawing/2014/main" id="{298AD6F1-8A88-4166-A2C1-E5674C190494}"/>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E46AA8F0-7B08-4728-B551-826834F751D5}"/>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5388633D-C3BC-48C0-B9FE-B4BC7E4962B8}"/>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FC73567E-E44C-42C7-B335-F810995013FD}"/>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46E054C2-33CA-401A-A92E-3212A1DEF6EA}"/>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78E3611D-61F2-4792-A21B-62476BC834F5}"/>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CCB63E11-A2EB-4BF7-8BF1-F7DAC9692BE6}"/>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培训成本的大头不是「买系统的钱」，而是「人停下来的时间」和「做无用功的时间」。</a:t>
            </a:r>
          </a:p>
        </p:txBody>
      </p:sp>
      <p:sp>
        <p:nvSpPr>
          <p:cNvPr id="65" name="">
            <a:extLst xmlns:a="http://schemas.openxmlformats.org/drawingml/2006/main">
              <a:ext uri="{FF2B5EF4-FFF2-40B4-BE49-F238E27FC236}">
                <a16:creationId xmlns:a16="http://schemas.microsoft.com/office/drawing/2014/main" id="{F271D357-D709-425B-9535-6BE2939AF3BD}"/>
              </a:ext>
            </a:extLst>
          </p:cNvPr>
          <p:cNvSpPr>
            <a:spLocks xmlns:a="http://schemas.openxmlformats.org/drawingml/2006/main" noGrp="1"/>
          </p:cNvSpPr>
          <p:nvPr/>
        </p:nvSpPr>
        <p:spPr>
          <a:xfrm xmlns:a="http://schemas.openxmlformats.org/drawingml/2006/main">
            <a:off x="285750" y="1333500"/>
            <a:ext cx="2781300" cy="2381250"/>
          </a:xfrm>
          <a:prstGeom xmlns:a="http://schemas.openxmlformats.org/drawingml/2006/main" prst="roundRect">
            <a:avLst>
              <a:gd name="adj" fmla="val 36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6" name="">
            <a:extLst xmlns:a="http://schemas.openxmlformats.org/drawingml/2006/main">
              <a:ext uri="{FF2B5EF4-FFF2-40B4-BE49-F238E27FC236}">
                <a16:creationId xmlns:a16="http://schemas.microsoft.com/office/drawing/2014/main" id="{D71140F8-39BF-4F7B-BB06-F4B07A660191}"/>
              </a:ext>
            </a:extLst>
          </p:cNvPr>
          <p:cNvSpPr>
            <a:spLocks xmlns:a="http://schemas.openxmlformats.org/drawingml/2006/main" noGrp="1"/>
          </p:cNvSpPr>
          <p:nvPr/>
        </p:nvSpPr>
        <p:spPr>
          <a:xfrm xmlns:a="http://schemas.openxmlformats.org/drawingml/2006/main">
            <a:off x="285750" y="1333500"/>
            <a:ext cx="2781300" cy="4762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6C8A4C18-9048-4A07-9D71-2F85AB11516A}"/>
              </a:ext>
            </a:extLst>
          </p:cNvPr>
          <p:cNvSpPr>
            <a:spLocks xmlns:a="http://schemas.openxmlformats.org/drawingml/2006/main" noGrp="1"/>
          </p:cNvSpPr>
          <p:nvPr/>
        </p:nvSpPr>
        <p:spPr>
          <a:xfrm xmlns:a="http://schemas.openxmlformats.org/drawingml/2006/main">
            <a:off x="476250" y="1504950"/>
            <a:ext cx="2381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31C7F0"/>
                </a:solidFill>
                <a:latin typeface="微软雅黑"/>
                <a:ea typeface="微软雅黑"/>
                <a:cs typeface="微软雅黑"/>
              </a:defRPr>
            </a:pPr>
            <a:r>
              <a:rPr sz="1575" b="1">
                <a:solidFill>
                  <a:srgbClr val="31C7F0"/>
                </a:solidFill>
                <a:latin typeface="微软雅黑"/>
                <a:ea typeface="微软雅黑"/>
                <a:cs typeface="微软雅黑"/>
              </a:rPr>
              <a:t>工时账</a:t>
            </a:r>
          </a:p>
        </p:txBody>
      </p:sp>
      <p:sp>
        <p:nvSpPr>
          <p:cNvPr id="68" name="">
            <a:extLst xmlns:a="http://schemas.openxmlformats.org/drawingml/2006/main">
              <a:ext uri="{FF2B5EF4-FFF2-40B4-BE49-F238E27FC236}">
                <a16:creationId xmlns:a16="http://schemas.microsoft.com/office/drawing/2014/main" id="{79708BBF-6B74-4E17-A42B-3C625CE50E52}"/>
              </a:ext>
            </a:extLst>
          </p:cNvPr>
          <p:cNvSpPr>
            <a:spLocks xmlns:a="http://schemas.openxmlformats.org/drawingml/2006/main" noGrp="1"/>
          </p:cNvSpPr>
          <p:nvPr/>
        </p:nvSpPr>
        <p:spPr>
          <a:xfrm xmlns:a="http://schemas.openxmlformats.org/drawingml/2006/main">
            <a:off x="476250" y="1885950"/>
            <a:ext cx="419100" cy="190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F34F2A07-8A1B-4304-9B97-A0EC7812F22D}"/>
              </a:ext>
            </a:extLst>
          </p:cNvPr>
          <p:cNvSpPr>
            <a:spLocks xmlns:a="http://schemas.openxmlformats.org/drawingml/2006/main" noGrp="1"/>
          </p:cNvSpPr>
          <p:nvPr/>
        </p:nvSpPr>
        <p:spPr>
          <a:xfrm xmlns:a="http://schemas.openxmlformats.org/drawingml/2006/main">
            <a:off x="476250" y="2038350"/>
            <a:ext cx="2438400" cy="1600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老师傅现场带教占用产能</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集中培训挤占检修窗口</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同一技能被反复重复培训</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复训与补考继续挤占正常排期</a:t>
            </a:r>
          </a:p>
        </p:txBody>
      </p:sp>
      <p:sp>
        <p:nvSpPr>
          <p:cNvPr id="70" name="">
            <a:extLst xmlns:a="http://schemas.openxmlformats.org/drawingml/2006/main">
              <a:ext uri="{FF2B5EF4-FFF2-40B4-BE49-F238E27FC236}">
                <a16:creationId xmlns:a16="http://schemas.microsoft.com/office/drawing/2014/main" id="{13D3D386-6B32-423D-9168-89ED0130B5CA}"/>
              </a:ext>
            </a:extLst>
          </p:cNvPr>
          <p:cNvSpPr>
            <a:spLocks xmlns:a="http://schemas.openxmlformats.org/drawingml/2006/main" noGrp="1"/>
          </p:cNvSpPr>
          <p:nvPr/>
        </p:nvSpPr>
        <p:spPr>
          <a:xfrm xmlns:a="http://schemas.openxmlformats.org/drawingml/2006/main">
            <a:off x="3219450" y="1333500"/>
            <a:ext cx="2781300" cy="2381250"/>
          </a:xfrm>
          <a:prstGeom xmlns:a="http://schemas.openxmlformats.org/drawingml/2006/main" prst="roundRect">
            <a:avLst>
              <a:gd name="adj" fmla="val 36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1" name="">
            <a:extLst xmlns:a="http://schemas.openxmlformats.org/drawingml/2006/main">
              <a:ext uri="{FF2B5EF4-FFF2-40B4-BE49-F238E27FC236}">
                <a16:creationId xmlns:a16="http://schemas.microsoft.com/office/drawing/2014/main" id="{7EEEEBF4-E980-4754-B576-B57E4292DF79}"/>
              </a:ext>
            </a:extLst>
          </p:cNvPr>
          <p:cNvSpPr>
            <a:spLocks xmlns:a="http://schemas.openxmlformats.org/drawingml/2006/main" noGrp="1"/>
          </p:cNvSpPr>
          <p:nvPr/>
        </p:nvSpPr>
        <p:spPr>
          <a:xfrm xmlns:a="http://schemas.openxmlformats.org/drawingml/2006/main">
            <a:off x="3219450" y="1333500"/>
            <a:ext cx="2781300" cy="4762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0DCAACB7-287B-4BA6-82DF-8DCA610B21BF}"/>
              </a:ext>
            </a:extLst>
          </p:cNvPr>
          <p:cNvSpPr>
            <a:spLocks xmlns:a="http://schemas.openxmlformats.org/drawingml/2006/main" noGrp="1"/>
          </p:cNvSpPr>
          <p:nvPr/>
        </p:nvSpPr>
        <p:spPr>
          <a:xfrm xmlns:a="http://schemas.openxmlformats.org/drawingml/2006/main">
            <a:off x="3409950" y="1504950"/>
            <a:ext cx="2381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5C33B"/>
                </a:solidFill>
                <a:latin typeface="微软雅黑"/>
                <a:ea typeface="微软雅黑"/>
                <a:cs typeface="微软雅黑"/>
              </a:defRPr>
            </a:pPr>
            <a:r>
              <a:rPr sz="1575" b="1">
                <a:solidFill>
                  <a:srgbClr val="F5C33B"/>
                </a:solidFill>
                <a:latin typeface="微软雅黑"/>
                <a:ea typeface="微软雅黑"/>
                <a:cs typeface="微软雅黑"/>
              </a:rPr>
              <a:t>费用账</a:t>
            </a:r>
          </a:p>
        </p:txBody>
      </p:sp>
      <p:sp>
        <p:nvSpPr>
          <p:cNvPr id="73" name="">
            <a:extLst xmlns:a="http://schemas.openxmlformats.org/drawingml/2006/main">
              <a:ext uri="{FF2B5EF4-FFF2-40B4-BE49-F238E27FC236}">
                <a16:creationId xmlns:a16="http://schemas.microsoft.com/office/drawing/2014/main" id="{1DB33EC2-7EFF-4937-A522-75F195593F7D}"/>
              </a:ext>
            </a:extLst>
          </p:cNvPr>
          <p:cNvSpPr>
            <a:spLocks xmlns:a="http://schemas.openxmlformats.org/drawingml/2006/main" noGrp="1"/>
          </p:cNvSpPr>
          <p:nvPr/>
        </p:nvSpPr>
        <p:spPr>
          <a:xfrm xmlns:a="http://schemas.openxmlformats.org/drawingml/2006/main">
            <a:off x="3409950" y="1885950"/>
            <a:ext cx="4191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94068751-CD70-41BC-BDFC-9C85086AD5FF}"/>
              </a:ext>
            </a:extLst>
          </p:cNvPr>
          <p:cNvSpPr>
            <a:spLocks xmlns:a="http://schemas.openxmlformats.org/drawingml/2006/main" noGrp="1"/>
          </p:cNvSpPr>
          <p:nvPr/>
        </p:nvSpPr>
        <p:spPr>
          <a:xfrm xmlns:a="http://schemas.openxmlformats.org/drawingml/2006/main">
            <a:off x="3409950" y="2038350"/>
            <a:ext cx="2438400" cy="1600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内部转岗培训 </a:t>
            </a:r>
            <a:r>
              <a:rPr sz="938">
                <a:solidFill>
                  <a:srgbClr val="D6E6F7"/>
                </a:solidFill>
                <a:latin typeface="微软雅黑"/>
                <a:ea typeface="微软雅黑"/>
                <a:cs typeface="微软雅黑"/>
              </a:rPr>
              <a:t>≈ 2 </a:t>
            </a:r>
            <a:r>
              <a:rPr sz="938">
                <a:solidFill>
                  <a:srgbClr val="D6E6F7"/>
                </a:solidFill>
                <a:latin typeface="微软雅黑"/>
                <a:ea typeface="微软雅黑"/>
                <a:cs typeface="微软雅黑"/>
              </a:rPr>
              <a:t>万元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人</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外部招聘 </a:t>
            </a:r>
            <a:r>
              <a:rPr sz="938">
                <a:solidFill>
                  <a:srgbClr val="D6E6F7"/>
                </a:solidFill>
                <a:latin typeface="微软雅黑"/>
                <a:ea typeface="微软雅黑"/>
                <a:cs typeface="微软雅黑"/>
              </a:rPr>
              <a:t>≈ 8 </a:t>
            </a:r>
            <a:r>
              <a:rPr sz="938">
                <a:solidFill>
                  <a:srgbClr val="D6E6F7"/>
                </a:solidFill>
                <a:latin typeface="微软雅黑"/>
                <a:ea typeface="微软雅黑"/>
                <a:cs typeface="微软雅黑"/>
              </a:rPr>
              <a:t>万元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人</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外委 </a:t>
            </a:r>
            <a:r>
              <a:rPr sz="938">
                <a:solidFill>
                  <a:srgbClr val="D6E6F7"/>
                </a:solidFill>
                <a:latin typeface="微软雅黑"/>
                <a:ea typeface="微软雅黑"/>
                <a:cs typeface="微软雅黑"/>
              </a:rPr>
              <a:t>≈ 1.5 </a:t>
            </a:r>
            <a:r>
              <a:rPr sz="938">
                <a:solidFill>
                  <a:srgbClr val="D6E6F7"/>
                </a:solidFill>
                <a:latin typeface="微软雅黑"/>
                <a:ea typeface="微软雅黑"/>
                <a:cs typeface="微软雅黑"/>
              </a:rPr>
              <a:t>万元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月（</a:t>
            </a:r>
            <a:r>
              <a:rPr sz="938">
                <a:solidFill>
                  <a:srgbClr val="D6E6F7"/>
                </a:solidFill>
                <a:latin typeface="微软雅黑"/>
                <a:ea typeface="微软雅黑"/>
                <a:cs typeface="微软雅黑"/>
              </a:rPr>
              <a:t>≈18 </a:t>
            </a:r>
            <a:r>
              <a:rPr sz="938">
                <a:solidFill>
                  <a:srgbClr val="D6E6F7"/>
                </a:solidFill>
                <a:latin typeface="微软雅黑"/>
                <a:ea typeface="微软雅黑"/>
                <a:cs typeface="微软雅黑"/>
              </a:rPr>
              <a:t>万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年）</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外委随工作量线性增长，不可复利</a:t>
            </a:r>
          </a:p>
        </p:txBody>
      </p:sp>
      <p:sp>
        <p:nvSpPr>
          <p:cNvPr id="75" name="">
            <a:extLst xmlns:a="http://schemas.openxmlformats.org/drawingml/2006/main">
              <a:ext uri="{FF2B5EF4-FFF2-40B4-BE49-F238E27FC236}">
                <a16:creationId xmlns:a16="http://schemas.microsoft.com/office/drawing/2014/main" id="{31FE2A64-9E1E-48AD-A215-086C2E563AD9}"/>
              </a:ext>
            </a:extLst>
          </p:cNvPr>
          <p:cNvSpPr>
            <a:spLocks xmlns:a="http://schemas.openxmlformats.org/drawingml/2006/main" noGrp="1"/>
          </p:cNvSpPr>
          <p:nvPr/>
        </p:nvSpPr>
        <p:spPr>
          <a:xfrm xmlns:a="http://schemas.openxmlformats.org/drawingml/2006/main">
            <a:off x="6153150" y="1333500"/>
            <a:ext cx="2781300" cy="2381250"/>
          </a:xfrm>
          <a:prstGeom xmlns:a="http://schemas.openxmlformats.org/drawingml/2006/main" prst="roundRect">
            <a:avLst>
              <a:gd name="adj" fmla="val 36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6" name="">
            <a:extLst xmlns:a="http://schemas.openxmlformats.org/drawingml/2006/main">
              <a:ext uri="{FF2B5EF4-FFF2-40B4-BE49-F238E27FC236}">
                <a16:creationId xmlns:a16="http://schemas.microsoft.com/office/drawing/2014/main" id="{ABCB1702-4A2A-472A-8FE1-FED467D4E5A7}"/>
              </a:ext>
            </a:extLst>
          </p:cNvPr>
          <p:cNvSpPr>
            <a:spLocks xmlns:a="http://schemas.openxmlformats.org/drawingml/2006/main" noGrp="1"/>
          </p:cNvSpPr>
          <p:nvPr/>
        </p:nvSpPr>
        <p:spPr>
          <a:xfrm xmlns:a="http://schemas.openxmlformats.org/drawingml/2006/main">
            <a:off x="6153150" y="1333500"/>
            <a:ext cx="2781300" cy="47625"/>
          </a:xfrm>
          <a:prstGeom xmlns:a="http://schemas.openxmlformats.org/drawingml/2006/main" prst="rect">
            <a:avLst/>
          </a:prstGeom>
          <a:solidFill xmlns:a="http://schemas.openxmlformats.org/drawingml/2006/main">
            <a:srgbClr val="F2705E"/>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3C6274BC-3796-45A5-A6B7-85F58878E754}"/>
              </a:ext>
            </a:extLst>
          </p:cNvPr>
          <p:cNvSpPr>
            <a:spLocks xmlns:a="http://schemas.openxmlformats.org/drawingml/2006/main" noGrp="1"/>
          </p:cNvSpPr>
          <p:nvPr/>
        </p:nvSpPr>
        <p:spPr>
          <a:xfrm xmlns:a="http://schemas.openxmlformats.org/drawingml/2006/main">
            <a:off x="6343650" y="1504950"/>
            <a:ext cx="2381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2705E"/>
                </a:solidFill>
                <a:latin typeface="微软雅黑"/>
                <a:ea typeface="微软雅黑"/>
                <a:cs typeface="微软雅黑"/>
              </a:defRPr>
            </a:pPr>
            <a:r>
              <a:rPr sz="1575" b="1">
                <a:solidFill>
                  <a:srgbClr val="F2705E"/>
                </a:solidFill>
                <a:latin typeface="微软雅黑"/>
                <a:ea typeface="微软雅黑"/>
                <a:cs typeface="微软雅黑"/>
              </a:rPr>
              <a:t>风险账</a:t>
            </a:r>
          </a:p>
        </p:txBody>
      </p:sp>
      <p:sp>
        <p:nvSpPr>
          <p:cNvPr id="78" name="">
            <a:extLst xmlns:a="http://schemas.openxmlformats.org/drawingml/2006/main">
              <a:ext uri="{FF2B5EF4-FFF2-40B4-BE49-F238E27FC236}">
                <a16:creationId xmlns:a16="http://schemas.microsoft.com/office/drawing/2014/main" id="{C5D5A7C1-17A9-4CFC-97CB-94B22ECDC76F}"/>
              </a:ext>
            </a:extLst>
          </p:cNvPr>
          <p:cNvSpPr>
            <a:spLocks xmlns:a="http://schemas.openxmlformats.org/drawingml/2006/main" noGrp="1"/>
          </p:cNvSpPr>
          <p:nvPr/>
        </p:nvSpPr>
        <p:spPr>
          <a:xfrm xmlns:a="http://schemas.openxmlformats.org/drawingml/2006/main">
            <a:off x="6343650" y="1885950"/>
            <a:ext cx="419100" cy="19050"/>
          </a:xfrm>
          <a:prstGeom xmlns:a="http://schemas.openxmlformats.org/drawingml/2006/main" prst="rect">
            <a:avLst/>
          </a:prstGeom>
          <a:solidFill xmlns:a="http://schemas.openxmlformats.org/drawingml/2006/main">
            <a:srgbClr val="F2705E"/>
          </a:soli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0DCC5845-EF10-4D64-8FF2-74B413C783E9}"/>
              </a:ext>
            </a:extLst>
          </p:cNvPr>
          <p:cNvSpPr>
            <a:spLocks xmlns:a="http://schemas.openxmlformats.org/drawingml/2006/main" noGrp="1"/>
          </p:cNvSpPr>
          <p:nvPr/>
        </p:nvSpPr>
        <p:spPr>
          <a:xfrm xmlns:a="http://schemas.openxmlformats.org/drawingml/2006/main">
            <a:off x="6343650" y="2038350"/>
            <a:ext cx="2438400" cy="1600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关键岗位备份不足，形成单点依赖</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一人请假即出现能力断点</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风险往往在停线之后才暴露</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继任与轮岗缺少量化依据</a:t>
            </a:r>
          </a:p>
        </p:txBody>
      </p:sp>
      <p:sp>
        <p:nvSpPr>
          <p:cNvPr id="80" name="">
            <a:extLst xmlns:a="http://schemas.openxmlformats.org/drawingml/2006/main">
              <a:ext uri="{FF2B5EF4-FFF2-40B4-BE49-F238E27FC236}">
                <a16:creationId xmlns:a16="http://schemas.microsoft.com/office/drawing/2014/main" id="{91F06C73-9333-4472-87FF-36376938C45F}"/>
              </a:ext>
            </a:extLst>
          </p:cNvPr>
          <p:cNvSpPr>
            <a:spLocks xmlns:a="http://schemas.openxmlformats.org/drawingml/2006/main" noGrp="1"/>
          </p:cNvSpPr>
          <p:nvPr/>
        </p:nvSpPr>
        <p:spPr>
          <a:xfrm xmlns:a="http://schemas.openxmlformats.org/drawingml/2006/main">
            <a:off x="9086850" y="1333500"/>
            <a:ext cx="2781300" cy="2381250"/>
          </a:xfrm>
          <a:prstGeom xmlns:a="http://schemas.openxmlformats.org/drawingml/2006/main" prst="roundRect">
            <a:avLst>
              <a:gd name="adj" fmla="val 36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1" name="">
            <a:extLst xmlns:a="http://schemas.openxmlformats.org/drawingml/2006/main">
              <a:ext uri="{FF2B5EF4-FFF2-40B4-BE49-F238E27FC236}">
                <a16:creationId xmlns:a16="http://schemas.microsoft.com/office/drawing/2014/main" id="{39F36569-59AC-4DD6-A71C-71AA4D43751F}"/>
              </a:ext>
            </a:extLst>
          </p:cNvPr>
          <p:cNvSpPr>
            <a:spLocks xmlns:a="http://schemas.openxmlformats.org/drawingml/2006/main" noGrp="1"/>
          </p:cNvSpPr>
          <p:nvPr/>
        </p:nvSpPr>
        <p:spPr>
          <a:xfrm xmlns:a="http://schemas.openxmlformats.org/drawingml/2006/main">
            <a:off x="9086850" y="1333500"/>
            <a:ext cx="2781300" cy="47625"/>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DCBB4896-F57E-48D9-A24E-F5064F1AD549}"/>
              </a:ext>
            </a:extLst>
          </p:cNvPr>
          <p:cNvSpPr>
            <a:spLocks xmlns:a="http://schemas.openxmlformats.org/drawingml/2006/main" noGrp="1"/>
          </p:cNvSpPr>
          <p:nvPr/>
        </p:nvSpPr>
        <p:spPr>
          <a:xfrm xmlns:a="http://schemas.openxmlformats.org/drawingml/2006/main">
            <a:off x="9277350" y="1504950"/>
            <a:ext cx="2381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3FD08A"/>
                </a:solidFill>
                <a:latin typeface="微软雅黑"/>
                <a:ea typeface="微软雅黑"/>
                <a:cs typeface="微软雅黑"/>
              </a:defRPr>
            </a:pPr>
            <a:r>
              <a:rPr sz="1575" b="1">
                <a:solidFill>
                  <a:srgbClr val="3FD08A"/>
                </a:solidFill>
                <a:latin typeface="微软雅黑"/>
                <a:ea typeface="微软雅黑"/>
                <a:cs typeface="微软雅黑"/>
              </a:rPr>
              <a:t>合规账</a:t>
            </a:r>
          </a:p>
        </p:txBody>
      </p:sp>
      <p:sp>
        <p:nvSpPr>
          <p:cNvPr id="83" name="">
            <a:extLst xmlns:a="http://schemas.openxmlformats.org/drawingml/2006/main">
              <a:ext uri="{FF2B5EF4-FFF2-40B4-BE49-F238E27FC236}">
                <a16:creationId xmlns:a16="http://schemas.microsoft.com/office/drawing/2014/main" id="{0A53E113-4285-4E02-8FA8-C088E46BD85C}"/>
              </a:ext>
            </a:extLst>
          </p:cNvPr>
          <p:cNvSpPr>
            <a:spLocks xmlns:a="http://schemas.openxmlformats.org/drawingml/2006/main" noGrp="1"/>
          </p:cNvSpPr>
          <p:nvPr/>
        </p:nvSpPr>
        <p:spPr>
          <a:xfrm xmlns:a="http://schemas.openxmlformats.org/drawingml/2006/main">
            <a:off x="9277350" y="1885950"/>
            <a:ext cx="419100" cy="19050"/>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3EDC53B2-DD99-48B7-B0D9-24256B493DF4}"/>
              </a:ext>
            </a:extLst>
          </p:cNvPr>
          <p:cNvSpPr>
            <a:spLocks xmlns:a="http://schemas.openxmlformats.org/drawingml/2006/main" noGrp="1"/>
          </p:cNvSpPr>
          <p:nvPr/>
        </p:nvSpPr>
        <p:spPr>
          <a:xfrm xmlns:a="http://schemas.openxmlformats.org/drawingml/2006/main">
            <a:off x="9277350" y="2038350"/>
            <a:ext cx="2438400" cy="1600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台账与证书分散在多张 </a:t>
            </a:r>
            <a:r>
              <a:rPr sz="938">
                <a:solidFill>
                  <a:srgbClr val="D6E6F7"/>
                </a:solidFill>
                <a:latin typeface="微软雅黑"/>
                <a:ea typeface="微软雅黑"/>
                <a:cs typeface="微软雅黑"/>
              </a:rPr>
              <a:t>Excel</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到期漏检需临时补材料</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迎检举证成本高、责任难界定</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同一资质在多个系统重复登记</a:t>
            </a:r>
          </a:p>
        </p:txBody>
      </p:sp>
      <p:sp>
        <p:nvSpPr>
          <p:cNvPr id="85" name="">
            <a:extLst xmlns:a="http://schemas.openxmlformats.org/drawingml/2006/main">
              <a:ext uri="{FF2B5EF4-FFF2-40B4-BE49-F238E27FC236}">
                <a16:creationId xmlns:a16="http://schemas.microsoft.com/office/drawing/2014/main" id="{F4EE9946-78B2-464F-AD8A-F7833AC867C9}"/>
              </a:ext>
            </a:extLst>
          </p:cNvPr>
          <p:cNvSpPr>
            <a:spLocks xmlns:a="http://schemas.openxmlformats.org/drawingml/2006/main" noGrp="1"/>
          </p:cNvSpPr>
          <p:nvPr/>
        </p:nvSpPr>
        <p:spPr>
          <a:xfrm xmlns:a="http://schemas.openxmlformats.org/drawingml/2006/main">
            <a:off x="285750" y="3867150"/>
            <a:ext cx="11620500" cy="990600"/>
          </a:xfrm>
          <a:prstGeom xmlns:a="http://schemas.openxmlformats.org/drawingml/2006/main" prst="roundRect">
            <a:avLst>
              <a:gd name="adj" fmla="val 8654"/>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86" name="">
            <a:extLst xmlns:a="http://schemas.openxmlformats.org/drawingml/2006/main">
              <a:ext uri="{FF2B5EF4-FFF2-40B4-BE49-F238E27FC236}">
                <a16:creationId xmlns:a16="http://schemas.microsoft.com/office/drawing/2014/main" id="{42C5F181-AA6C-45C5-BAF7-E75885AD87ED}"/>
              </a:ext>
            </a:extLst>
          </p:cNvPr>
          <p:cNvSpPr>
            <a:spLocks xmlns:a="http://schemas.openxmlformats.org/drawingml/2006/main" noGrp="1"/>
          </p:cNvSpPr>
          <p:nvPr/>
        </p:nvSpPr>
        <p:spPr>
          <a:xfrm xmlns:a="http://schemas.openxmlformats.org/drawingml/2006/main">
            <a:off x="495300" y="3952875"/>
            <a:ext cx="8572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需求测算示例：新增 </a:t>
            </a:r>
            <a:r>
              <a:rPr sz="1125" b="1">
                <a:solidFill>
                  <a:srgbClr val="F5C33B"/>
                </a:solidFill>
                <a:latin typeface="微软雅黑"/>
                <a:ea typeface="微软雅黑"/>
                <a:cs typeface="微软雅黑"/>
              </a:rPr>
              <a:t>2 </a:t>
            </a:r>
            <a:r>
              <a:rPr sz="1125" b="1">
                <a:solidFill>
                  <a:srgbClr val="F5C33B"/>
                </a:solidFill>
                <a:latin typeface="微软雅黑"/>
                <a:ea typeface="微软雅黑"/>
                <a:cs typeface="微软雅黑"/>
              </a:rPr>
              <a:t>座 </a:t>
            </a:r>
            <a:r>
              <a:rPr sz="1125" b="1">
                <a:solidFill>
                  <a:srgbClr val="F5C33B"/>
                </a:solidFill>
                <a:latin typeface="微软雅黑"/>
                <a:ea typeface="微软雅黑"/>
                <a:cs typeface="微软雅黑"/>
              </a:rPr>
              <a:t>110kV </a:t>
            </a:r>
            <a:r>
              <a:rPr sz="1125" b="1">
                <a:solidFill>
                  <a:srgbClr val="F5C33B"/>
                </a:solidFill>
                <a:latin typeface="微软雅黑"/>
                <a:ea typeface="微软雅黑"/>
                <a:cs typeface="微软雅黑"/>
              </a:rPr>
              <a:t>变电站，运维工作量预计 </a:t>
            </a:r>
            <a:r>
              <a:rPr sz="1125" b="1">
                <a:solidFill>
                  <a:srgbClr val="F5C33B"/>
                </a:solidFill>
                <a:latin typeface="微软雅黑"/>
                <a:ea typeface="微软雅黑"/>
                <a:cs typeface="微软雅黑"/>
              </a:rPr>
              <a:t>+30%</a:t>
            </a:r>
          </a:p>
        </p:txBody>
      </p:sp>
      <p:sp>
        <p:nvSpPr>
          <p:cNvPr id="87" name="">
            <a:extLst xmlns:a="http://schemas.openxmlformats.org/drawingml/2006/main">
              <a:ext uri="{FF2B5EF4-FFF2-40B4-BE49-F238E27FC236}">
                <a16:creationId xmlns:a16="http://schemas.microsoft.com/office/drawing/2014/main" id="{D4263339-F73D-46E0-8E3C-D38F1D31F69B}"/>
              </a:ext>
            </a:extLst>
          </p:cNvPr>
          <p:cNvSpPr>
            <a:spLocks xmlns:a="http://schemas.openxmlformats.org/drawingml/2006/main" noGrp="1"/>
          </p:cNvSpPr>
          <p:nvPr/>
        </p:nvSpPr>
        <p:spPr>
          <a:xfrm xmlns:a="http://schemas.openxmlformats.org/drawingml/2006/main">
            <a:off x="495300" y="4210050"/>
            <a:ext cx="26670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+30%</a:t>
            </a:r>
          </a:p>
        </p:txBody>
      </p:sp>
      <p:sp>
        <p:nvSpPr>
          <p:cNvPr id="88" name="">
            <a:extLst xmlns:a="http://schemas.openxmlformats.org/drawingml/2006/main">
              <a:ext uri="{FF2B5EF4-FFF2-40B4-BE49-F238E27FC236}">
                <a16:creationId xmlns:a16="http://schemas.microsoft.com/office/drawing/2014/main" id="{548F4C56-B52C-43B1-895A-C7CD4C2C2747}"/>
              </a:ext>
            </a:extLst>
          </p:cNvPr>
          <p:cNvSpPr>
            <a:spLocks xmlns:a="http://schemas.openxmlformats.org/drawingml/2006/main" noGrp="1"/>
          </p:cNvSpPr>
          <p:nvPr/>
        </p:nvSpPr>
        <p:spPr>
          <a:xfrm xmlns:a="http://schemas.openxmlformats.org/drawingml/2006/main">
            <a:off x="495300" y="4572000"/>
            <a:ext cx="2667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运维工作量预计增长</a:t>
            </a:r>
          </a:p>
        </p:txBody>
      </p:sp>
      <p:sp>
        <p:nvSpPr>
          <p:cNvPr id="89" name="">
            <a:extLst xmlns:a="http://schemas.openxmlformats.org/drawingml/2006/main">
              <a:ext uri="{FF2B5EF4-FFF2-40B4-BE49-F238E27FC236}">
                <a16:creationId xmlns:a16="http://schemas.microsoft.com/office/drawing/2014/main" id="{CAD65EE1-8DC9-404F-A08C-C96AF1A30832}"/>
              </a:ext>
            </a:extLst>
          </p:cNvPr>
          <p:cNvSpPr>
            <a:spLocks xmlns:a="http://schemas.openxmlformats.org/drawingml/2006/main" noGrp="1"/>
          </p:cNvSpPr>
          <p:nvPr/>
        </p:nvSpPr>
        <p:spPr>
          <a:xfrm xmlns:a="http://schemas.openxmlformats.org/drawingml/2006/main">
            <a:off x="3352800" y="4210050"/>
            <a:ext cx="26670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12 / 8</a:t>
            </a:r>
          </a:p>
        </p:txBody>
      </p:sp>
      <p:sp>
        <p:nvSpPr>
          <p:cNvPr id="90" name="">
            <a:extLst xmlns:a="http://schemas.openxmlformats.org/drawingml/2006/main">
              <a:ext uri="{FF2B5EF4-FFF2-40B4-BE49-F238E27FC236}">
                <a16:creationId xmlns:a16="http://schemas.microsoft.com/office/drawing/2014/main" id="{AF09CA81-139C-49F1-BDE5-354D390D15A9}"/>
              </a:ext>
            </a:extLst>
          </p:cNvPr>
          <p:cNvSpPr>
            <a:spLocks xmlns:a="http://schemas.openxmlformats.org/drawingml/2006/main" noGrp="1"/>
          </p:cNvSpPr>
          <p:nvPr/>
        </p:nvSpPr>
        <p:spPr>
          <a:xfrm xmlns:a="http://schemas.openxmlformats.org/drawingml/2006/main">
            <a:off x="3352800" y="4572000"/>
            <a:ext cx="2667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继保 </a:t>
            </a:r>
            <a:r>
              <a:rPr sz="900" b="0">
                <a:solidFill>
                  <a:srgbClr val="9FC2E8"/>
                </a:solidFill>
                <a:latin typeface="微软雅黑"/>
                <a:ea typeface="微软雅黑"/>
                <a:cs typeface="微软雅黑"/>
              </a:rPr>
              <a:t>L3 </a:t>
            </a:r>
            <a:r>
              <a:rPr sz="900" b="0">
                <a:solidFill>
                  <a:srgbClr val="9FC2E8"/>
                </a:solidFill>
                <a:latin typeface="微软雅黑"/>
                <a:ea typeface="微软雅黑"/>
                <a:cs typeface="微软雅黑"/>
              </a:rPr>
              <a:t>需求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现有</a:t>
            </a:r>
          </a:p>
        </p:txBody>
      </p:sp>
      <p:sp>
        <p:nvSpPr>
          <p:cNvPr id="91" name="">
            <a:extLst xmlns:a="http://schemas.openxmlformats.org/drawingml/2006/main">
              <a:ext uri="{FF2B5EF4-FFF2-40B4-BE49-F238E27FC236}">
                <a16:creationId xmlns:a16="http://schemas.microsoft.com/office/drawing/2014/main" id="{0818446A-E2D2-47CF-BC28-8B10CBDB85D5}"/>
              </a:ext>
            </a:extLst>
          </p:cNvPr>
          <p:cNvSpPr>
            <a:spLocks xmlns:a="http://schemas.openxmlformats.org/drawingml/2006/main" noGrp="1"/>
          </p:cNvSpPr>
          <p:nvPr/>
        </p:nvSpPr>
        <p:spPr>
          <a:xfrm xmlns:a="http://schemas.openxmlformats.org/drawingml/2006/main">
            <a:off x="6210300" y="4210050"/>
            <a:ext cx="26670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6 / 3</a:t>
            </a:r>
          </a:p>
        </p:txBody>
      </p:sp>
      <p:sp>
        <p:nvSpPr>
          <p:cNvPr id="92" name="">
            <a:extLst xmlns:a="http://schemas.openxmlformats.org/drawingml/2006/main">
              <a:ext uri="{FF2B5EF4-FFF2-40B4-BE49-F238E27FC236}">
                <a16:creationId xmlns:a16="http://schemas.microsoft.com/office/drawing/2014/main" id="{A367A132-1735-475E-B72E-B29894EFD8FF}"/>
              </a:ext>
            </a:extLst>
          </p:cNvPr>
          <p:cNvSpPr>
            <a:spLocks xmlns:a="http://schemas.openxmlformats.org/drawingml/2006/main" noGrp="1"/>
          </p:cNvSpPr>
          <p:nvPr/>
        </p:nvSpPr>
        <p:spPr>
          <a:xfrm xmlns:a="http://schemas.openxmlformats.org/drawingml/2006/main">
            <a:off x="6210300" y="4572000"/>
            <a:ext cx="2667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高压试验需求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现有</a:t>
            </a:r>
          </a:p>
        </p:txBody>
      </p:sp>
      <p:sp>
        <p:nvSpPr>
          <p:cNvPr id="93" name="">
            <a:extLst xmlns:a="http://schemas.openxmlformats.org/drawingml/2006/main">
              <a:ext uri="{FF2B5EF4-FFF2-40B4-BE49-F238E27FC236}">
                <a16:creationId xmlns:a16="http://schemas.microsoft.com/office/drawing/2014/main" id="{78E7139C-B045-4FAE-ACF8-A6523CEAA8A0}"/>
              </a:ext>
            </a:extLst>
          </p:cNvPr>
          <p:cNvSpPr>
            <a:spLocks xmlns:a="http://schemas.openxmlformats.org/drawingml/2006/main" noGrp="1"/>
          </p:cNvSpPr>
          <p:nvPr/>
        </p:nvSpPr>
        <p:spPr>
          <a:xfrm xmlns:a="http://schemas.openxmlformats.org/drawingml/2006/main">
            <a:off x="9067800" y="4210050"/>
            <a:ext cx="26670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2 · 8 · 1.5</a:t>
            </a:r>
          </a:p>
        </p:txBody>
      </p:sp>
      <p:sp>
        <p:nvSpPr>
          <p:cNvPr id="94" name="">
            <a:extLst xmlns:a="http://schemas.openxmlformats.org/drawingml/2006/main">
              <a:ext uri="{FF2B5EF4-FFF2-40B4-BE49-F238E27FC236}">
                <a16:creationId xmlns:a16="http://schemas.microsoft.com/office/drawing/2014/main" id="{6EA07F06-383C-44C9-A286-B3C9A819345B}"/>
              </a:ext>
            </a:extLst>
          </p:cNvPr>
          <p:cNvSpPr>
            <a:spLocks xmlns:a="http://schemas.openxmlformats.org/drawingml/2006/main" noGrp="1"/>
          </p:cNvSpPr>
          <p:nvPr/>
        </p:nvSpPr>
        <p:spPr>
          <a:xfrm xmlns:a="http://schemas.openxmlformats.org/drawingml/2006/main">
            <a:off x="9067800" y="4572000"/>
            <a:ext cx="2667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转岗万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招聘万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外委万</a:t>
            </a:r>
            <a:r>
              <a:rPr sz="900" b="0">
                <a:solidFill>
                  <a:srgbClr val="9FC2E8"/>
                </a:solidFill>
                <a:latin typeface="微软雅黑"/>
                <a:ea typeface="微软雅黑"/>
                <a:cs typeface="微软雅黑"/>
              </a:rPr>
              <a:t>·</a:t>
            </a:r>
            <a:r>
              <a:rPr sz="900" b="0">
                <a:solidFill>
                  <a:srgbClr val="9FC2E8"/>
                </a:solidFill>
                <a:latin typeface="微软雅黑"/>
                <a:ea typeface="微软雅黑"/>
                <a:cs typeface="微软雅黑"/>
              </a:rPr>
              <a:t>月</a:t>
            </a:r>
          </a:p>
        </p:txBody>
      </p:sp>
      <p:sp>
        <p:nvSpPr>
          <p:cNvPr id="95" name="">
            <a:extLst xmlns:a="http://schemas.openxmlformats.org/drawingml/2006/main">
              <a:ext uri="{FF2B5EF4-FFF2-40B4-BE49-F238E27FC236}">
                <a16:creationId xmlns:a16="http://schemas.microsoft.com/office/drawing/2014/main" id="{A2F9B7CF-9B09-45EA-9D5C-D764BC9B6275}"/>
              </a:ext>
            </a:extLst>
          </p:cNvPr>
          <p:cNvSpPr>
            <a:spLocks xmlns:a="http://schemas.openxmlformats.org/drawingml/2006/main" noGrp="1"/>
          </p:cNvSpPr>
          <p:nvPr/>
        </p:nvSpPr>
        <p:spPr>
          <a:xfrm xmlns:a="http://schemas.openxmlformats.org/drawingml/2006/main">
            <a:off x="285750" y="5143500"/>
            <a:ext cx="2781300" cy="1276350"/>
          </a:xfrm>
          <a:prstGeom xmlns:a="http://schemas.openxmlformats.org/drawingml/2006/main" prst="roundRect">
            <a:avLst>
              <a:gd name="adj" fmla="val 6716"/>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11430">
            <a:solidFill>
              <a:srgbClr val="31C7F0"/>
            </a:solidFill>
            <a:prstDash val="solid"/>
          </a:ln>
        </p:spPr>
      </p:sp>
      <p:sp>
        <p:nvSpPr>
          <p:cNvPr id="96" name="">
            <a:extLst xmlns:a="http://schemas.openxmlformats.org/drawingml/2006/main">
              <a:ext uri="{FF2B5EF4-FFF2-40B4-BE49-F238E27FC236}">
                <a16:creationId xmlns:a16="http://schemas.microsoft.com/office/drawing/2014/main" id="{A51264B6-2C1C-430A-85F0-620CD2670EF2}"/>
              </a:ext>
            </a:extLst>
          </p:cNvPr>
          <p:cNvSpPr>
            <a:spLocks xmlns:a="http://schemas.openxmlformats.org/drawingml/2006/main" noGrp="1"/>
          </p:cNvSpPr>
          <p:nvPr/>
        </p:nvSpPr>
        <p:spPr>
          <a:xfrm xmlns:a="http://schemas.openxmlformats.org/drawingml/2006/main">
            <a:off x="457200" y="5257800"/>
            <a:ext cx="24574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31C7F0"/>
                </a:solidFill>
                <a:latin typeface="微软雅黑"/>
                <a:ea typeface="微软雅黑"/>
                <a:cs typeface="微软雅黑"/>
              </a:defRPr>
            </a:pPr>
            <a:r>
              <a:rPr sz="975" b="1">
                <a:solidFill>
                  <a:srgbClr val="31C7F0"/>
                </a:solidFill>
                <a:latin typeface="微软雅黑"/>
                <a:ea typeface="微软雅黑"/>
                <a:cs typeface="微软雅黑"/>
              </a:rPr>
              <a:t>工时账 </a:t>
            </a:r>
            <a:r>
              <a:rPr sz="975" b="1">
                <a:solidFill>
                  <a:srgbClr val="31C7F0"/>
                </a:solidFill>
                <a:latin typeface="微软雅黑"/>
                <a:ea typeface="微软雅黑"/>
                <a:cs typeface="微软雅黑"/>
              </a:rPr>
              <a:t>· </a:t>
            </a:r>
            <a:r>
              <a:rPr sz="975" b="1">
                <a:solidFill>
                  <a:srgbClr val="31C7F0"/>
                </a:solidFill>
                <a:latin typeface="微软雅黑"/>
                <a:ea typeface="微软雅黑"/>
                <a:cs typeface="微软雅黑"/>
              </a:rPr>
              <a:t>核算口径</a:t>
            </a:r>
          </a:p>
        </p:txBody>
      </p:sp>
      <p:sp>
        <p:nvSpPr>
          <p:cNvPr id="97" name="">
            <a:extLst xmlns:a="http://schemas.openxmlformats.org/drawingml/2006/main">
              <a:ext uri="{FF2B5EF4-FFF2-40B4-BE49-F238E27FC236}">
                <a16:creationId xmlns:a16="http://schemas.microsoft.com/office/drawing/2014/main" id="{273050EE-1FD2-467D-8865-AC43FCD092AA}"/>
              </a:ext>
            </a:extLst>
          </p:cNvPr>
          <p:cNvSpPr>
            <a:spLocks xmlns:a="http://schemas.openxmlformats.org/drawingml/2006/main" noGrp="1"/>
          </p:cNvSpPr>
          <p:nvPr/>
        </p:nvSpPr>
        <p:spPr>
          <a:xfrm xmlns:a="http://schemas.openxmlformats.org/drawingml/2006/main">
            <a:off x="457200" y="5543550"/>
            <a:ext cx="2476500" cy="800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人均年培训工时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参训人数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人工时成本</a:t>
            </a:r>
          </a:p>
        </p:txBody>
      </p:sp>
      <p:sp>
        <p:nvSpPr>
          <p:cNvPr id="98" name="">
            <a:extLst xmlns:a="http://schemas.openxmlformats.org/drawingml/2006/main">
              <a:ext uri="{FF2B5EF4-FFF2-40B4-BE49-F238E27FC236}">
                <a16:creationId xmlns:a16="http://schemas.microsoft.com/office/drawing/2014/main" id="{F226E348-003D-4B0D-8065-9B2C934BE876}"/>
              </a:ext>
            </a:extLst>
          </p:cNvPr>
          <p:cNvSpPr>
            <a:spLocks xmlns:a="http://schemas.openxmlformats.org/drawingml/2006/main" noGrp="1"/>
          </p:cNvSpPr>
          <p:nvPr/>
        </p:nvSpPr>
        <p:spPr>
          <a:xfrm xmlns:a="http://schemas.openxmlformats.org/drawingml/2006/main">
            <a:off x="3219450" y="5143500"/>
            <a:ext cx="2781300" cy="1276350"/>
          </a:xfrm>
          <a:prstGeom xmlns:a="http://schemas.openxmlformats.org/drawingml/2006/main" prst="roundRect">
            <a:avLst>
              <a:gd name="adj" fmla="val 6716"/>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11430">
            <a:solidFill>
              <a:srgbClr val="F5C33B"/>
            </a:solidFill>
            <a:prstDash val="solid"/>
          </a:ln>
        </p:spPr>
      </p:sp>
      <p:sp>
        <p:nvSpPr>
          <p:cNvPr id="99" name="">
            <a:extLst xmlns:a="http://schemas.openxmlformats.org/drawingml/2006/main">
              <a:ext uri="{FF2B5EF4-FFF2-40B4-BE49-F238E27FC236}">
                <a16:creationId xmlns:a16="http://schemas.microsoft.com/office/drawing/2014/main" id="{108E5C5B-1446-49F9-8179-E2C59D63624D}"/>
              </a:ext>
            </a:extLst>
          </p:cNvPr>
          <p:cNvSpPr>
            <a:spLocks xmlns:a="http://schemas.openxmlformats.org/drawingml/2006/main" noGrp="1"/>
          </p:cNvSpPr>
          <p:nvPr/>
        </p:nvSpPr>
        <p:spPr>
          <a:xfrm xmlns:a="http://schemas.openxmlformats.org/drawingml/2006/main">
            <a:off x="3390900" y="5257800"/>
            <a:ext cx="24574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5C33B"/>
                </a:solidFill>
                <a:latin typeface="微软雅黑"/>
                <a:ea typeface="微软雅黑"/>
                <a:cs typeface="微软雅黑"/>
              </a:defRPr>
            </a:pPr>
            <a:r>
              <a:rPr sz="975" b="1">
                <a:solidFill>
                  <a:srgbClr val="F5C33B"/>
                </a:solidFill>
                <a:latin typeface="微软雅黑"/>
                <a:ea typeface="微软雅黑"/>
                <a:cs typeface="微软雅黑"/>
              </a:rPr>
              <a:t>费用账 </a:t>
            </a:r>
            <a:r>
              <a:rPr sz="975" b="1">
                <a:solidFill>
                  <a:srgbClr val="F5C33B"/>
                </a:solidFill>
                <a:latin typeface="微软雅黑"/>
                <a:ea typeface="微软雅黑"/>
                <a:cs typeface="微软雅黑"/>
              </a:rPr>
              <a:t>· </a:t>
            </a:r>
            <a:r>
              <a:rPr sz="975" b="1">
                <a:solidFill>
                  <a:srgbClr val="F5C33B"/>
                </a:solidFill>
                <a:latin typeface="微软雅黑"/>
                <a:ea typeface="微软雅黑"/>
                <a:cs typeface="微软雅黑"/>
              </a:rPr>
              <a:t>核算口径</a:t>
            </a:r>
          </a:p>
        </p:txBody>
      </p:sp>
      <p:sp>
        <p:nvSpPr>
          <p:cNvPr id="100" name="">
            <a:extLst xmlns:a="http://schemas.openxmlformats.org/drawingml/2006/main">
              <a:ext uri="{FF2B5EF4-FFF2-40B4-BE49-F238E27FC236}">
                <a16:creationId xmlns:a16="http://schemas.microsoft.com/office/drawing/2014/main" id="{62223469-FB0C-4131-B9BD-6AA63D57B15A}"/>
              </a:ext>
            </a:extLst>
          </p:cNvPr>
          <p:cNvSpPr>
            <a:spLocks xmlns:a="http://schemas.openxmlformats.org/drawingml/2006/main" noGrp="1"/>
          </p:cNvSpPr>
          <p:nvPr/>
        </p:nvSpPr>
        <p:spPr>
          <a:xfrm xmlns:a="http://schemas.openxmlformats.org/drawingml/2006/main">
            <a:off x="3390900" y="5543550"/>
            <a:ext cx="2476500" cy="800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转岗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招聘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外委单价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实际人数（外委按月计）</a:t>
            </a:r>
          </a:p>
        </p:txBody>
      </p:sp>
      <p:sp>
        <p:nvSpPr>
          <p:cNvPr id="101" name="">
            <a:extLst xmlns:a="http://schemas.openxmlformats.org/drawingml/2006/main">
              <a:ext uri="{FF2B5EF4-FFF2-40B4-BE49-F238E27FC236}">
                <a16:creationId xmlns:a16="http://schemas.microsoft.com/office/drawing/2014/main" id="{AB00D004-42D6-49D1-9E8C-4FC2D600D3CE}"/>
              </a:ext>
            </a:extLst>
          </p:cNvPr>
          <p:cNvSpPr>
            <a:spLocks xmlns:a="http://schemas.openxmlformats.org/drawingml/2006/main" noGrp="1"/>
          </p:cNvSpPr>
          <p:nvPr/>
        </p:nvSpPr>
        <p:spPr>
          <a:xfrm xmlns:a="http://schemas.openxmlformats.org/drawingml/2006/main">
            <a:off x="6153150" y="5143500"/>
            <a:ext cx="2781300" cy="1276350"/>
          </a:xfrm>
          <a:prstGeom xmlns:a="http://schemas.openxmlformats.org/drawingml/2006/main" prst="roundRect">
            <a:avLst>
              <a:gd name="adj" fmla="val 6716"/>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11430">
            <a:solidFill>
              <a:srgbClr val="F2705E"/>
            </a:solidFill>
            <a:prstDash val="solid"/>
          </a:ln>
        </p:spPr>
      </p:sp>
      <p:sp>
        <p:nvSpPr>
          <p:cNvPr id="102" name="">
            <a:extLst xmlns:a="http://schemas.openxmlformats.org/drawingml/2006/main">
              <a:ext uri="{FF2B5EF4-FFF2-40B4-BE49-F238E27FC236}">
                <a16:creationId xmlns:a16="http://schemas.microsoft.com/office/drawing/2014/main" id="{FFD16188-2293-420C-8CD6-6AF56E507D26}"/>
              </a:ext>
            </a:extLst>
          </p:cNvPr>
          <p:cNvSpPr>
            <a:spLocks xmlns:a="http://schemas.openxmlformats.org/drawingml/2006/main" noGrp="1"/>
          </p:cNvSpPr>
          <p:nvPr/>
        </p:nvSpPr>
        <p:spPr>
          <a:xfrm xmlns:a="http://schemas.openxmlformats.org/drawingml/2006/main">
            <a:off x="6324600" y="5257800"/>
            <a:ext cx="24574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2705E"/>
                </a:solidFill>
                <a:latin typeface="微软雅黑"/>
                <a:ea typeface="微软雅黑"/>
                <a:cs typeface="微软雅黑"/>
              </a:defRPr>
            </a:pPr>
            <a:r>
              <a:rPr sz="975" b="1">
                <a:solidFill>
                  <a:srgbClr val="F2705E"/>
                </a:solidFill>
                <a:latin typeface="微软雅黑"/>
                <a:ea typeface="微软雅黑"/>
                <a:cs typeface="微软雅黑"/>
              </a:rPr>
              <a:t>风险账 </a:t>
            </a:r>
            <a:r>
              <a:rPr sz="975" b="1">
                <a:solidFill>
                  <a:srgbClr val="F2705E"/>
                </a:solidFill>
                <a:latin typeface="微软雅黑"/>
                <a:ea typeface="微软雅黑"/>
                <a:cs typeface="微软雅黑"/>
              </a:rPr>
              <a:t>· </a:t>
            </a:r>
            <a:r>
              <a:rPr sz="975" b="1">
                <a:solidFill>
                  <a:srgbClr val="F2705E"/>
                </a:solidFill>
                <a:latin typeface="微软雅黑"/>
                <a:ea typeface="微软雅黑"/>
                <a:cs typeface="微软雅黑"/>
              </a:rPr>
              <a:t>核算口径</a:t>
            </a:r>
          </a:p>
        </p:txBody>
      </p:sp>
      <p:sp>
        <p:nvSpPr>
          <p:cNvPr id="103" name="">
            <a:extLst xmlns:a="http://schemas.openxmlformats.org/drawingml/2006/main">
              <a:ext uri="{FF2B5EF4-FFF2-40B4-BE49-F238E27FC236}">
                <a16:creationId xmlns:a16="http://schemas.microsoft.com/office/drawing/2014/main" id="{76CD828F-A6DC-43FD-8E1E-9FB9BD8845EF}"/>
              </a:ext>
            </a:extLst>
          </p:cNvPr>
          <p:cNvSpPr>
            <a:spLocks xmlns:a="http://schemas.openxmlformats.org/drawingml/2006/main" noGrp="1"/>
          </p:cNvSpPr>
          <p:nvPr/>
        </p:nvSpPr>
        <p:spPr>
          <a:xfrm xmlns:a="http://schemas.openxmlformats.org/drawingml/2006/main">
            <a:off x="6324600" y="5543550"/>
            <a:ext cx="2476500" cy="800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关键岗位备份人数 </a:t>
            </a:r>
            <a:r>
              <a:rPr sz="900" b="0">
                <a:solidFill>
                  <a:srgbClr val="D6E6F7"/>
                </a:solidFill>
                <a:latin typeface="微软雅黑"/>
                <a:ea typeface="微软雅黑"/>
                <a:cs typeface="微软雅黑"/>
              </a:rPr>
              <a:t>&lt; 2 </a:t>
            </a:r>
            <a:r>
              <a:rPr sz="900" b="0">
                <a:solidFill>
                  <a:srgbClr val="D6E6F7"/>
                </a:solidFill>
                <a:latin typeface="微软雅黑"/>
                <a:ea typeface="微软雅黑"/>
                <a:cs typeface="微软雅黑"/>
              </a:rPr>
              <a:t>即预警，按岗位逐个核</a:t>
            </a:r>
          </a:p>
        </p:txBody>
      </p:sp>
      <p:sp>
        <p:nvSpPr>
          <p:cNvPr id="104" name="">
            <a:extLst xmlns:a="http://schemas.openxmlformats.org/drawingml/2006/main">
              <a:ext uri="{FF2B5EF4-FFF2-40B4-BE49-F238E27FC236}">
                <a16:creationId xmlns:a16="http://schemas.microsoft.com/office/drawing/2014/main" id="{C7F6B641-D63E-46AE-B498-DC9F89F8ECB5}"/>
              </a:ext>
            </a:extLst>
          </p:cNvPr>
          <p:cNvSpPr>
            <a:spLocks xmlns:a="http://schemas.openxmlformats.org/drawingml/2006/main" noGrp="1"/>
          </p:cNvSpPr>
          <p:nvPr/>
        </p:nvSpPr>
        <p:spPr>
          <a:xfrm xmlns:a="http://schemas.openxmlformats.org/drawingml/2006/main">
            <a:off x="9086850" y="5143500"/>
            <a:ext cx="2781300" cy="1276350"/>
          </a:xfrm>
          <a:prstGeom xmlns:a="http://schemas.openxmlformats.org/drawingml/2006/main" prst="roundRect">
            <a:avLst>
              <a:gd name="adj" fmla="val 6716"/>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11430">
            <a:solidFill>
              <a:srgbClr val="3FD08A"/>
            </a:solidFill>
            <a:prstDash val="solid"/>
          </a:ln>
        </p:spPr>
      </p:sp>
      <p:sp>
        <p:nvSpPr>
          <p:cNvPr id="105" name="">
            <a:extLst xmlns:a="http://schemas.openxmlformats.org/drawingml/2006/main">
              <a:ext uri="{FF2B5EF4-FFF2-40B4-BE49-F238E27FC236}">
                <a16:creationId xmlns:a16="http://schemas.microsoft.com/office/drawing/2014/main" id="{E72F94E8-8908-4BE1-BEF5-24EC8F0B649D}"/>
              </a:ext>
            </a:extLst>
          </p:cNvPr>
          <p:cNvSpPr>
            <a:spLocks xmlns:a="http://schemas.openxmlformats.org/drawingml/2006/main" noGrp="1"/>
          </p:cNvSpPr>
          <p:nvPr/>
        </p:nvSpPr>
        <p:spPr>
          <a:xfrm xmlns:a="http://schemas.openxmlformats.org/drawingml/2006/main">
            <a:off x="9258300" y="5257800"/>
            <a:ext cx="24574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3FD08A"/>
                </a:solidFill>
                <a:latin typeface="微软雅黑"/>
                <a:ea typeface="微软雅黑"/>
                <a:cs typeface="微软雅黑"/>
              </a:defRPr>
            </a:pPr>
            <a:r>
              <a:rPr sz="975" b="1">
                <a:solidFill>
                  <a:srgbClr val="3FD08A"/>
                </a:solidFill>
                <a:latin typeface="微软雅黑"/>
                <a:ea typeface="微软雅黑"/>
                <a:cs typeface="微软雅黑"/>
              </a:rPr>
              <a:t>合规账 </a:t>
            </a:r>
            <a:r>
              <a:rPr sz="975" b="1">
                <a:solidFill>
                  <a:srgbClr val="3FD08A"/>
                </a:solidFill>
                <a:latin typeface="微软雅黑"/>
                <a:ea typeface="微软雅黑"/>
                <a:cs typeface="微软雅黑"/>
              </a:rPr>
              <a:t>· </a:t>
            </a:r>
            <a:r>
              <a:rPr sz="975" b="1">
                <a:solidFill>
                  <a:srgbClr val="3FD08A"/>
                </a:solidFill>
                <a:latin typeface="微软雅黑"/>
                <a:ea typeface="微软雅黑"/>
                <a:cs typeface="微软雅黑"/>
              </a:rPr>
              <a:t>核算口径</a:t>
            </a:r>
          </a:p>
        </p:txBody>
      </p:sp>
      <p:sp>
        <p:nvSpPr>
          <p:cNvPr id="106" name="">
            <a:extLst xmlns:a="http://schemas.openxmlformats.org/drawingml/2006/main">
              <a:ext uri="{FF2B5EF4-FFF2-40B4-BE49-F238E27FC236}">
                <a16:creationId xmlns:a16="http://schemas.microsoft.com/office/drawing/2014/main" id="{D12E5D11-3E6B-4D2E-A656-64FAE4E97962}"/>
              </a:ext>
            </a:extLst>
          </p:cNvPr>
          <p:cNvSpPr>
            <a:spLocks xmlns:a="http://schemas.openxmlformats.org/drawingml/2006/main" noGrp="1"/>
          </p:cNvSpPr>
          <p:nvPr/>
        </p:nvSpPr>
        <p:spPr>
          <a:xfrm xmlns:a="http://schemas.openxmlformats.org/drawingml/2006/main">
            <a:off x="9258300" y="5543550"/>
            <a:ext cx="2476500" cy="800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证书有效期与台账一键导出，错漏数可复核</a:t>
            </a:r>
          </a:p>
        </p:txBody>
      </p:sp>
      <p:sp>
        <p:nvSpPr>
          <p:cNvPr id="107" name="">
            <a:extLst xmlns:a="http://schemas.openxmlformats.org/drawingml/2006/main">
              <a:ext uri="{FF2B5EF4-FFF2-40B4-BE49-F238E27FC236}">
                <a16:creationId xmlns:a16="http://schemas.microsoft.com/office/drawing/2014/main" id="{D0807535-0C6B-47D8-840F-6061E77DB4A3}"/>
              </a:ext>
            </a:extLst>
          </p:cNvPr>
          <p:cNvSpPr>
            <a:spLocks xmlns:a="http://schemas.openxmlformats.org/drawingml/2006/main" noGrp="1"/>
          </p:cNvSpPr>
          <p:nvPr/>
        </p:nvSpPr>
        <p:spPr>
          <a:xfrm xmlns:a="http://schemas.openxmlformats.org/drawingml/2006/main">
            <a:off x="285750" y="4924425"/>
            <a:ext cx="116205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3FD08A"/>
                </a:solidFill>
                <a:latin typeface="微软雅黑"/>
                <a:ea typeface="微软雅黑"/>
                <a:cs typeface="微软雅黑"/>
              </a:defRPr>
            </a:pPr>
            <a:r>
              <a:rPr sz="1013" b="1">
                <a:solidFill>
                  <a:srgbClr val="3FD08A"/>
                </a:solidFill>
                <a:latin typeface="微软雅黑"/>
                <a:ea typeface="微软雅黑"/>
                <a:cs typeface="微软雅黑"/>
              </a:rPr>
              <a:t>四本账落到可核算的口径上（口径来源见表注，全部可复算）</a:t>
            </a:r>
          </a:p>
        </p:txBody>
      </p:sp>
      <p:sp>
        <p:nvSpPr>
          <p:cNvPr id="108" name="">
            <a:extLst xmlns:a="http://schemas.openxmlformats.org/drawingml/2006/main">
              <a:ext uri="{FF2B5EF4-FFF2-40B4-BE49-F238E27FC236}">
                <a16:creationId xmlns:a16="http://schemas.microsoft.com/office/drawing/2014/main" id="{FD8FEFB2-F342-43F6-900D-089FD0CE17C2}"/>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AEF20A1B-4647-415C-B941-AF9858FEAFF3}"/>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AC66F838-500D-474E-AAAA-9CAE4D05F63E}"/>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1" name="">
            <a:extLst xmlns:a="http://schemas.openxmlformats.org/drawingml/2006/main">
              <a:ext uri="{FF2B5EF4-FFF2-40B4-BE49-F238E27FC236}">
                <a16:creationId xmlns:a16="http://schemas.microsoft.com/office/drawing/2014/main" id="{5659645B-1524-45C9-AAC0-F4EA7A5E66A2}"/>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2" name="">
            <a:extLst xmlns:a="http://schemas.openxmlformats.org/drawingml/2006/main">
              <a:ext uri="{FF2B5EF4-FFF2-40B4-BE49-F238E27FC236}">
                <a16:creationId xmlns:a16="http://schemas.microsoft.com/office/drawing/2014/main" id="{CA45B4FC-D971-4025-83B1-E270A521611C}"/>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3" name="">
            <a:extLst xmlns:a="http://schemas.openxmlformats.org/drawingml/2006/main">
              <a:ext uri="{FF2B5EF4-FFF2-40B4-BE49-F238E27FC236}">
                <a16:creationId xmlns:a16="http://schemas.microsoft.com/office/drawing/2014/main" id="{457EC071-AB82-4F77-A74D-240C44753C7A}"/>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14" name="">
            <a:extLst xmlns:a="http://schemas.openxmlformats.org/drawingml/2006/main">
              <a:ext uri="{FF2B5EF4-FFF2-40B4-BE49-F238E27FC236}">
                <a16:creationId xmlns:a16="http://schemas.microsoft.com/office/drawing/2014/main" id="{0860DCE6-45D0-4D66-B7C4-9F93EDCC56E6}"/>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61B56DF4-B2D8-4803-A0B3-8A5056283C5A}"/>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05</a:t>
            </a:r>
          </a:p>
        </p:txBody>
      </p:sp>
    </p:spTree>
    <p:extLst>
      <p:ext uri="{BB962C8B-B14F-4D97-AF65-F5344CB8AC3E}">
        <p14:creationId xmlns:p14="http://schemas.microsoft.com/office/powerpoint/2010/main" val="691297628"/>
      </p:ext>
    </p:extLst>
  </p:cSld>
</p:sld>
</file>

<file path=ppt/slides/slide6.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94472d8f082b481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CBE5E44-4A5D-4D37-A953-0615589690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2904350B-EA56-41DD-8D70-88AB21BB5F51}"/>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1C7F0">
                  <a:alpha val="15000"/>
                </a:srgbClr>
              </a:gs>
              <a:gs pos="45000">
                <a:srgbClr val="31C7F0">
                  <a:alpha val="6000"/>
                </a:srgbClr>
              </a:gs>
              <a:gs pos="100000">
                <a:srgbClr val="31C7F0">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25A44F82-F02D-4995-8CD6-E278CE4CE9E2}"/>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F7DB42DB-9DAF-429E-A88D-89405C48AE6C}"/>
              </a:ext>
            </a:extLst>
          </p:cNvPr>
          <p:cNvSpPr>
            <a:spLocks xmlns:a="http://schemas.openxmlformats.org/drawingml/2006/main" noGrp="1"/>
          </p:cNvSpPr>
          <p:nvPr/>
        </p:nvSpPr>
        <p:spPr>
          <a:xfrm xmlns:a="http://schemas.openxmlformats.org/drawingml/2006/main">
            <a:off x="9601200" y="914400"/>
            <a:ext cx="1866900" cy="800100"/>
          </a:xfrm>
          <a:prstGeom xmlns:a="http://schemas.openxmlformats.org/drawingml/2006/main" prst="rect">
            <a:avLst/>
          </a:prstGeom>
          <a:pattFill xmlns:a="http://schemas.openxmlformats.org/drawingml/2006/main" prst="wdUpDiag">
            <a:fgClr>
              <a:srgbClr val="2A6BAE">
                <a:alpha val="42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1B986C41-CDF9-4671-9E63-884E80E188A5}"/>
              </a:ext>
            </a:extLst>
          </p:cNvPr>
          <p:cNvSpPr>
            <a:spLocks xmlns:a="http://schemas.openxmlformats.org/drawingml/2006/main" noGrp="1"/>
          </p:cNvSpPr>
          <p:nvPr/>
        </p:nvSpPr>
        <p:spPr>
          <a:xfrm xmlns:a="http://schemas.openxmlformats.org/drawingml/2006/main">
            <a:off x="11525250" y="914400"/>
            <a:ext cx="400050" cy="800100"/>
          </a:xfrm>
          <a:prstGeom xmlns:a="http://schemas.openxmlformats.org/drawingml/2006/main" prst="rect">
            <a:avLst/>
          </a:prstGeom>
          <a:pattFill xmlns:a="http://schemas.openxmlformats.org/drawingml/2006/main" prst="narVert">
            <a:fgClr>
              <a:srgbClr val="31C7F0">
                <a:alpha val="32000"/>
              </a:srgbClr>
            </a:fgClr>
            <a:bgClr>
              <a:srgbClr val="0A2144"/>
            </a:bgClr>
          </a:patt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369CFC01-1294-4D3E-9FD1-353C3B4F4BAE}"/>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8CE7419C-5FBC-4089-A58F-C7BB4F6C79CA}"/>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BDCE41FD-DC36-4EEC-B95F-79BC5ED0E6A0}"/>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0AB23C06-F30B-41B0-B34A-DA75105A7138}"/>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5946FB4F-81D5-443B-A096-9292FEA78775}"/>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AA7A6325-A04F-4B80-B091-B7B7E9F7C481}"/>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D879EC83-CC37-42D2-9712-39B4C21F6E96}"/>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EAC46D14-0F8B-4D2A-9BAD-6D3D80091CC4}"/>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4ABE41EA-BC69-4231-8AE1-5BF93522A644}"/>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401EDC1A-C384-4734-81C9-F6244A3B0C83}"/>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2911046C-4E1C-4B3B-9C04-9EC0436E8593}"/>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18EB0DE3-9EAD-42ED-91EF-F647AEF2DF49}"/>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7D8DF94A-A168-4C9C-B8C2-725BDD5EAC89}"/>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0" name="">
            <a:extLst xmlns:a="http://schemas.openxmlformats.org/drawingml/2006/main">
              <a:ext uri="{FF2B5EF4-FFF2-40B4-BE49-F238E27FC236}">
                <a16:creationId xmlns:a16="http://schemas.microsoft.com/office/drawing/2014/main" id="{8F2BA0FC-723E-477B-9472-D5F00FE75BF7}"/>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1" name="">
            <a:extLst xmlns:a="http://schemas.openxmlformats.org/drawingml/2006/main">
              <a:ext uri="{FF2B5EF4-FFF2-40B4-BE49-F238E27FC236}">
                <a16:creationId xmlns:a16="http://schemas.microsoft.com/office/drawing/2014/main" id="{4ED1B018-6003-47EC-BF7C-42BC1BCD90A7}"/>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484C413C-F375-4BE5-B7F7-E62629F89B8A}"/>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74E82BE3-F10D-4358-96F3-AF4728795A10}"/>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4D42854D-631F-47F7-BF3D-53EB38769800}"/>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12CD794B-98B7-4A09-95BF-F705EF0F663E}"/>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D8B2E8E3-4070-42F4-B5E4-C09BD0A38F38}"/>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7FBAB508-616A-41EB-9A1F-C178D3A1EC70}"/>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3C7FABC5-FCA6-48F6-A029-73269B6A3DED}"/>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B73C741E-B58E-430D-84EB-76FBBB210B24}"/>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C45EFA27-320B-401C-BA54-E9FEF18F53C7}"/>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D2839067-1B50-400B-9E4D-606D71D59F83}"/>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3C188466-6088-4756-8912-96127A6EFAED}"/>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0C16CA39-F933-4E61-A6A6-E186684A2EC8}"/>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2B4D4096-A107-4350-A6FA-E028B1103CA7}"/>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6B200635-C8E9-4ED6-A9B9-D5105D8FFE01}"/>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771B3E25-33D2-4D44-AA17-BD7A3B44F077}"/>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41A687E5-DD0A-4199-BB89-267C78A3AB3C}"/>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3451C183-C4EE-4AC8-B291-6B4BC7C06DE8}"/>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1C7F0"/>
              </a:gs>
              <a:gs pos="100000">
                <a:srgbClr val="31C7F0">
                  <a:alpha val="0"/>
                </a:srgbClr>
              </a:gs>
            </a:gsLst>
            <a:lin ang="540000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A1F0ED46-C85B-4E9F-9908-B4EF65DEDABC}"/>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1C7F0">
                  <a:alpha val="45000"/>
                </a:srgbClr>
              </a:gs>
              <a:gs pos="100000">
                <a:srgbClr val="31C7F0">
                  <a:alpha val="0"/>
                </a:srgbClr>
              </a:gs>
            </a:gsLst>
            <a:lin ang="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E42823CA-DF4F-4D2C-A62E-9C2108D1E3CC}"/>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1" name="">
            <a:extLst xmlns:a="http://schemas.openxmlformats.org/drawingml/2006/main">
              <a:ext uri="{FF2B5EF4-FFF2-40B4-BE49-F238E27FC236}">
                <a16:creationId xmlns:a16="http://schemas.microsoft.com/office/drawing/2014/main" id="{27BBAA27-3E75-4672-9F5B-6D80E4CAEAF2}"/>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1C7F0"/>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21969969-931F-4014-A606-128EA22A97BE}"/>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08202D85-5F21-450A-B121-B8E0AAC0616F}"/>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1C7F0">
                  <a:alpha val="26000"/>
                </a:srgbClr>
              </a:gs>
              <a:gs pos="45000">
                <a:srgbClr val="31C7F0">
                  <a:alpha val="10000"/>
                </a:srgbClr>
              </a:gs>
              <a:gs pos="100000">
                <a:srgbClr val="31C7F0">
                  <a:alpha val="0"/>
                </a:srgbClr>
              </a:gs>
            </a:gsLst>
            <a:path path="shape"/>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B2123173-55D8-48B4-9149-068461E40981}"/>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1C7F0"/>
              </a:gs>
              <a:gs pos="100000">
                <a:srgbClr val="196478"/>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01</a:t>
            </a:r>
          </a:p>
        </p:txBody>
      </p:sp>
      <p:sp>
        <p:nvSpPr>
          <p:cNvPr id="45" name="">
            <a:extLst xmlns:a="http://schemas.openxmlformats.org/drawingml/2006/main">
              <a:ext uri="{FF2B5EF4-FFF2-40B4-BE49-F238E27FC236}">
                <a16:creationId xmlns:a16="http://schemas.microsoft.com/office/drawing/2014/main" id="{6D91DD56-5E83-4AFE-A52A-7865036D2F30}"/>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项目背景</a:t>
            </a:r>
          </a:p>
        </p:txBody>
      </p:sp>
      <p:sp>
        <p:nvSpPr>
          <p:cNvPr id="46" name="">
            <a:extLst xmlns:a="http://schemas.openxmlformats.org/drawingml/2006/main">
              <a:ext uri="{FF2B5EF4-FFF2-40B4-BE49-F238E27FC236}">
                <a16:creationId xmlns:a16="http://schemas.microsoft.com/office/drawing/2014/main" id="{90D2B99E-0DAC-4194-90E3-DF7D44756C4A}"/>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31C7F0"/>
              </a:gs>
              <a:gs pos="100000">
                <a:srgbClr val="31C7F0">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6F002C33-7335-4561-B1B0-98B59502CB80}"/>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典型行业场景</a:t>
            </a:r>
          </a:p>
        </p:txBody>
      </p:sp>
      <p:sp>
        <p:nvSpPr>
          <p:cNvPr id="48" name="">
            <a:extLst xmlns:a="http://schemas.openxmlformats.org/drawingml/2006/main">
              <a:ext uri="{FF2B5EF4-FFF2-40B4-BE49-F238E27FC236}">
                <a16:creationId xmlns:a16="http://schemas.microsoft.com/office/drawing/2014/main" id="{A2B6BC5A-7357-4336-957F-8B05453CC863}"/>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31C7F0"/>
              </a:gs>
              <a:gs pos="100000">
                <a:srgbClr val="31C7F0">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85C80958-B158-43DF-9AE5-4FA92F1E0D20}"/>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B38604E9-3734-492E-A0D0-92149612EA1F}"/>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81385634-E4C7-4ECA-BEEE-B6DB2E7DAC4A}"/>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2E6C628A-D6EC-4918-84D1-D8C618B7C491}"/>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3" name="">
            <a:extLst xmlns:a="http://schemas.openxmlformats.org/drawingml/2006/main">
              <a:ext uri="{FF2B5EF4-FFF2-40B4-BE49-F238E27FC236}">
                <a16:creationId xmlns:a16="http://schemas.microsoft.com/office/drawing/2014/main" id="{EECEF0F6-0DED-46D2-8D78-EDDCDB0B1544}"/>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4" name="">
            <a:extLst xmlns:a="http://schemas.openxmlformats.org/drawingml/2006/main">
              <a:ext uri="{FF2B5EF4-FFF2-40B4-BE49-F238E27FC236}">
                <a16:creationId xmlns:a16="http://schemas.microsoft.com/office/drawing/2014/main" id="{07311DF8-F066-4AB8-B0F6-E5C173B549CA}"/>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045D9901-76B7-438E-B2D0-B1C1E6D2C19F}"/>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573E5652-A10C-431D-A0F8-461C64FACF95}"/>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390AC8C0-0773-42D9-828B-B259453B613D}"/>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52F5FE7B-5AFE-461C-BB43-8CAE884E6BE2}"/>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D1D5389D-C1F2-4B38-A878-E70077828AFD}"/>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4DCA6156-B0B2-4429-BF8E-5597DF84D8AD}"/>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CAAE63EA-8198-4F3C-A983-CE5A10487926}"/>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0C8C1453-A0F7-4F8C-83D8-9B8F6C41410D}"/>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三类场景的共同点是</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「人的能力数据」不在系统里，所以培训、用人、归因只能靠经验。</a:t>
            </a:r>
          </a:p>
        </p:txBody>
      </p:sp>
      <p:sp>
        <p:nvSpPr>
          <p:cNvPr id="63" name="">
            <a:extLst xmlns:a="http://schemas.openxmlformats.org/drawingml/2006/main">
              <a:ext uri="{FF2B5EF4-FFF2-40B4-BE49-F238E27FC236}">
                <a16:creationId xmlns:a16="http://schemas.microsoft.com/office/drawing/2014/main" id="{E011355C-B843-4F40-BB38-B0978AC4C43A}"/>
              </a:ext>
            </a:extLst>
          </p:cNvPr>
          <p:cNvSpPr>
            <a:spLocks xmlns:a="http://schemas.openxmlformats.org/drawingml/2006/main" noGrp="1"/>
          </p:cNvSpPr>
          <p:nvPr/>
        </p:nvSpPr>
        <p:spPr>
          <a:xfrm xmlns:a="http://schemas.openxmlformats.org/drawingml/2006/main">
            <a:off x="285750" y="1333500"/>
            <a:ext cx="11620500" cy="1524000"/>
          </a:xfrm>
          <a:prstGeom xmlns:a="http://schemas.openxmlformats.org/drawingml/2006/main" prst="roundRect">
            <a:avLst>
              <a:gd name="adj" fmla="val 5625"/>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3FD08A"/>
            </a:solidFill>
            <a:prstDash val="solid"/>
          </a:ln>
        </p:spPr>
      </p:sp>
      <p:sp>
        <p:nvSpPr>
          <p:cNvPr id="64" name="">
            <a:extLst xmlns:a="http://schemas.openxmlformats.org/drawingml/2006/main">
              <a:ext uri="{FF2B5EF4-FFF2-40B4-BE49-F238E27FC236}">
                <a16:creationId xmlns:a16="http://schemas.microsoft.com/office/drawing/2014/main" id="{9E32C4AE-221F-4794-9F2F-6F28D2B4E4A0}"/>
              </a:ext>
            </a:extLst>
          </p:cNvPr>
          <p:cNvSpPr>
            <a:spLocks xmlns:a="http://schemas.openxmlformats.org/drawingml/2006/main" noGrp="1"/>
          </p:cNvSpPr>
          <p:nvPr/>
        </p:nvSpPr>
        <p:spPr>
          <a:xfrm xmlns:a="http://schemas.openxmlformats.org/drawingml/2006/main">
            <a:off x="285750" y="1333500"/>
            <a:ext cx="47625" cy="1524000"/>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240824B5-012C-42DB-B561-4310306D32C9}"/>
              </a:ext>
            </a:extLst>
          </p:cNvPr>
          <p:cNvSpPr>
            <a:spLocks xmlns:a="http://schemas.openxmlformats.org/drawingml/2006/main" noGrp="1"/>
          </p:cNvSpPr>
          <p:nvPr/>
        </p:nvSpPr>
        <p:spPr>
          <a:xfrm xmlns:a="http://schemas.openxmlformats.org/drawingml/2006/main">
            <a:off x="476250" y="1466850"/>
            <a:ext cx="857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Bahnschrift"/>
                <a:ea typeface="Bahnschrift"/>
                <a:cs typeface="Bahnschrift"/>
              </a:defRPr>
            </a:pPr>
            <a:r>
              <a:rPr sz="975" b="0">
                <a:solidFill>
                  <a:srgbClr val="7A9CC4"/>
                </a:solidFill>
                <a:latin typeface="Bahnschrift"/>
                <a:ea typeface="Bahnschrift"/>
                <a:cs typeface="Bahnschrift"/>
              </a:rPr>
              <a:t>场景一</a:t>
            </a:r>
          </a:p>
        </p:txBody>
      </p:sp>
      <p:sp>
        <p:nvSpPr>
          <p:cNvPr id="66" name="">
            <a:extLst xmlns:a="http://schemas.openxmlformats.org/drawingml/2006/main">
              <a:ext uri="{FF2B5EF4-FFF2-40B4-BE49-F238E27FC236}">
                <a16:creationId xmlns:a16="http://schemas.microsoft.com/office/drawing/2014/main" id="{9C4870EC-F91F-491D-8E68-22F61E908037}"/>
              </a:ext>
            </a:extLst>
          </p:cNvPr>
          <p:cNvSpPr>
            <a:spLocks xmlns:a="http://schemas.openxmlformats.org/drawingml/2006/main" noGrp="1"/>
          </p:cNvSpPr>
          <p:nvPr/>
        </p:nvSpPr>
        <p:spPr>
          <a:xfrm xmlns:a="http://schemas.openxmlformats.org/drawingml/2006/main">
            <a:off x="476250" y="1714500"/>
            <a:ext cx="24765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电网变电运维</a:t>
            </a:r>
          </a:p>
        </p:txBody>
      </p:sp>
      <p:sp>
        <p:nvSpPr>
          <p:cNvPr id="67" name="">
            <a:extLst xmlns:a="http://schemas.openxmlformats.org/drawingml/2006/main">
              <a:ext uri="{FF2B5EF4-FFF2-40B4-BE49-F238E27FC236}">
                <a16:creationId xmlns:a16="http://schemas.microsoft.com/office/drawing/2014/main" id="{DA802850-8729-4120-9206-AE1DEEFEDEFF}"/>
              </a:ext>
            </a:extLst>
          </p:cNvPr>
          <p:cNvSpPr>
            <a:spLocks xmlns:a="http://schemas.openxmlformats.org/drawingml/2006/main" noGrp="1"/>
          </p:cNvSpPr>
          <p:nvPr/>
        </p:nvSpPr>
        <p:spPr>
          <a:xfrm xmlns:a="http://schemas.openxmlformats.org/drawingml/2006/main">
            <a:off x="476250" y="21907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3FD08A"/>
            </a:solidFill>
            <a:prstDash val="solid"/>
          </a:ln>
        </p:spPr>
      </p:sp>
      <p:sp>
        <p:nvSpPr>
          <p:cNvPr id="68" name="">
            <a:extLst xmlns:a="http://schemas.openxmlformats.org/drawingml/2006/main">
              <a:ext uri="{FF2B5EF4-FFF2-40B4-BE49-F238E27FC236}">
                <a16:creationId xmlns:a16="http://schemas.microsoft.com/office/drawing/2014/main" id="{7DAF5BB9-D77A-4AC5-87BA-09DBD55AE6C0}"/>
              </a:ext>
            </a:extLst>
          </p:cNvPr>
          <p:cNvSpPr>
            <a:spLocks xmlns:a="http://schemas.openxmlformats.org/drawingml/2006/main" noGrp="1"/>
          </p:cNvSpPr>
          <p:nvPr/>
        </p:nvSpPr>
        <p:spPr>
          <a:xfrm xmlns:a="http://schemas.openxmlformats.org/drawingml/2006/main">
            <a:off x="476250" y="2190750"/>
            <a:ext cx="8001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3FD08A"/>
                </a:solidFill>
                <a:latin typeface="微软雅黑"/>
                <a:ea typeface="微软雅黑"/>
                <a:cs typeface="微软雅黑"/>
              </a:defRPr>
            </a:pPr>
            <a:r>
              <a:rPr sz="938" b="1">
                <a:solidFill>
                  <a:srgbClr val="3FD08A"/>
                </a:solidFill>
                <a:latin typeface="微软雅黑"/>
                <a:ea typeface="微软雅黑"/>
                <a:cs typeface="微软雅黑"/>
              </a:rPr>
              <a:t>已落地</a:t>
            </a:r>
          </a:p>
        </p:txBody>
      </p:sp>
      <p:sp>
        <p:nvSpPr>
          <p:cNvPr id="69" name="">
            <a:extLst xmlns:a="http://schemas.openxmlformats.org/drawingml/2006/main">
              <a:ext uri="{FF2B5EF4-FFF2-40B4-BE49-F238E27FC236}">
                <a16:creationId xmlns:a16="http://schemas.microsoft.com/office/drawing/2014/main" id="{336BCB1C-729B-4A73-B016-D3EDF08384F5}"/>
              </a:ext>
            </a:extLst>
          </p:cNvPr>
          <p:cNvSpPr>
            <a:spLocks xmlns:a="http://schemas.openxmlformats.org/drawingml/2006/main" noGrp="1"/>
          </p:cNvSpPr>
          <p:nvPr/>
        </p:nvSpPr>
        <p:spPr>
          <a:xfrm xmlns:a="http://schemas.openxmlformats.org/drawingml/2006/main">
            <a:off x="3238500" y="1524000"/>
            <a:ext cx="847725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110kV </a:t>
            </a:r>
            <a:r>
              <a:rPr sz="1013">
                <a:solidFill>
                  <a:srgbClr val="D6E6F7"/>
                </a:solidFill>
                <a:latin typeface="微软雅黑"/>
                <a:ea typeface="微软雅黑"/>
                <a:cs typeface="微软雅黑"/>
              </a:rPr>
              <a:t>城北变电所 </a:t>
            </a:r>
            <a:r>
              <a:rPr sz="1013">
                <a:solidFill>
                  <a:srgbClr val="D6E6F7"/>
                </a:solidFill>
                <a:latin typeface="微软雅黑"/>
                <a:ea typeface="微软雅黑"/>
                <a:cs typeface="微软雅黑"/>
              </a:rPr>
              <a:t>1 </a:t>
            </a:r>
            <a:r>
              <a:rPr sz="1013">
                <a:solidFill>
                  <a:srgbClr val="D6E6F7"/>
                </a:solidFill>
                <a:latin typeface="微软雅黑"/>
                <a:ea typeface="微软雅黑"/>
                <a:cs typeface="微软雅黑"/>
              </a:rPr>
              <a:t>号检查井，氧气实测 </a:t>
            </a:r>
            <a:r>
              <a:rPr sz="1013">
                <a:solidFill>
                  <a:srgbClr val="D6E6F7"/>
                </a:solidFill>
                <a:latin typeface="微软雅黑"/>
                <a:ea typeface="微软雅黑"/>
                <a:cs typeface="微软雅黑"/>
              </a:rPr>
              <a:t>18.2 %VOL / </a:t>
            </a:r>
            <a:r>
              <a:rPr sz="1013">
                <a:solidFill>
                  <a:srgbClr val="D6E6F7"/>
                </a:solidFill>
                <a:latin typeface="微软雅黑"/>
                <a:ea typeface="微软雅黑"/>
                <a:cs typeface="微软雅黑"/>
              </a:rPr>
              <a:t>阈值 </a:t>
            </a:r>
            <a:r>
              <a:rPr sz="1013">
                <a:solidFill>
                  <a:srgbClr val="D6E6F7"/>
                </a:solidFill>
                <a:latin typeface="微软雅黑"/>
                <a:ea typeface="微软雅黑"/>
                <a:cs typeface="微软雅黑"/>
              </a:rPr>
              <a:t>19.5 %VOL</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作业人员出现头晕、胸闷，已撤出通风；本次未按 </a:t>
            </a:r>
            <a:r>
              <a:rPr sz="1013">
                <a:solidFill>
                  <a:srgbClr val="D6E6F7"/>
                </a:solidFill>
                <a:latin typeface="微软雅黑"/>
                <a:ea typeface="微软雅黑"/>
                <a:cs typeface="微软雅黑"/>
              </a:rPr>
              <a:t>SOP </a:t>
            </a:r>
            <a:r>
              <a:rPr sz="1013">
                <a:solidFill>
                  <a:srgbClr val="D6E6F7"/>
                </a:solidFill>
                <a:latin typeface="微软雅黑"/>
                <a:ea typeface="微软雅黑"/>
                <a:cs typeface="微软雅黑"/>
              </a:rPr>
              <a:t>执行</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系统输出：严重度「高」</a:t>
            </a: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原因 </a:t>
            </a: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处置措施 </a:t>
            </a: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规则编号，人工确认后留痕</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判定阈值全部来自国家标准，换站、换气体、换档位仍然适用</a:t>
            </a:r>
          </a:p>
        </p:txBody>
      </p:sp>
      <p:sp>
        <p:nvSpPr>
          <p:cNvPr id="70" name="">
            <a:extLst xmlns:a="http://schemas.openxmlformats.org/drawingml/2006/main">
              <a:ext uri="{FF2B5EF4-FFF2-40B4-BE49-F238E27FC236}">
                <a16:creationId xmlns:a16="http://schemas.microsoft.com/office/drawing/2014/main" id="{ADF81B91-319A-4892-8258-A4F5734236A7}"/>
              </a:ext>
            </a:extLst>
          </p:cNvPr>
          <p:cNvSpPr>
            <a:spLocks xmlns:a="http://schemas.openxmlformats.org/drawingml/2006/main" noGrp="1"/>
          </p:cNvSpPr>
          <p:nvPr/>
        </p:nvSpPr>
        <p:spPr>
          <a:xfrm xmlns:a="http://schemas.openxmlformats.org/drawingml/2006/main">
            <a:off x="285750" y="2933700"/>
            <a:ext cx="11620500" cy="1524000"/>
          </a:xfrm>
          <a:prstGeom xmlns:a="http://schemas.openxmlformats.org/drawingml/2006/main" prst="roundRect">
            <a:avLst>
              <a:gd name="adj" fmla="val 562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1" name="">
            <a:extLst xmlns:a="http://schemas.openxmlformats.org/drawingml/2006/main">
              <a:ext uri="{FF2B5EF4-FFF2-40B4-BE49-F238E27FC236}">
                <a16:creationId xmlns:a16="http://schemas.microsoft.com/office/drawing/2014/main" id="{8FB852DF-F317-4B32-925F-0E4DF4A892FE}"/>
              </a:ext>
            </a:extLst>
          </p:cNvPr>
          <p:cNvSpPr>
            <a:spLocks xmlns:a="http://schemas.openxmlformats.org/drawingml/2006/main" noGrp="1"/>
          </p:cNvSpPr>
          <p:nvPr/>
        </p:nvSpPr>
        <p:spPr>
          <a:xfrm xmlns:a="http://schemas.openxmlformats.org/drawingml/2006/main">
            <a:off x="285750" y="2933700"/>
            <a:ext cx="47625" cy="15240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A0B2B6E2-5376-4F62-8AE5-5E33F98542B3}"/>
              </a:ext>
            </a:extLst>
          </p:cNvPr>
          <p:cNvSpPr>
            <a:spLocks xmlns:a="http://schemas.openxmlformats.org/drawingml/2006/main" noGrp="1"/>
          </p:cNvSpPr>
          <p:nvPr/>
        </p:nvSpPr>
        <p:spPr>
          <a:xfrm xmlns:a="http://schemas.openxmlformats.org/drawingml/2006/main">
            <a:off x="476250" y="3067050"/>
            <a:ext cx="857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Bahnschrift"/>
                <a:ea typeface="Bahnschrift"/>
                <a:cs typeface="Bahnschrift"/>
              </a:defRPr>
            </a:pPr>
            <a:r>
              <a:rPr sz="975" b="0">
                <a:solidFill>
                  <a:srgbClr val="7A9CC4"/>
                </a:solidFill>
                <a:latin typeface="Bahnschrift"/>
                <a:ea typeface="Bahnschrift"/>
                <a:cs typeface="Bahnschrift"/>
              </a:rPr>
              <a:t>场景二</a:t>
            </a:r>
          </a:p>
        </p:txBody>
      </p:sp>
      <p:sp>
        <p:nvSpPr>
          <p:cNvPr id="73" name="">
            <a:extLst xmlns:a="http://schemas.openxmlformats.org/drawingml/2006/main">
              <a:ext uri="{FF2B5EF4-FFF2-40B4-BE49-F238E27FC236}">
                <a16:creationId xmlns:a16="http://schemas.microsoft.com/office/drawing/2014/main" id="{647C80C0-9944-4A9D-874A-BFEA783F0546}"/>
              </a:ext>
            </a:extLst>
          </p:cNvPr>
          <p:cNvSpPr>
            <a:spLocks xmlns:a="http://schemas.openxmlformats.org/drawingml/2006/main" noGrp="1"/>
          </p:cNvSpPr>
          <p:nvPr/>
        </p:nvSpPr>
        <p:spPr>
          <a:xfrm xmlns:a="http://schemas.openxmlformats.org/drawingml/2006/main">
            <a:off x="476250" y="3314700"/>
            <a:ext cx="24765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新能源场站</a:t>
            </a:r>
          </a:p>
        </p:txBody>
      </p:sp>
      <p:sp>
        <p:nvSpPr>
          <p:cNvPr id="74" name="">
            <a:extLst xmlns:a="http://schemas.openxmlformats.org/drawingml/2006/main">
              <a:ext uri="{FF2B5EF4-FFF2-40B4-BE49-F238E27FC236}">
                <a16:creationId xmlns:a16="http://schemas.microsoft.com/office/drawing/2014/main" id="{4CF5CD24-C31D-449F-B547-97D7417FDA18}"/>
              </a:ext>
            </a:extLst>
          </p:cNvPr>
          <p:cNvSpPr>
            <a:spLocks xmlns:a="http://schemas.openxmlformats.org/drawingml/2006/main" noGrp="1"/>
          </p:cNvSpPr>
          <p:nvPr/>
        </p:nvSpPr>
        <p:spPr>
          <a:xfrm xmlns:a="http://schemas.openxmlformats.org/drawingml/2006/main">
            <a:off x="476250" y="37909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5C33B"/>
            </a:solidFill>
            <a:prstDash val="solid"/>
          </a:ln>
        </p:spPr>
      </p:sp>
      <p:sp>
        <p:nvSpPr>
          <p:cNvPr id="75" name="">
            <a:extLst xmlns:a="http://schemas.openxmlformats.org/drawingml/2006/main">
              <a:ext uri="{FF2B5EF4-FFF2-40B4-BE49-F238E27FC236}">
                <a16:creationId xmlns:a16="http://schemas.microsoft.com/office/drawing/2014/main" id="{873A07F7-09B3-4E31-BC2E-3809BA5B2516}"/>
              </a:ext>
            </a:extLst>
          </p:cNvPr>
          <p:cNvSpPr>
            <a:spLocks xmlns:a="http://schemas.openxmlformats.org/drawingml/2006/main" noGrp="1"/>
          </p:cNvSpPr>
          <p:nvPr/>
        </p:nvSpPr>
        <p:spPr>
          <a:xfrm xmlns:a="http://schemas.openxmlformats.org/drawingml/2006/main">
            <a:off x="476250" y="3790950"/>
            <a:ext cx="8001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待试点</a:t>
            </a:r>
          </a:p>
        </p:txBody>
      </p:sp>
      <p:sp>
        <p:nvSpPr>
          <p:cNvPr id="76" name="">
            <a:extLst xmlns:a="http://schemas.openxmlformats.org/drawingml/2006/main">
              <a:ext uri="{FF2B5EF4-FFF2-40B4-BE49-F238E27FC236}">
                <a16:creationId xmlns:a16="http://schemas.microsoft.com/office/drawing/2014/main" id="{DCF0B418-48CA-459B-A508-03E05401F5EA}"/>
              </a:ext>
            </a:extLst>
          </p:cNvPr>
          <p:cNvSpPr>
            <a:spLocks xmlns:a="http://schemas.openxmlformats.org/drawingml/2006/main" noGrp="1"/>
          </p:cNvSpPr>
          <p:nvPr/>
        </p:nvSpPr>
        <p:spPr>
          <a:xfrm xmlns:a="http://schemas.openxmlformats.org/drawingml/2006/main">
            <a:off x="3238500" y="3124200"/>
            <a:ext cx="847725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站点分散、值守人员少，集中培训与复训窗口难以安排</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需要离线可运行、结论可审计的培训与考核证据链</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同一套引擎可迁移：证书到期预警 </a:t>
            </a: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按缺口定向补训</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迁移成本低：换的是岗位与课程数据，不是引擎与接口</a:t>
            </a:r>
          </a:p>
        </p:txBody>
      </p:sp>
      <p:sp>
        <p:nvSpPr>
          <p:cNvPr id="77" name="">
            <a:extLst xmlns:a="http://schemas.openxmlformats.org/drawingml/2006/main">
              <a:ext uri="{FF2B5EF4-FFF2-40B4-BE49-F238E27FC236}">
                <a16:creationId xmlns:a16="http://schemas.microsoft.com/office/drawing/2014/main" id="{2ADA7832-94FA-413E-BBB8-D992733CF562}"/>
              </a:ext>
            </a:extLst>
          </p:cNvPr>
          <p:cNvSpPr>
            <a:spLocks xmlns:a="http://schemas.openxmlformats.org/drawingml/2006/main" noGrp="1"/>
          </p:cNvSpPr>
          <p:nvPr/>
        </p:nvSpPr>
        <p:spPr>
          <a:xfrm xmlns:a="http://schemas.openxmlformats.org/drawingml/2006/main">
            <a:off x="285750" y="4533900"/>
            <a:ext cx="11620500" cy="1524000"/>
          </a:xfrm>
          <a:prstGeom xmlns:a="http://schemas.openxmlformats.org/drawingml/2006/main" prst="roundRect">
            <a:avLst>
              <a:gd name="adj" fmla="val 562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8" name="">
            <a:extLst xmlns:a="http://schemas.openxmlformats.org/drawingml/2006/main">
              <a:ext uri="{FF2B5EF4-FFF2-40B4-BE49-F238E27FC236}">
                <a16:creationId xmlns:a16="http://schemas.microsoft.com/office/drawing/2014/main" id="{7FC2EFF0-F4D9-4EE6-B4C3-062A3527610F}"/>
              </a:ext>
            </a:extLst>
          </p:cNvPr>
          <p:cNvSpPr>
            <a:spLocks xmlns:a="http://schemas.openxmlformats.org/drawingml/2006/main" noGrp="1"/>
          </p:cNvSpPr>
          <p:nvPr/>
        </p:nvSpPr>
        <p:spPr>
          <a:xfrm xmlns:a="http://schemas.openxmlformats.org/drawingml/2006/main">
            <a:off x="285750" y="4533900"/>
            <a:ext cx="47625" cy="15240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737584D2-712B-4C53-B8C6-215ECD9CFA3B}"/>
              </a:ext>
            </a:extLst>
          </p:cNvPr>
          <p:cNvSpPr>
            <a:spLocks xmlns:a="http://schemas.openxmlformats.org/drawingml/2006/main" noGrp="1"/>
          </p:cNvSpPr>
          <p:nvPr/>
        </p:nvSpPr>
        <p:spPr>
          <a:xfrm xmlns:a="http://schemas.openxmlformats.org/drawingml/2006/main">
            <a:off x="476250" y="4667250"/>
            <a:ext cx="857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Bahnschrift"/>
                <a:ea typeface="Bahnschrift"/>
                <a:cs typeface="Bahnschrift"/>
              </a:defRPr>
            </a:pPr>
            <a:r>
              <a:rPr sz="975" b="0">
                <a:solidFill>
                  <a:srgbClr val="7A9CC4"/>
                </a:solidFill>
                <a:latin typeface="Bahnschrift"/>
                <a:ea typeface="Bahnschrift"/>
                <a:cs typeface="Bahnschrift"/>
              </a:rPr>
              <a:t>场景三</a:t>
            </a:r>
          </a:p>
        </p:txBody>
      </p:sp>
      <p:sp>
        <p:nvSpPr>
          <p:cNvPr id="80" name="">
            <a:extLst xmlns:a="http://schemas.openxmlformats.org/drawingml/2006/main">
              <a:ext uri="{FF2B5EF4-FFF2-40B4-BE49-F238E27FC236}">
                <a16:creationId xmlns:a16="http://schemas.microsoft.com/office/drawing/2014/main" id="{BC295A99-0FB8-4E8D-97B4-8DE5F5C82182}"/>
              </a:ext>
            </a:extLst>
          </p:cNvPr>
          <p:cNvSpPr>
            <a:spLocks xmlns:a="http://schemas.openxmlformats.org/drawingml/2006/main" noGrp="1"/>
          </p:cNvSpPr>
          <p:nvPr/>
        </p:nvSpPr>
        <p:spPr>
          <a:xfrm xmlns:a="http://schemas.openxmlformats.org/drawingml/2006/main">
            <a:off x="476250" y="4914900"/>
            <a:ext cx="24765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智能制造产线</a:t>
            </a:r>
          </a:p>
        </p:txBody>
      </p:sp>
      <p:sp>
        <p:nvSpPr>
          <p:cNvPr id="81" name="">
            <a:extLst xmlns:a="http://schemas.openxmlformats.org/drawingml/2006/main">
              <a:ext uri="{FF2B5EF4-FFF2-40B4-BE49-F238E27FC236}">
                <a16:creationId xmlns:a16="http://schemas.microsoft.com/office/drawing/2014/main" id="{473E4407-BE20-4B97-9CD1-8FB420353F18}"/>
              </a:ext>
            </a:extLst>
          </p:cNvPr>
          <p:cNvSpPr>
            <a:spLocks xmlns:a="http://schemas.openxmlformats.org/drawingml/2006/main" noGrp="1"/>
          </p:cNvSpPr>
          <p:nvPr/>
        </p:nvSpPr>
        <p:spPr>
          <a:xfrm xmlns:a="http://schemas.openxmlformats.org/drawingml/2006/main">
            <a:off x="476250" y="53911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5C33B"/>
            </a:solidFill>
            <a:prstDash val="solid"/>
          </a:ln>
        </p:spPr>
      </p:sp>
      <p:sp>
        <p:nvSpPr>
          <p:cNvPr id="82" name="">
            <a:extLst xmlns:a="http://schemas.openxmlformats.org/drawingml/2006/main">
              <a:ext uri="{FF2B5EF4-FFF2-40B4-BE49-F238E27FC236}">
                <a16:creationId xmlns:a16="http://schemas.microsoft.com/office/drawing/2014/main" id="{2B413ADD-9D8C-4ABA-AFC0-5624E028AA4D}"/>
              </a:ext>
            </a:extLst>
          </p:cNvPr>
          <p:cNvSpPr>
            <a:spLocks xmlns:a="http://schemas.openxmlformats.org/drawingml/2006/main" noGrp="1"/>
          </p:cNvSpPr>
          <p:nvPr/>
        </p:nvSpPr>
        <p:spPr>
          <a:xfrm xmlns:a="http://schemas.openxmlformats.org/drawingml/2006/main">
            <a:off x="476250" y="5391150"/>
            <a:ext cx="8001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待试点</a:t>
            </a:r>
          </a:p>
        </p:txBody>
      </p:sp>
      <p:sp>
        <p:nvSpPr>
          <p:cNvPr id="83" name="">
            <a:extLst xmlns:a="http://schemas.openxmlformats.org/drawingml/2006/main">
              <a:ext uri="{FF2B5EF4-FFF2-40B4-BE49-F238E27FC236}">
                <a16:creationId xmlns:a16="http://schemas.microsoft.com/office/drawing/2014/main" id="{9FFC16D6-2C31-4327-8807-21B0B77A8BC3}"/>
              </a:ext>
            </a:extLst>
          </p:cNvPr>
          <p:cNvSpPr>
            <a:spLocks xmlns:a="http://schemas.openxmlformats.org/drawingml/2006/main" noGrp="1"/>
          </p:cNvSpPr>
          <p:nvPr/>
        </p:nvSpPr>
        <p:spPr>
          <a:xfrm xmlns:a="http://schemas.openxmlformats.org/drawingml/2006/main">
            <a:off x="3238500" y="4724400"/>
            <a:ext cx="847725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多工种、多班次，停机培训的直接成本高</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需要按能力缺口精准补训，并让培训排期不与生产冲突</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同一套引擎可迁移：岗位技能矩阵 </a:t>
            </a: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关键岗位备份预警</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迁移成本低：技能矩阵与培训排期复用同一套规则与角色</a:t>
            </a:r>
          </a:p>
        </p:txBody>
      </p:sp>
      <p:sp>
        <p:nvSpPr>
          <p:cNvPr id="84" name="">
            <a:extLst xmlns:a="http://schemas.openxmlformats.org/drawingml/2006/main">
              <a:ext uri="{FF2B5EF4-FFF2-40B4-BE49-F238E27FC236}">
                <a16:creationId xmlns:a16="http://schemas.microsoft.com/office/drawing/2014/main" id="{50335981-A69F-42C5-8A0F-7904C2E8A4BC}"/>
              </a:ext>
            </a:extLst>
          </p:cNvPr>
          <p:cNvSpPr>
            <a:spLocks xmlns:a="http://schemas.openxmlformats.org/drawingml/2006/main" noGrp="1"/>
          </p:cNvSpPr>
          <p:nvPr/>
        </p:nvSpPr>
        <p:spPr>
          <a:xfrm xmlns:a="http://schemas.openxmlformats.org/drawingml/2006/main">
            <a:off x="285750" y="6172200"/>
            <a:ext cx="11620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7A9CC4"/>
                </a:solidFill>
                <a:latin typeface="微软雅黑"/>
                <a:ea typeface="微软雅黑"/>
                <a:cs typeface="微软雅黑"/>
              </a:defRPr>
            </a:pPr>
            <a:r>
              <a:rPr sz="900" b="0">
                <a:solidFill>
                  <a:srgbClr val="7A9CC4"/>
                </a:solidFill>
                <a:latin typeface="微软雅黑"/>
                <a:ea typeface="微软雅黑"/>
                <a:cs typeface="微软雅黑"/>
              </a:rPr>
              <a:t>注：场景一为当前已落地并已验收的场景；场景二、三为同一套规则引擎与角色体系的场景迁移方向，尚未开展试点，此处如实标注。</a:t>
            </a:r>
          </a:p>
        </p:txBody>
      </p:sp>
      <p:sp>
        <p:nvSpPr>
          <p:cNvPr id="85" name="">
            <a:extLst xmlns:a="http://schemas.openxmlformats.org/drawingml/2006/main">
              <a:ext uri="{FF2B5EF4-FFF2-40B4-BE49-F238E27FC236}">
                <a16:creationId xmlns:a16="http://schemas.microsoft.com/office/drawing/2014/main" id="{E6A12F18-650D-4CF9-83C6-C4E3960E6C2A}"/>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51AEC542-F55F-424D-A7CC-7B6EF3CFC8D2}"/>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83B9AEF6-5D00-4C7B-96AC-B8C5EDD3D05A}"/>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A3220F63-9605-4D6A-96CE-83BEA8E6AB68}"/>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3A0DDEE1-122D-4964-A35F-CF695874A02C}"/>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B2F8063E-29C5-4BBB-9DCC-C8CAFC1BDEC3}"/>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91" name="">
            <a:extLst xmlns:a="http://schemas.openxmlformats.org/drawingml/2006/main">
              <a:ext uri="{FF2B5EF4-FFF2-40B4-BE49-F238E27FC236}">
                <a16:creationId xmlns:a16="http://schemas.microsoft.com/office/drawing/2014/main" id="{67D32608-2CB4-44F8-84EE-D13549DDDF0E}"/>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D48F4A41-4034-41A7-8409-7F430C3045E9}"/>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06</a:t>
            </a:r>
          </a:p>
        </p:txBody>
      </p:sp>
    </p:spTree>
    <p:extLst>
      <p:ext uri="{BB962C8B-B14F-4D97-AF65-F5344CB8AC3E}">
        <p14:creationId xmlns:p14="http://schemas.microsoft.com/office/powerpoint/2010/main" val="1918453325"/>
      </p:ext>
    </p:extLst>
  </p:cSld>
</p:sld>
</file>

<file path=ppt/slides/slide7.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52" name=""/>
          <p:cNvPicPr>
            <a:picLocks xmlns:a="http://schemas.openxmlformats.org/drawingml/2006/main" noChangeAspect="1"/>
          </p:cNvPicPr>
          <p:nvPr/>
        </p:nvPicPr>
        <p:blipFill>
          <a:blip xmlns:r="http://schemas.openxmlformats.org/officeDocument/2006/relationships" xmlns:a="http://schemas.openxmlformats.org/drawingml/2006/main" r:embed="R2615e83579c247a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7B0FB68-9002-4F02-9AC8-D8AD55573A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CB4BC143-6611-4F5E-8917-3690157BD8A8}"/>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1C7F0">
                  <a:alpha val="15000"/>
                </a:srgbClr>
              </a:gs>
              <a:gs pos="45000">
                <a:srgbClr val="31C7F0">
                  <a:alpha val="6000"/>
                </a:srgbClr>
              </a:gs>
              <a:gs pos="100000">
                <a:srgbClr val="31C7F0">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6FDE709E-4417-4F92-A237-F2CE49DAFFC6}"/>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2086A521-FCBD-4CAA-A147-A529A475B66D}"/>
              </a:ext>
            </a:extLst>
          </p:cNvPr>
          <p:cNvSpPr>
            <a:spLocks xmlns:a="http://schemas.openxmlformats.org/drawingml/2006/main" noGrp="1"/>
          </p:cNvSpPr>
          <p:nvPr/>
        </p:nvSpPr>
        <p:spPr>
          <a:xfrm xmlns:a="http://schemas.openxmlformats.org/drawingml/2006/main">
            <a:off x="9658350"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B5D78820-EB54-4753-96A5-A93EEDDEBB8A}"/>
              </a:ext>
            </a:extLst>
          </p:cNvPr>
          <p:cNvSpPr>
            <a:spLocks xmlns:a="http://schemas.openxmlformats.org/drawingml/2006/main" noGrp="1"/>
          </p:cNvSpPr>
          <p:nvPr/>
        </p:nvSpPr>
        <p:spPr>
          <a:xfrm xmlns:a="http://schemas.openxmlformats.org/drawingml/2006/main">
            <a:off x="9658350"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44C12090-4A98-425A-A05E-29085E40043A}"/>
              </a:ext>
            </a:extLst>
          </p:cNvPr>
          <p:cNvSpPr>
            <a:spLocks xmlns:a="http://schemas.openxmlformats.org/drawingml/2006/main" noGrp="1"/>
          </p:cNvSpPr>
          <p:nvPr/>
        </p:nvSpPr>
        <p:spPr>
          <a:xfrm xmlns:a="http://schemas.openxmlformats.org/drawingml/2006/main">
            <a:off x="9658350"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0890CF77-39C8-4AF1-AF08-A94A66BBD305}"/>
              </a:ext>
            </a:extLst>
          </p:cNvPr>
          <p:cNvSpPr>
            <a:spLocks xmlns:a="http://schemas.openxmlformats.org/drawingml/2006/main" noGrp="1"/>
          </p:cNvSpPr>
          <p:nvPr/>
        </p:nvSpPr>
        <p:spPr>
          <a:xfrm xmlns:a="http://schemas.openxmlformats.org/drawingml/2006/main">
            <a:off x="9782175"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8A71F8A0-D565-493E-8E6E-A2AF8E18A4D9}"/>
              </a:ext>
            </a:extLst>
          </p:cNvPr>
          <p:cNvSpPr>
            <a:spLocks xmlns:a="http://schemas.openxmlformats.org/drawingml/2006/main" noGrp="1"/>
          </p:cNvSpPr>
          <p:nvPr/>
        </p:nvSpPr>
        <p:spPr>
          <a:xfrm xmlns:a="http://schemas.openxmlformats.org/drawingml/2006/main">
            <a:off x="9782175"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B4508C12-B232-4C2F-B02B-4692F470E4AD}"/>
              </a:ext>
            </a:extLst>
          </p:cNvPr>
          <p:cNvSpPr>
            <a:spLocks xmlns:a="http://schemas.openxmlformats.org/drawingml/2006/main" noGrp="1"/>
          </p:cNvSpPr>
          <p:nvPr/>
        </p:nvSpPr>
        <p:spPr>
          <a:xfrm xmlns:a="http://schemas.openxmlformats.org/drawingml/2006/main">
            <a:off x="9782175"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8F7F3928-9E48-4F1A-AE6A-985B374B6FBB}"/>
              </a:ext>
            </a:extLst>
          </p:cNvPr>
          <p:cNvSpPr>
            <a:spLocks xmlns:a="http://schemas.openxmlformats.org/drawingml/2006/main" noGrp="1"/>
          </p:cNvSpPr>
          <p:nvPr/>
        </p:nvSpPr>
        <p:spPr>
          <a:xfrm xmlns:a="http://schemas.openxmlformats.org/drawingml/2006/main">
            <a:off x="9906000"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C99909A0-89A3-4133-AE6E-13FCE02ABB52}"/>
              </a:ext>
            </a:extLst>
          </p:cNvPr>
          <p:cNvSpPr>
            <a:spLocks xmlns:a="http://schemas.openxmlformats.org/drawingml/2006/main" noGrp="1"/>
          </p:cNvSpPr>
          <p:nvPr/>
        </p:nvSpPr>
        <p:spPr>
          <a:xfrm xmlns:a="http://schemas.openxmlformats.org/drawingml/2006/main">
            <a:off x="9906000"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0E741D98-D92B-4776-B48C-57CB2F98220F}"/>
              </a:ext>
            </a:extLst>
          </p:cNvPr>
          <p:cNvSpPr>
            <a:spLocks xmlns:a="http://schemas.openxmlformats.org/drawingml/2006/main" noGrp="1"/>
          </p:cNvSpPr>
          <p:nvPr/>
        </p:nvSpPr>
        <p:spPr>
          <a:xfrm xmlns:a="http://schemas.openxmlformats.org/drawingml/2006/main">
            <a:off x="9906000"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984D83A3-DD73-4299-8530-AC26807D715C}"/>
              </a:ext>
            </a:extLst>
          </p:cNvPr>
          <p:cNvSpPr>
            <a:spLocks xmlns:a="http://schemas.openxmlformats.org/drawingml/2006/main" noGrp="1"/>
          </p:cNvSpPr>
          <p:nvPr/>
        </p:nvSpPr>
        <p:spPr>
          <a:xfrm xmlns:a="http://schemas.openxmlformats.org/drawingml/2006/main">
            <a:off x="10029825"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791F7B94-AE1E-4328-A966-4D5FB0710195}"/>
              </a:ext>
            </a:extLst>
          </p:cNvPr>
          <p:cNvSpPr>
            <a:spLocks xmlns:a="http://schemas.openxmlformats.org/drawingml/2006/main" noGrp="1"/>
          </p:cNvSpPr>
          <p:nvPr/>
        </p:nvSpPr>
        <p:spPr>
          <a:xfrm xmlns:a="http://schemas.openxmlformats.org/drawingml/2006/main">
            <a:off x="10029825"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5FF4207B-B97F-4296-A4D1-7910C6A302F6}"/>
              </a:ext>
            </a:extLst>
          </p:cNvPr>
          <p:cNvSpPr>
            <a:spLocks xmlns:a="http://schemas.openxmlformats.org/drawingml/2006/main" noGrp="1"/>
          </p:cNvSpPr>
          <p:nvPr/>
        </p:nvSpPr>
        <p:spPr>
          <a:xfrm xmlns:a="http://schemas.openxmlformats.org/drawingml/2006/main">
            <a:off x="10029825"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525AF377-E6E7-4B10-8A38-97AF53A943E8}"/>
              </a:ext>
            </a:extLst>
          </p:cNvPr>
          <p:cNvSpPr>
            <a:spLocks xmlns:a="http://schemas.openxmlformats.org/drawingml/2006/main" noGrp="1"/>
          </p:cNvSpPr>
          <p:nvPr/>
        </p:nvSpPr>
        <p:spPr>
          <a:xfrm xmlns:a="http://schemas.openxmlformats.org/drawingml/2006/main">
            <a:off x="10153650"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7DEA3B6F-3497-4CF1-9C6B-7DC8CB69EB19}"/>
              </a:ext>
            </a:extLst>
          </p:cNvPr>
          <p:cNvSpPr>
            <a:spLocks xmlns:a="http://schemas.openxmlformats.org/drawingml/2006/main" noGrp="1"/>
          </p:cNvSpPr>
          <p:nvPr/>
        </p:nvSpPr>
        <p:spPr>
          <a:xfrm xmlns:a="http://schemas.openxmlformats.org/drawingml/2006/main">
            <a:off x="10153650"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CFA4B916-5F63-45AF-A7C0-CA3725700C27}"/>
              </a:ext>
            </a:extLst>
          </p:cNvPr>
          <p:cNvSpPr>
            <a:spLocks xmlns:a="http://schemas.openxmlformats.org/drawingml/2006/main" noGrp="1"/>
          </p:cNvSpPr>
          <p:nvPr/>
        </p:nvSpPr>
        <p:spPr>
          <a:xfrm xmlns:a="http://schemas.openxmlformats.org/drawingml/2006/main">
            <a:off x="10153650"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CFFAE4E0-922E-4B60-AAC9-37702B2E36D6}"/>
              </a:ext>
            </a:extLst>
          </p:cNvPr>
          <p:cNvSpPr>
            <a:spLocks xmlns:a="http://schemas.openxmlformats.org/drawingml/2006/main" noGrp="1"/>
          </p:cNvSpPr>
          <p:nvPr/>
        </p:nvSpPr>
        <p:spPr>
          <a:xfrm xmlns:a="http://schemas.openxmlformats.org/drawingml/2006/main">
            <a:off x="10277475"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B113898A-B03F-49A7-8BF4-01134D943D1B}"/>
              </a:ext>
            </a:extLst>
          </p:cNvPr>
          <p:cNvSpPr>
            <a:spLocks xmlns:a="http://schemas.openxmlformats.org/drawingml/2006/main" noGrp="1"/>
          </p:cNvSpPr>
          <p:nvPr/>
        </p:nvSpPr>
        <p:spPr>
          <a:xfrm xmlns:a="http://schemas.openxmlformats.org/drawingml/2006/main">
            <a:off x="10277475"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2357B696-3D57-4E4C-B23F-CCFFC73C5ACA}"/>
              </a:ext>
            </a:extLst>
          </p:cNvPr>
          <p:cNvSpPr>
            <a:spLocks xmlns:a="http://schemas.openxmlformats.org/drawingml/2006/main" noGrp="1"/>
          </p:cNvSpPr>
          <p:nvPr/>
        </p:nvSpPr>
        <p:spPr>
          <a:xfrm xmlns:a="http://schemas.openxmlformats.org/drawingml/2006/main">
            <a:off x="10277475"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647DFF5C-5B6C-4D68-98AD-42ADFBF7BC82}"/>
              </a:ext>
            </a:extLst>
          </p:cNvPr>
          <p:cNvSpPr>
            <a:spLocks xmlns:a="http://schemas.openxmlformats.org/drawingml/2006/main" noGrp="1"/>
          </p:cNvSpPr>
          <p:nvPr/>
        </p:nvSpPr>
        <p:spPr>
          <a:xfrm xmlns:a="http://schemas.openxmlformats.org/drawingml/2006/main">
            <a:off x="10401300"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840F9BDC-2C10-4351-BD5A-FE485E970DA8}"/>
              </a:ext>
            </a:extLst>
          </p:cNvPr>
          <p:cNvSpPr>
            <a:spLocks xmlns:a="http://schemas.openxmlformats.org/drawingml/2006/main" noGrp="1"/>
          </p:cNvSpPr>
          <p:nvPr/>
        </p:nvSpPr>
        <p:spPr>
          <a:xfrm xmlns:a="http://schemas.openxmlformats.org/drawingml/2006/main">
            <a:off x="10401300"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79160D10-B6F7-4F8F-81FA-42AD0D552E01}"/>
              </a:ext>
            </a:extLst>
          </p:cNvPr>
          <p:cNvSpPr>
            <a:spLocks xmlns:a="http://schemas.openxmlformats.org/drawingml/2006/main" noGrp="1"/>
          </p:cNvSpPr>
          <p:nvPr/>
        </p:nvSpPr>
        <p:spPr>
          <a:xfrm xmlns:a="http://schemas.openxmlformats.org/drawingml/2006/main">
            <a:off x="10401300"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CE16C310-01C3-4EB2-9FA1-4869B6979661}"/>
              </a:ext>
            </a:extLst>
          </p:cNvPr>
          <p:cNvSpPr>
            <a:spLocks xmlns:a="http://schemas.openxmlformats.org/drawingml/2006/main" noGrp="1"/>
          </p:cNvSpPr>
          <p:nvPr/>
        </p:nvSpPr>
        <p:spPr>
          <a:xfrm xmlns:a="http://schemas.openxmlformats.org/drawingml/2006/main">
            <a:off x="10525125"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71C16538-4EED-4D7C-B3B1-BE48B534E2E1}"/>
              </a:ext>
            </a:extLst>
          </p:cNvPr>
          <p:cNvSpPr>
            <a:spLocks xmlns:a="http://schemas.openxmlformats.org/drawingml/2006/main" noGrp="1"/>
          </p:cNvSpPr>
          <p:nvPr/>
        </p:nvSpPr>
        <p:spPr>
          <a:xfrm xmlns:a="http://schemas.openxmlformats.org/drawingml/2006/main">
            <a:off x="10525125"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BF19EF87-A417-4F1B-9B88-87A1F920F617}"/>
              </a:ext>
            </a:extLst>
          </p:cNvPr>
          <p:cNvSpPr>
            <a:spLocks xmlns:a="http://schemas.openxmlformats.org/drawingml/2006/main" noGrp="1"/>
          </p:cNvSpPr>
          <p:nvPr/>
        </p:nvSpPr>
        <p:spPr>
          <a:xfrm xmlns:a="http://schemas.openxmlformats.org/drawingml/2006/main">
            <a:off x="10525125"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BB40A321-017C-45D7-B715-98DFBC49F0D1}"/>
              </a:ext>
            </a:extLst>
          </p:cNvPr>
          <p:cNvSpPr>
            <a:spLocks xmlns:a="http://schemas.openxmlformats.org/drawingml/2006/main" noGrp="1"/>
          </p:cNvSpPr>
          <p:nvPr/>
        </p:nvSpPr>
        <p:spPr>
          <a:xfrm xmlns:a="http://schemas.openxmlformats.org/drawingml/2006/main">
            <a:off x="10648950"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C806B9AB-8849-437D-994D-A8CF22845E5E}"/>
              </a:ext>
            </a:extLst>
          </p:cNvPr>
          <p:cNvSpPr>
            <a:spLocks xmlns:a="http://schemas.openxmlformats.org/drawingml/2006/main" noGrp="1"/>
          </p:cNvSpPr>
          <p:nvPr/>
        </p:nvSpPr>
        <p:spPr>
          <a:xfrm xmlns:a="http://schemas.openxmlformats.org/drawingml/2006/main">
            <a:off x="10648950"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0D0EB55B-6FEA-4683-9A9C-9A10E45859E9}"/>
              </a:ext>
            </a:extLst>
          </p:cNvPr>
          <p:cNvSpPr>
            <a:spLocks xmlns:a="http://schemas.openxmlformats.org/drawingml/2006/main" noGrp="1"/>
          </p:cNvSpPr>
          <p:nvPr/>
        </p:nvSpPr>
        <p:spPr>
          <a:xfrm xmlns:a="http://schemas.openxmlformats.org/drawingml/2006/main">
            <a:off x="10648950"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C22F89B7-F6CF-4979-BEBA-09D8D5B0AED1}"/>
              </a:ext>
            </a:extLst>
          </p:cNvPr>
          <p:cNvSpPr>
            <a:spLocks xmlns:a="http://schemas.openxmlformats.org/drawingml/2006/main" noGrp="1"/>
          </p:cNvSpPr>
          <p:nvPr/>
        </p:nvSpPr>
        <p:spPr>
          <a:xfrm xmlns:a="http://schemas.openxmlformats.org/drawingml/2006/main">
            <a:off x="10772775"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DA3B520F-BDE9-49AC-A2FA-E64EF2027524}"/>
              </a:ext>
            </a:extLst>
          </p:cNvPr>
          <p:cNvSpPr>
            <a:spLocks xmlns:a="http://schemas.openxmlformats.org/drawingml/2006/main" noGrp="1"/>
          </p:cNvSpPr>
          <p:nvPr/>
        </p:nvSpPr>
        <p:spPr>
          <a:xfrm xmlns:a="http://schemas.openxmlformats.org/drawingml/2006/main">
            <a:off x="10772775"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02F45234-6AE1-415E-9829-829CBB7BEC2F}"/>
              </a:ext>
            </a:extLst>
          </p:cNvPr>
          <p:cNvSpPr>
            <a:spLocks xmlns:a="http://schemas.openxmlformats.org/drawingml/2006/main" noGrp="1"/>
          </p:cNvSpPr>
          <p:nvPr/>
        </p:nvSpPr>
        <p:spPr>
          <a:xfrm xmlns:a="http://schemas.openxmlformats.org/drawingml/2006/main">
            <a:off x="10772775"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E0F5CD52-CC79-460C-83A8-D1ACF3FEA069}"/>
              </a:ext>
            </a:extLst>
          </p:cNvPr>
          <p:cNvSpPr>
            <a:spLocks xmlns:a="http://schemas.openxmlformats.org/drawingml/2006/main" noGrp="1"/>
          </p:cNvSpPr>
          <p:nvPr/>
        </p:nvSpPr>
        <p:spPr>
          <a:xfrm xmlns:a="http://schemas.openxmlformats.org/drawingml/2006/main">
            <a:off x="10896600"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FB00F337-026F-4323-B1E9-08187DBBC29D}"/>
              </a:ext>
            </a:extLst>
          </p:cNvPr>
          <p:cNvSpPr>
            <a:spLocks xmlns:a="http://schemas.openxmlformats.org/drawingml/2006/main" noGrp="1"/>
          </p:cNvSpPr>
          <p:nvPr/>
        </p:nvSpPr>
        <p:spPr>
          <a:xfrm xmlns:a="http://schemas.openxmlformats.org/drawingml/2006/main">
            <a:off x="10896600"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28D90090-0CC1-454D-8E66-B1FBB5970433}"/>
              </a:ext>
            </a:extLst>
          </p:cNvPr>
          <p:cNvSpPr>
            <a:spLocks xmlns:a="http://schemas.openxmlformats.org/drawingml/2006/main" noGrp="1"/>
          </p:cNvSpPr>
          <p:nvPr/>
        </p:nvSpPr>
        <p:spPr>
          <a:xfrm xmlns:a="http://schemas.openxmlformats.org/drawingml/2006/main">
            <a:off x="10896600"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0C081EFA-985F-4E1A-8BA7-9C94F3B1C37F}"/>
              </a:ext>
            </a:extLst>
          </p:cNvPr>
          <p:cNvSpPr>
            <a:spLocks xmlns:a="http://schemas.openxmlformats.org/drawingml/2006/main" noGrp="1"/>
          </p:cNvSpPr>
          <p:nvPr/>
        </p:nvSpPr>
        <p:spPr>
          <a:xfrm xmlns:a="http://schemas.openxmlformats.org/drawingml/2006/main">
            <a:off x="11020425"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16AF4E24-E0A7-48CE-AF48-5A50C198DF91}"/>
              </a:ext>
            </a:extLst>
          </p:cNvPr>
          <p:cNvSpPr>
            <a:spLocks xmlns:a="http://schemas.openxmlformats.org/drawingml/2006/main" noGrp="1"/>
          </p:cNvSpPr>
          <p:nvPr/>
        </p:nvSpPr>
        <p:spPr>
          <a:xfrm xmlns:a="http://schemas.openxmlformats.org/drawingml/2006/main">
            <a:off x="11020425"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D4D49CE0-D269-417A-9CD1-DF2FF744FC36}"/>
              </a:ext>
            </a:extLst>
          </p:cNvPr>
          <p:cNvSpPr>
            <a:spLocks xmlns:a="http://schemas.openxmlformats.org/drawingml/2006/main" noGrp="1"/>
          </p:cNvSpPr>
          <p:nvPr/>
        </p:nvSpPr>
        <p:spPr>
          <a:xfrm xmlns:a="http://schemas.openxmlformats.org/drawingml/2006/main">
            <a:off x="11020425"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6307AFF5-1D9F-4561-9C98-D2A1331B8D04}"/>
              </a:ext>
            </a:extLst>
          </p:cNvPr>
          <p:cNvSpPr>
            <a:spLocks xmlns:a="http://schemas.openxmlformats.org/drawingml/2006/main" noGrp="1"/>
          </p:cNvSpPr>
          <p:nvPr/>
        </p:nvSpPr>
        <p:spPr>
          <a:xfrm xmlns:a="http://schemas.openxmlformats.org/drawingml/2006/main">
            <a:off x="11144250"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106EC472-41B5-4A88-AC8D-67F759D89AFE}"/>
              </a:ext>
            </a:extLst>
          </p:cNvPr>
          <p:cNvSpPr>
            <a:spLocks xmlns:a="http://schemas.openxmlformats.org/drawingml/2006/main" noGrp="1"/>
          </p:cNvSpPr>
          <p:nvPr/>
        </p:nvSpPr>
        <p:spPr>
          <a:xfrm xmlns:a="http://schemas.openxmlformats.org/drawingml/2006/main">
            <a:off x="11144250"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F9FF2995-D810-4B74-985F-5180E23082A6}"/>
              </a:ext>
            </a:extLst>
          </p:cNvPr>
          <p:cNvSpPr>
            <a:spLocks xmlns:a="http://schemas.openxmlformats.org/drawingml/2006/main" noGrp="1"/>
          </p:cNvSpPr>
          <p:nvPr/>
        </p:nvSpPr>
        <p:spPr>
          <a:xfrm xmlns:a="http://schemas.openxmlformats.org/drawingml/2006/main">
            <a:off x="11144250"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3FA30F8E-E83A-43DD-A475-2B12BCB60823}"/>
              </a:ext>
            </a:extLst>
          </p:cNvPr>
          <p:cNvSpPr>
            <a:spLocks xmlns:a="http://schemas.openxmlformats.org/drawingml/2006/main" noGrp="1"/>
          </p:cNvSpPr>
          <p:nvPr/>
        </p:nvSpPr>
        <p:spPr>
          <a:xfrm xmlns:a="http://schemas.openxmlformats.org/drawingml/2006/main">
            <a:off x="11268075"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B911B37F-6731-4E09-8B52-A58A7CF53D18}"/>
              </a:ext>
            </a:extLst>
          </p:cNvPr>
          <p:cNvSpPr>
            <a:spLocks xmlns:a="http://schemas.openxmlformats.org/drawingml/2006/main" noGrp="1"/>
          </p:cNvSpPr>
          <p:nvPr/>
        </p:nvSpPr>
        <p:spPr>
          <a:xfrm xmlns:a="http://schemas.openxmlformats.org/drawingml/2006/main">
            <a:off x="11268075"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FC301B32-1071-4053-8A9C-D8FE0AC63ADA}"/>
              </a:ext>
            </a:extLst>
          </p:cNvPr>
          <p:cNvSpPr>
            <a:spLocks xmlns:a="http://schemas.openxmlformats.org/drawingml/2006/main" noGrp="1"/>
          </p:cNvSpPr>
          <p:nvPr/>
        </p:nvSpPr>
        <p:spPr>
          <a:xfrm xmlns:a="http://schemas.openxmlformats.org/drawingml/2006/main">
            <a:off x="11268075"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7AB3B97D-0229-4E87-9393-A0E626FAE531}"/>
              </a:ext>
            </a:extLst>
          </p:cNvPr>
          <p:cNvSpPr>
            <a:spLocks xmlns:a="http://schemas.openxmlformats.org/drawingml/2006/main" noGrp="1"/>
          </p:cNvSpPr>
          <p:nvPr/>
        </p:nvSpPr>
        <p:spPr>
          <a:xfrm xmlns:a="http://schemas.openxmlformats.org/drawingml/2006/main">
            <a:off x="9658350" y="1409700"/>
            <a:ext cx="1905000" cy="24003"/>
          </a:xfrm>
          <a:prstGeom xmlns:a="http://schemas.openxmlformats.org/drawingml/2006/main" prst="rect">
            <a:avLst/>
          </a:prstGeom>
          <a:gradFill xmlns:a="http://schemas.openxmlformats.org/drawingml/2006/main">
            <a:gsLst>
              <a:gs pos="0">
                <a:srgbClr val="31C7F0">
                  <a:alpha val="0"/>
                </a:srgbClr>
              </a:gs>
              <a:gs pos="45000">
                <a:srgbClr val="31C7F0"/>
              </a:gs>
              <a:gs pos="100000">
                <a:srgbClr val="31C7F0">
                  <a:alpha val="0"/>
                </a:srgbClr>
              </a:gs>
            </a:gsLst>
            <a:lin ang="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D268BFBA-D17B-4AB5-B8FC-95671AF78EBD}"/>
              </a:ext>
            </a:extLst>
          </p:cNvPr>
          <p:cNvSpPr>
            <a:spLocks xmlns:a="http://schemas.openxmlformats.org/drawingml/2006/main" noGrp="1"/>
          </p:cNvSpPr>
          <p:nvPr/>
        </p:nvSpPr>
        <p:spPr>
          <a:xfrm xmlns:a="http://schemas.openxmlformats.org/drawingml/2006/main">
            <a:off x="11582400" y="1333500"/>
            <a:ext cx="190500" cy="190500"/>
          </a:xfrm>
          <a:prstGeom xmlns:a="http://schemas.openxmlformats.org/drawingml/2006/main" prst="chevron">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4CA50BE4-8C14-4AB7-BAF9-188B88D2F696}"/>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F0F4781F-C5FB-473F-82B6-817C6843F2AE}"/>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FE45AB66-F33D-43BE-94F5-85E59DDC05FD}"/>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3E388F12-DC65-4138-A986-0E08E491C40C}"/>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57BA6C7B-6CDD-4EF8-B42C-B349C947978D}"/>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E49F8E42-2787-438F-A933-AB600782FD59}"/>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22A46156-6964-46A8-A951-EBB77FBB8FC5}"/>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7720F6F5-3C65-4A0B-B9B7-240838813188}"/>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FF2EBEE2-B9CB-4D0D-8CE2-A643C5E03405}"/>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5AB2F5C4-82DE-457F-8D27-06E90531F87B}"/>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307575C2-ECB1-4EF8-9215-658AB5467328}"/>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665A29C5-3C1F-45A8-8421-DB0A22BE67D1}"/>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D6EB3176-3539-45E9-BE23-6C6AE3B3B168}"/>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62" name="">
            <a:extLst xmlns:a="http://schemas.openxmlformats.org/drawingml/2006/main">
              <a:ext uri="{FF2B5EF4-FFF2-40B4-BE49-F238E27FC236}">
                <a16:creationId xmlns:a16="http://schemas.microsoft.com/office/drawing/2014/main" id="{17EEA841-FE70-4AAD-A94C-876EBC2297C3}"/>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63" name="">
            <a:extLst xmlns:a="http://schemas.openxmlformats.org/drawingml/2006/main">
              <a:ext uri="{FF2B5EF4-FFF2-40B4-BE49-F238E27FC236}">
                <a16:creationId xmlns:a16="http://schemas.microsoft.com/office/drawing/2014/main" id="{3921EE3C-7BB2-4E69-9DE8-A7D180FD3F59}"/>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8BB718E6-82E1-40C0-BA2E-FA91458AF076}"/>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2CC9F415-DB78-4A17-8ACF-D9BA80760196}"/>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E2B700AB-DEDE-4ECC-A303-78CA5D5DAE68}"/>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3B72B06B-4038-455F-BBF5-8DC73241D05E}"/>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99B0C695-FF7F-4D0D-9156-B4A24DAFB9EC}"/>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1DB3D771-BA6A-4045-A3A9-AF47501260B3}"/>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2F39F5ED-B19D-4C9E-89F4-92B8C06504DE}"/>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319CE15E-5CEB-4519-AEA4-0211F52174BD}"/>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1BD45BE0-5BCC-4FBD-929D-3FBDE1CA32DA}"/>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DCEA4B8C-8F14-4F7E-A2FC-9883204BF742}"/>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B566747C-B7B8-43CC-BB03-94E43283A645}"/>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B4E3FA55-07BD-45A7-A24E-BBB994DC8E9B}"/>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383DCEE3-B8D8-4571-A33A-CF74BE5F8375}"/>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EFE1B301-9588-4B17-8378-EF2E678C9DA9}"/>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DDF7039F-10A0-4086-A287-585D20AB9A24}"/>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F1682EE9-F723-405B-9DE2-C24FED70F6B7}"/>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81AE7160-470A-43EC-8A14-DEC2D761906F}"/>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1C7F0"/>
              </a:gs>
              <a:gs pos="100000">
                <a:srgbClr val="31C7F0">
                  <a:alpha val="0"/>
                </a:srgbClr>
              </a:gs>
            </a:gsLst>
            <a:lin ang="5400000"/>
          </a:gra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384BFD4F-F881-47AD-BA35-2CA689E7AF35}"/>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1C7F0">
                  <a:alpha val="45000"/>
                </a:srgbClr>
              </a:gs>
              <a:gs pos="100000">
                <a:srgbClr val="31C7F0">
                  <a:alpha val="0"/>
                </a:srgbClr>
              </a:gs>
            </a:gsLst>
            <a:lin ang="0"/>
          </a:gra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4A6576B2-DF86-4A84-9F46-9E19DD3D8684}"/>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83" name="">
            <a:extLst xmlns:a="http://schemas.openxmlformats.org/drawingml/2006/main">
              <a:ext uri="{FF2B5EF4-FFF2-40B4-BE49-F238E27FC236}">
                <a16:creationId xmlns:a16="http://schemas.microsoft.com/office/drawing/2014/main" id="{0C03546F-3C77-43EC-A52F-73CD8475C6CB}"/>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1C7F0"/>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73AC4DCD-3F91-433D-9A09-BA0518C9B070}"/>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7FEA3A00-7446-4FFE-AE3D-08D7A3C1D847}"/>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1C7F0">
                  <a:alpha val="26000"/>
                </a:srgbClr>
              </a:gs>
              <a:gs pos="45000">
                <a:srgbClr val="31C7F0">
                  <a:alpha val="10000"/>
                </a:srgbClr>
              </a:gs>
              <a:gs pos="100000">
                <a:srgbClr val="31C7F0">
                  <a:alpha val="0"/>
                </a:srgbClr>
              </a:gs>
            </a:gsLst>
            <a:path path="shape"/>
          </a:gra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0D8BA9C6-37C4-4462-BC2B-EBB5E6C8D875}"/>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1C7F0"/>
              </a:gs>
              <a:gs pos="100000">
                <a:srgbClr val="196478"/>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01</a:t>
            </a:r>
          </a:p>
        </p:txBody>
      </p:sp>
      <p:sp>
        <p:nvSpPr>
          <p:cNvPr id="87" name="">
            <a:extLst xmlns:a="http://schemas.openxmlformats.org/drawingml/2006/main">
              <a:ext uri="{FF2B5EF4-FFF2-40B4-BE49-F238E27FC236}">
                <a16:creationId xmlns:a16="http://schemas.microsoft.com/office/drawing/2014/main" id="{E0D7F1BF-8157-4BA7-B345-404FD19544FB}"/>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项目背景</a:t>
            </a:r>
          </a:p>
        </p:txBody>
      </p:sp>
      <p:sp>
        <p:nvSpPr>
          <p:cNvPr id="88" name="">
            <a:extLst xmlns:a="http://schemas.openxmlformats.org/drawingml/2006/main">
              <a:ext uri="{FF2B5EF4-FFF2-40B4-BE49-F238E27FC236}">
                <a16:creationId xmlns:a16="http://schemas.microsoft.com/office/drawing/2014/main" id="{73676F57-CC67-4BF1-8429-2528FDD29804}"/>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31C7F0"/>
              </a:gs>
              <a:gs pos="100000">
                <a:srgbClr val="31C7F0">
                  <a:alpha val="20000"/>
                </a:srgbClr>
              </a:gs>
            </a:gsLst>
            <a:lin ang="540000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496D303B-97F1-4AE9-BCBE-9029D1EC63DA}"/>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三条高精度痛点</a:t>
            </a:r>
          </a:p>
        </p:txBody>
      </p:sp>
      <p:sp>
        <p:nvSpPr>
          <p:cNvPr id="90" name="">
            <a:extLst xmlns:a="http://schemas.openxmlformats.org/drawingml/2006/main">
              <a:ext uri="{FF2B5EF4-FFF2-40B4-BE49-F238E27FC236}">
                <a16:creationId xmlns:a16="http://schemas.microsoft.com/office/drawing/2014/main" id="{5EFEDCD1-4E09-445E-B1BE-1EC5F01033BA}"/>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31C7F0"/>
              </a:gs>
              <a:gs pos="100000">
                <a:srgbClr val="31C7F0">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68467871-7B0E-468F-836D-4696EEE2F04A}"/>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9F751EB4-5662-49C0-921F-87F13E4D446A}"/>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CAE4DCAA-EA7E-4561-980D-F600A9E6A284}"/>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D2853CC8-F619-48E1-BC25-271AB4EBE02F}"/>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95" name="">
            <a:extLst xmlns:a="http://schemas.openxmlformats.org/drawingml/2006/main">
              <a:ext uri="{FF2B5EF4-FFF2-40B4-BE49-F238E27FC236}">
                <a16:creationId xmlns:a16="http://schemas.microsoft.com/office/drawing/2014/main" id="{935EB44E-D2CA-4E60-A7EE-D315534E9F83}"/>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96" name="">
            <a:extLst xmlns:a="http://schemas.openxmlformats.org/drawingml/2006/main">
              <a:ext uri="{FF2B5EF4-FFF2-40B4-BE49-F238E27FC236}">
                <a16:creationId xmlns:a16="http://schemas.microsoft.com/office/drawing/2014/main" id="{E4218AED-6253-4844-94FF-C0CD96689C00}"/>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B4EAAD2A-3669-4C4C-B6FB-D08F90D042E0}"/>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98" name="">
            <a:extLst xmlns:a="http://schemas.openxmlformats.org/drawingml/2006/main">
              <a:ext uri="{FF2B5EF4-FFF2-40B4-BE49-F238E27FC236}">
                <a16:creationId xmlns:a16="http://schemas.microsoft.com/office/drawing/2014/main" id="{120200D3-4C72-4D9A-9175-125BFDB02AE5}"/>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174F3671-41FD-460D-B35F-64074739F921}"/>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0" name="">
            <a:extLst xmlns:a="http://schemas.openxmlformats.org/drawingml/2006/main">
              <a:ext uri="{FF2B5EF4-FFF2-40B4-BE49-F238E27FC236}">
                <a16:creationId xmlns:a16="http://schemas.microsoft.com/office/drawing/2014/main" id="{7598A807-1E6C-411D-803E-BC21432A4DEA}"/>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34D95E8D-71AF-49AB-B8F3-DCAED11B67C5}"/>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92C5C2BB-2E20-4BDF-9A57-4867EBF09B5E}"/>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23FF4E87-AB5D-437B-88DF-EDBD0C8E64C3}"/>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F695C8E2-30BB-4737-8050-BE686DE714A3}"/>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痛点不是「没有系统」，而是三条价值缺口：能力看不清、结论不可信、过程不可审。</a:t>
            </a:r>
          </a:p>
        </p:txBody>
      </p:sp>
      <p:sp>
        <p:nvSpPr>
          <p:cNvPr id="105" name="">
            <a:extLst xmlns:a="http://schemas.openxmlformats.org/drawingml/2006/main">
              <a:ext uri="{FF2B5EF4-FFF2-40B4-BE49-F238E27FC236}">
                <a16:creationId xmlns:a16="http://schemas.microsoft.com/office/drawing/2014/main" id="{6D020668-57EF-4AEC-A9C7-4425452394C4}"/>
              </a:ext>
            </a:extLst>
          </p:cNvPr>
          <p:cNvSpPr>
            <a:spLocks xmlns:a="http://schemas.openxmlformats.org/drawingml/2006/main" noGrp="1"/>
          </p:cNvSpPr>
          <p:nvPr/>
        </p:nvSpPr>
        <p:spPr>
          <a:xfrm xmlns:a="http://schemas.openxmlformats.org/drawingml/2006/main">
            <a:off x="285750" y="1333500"/>
            <a:ext cx="3771900" cy="4876800"/>
          </a:xfrm>
          <a:prstGeom xmlns:a="http://schemas.openxmlformats.org/drawingml/2006/main" prst="roundRect">
            <a:avLst>
              <a:gd name="adj" fmla="val 227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6" name="">
            <a:extLst xmlns:a="http://schemas.openxmlformats.org/drawingml/2006/main">
              <a:ext uri="{FF2B5EF4-FFF2-40B4-BE49-F238E27FC236}">
                <a16:creationId xmlns:a16="http://schemas.microsoft.com/office/drawing/2014/main" id="{0B085C03-F98D-4F93-A854-666FF65C1656}"/>
              </a:ext>
            </a:extLst>
          </p:cNvPr>
          <p:cNvSpPr>
            <a:spLocks xmlns:a="http://schemas.openxmlformats.org/drawingml/2006/main" noGrp="1"/>
          </p:cNvSpPr>
          <p:nvPr/>
        </p:nvSpPr>
        <p:spPr>
          <a:xfrm xmlns:a="http://schemas.openxmlformats.org/drawingml/2006/main">
            <a:off x="285750" y="1333500"/>
            <a:ext cx="3771900" cy="571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07" name="">
            <a:extLst xmlns:a="http://schemas.openxmlformats.org/drawingml/2006/main">
              <a:ext uri="{FF2B5EF4-FFF2-40B4-BE49-F238E27FC236}">
                <a16:creationId xmlns:a16="http://schemas.microsoft.com/office/drawing/2014/main" id="{938B6AC1-BE2D-4B2F-9F18-73890BEA8452}"/>
              </a:ext>
            </a:extLst>
          </p:cNvPr>
          <p:cNvSpPr>
            <a:spLocks xmlns:a="http://schemas.openxmlformats.org/drawingml/2006/main" noGrp="1"/>
          </p:cNvSpPr>
          <p:nvPr/>
        </p:nvSpPr>
        <p:spPr>
          <a:xfrm xmlns:a="http://schemas.openxmlformats.org/drawingml/2006/main">
            <a:off x="49530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31C7F0"/>
                </a:solidFill>
                <a:latin typeface="微软雅黑"/>
                <a:ea typeface="微软雅黑"/>
                <a:cs typeface="微软雅黑"/>
              </a:defRPr>
            </a:pPr>
            <a:r>
              <a:rPr sz="1425" b="1">
                <a:solidFill>
                  <a:srgbClr val="31C7F0"/>
                </a:solidFill>
                <a:latin typeface="微软雅黑"/>
                <a:ea typeface="微软雅黑"/>
                <a:cs typeface="微软雅黑"/>
              </a:rPr>
              <a:t>痛点一 </a:t>
            </a:r>
            <a:r>
              <a:rPr sz="1425" b="1">
                <a:solidFill>
                  <a:srgbClr val="31C7F0"/>
                </a:solidFill>
                <a:latin typeface="微软雅黑"/>
                <a:ea typeface="微软雅黑"/>
                <a:cs typeface="微软雅黑"/>
              </a:rPr>
              <a:t>· </a:t>
            </a:r>
            <a:r>
              <a:rPr sz="1425" b="1">
                <a:solidFill>
                  <a:srgbClr val="31C7F0"/>
                </a:solidFill>
                <a:latin typeface="微软雅黑"/>
                <a:ea typeface="微软雅黑"/>
                <a:cs typeface="微软雅黑"/>
              </a:rPr>
              <a:t>能力看不清</a:t>
            </a:r>
          </a:p>
        </p:txBody>
      </p:sp>
      <p:sp>
        <p:nvSpPr>
          <p:cNvPr id="108" name="">
            <a:extLst xmlns:a="http://schemas.openxmlformats.org/drawingml/2006/main">
              <a:ext uri="{FF2B5EF4-FFF2-40B4-BE49-F238E27FC236}">
                <a16:creationId xmlns:a16="http://schemas.microsoft.com/office/drawing/2014/main" id="{2157E7D2-29E3-4B0B-8483-BA3930B9CC4B}"/>
              </a:ext>
            </a:extLst>
          </p:cNvPr>
          <p:cNvSpPr>
            <a:spLocks xmlns:a="http://schemas.openxmlformats.org/drawingml/2006/main" noGrp="1"/>
          </p:cNvSpPr>
          <p:nvPr/>
        </p:nvSpPr>
        <p:spPr>
          <a:xfrm xmlns:a="http://schemas.openxmlformats.org/drawingml/2006/main">
            <a:off x="495300" y="1866900"/>
            <a:ext cx="33909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能力数据孤岛，培训投入难量化</a:t>
            </a:r>
          </a:p>
        </p:txBody>
      </p:sp>
      <p:sp>
        <p:nvSpPr>
          <p:cNvPr id="109" name="">
            <a:extLst xmlns:a="http://schemas.openxmlformats.org/drawingml/2006/main">
              <a:ext uri="{FF2B5EF4-FFF2-40B4-BE49-F238E27FC236}">
                <a16:creationId xmlns:a16="http://schemas.microsoft.com/office/drawing/2014/main" id="{160EEADE-8D7C-42DE-B041-EE5425A565C6}"/>
              </a:ext>
            </a:extLst>
          </p:cNvPr>
          <p:cNvSpPr>
            <a:spLocks xmlns:a="http://schemas.openxmlformats.org/drawingml/2006/main" noGrp="1"/>
          </p:cNvSpPr>
          <p:nvPr/>
        </p:nvSpPr>
        <p:spPr>
          <a:xfrm xmlns:a="http://schemas.openxmlformats.org/drawingml/2006/main">
            <a:off x="495300" y="241935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10" name="">
            <a:extLst xmlns:a="http://schemas.openxmlformats.org/drawingml/2006/main">
              <a:ext uri="{FF2B5EF4-FFF2-40B4-BE49-F238E27FC236}">
                <a16:creationId xmlns:a16="http://schemas.microsoft.com/office/drawing/2014/main" id="{D50D6157-233D-4D93-BCE7-DAFA5AE3536F}"/>
              </a:ext>
            </a:extLst>
          </p:cNvPr>
          <p:cNvSpPr>
            <a:spLocks xmlns:a="http://schemas.openxmlformats.org/drawingml/2006/main" noGrp="1"/>
          </p:cNvSpPr>
          <p:nvPr/>
        </p:nvSpPr>
        <p:spPr>
          <a:xfrm xmlns:a="http://schemas.openxmlformats.org/drawingml/2006/main">
            <a:off x="628650" y="25146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业务损失</a:t>
            </a:r>
          </a:p>
        </p:txBody>
      </p:sp>
      <p:sp>
        <p:nvSpPr>
          <p:cNvPr id="111" name="">
            <a:extLst xmlns:a="http://schemas.openxmlformats.org/drawingml/2006/main">
              <a:ext uri="{FF2B5EF4-FFF2-40B4-BE49-F238E27FC236}">
                <a16:creationId xmlns:a16="http://schemas.microsoft.com/office/drawing/2014/main" id="{75133405-648B-4235-8370-C08BD3992396}"/>
              </a:ext>
            </a:extLst>
          </p:cNvPr>
          <p:cNvSpPr>
            <a:spLocks xmlns:a="http://schemas.openxmlformats.org/drawingml/2006/main" noGrp="1"/>
          </p:cNvSpPr>
          <p:nvPr/>
        </p:nvSpPr>
        <p:spPr>
          <a:xfrm xmlns:a="http://schemas.openxmlformats.org/drawingml/2006/main">
            <a:off x="628650" y="27432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培训年年做，却说不清「谁补上了什么能力」，投入与产出无法对应</a:t>
            </a:r>
          </a:p>
        </p:txBody>
      </p:sp>
      <p:sp>
        <p:nvSpPr>
          <p:cNvPr id="112" name="">
            <a:extLst xmlns:a="http://schemas.openxmlformats.org/drawingml/2006/main">
              <a:ext uri="{FF2B5EF4-FFF2-40B4-BE49-F238E27FC236}">
                <a16:creationId xmlns:a16="http://schemas.microsoft.com/office/drawing/2014/main" id="{BCF97795-2ADA-4DA9-A33F-F8254E5CAA26}"/>
              </a:ext>
            </a:extLst>
          </p:cNvPr>
          <p:cNvSpPr>
            <a:spLocks xmlns:a="http://schemas.openxmlformats.org/drawingml/2006/main" noGrp="1"/>
          </p:cNvSpPr>
          <p:nvPr/>
        </p:nvSpPr>
        <p:spPr>
          <a:xfrm xmlns:a="http://schemas.openxmlformats.org/drawingml/2006/main">
            <a:off x="495300" y="365760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13" name="">
            <a:extLst xmlns:a="http://schemas.openxmlformats.org/drawingml/2006/main">
              <a:ext uri="{FF2B5EF4-FFF2-40B4-BE49-F238E27FC236}">
                <a16:creationId xmlns:a16="http://schemas.microsoft.com/office/drawing/2014/main" id="{E260A484-DF16-4CC7-9943-9C2C4F4DF726}"/>
              </a:ext>
            </a:extLst>
          </p:cNvPr>
          <p:cNvSpPr>
            <a:spLocks xmlns:a="http://schemas.openxmlformats.org/drawingml/2006/main" noGrp="1"/>
          </p:cNvSpPr>
          <p:nvPr/>
        </p:nvSpPr>
        <p:spPr>
          <a:xfrm xmlns:a="http://schemas.openxmlformats.org/drawingml/2006/main">
            <a:off x="628650" y="375285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管理风险</a:t>
            </a:r>
          </a:p>
        </p:txBody>
      </p:sp>
      <p:sp>
        <p:nvSpPr>
          <p:cNvPr id="114" name="">
            <a:extLst xmlns:a="http://schemas.openxmlformats.org/drawingml/2006/main">
              <a:ext uri="{FF2B5EF4-FFF2-40B4-BE49-F238E27FC236}">
                <a16:creationId xmlns:a16="http://schemas.microsoft.com/office/drawing/2014/main" id="{5B3323A5-05FF-4AB6-BE4A-0536A9380965}"/>
              </a:ext>
            </a:extLst>
          </p:cNvPr>
          <p:cNvSpPr>
            <a:spLocks xmlns:a="http://schemas.openxmlformats.org/drawingml/2006/main" noGrp="1"/>
          </p:cNvSpPr>
          <p:nvPr/>
        </p:nvSpPr>
        <p:spPr>
          <a:xfrm xmlns:a="http://schemas.openxmlformats.org/drawingml/2006/main">
            <a:off x="628650" y="398145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排课靠印象、用人靠点名，关键岗位是否有备份无人能答</a:t>
            </a:r>
          </a:p>
        </p:txBody>
      </p:sp>
      <p:sp>
        <p:nvSpPr>
          <p:cNvPr id="115" name="">
            <a:extLst xmlns:a="http://schemas.openxmlformats.org/drawingml/2006/main">
              <a:ext uri="{FF2B5EF4-FFF2-40B4-BE49-F238E27FC236}">
                <a16:creationId xmlns:a16="http://schemas.microsoft.com/office/drawing/2014/main" id="{E07DB5E0-7E1B-4E08-9106-D2BB360D5CD6}"/>
              </a:ext>
            </a:extLst>
          </p:cNvPr>
          <p:cNvSpPr>
            <a:spLocks xmlns:a="http://schemas.openxmlformats.org/drawingml/2006/main" noGrp="1"/>
          </p:cNvSpPr>
          <p:nvPr/>
        </p:nvSpPr>
        <p:spPr>
          <a:xfrm xmlns:a="http://schemas.openxmlformats.org/drawingml/2006/main">
            <a:off x="495300" y="489585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16" name="">
            <a:extLst xmlns:a="http://schemas.openxmlformats.org/drawingml/2006/main">
              <a:ext uri="{FF2B5EF4-FFF2-40B4-BE49-F238E27FC236}">
                <a16:creationId xmlns:a16="http://schemas.microsoft.com/office/drawing/2014/main" id="{81633960-79CF-4BAC-9DF9-7B9A69D62F31}"/>
              </a:ext>
            </a:extLst>
          </p:cNvPr>
          <p:cNvSpPr>
            <a:spLocks xmlns:a="http://schemas.openxmlformats.org/drawingml/2006/main" noGrp="1"/>
          </p:cNvSpPr>
          <p:nvPr/>
        </p:nvSpPr>
        <p:spPr>
          <a:xfrm xmlns:a="http://schemas.openxmlformats.org/drawingml/2006/main">
            <a:off x="628650" y="49911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FD08A"/>
                </a:solidFill>
                <a:latin typeface="微软雅黑"/>
                <a:ea typeface="微软雅黑"/>
                <a:cs typeface="微软雅黑"/>
              </a:defRPr>
            </a:pPr>
            <a:r>
              <a:rPr sz="938" b="1">
                <a:solidFill>
                  <a:srgbClr val="3FD08A"/>
                </a:solidFill>
                <a:latin typeface="微软雅黑"/>
                <a:ea typeface="微软雅黑"/>
                <a:cs typeface="微软雅黑"/>
              </a:rPr>
              <a:t>智能化机会</a:t>
            </a:r>
          </a:p>
        </p:txBody>
      </p:sp>
      <p:sp>
        <p:nvSpPr>
          <p:cNvPr id="117" name="">
            <a:extLst xmlns:a="http://schemas.openxmlformats.org/drawingml/2006/main">
              <a:ext uri="{FF2B5EF4-FFF2-40B4-BE49-F238E27FC236}">
                <a16:creationId xmlns:a16="http://schemas.microsoft.com/office/drawing/2014/main" id="{D2AFB57C-A398-4CC5-BBA6-FEFE5C492326}"/>
              </a:ext>
            </a:extLst>
          </p:cNvPr>
          <p:cNvSpPr>
            <a:spLocks xmlns:a="http://schemas.openxmlformats.org/drawingml/2006/main" noGrp="1"/>
          </p:cNvSpPr>
          <p:nvPr/>
        </p:nvSpPr>
        <p:spPr>
          <a:xfrm xmlns:a="http://schemas.openxmlformats.org/drawingml/2006/main">
            <a:off x="628650" y="52197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把考试、实操、证书、工单统一成结构化能力数据，让培训可量化</a:t>
            </a:r>
          </a:p>
        </p:txBody>
      </p:sp>
      <p:sp>
        <p:nvSpPr>
          <p:cNvPr id="118" name="">
            <a:extLst xmlns:a="http://schemas.openxmlformats.org/drawingml/2006/main">
              <a:ext uri="{FF2B5EF4-FFF2-40B4-BE49-F238E27FC236}">
                <a16:creationId xmlns:a16="http://schemas.microsoft.com/office/drawing/2014/main" id="{1ED13DCF-7DC9-4915-943A-F2F6DFDEDA1E}"/>
              </a:ext>
            </a:extLst>
          </p:cNvPr>
          <p:cNvSpPr>
            <a:spLocks xmlns:a="http://schemas.openxmlformats.org/drawingml/2006/main" noGrp="1"/>
          </p:cNvSpPr>
          <p:nvPr/>
        </p:nvSpPr>
        <p:spPr>
          <a:xfrm xmlns:a="http://schemas.openxmlformats.org/drawingml/2006/main">
            <a:off x="4229100" y="1333500"/>
            <a:ext cx="3771900" cy="4876800"/>
          </a:xfrm>
          <a:prstGeom xmlns:a="http://schemas.openxmlformats.org/drawingml/2006/main" prst="roundRect">
            <a:avLst>
              <a:gd name="adj" fmla="val 227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9" name="">
            <a:extLst xmlns:a="http://schemas.openxmlformats.org/drawingml/2006/main">
              <a:ext uri="{FF2B5EF4-FFF2-40B4-BE49-F238E27FC236}">
                <a16:creationId xmlns:a16="http://schemas.microsoft.com/office/drawing/2014/main" id="{414027FD-76FD-480A-B019-2B12C2D935EE}"/>
              </a:ext>
            </a:extLst>
          </p:cNvPr>
          <p:cNvSpPr>
            <a:spLocks xmlns:a="http://schemas.openxmlformats.org/drawingml/2006/main" noGrp="1"/>
          </p:cNvSpPr>
          <p:nvPr/>
        </p:nvSpPr>
        <p:spPr>
          <a:xfrm xmlns:a="http://schemas.openxmlformats.org/drawingml/2006/main">
            <a:off x="4229100" y="1333500"/>
            <a:ext cx="3771900" cy="571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AEDEA9EF-A5C4-47EF-9B30-463A9ACBCE2E}"/>
              </a:ext>
            </a:extLst>
          </p:cNvPr>
          <p:cNvSpPr>
            <a:spLocks xmlns:a="http://schemas.openxmlformats.org/drawingml/2006/main" noGrp="1"/>
          </p:cNvSpPr>
          <p:nvPr/>
        </p:nvSpPr>
        <p:spPr>
          <a:xfrm xmlns:a="http://schemas.openxmlformats.org/drawingml/2006/main">
            <a:off x="443865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微软雅黑"/>
                <a:ea typeface="微软雅黑"/>
                <a:cs typeface="微软雅黑"/>
              </a:defRPr>
            </a:pPr>
            <a:r>
              <a:rPr sz="1425" b="1">
                <a:solidFill>
                  <a:srgbClr val="F5C33B"/>
                </a:solidFill>
                <a:latin typeface="微软雅黑"/>
                <a:ea typeface="微软雅黑"/>
                <a:cs typeface="微软雅黑"/>
              </a:rPr>
              <a:t>痛点二 </a:t>
            </a:r>
            <a:r>
              <a:rPr sz="1425" b="1">
                <a:solidFill>
                  <a:srgbClr val="F5C33B"/>
                </a:solidFill>
                <a:latin typeface="微软雅黑"/>
                <a:ea typeface="微软雅黑"/>
                <a:cs typeface="微软雅黑"/>
              </a:rPr>
              <a:t>· </a:t>
            </a:r>
            <a:r>
              <a:rPr sz="1425" b="1">
                <a:solidFill>
                  <a:srgbClr val="F5C33B"/>
                </a:solidFill>
                <a:latin typeface="微软雅黑"/>
                <a:ea typeface="微软雅黑"/>
                <a:cs typeface="微软雅黑"/>
              </a:rPr>
              <a:t>结论不可信</a:t>
            </a:r>
          </a:p>
        </p:txBody>
      </p:sp>
      <p:sp>
        <p:nvSpPr>
          <p:cNvPr id="121" name="">
            <a:extLst xmlns:a="http://schemas.openxmlformats.org/drawingml/2006/main">
              <a:ext uri="{FF2B5EF4-FFF2-40B4-BE49-F238E27FC236}">
                <a16:creationId xmlns:a16="http://schemas.microsoft.com/office/drawing/2014/main" id="{AB671CD9-5A94-4A9E-8CE5-704FB5479E59}"/>
              </a:ext>
            </a:extLst>
          </p:cNvPr>
          <p:cNvSpPr>
            <a:spLocks xmlns:a="http://schemas.openxmlformats.org/drawingml/2006/main" noGrp="1"/>
          </p:cNvSpPr>
          <p:nvPr/>
        </p:nvSpPr>
        <p:spPr>
          <a:xfrm xmlns:a="http://schemas.openxmlformats.org/drawingml/2006/main">
            <a:off x="4438650" y="1866900"/>
            <a:ext cx="33909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通用大模型结论不可复算、断网即失效</a:t>
            </a:r>
          </a:p>
        </p:txBody>
      </p:sp>
      <p:sp>
        <p:nvSpPr>
          <p:cNvPr id="122" name="">
            <a:extLst xmlns:a="http://schemas.openxmlformats.org/drawingml/2006/main">
              <a:ext uri="{FF2B5EF4-FFF2-40B4-BE49-F238E27FC236}">
                <a16:creationId xmlns:a16="http://schemas.microsoft.com/office/drawing/2014/main" id="{C054B15F-E04C-4386-8B09-6C57656512A0}"/>
              </a:ext>
            </a:extLst>
          </p:cNvPr>
          <p:cNvSpPr>
            <a:spLocks xmlns:a="http://schemas.openxmlformats.org/drawingml/2006/main" noGrp="1"/>
          </p:cNvSpPr>
          <p:nvPr/>
        </p:nvSpPr>
        <p:spPr>
          <a:xfrm xmlns:a="http://schemas.openxmlformats.org/drawingml/2006/main">
            <a:off x="4438650" y="241935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23" name="">
            <a:extLst xmlns:a="http://schemas.openxmlformats.org/drawingml/2006/main">
              <a:ext uri="{FF2B5EF4-FFF2-40B4-BE49-F238E27FC236}">
                <a16:creationId xmlns:a16="http://schemas.microsoft.com/office/drawing/2014/main" id="{DA186CF1-4E23-483C-BD30-093FB714B340}"/>
              </a:ext>
            </a:extLst>
          </p:cNvPr>
          <p:cNvSpPr>
            <a:spLocks xmlns:a="http://schemas.openxmlformats.org/drawingml/2006/main" noGrp="1"/>
          </p:cNvSpPr>
          <p:nvPr/>
        </p:nvSpPr>
        <p:spPr>
          <a:xfrm xmlns:a="http://schemas.openxmlformats.org/drawingml/2006/main">
            <a:off x="4572000" y="25146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业务损失</a:t>
            </a:r>
          </a:p>
        </p:txBody>
      </p:sp>
      <p:sp>
        <p:nvSpPr>
          <p:cNvPr id="124" name="">
            <a:extLst xmlns:a="http://schemas.openxmlformats.org/drawingml/2006/main">
              <a:ext uri="{FF2B5EF4-FFF2-40B4-BE49-F238E27FC236}">
                <a16:creationId xmlns:a16="http://schemas.microsoft.com/office/drawing/2014/main" id="{911086C4-493A-4FC4-AFB6-7DC4445BFB8A}"/>
              </a:ext>
            </a:extLst>
          </p:cNvPr>
          <p:cNvSpPr>
            <a:spLocks xmlns:a="http://schemas.openxmlformats.org/drawingml/2006/main" noGrp="1"/>
          </p:cNvSpPr>
          <p:nvPr/>
        </p:nvSpPr>
        <p:spPr>
          <a:xfrm xmlns:a="http://schemas.openxmlformats.org/drawingml/2006/main">
            <a:off x="4572000" y="27432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结论无法复算，答辩或审计时讲不清「为什么是这个人」</a:t>
            </a:r>
          </a:p>
        </p:txBody>
      </p:sp>
      <p:sp>
        <p:nvSpPr>
          <p:cNvPr id="125" name="">
            <a:extLst xmlns:a="http://schemas.openxmlformats.org/drawingml/2006/main">
              <a:ext uri="{FF2B5EF4-FFF2-40B4-BE49-F238E27FC236}">
                <a16:creationId xmlns:a16="http://schemas.microsoft.com/office/drawing/2014/main" id="{398D1EE2-ABED-4A45-B333-137A14F07408}"/>
              </a:ext>
            </a:extLst>
          </p:cNvPr>
          <p:cNvSpPr>
            <a:spLocks xmlns:a="http://schemas.openxmlformats.org/drawingml/2006/main" noGrp="1"/>
          </p:cNvSpPr>
          <p:nvPr/>
        </p:nvSpPr>
        <p:spPr>
          <a:xfrm xmlns:a="http://schemas.openxmlformats.org/drawingml/2006/main">
            <a:off x="4438650" y="365760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26" name="">
            <a:extLst xmlns:a="http://schemas.openxmlformats.org/drawingml/2006/main">
              <a:ext uri="{FF2B5EF4-FFF2-40B4-BE49-F238E27FC236}">
                <a16:creationId xmlns:a16="http://schemas.microsoft.com/office/drawing/2014/main" id="{D57E388A-38DB-4F60-ADA5-9A4F38CC03F9}"/>
              </a:ext>
            </a:extLst>
          </p:cNvPr>
          <p:cNvSpPr>
            <a:spLocks xmlns:a="http://schemas.openxmlformats.org/drawingml/2006/main" noGrp="1"/>
          </p:cNvSpPr>
          <p:nvPr/>
        </p:nvSpPr>
        <p:spPr>
          <a:xfrm xmlns:a="http://schemas.openxmlformats.org/drawingml/2006/main">
            <a:off x="4572000" y="375285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管理风险</a:t>
            </a:r>
          </a:p>
        </p:txBody>
      </p:sp>
      <p:sp>
        <p:nvSpPr>
          <p:cNvPr id="127" name="">
            <a:extLst xmlns:a="http://schemas.openxmlformats.org/drawingml/2006/main">
              <a:ext uri="{FF2B5EF4-FFF2-40B4-BE49-F238E27FC236}">
                <a16:creationId xmlns:a16="http://schemas.microsoft.com/office/drawing/2014/main" id="{F4C2BD24-83C1-4FA2-9649-8F684E660299}"/>
              </a:ext>
            </a:extLst>
          </p:cNvPr>
          <p:cNvSpPr>
            <a:spLocks xmlns:a="http://schemas.openxmlformats.org/drawingml/2006/main" noGrp="1"/>
          </p:cNvSpPr>
          <p:nvPr/>
        </p:nvSpPr>
        <p:spPr>
          <a:xfrm xmlns:a="http://schemas.openxmlformats.org/drawingml/2006/main">
            <a:off x="4572000" y="398145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依赖外网模型，断网即瘫痪；输出不稳定，无法上岗使用</a:t>
            </a:r>
          </a:p>
        </p:txBody>
      </p:sp>
      <p:sp>
        <p:nvSpPr>
          <p:cNvPr id="128" name="">
            <a:extLst xmlns:a="http://schemas.openxmlformats.org/drawingml/2006/main">
              <a:ext uri="{FF2B5EF4-FFF2-40B4-BE49-F238E27FC236}">
                <a16:creationId xmlns:a16="http://schemas.microsoft.com/office/drawing/2014/main" id="{356D8D5B-8878-49E9-A33C-201B38EAFF89}"/>
              </a:ext>
            </a:extLst>
          </p:cNvPr>
          <p:cNvSpPr>
            <a:spLocks xmlns:a="http://schemas.openxmlformats.org/drawingml/2006/main" noGrp="1"/>
          </p:cNvSpPr>
          <p:nvPr/>
        </p:nvSpPr>
        <p:spPr>
          <a:xfrm xmlns:a="http://schemas.openxmlformats.org/drawingml/2006/main">
            <a:off x="4438650" y="489585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29" name="">
            <a:extLst xmlns:a="http://schemas.openxmlformats.org/drawingml/2006/main">
              <a:ext uri="{FF2B5EF4-FFF2-40B4-BE49-F238E27FC236}">
                <a16:creationId xmlns:a16="http://schemas.microsoft.com/office/drawing/2014/main" id="{F8CB66A9-C856-4E6D-92EF-6439901F1DED}"/>
              </a:ext>
            </a:extLst>
          </p:cNvPr>
          <p:cNvSpPr>
            <a:spLocks xmlns:a="http://schemas.openxmlformats.org/drawingml/2006/main" noGrp="1"/>
          </p:cNvSpPr>
          <p:nvPr/>
        </p:nvSpPr>
        <p:spPr>
          <a:xfrm xmlns:a="http://schemas.openxmlformats.org/drawingml/2006/main">
            <a:off x="4572000" y="49911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FD08A"/>
                </a:solidFill>
                <a:latin typeface="微软雅黑"/>
                <a:ea typeface="微软雅黑"/>
                <a:cs typeface="微软雅黑"/>
              </a:defRPr>
            </a:pPr>
            <a:r>
              <a:rPr sz="938" b="1">
                <a:solidFill>
                  <a:srgbClr val="3FD08A"/>
                </a:solidFill>
                <a:latin typeface="微软雅黑"/>
                <a:ea typeface="微软雅黑"/>
                <a:cs typeface="微软雅黑"/>
              </a:rPr>
              <a:t>智能化机会</a:t>
            </a:r>
          </a:p>
        </p:txBody>
      </p:sp>
      <p:sp>
        <p:nvSpPr>
          <p:cNvPr id="130" name="">
            <a:extLst xmlns:a="http://schemas.openxmlformats.org/drawingml/2006/main">
              <a:ext uri="{FF2B5EF4-FFF2-40B4-BE49-F238E27FC236}">
                <a16:creationId xmlns:a16="http://schemas.microsoft.com/office/drawing/2014/main" id="{FBB84DE4-5AAE-4731-9542-BDBE8E0CC74F}"/>
              </a:ext>
            </a:extLst>
          </p:cNvPr>
          <p:cNvSpPr>
            <a:spLocks xmlns:a="http://schemas.openxmlformats.org/drawingml/2006/main" noGrp="1"/>
          </p:cNvSpPr>
          <p:nvPr/>
        </p:nvSpPr>
        <p:spPr>
          <a:xfrm xmlns:a="http://schemas.openxmlformats.org/drawingml/2006/main">
            <a:off x="4572000" y="52197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规则进数据库、算子白名单求值，结论带 </a:t>
            </a:r>
            <a:r>
              <a:rPr sz="938" b="0">
                <a:solidFill>
                  <a:srgbClr val="D6E6F7"/>
                </a:solidFill>
                <a:latin typeface="微软雅黑"/>
                <a:ea typeface="微软雅黑"/>
                <a:cs typeface="微软雅黑"/>
              </a:rPr>
              <a:t>rule_code </a:t>
            </a:r>
            <a:r>
              <a:rPr sz="938" b="0">
                <a:solidFill>
                  <a:srgbClr val="D6E6F7"/>
                </a:solidFill>
                <a:latin typeface="微软雅黑"/>
                <a:ea typeface="微软雅黑"/>
                <a:cs typeface="微软雅黑"/>
              </a:rPr>
              <a:t>与依据事实，可复算</a:t>
            </a:r>
          </a:p>
        </p:txBody>
      </p:sp>
      <p:sp>
        <p:nvSpPr>
          <p:cNvPr id="131" name="">
            <a:extLst xmlns:a="http://schemas.openxmlformats.org/drawingml/2006/main">
              <a:ext uri="{FF2B5EF4-FFF2-40B4-BE49-F238E27FC236}">
                <a16:creationId xmlns:a16="http://schemas.microsoft.com/office/drawing/2014/main" id="{DEBBF775-20B4-4607-98A7-C0FB3AD5B630}"/>
              </a:ext>
            </a:extLst>
          </p:cNvPr>
          <p:cNvSpPr>
            <a:spLocks xmlns:a="http://schemas.openxmlformats.org/drawingml/2006/main" noGrp="1"/>
          </p:cNvSpPr>
          <p:nvPr/>
        </p:nvSpPr>
        <p:spPr>
          <a:xfrm xmlns:a="http://schemas.openxmlformats.org/drawingml/2006/main">
            <a:off x="8172450" y="1333500"/>
            <a:ext cx="3771900" cy="4876800"/>
          </a:xfrm>
          <a:prstGeom xmlns:a="http://schemas.openxmlformats.org/drawingml/2006/main" prst="roundRect">
            <a:avLst>
              <a:gd name="adj" fmla="val 227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32" name="">
            <a:extLst xmlns:a="http://schemas.openxmlformats.org/drawingml/2006/main">
              <a:ext uri="{FF2B5EF4-FFF2-40B4-BE49-F238E27FC236}">
                <a16:creationId xmlns:a16="http://schemas.microsoft.com/office/drawing/2014/main" id="{4C51B58D-EB33-456B-9548-3C2D4C2A078B}"/>
              </a:ext>
            </a:extLst>
          </p:cNvPr>
          <p:cNvSpPr>
            <a:spLocks xmlns:a="http://schemas.openxmlformats.org/drawingml/2006/main" noGrp="1"/>
          </p:cNvSpPr>
          <p:nvPr/>
        </p:nvSpPr>
        <p:spPr>
          <a:xfrm xmlns:a="http://schemas.openxmlformats.org/drawingml/2006/main">
            <a:off x="8172450" y="1333500"/>
            <a:ext cx="3771900" cy="57150"/>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133" name="">
            <a:extLst xmlns:a="http://schemas.openxmlformats.org/drawingml/2006/main">
              <a:ext uri="{FF2B5EF4-FFF2-40B4-BE49-F238E27FC236}">
                <a16:creationId xmlns:a16="http://schemas.microsoft.com/office/drawing/2014/main" id="{0A464E48-6B36-47F3-8CAA-4075880EC2DE}"/>
              </a:ext>
            </a:extLst>
          </p:cNvPr>
          <p:cNvSpPr>
            <a:spLocks xmlns:a="http://schemas.openxmlformats.org/drawingml/2006/main" noGrp="1"/>
          </p:cNvSpPr>
          <p:nvPr/>
        </p:nvSpPr>
        <p:spPr>
          <a:xfrm xmlns:a="http://schemas.openxmlformats.org/drawingml/2006/main">
            <a:off x="838200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9B8CFF"/>
                </a:solidFill>
                <a:latin typeface="微软雅黑"/>
                <a:ea typeface="微软雅黑"/>
                <a:cs typeface="微软雅黑"/>
              </a:defRPr>
            </a:pPr>
            <a:r>
              <a:rPr sz="1425" b="1">
                <a:solidFill>
                  <a:srgbClr val="9B8CFF"/>
                </a:solidFill>
                <a:latin typeface="微软雅黑"/>
                <a:ea typeface="微软雅黑"/>
                <a:cs typeface="微软雅黑"/>
              </a:rPr>
              <a:t>痛点三 </a:t>
            </a:r>
            <a:r>
              <a:rPr sz="1425" b="1">
                <a:solidFill>
                  <a:srgbClr val="9B8CFF"/>
                </a:solidFill>
                <a:latin typeface="微软雅黑"/>
                <a:ea typeface="微软雅黑"/>
                <a:cs typeface="微软雅黑"/>
              </a:rPr>
              <a:t>· </a:t>
            </a:r>
            <a:r>
              <a:rPr sz="1425" b="1">
                <a:solidFill>
                  <a:srgbClr val="9B8CFF"/>
                </a:solidFill>
                <a:latin typeface="微软雅黑"/>
                <a:ea typeface="微软雅黑"/>
                <a:cs typeface="微软雅黑"/>
              </a:rPr>
              <a:t>过程不可审</a:t>
            </a:r>
          </a:p>
        </p:txBody>
      </p:sp>
      <p:sp>
        <p:nvSpPr>
          <p:cNvPr id="134" name="">
            <a:extLst xmlns:a="http://schemas.openxmlformats.org/drawingml/2006/main">
              <a:ext uri="{FF2B5EF4-FFF2-40B4-BE49-F238E27FC236}">
                <a16:creationId xmlns:a16="http://schemas.microsoft.com/office/drawing/2014/main" id="{A2989A21-F089-493B-B8E8-299CF0664CD1}"/>
              </a:ext>
            </a:extLst>
          </p:cNvPr>
          <p:cNvSpPr>
            <a:spLocks xmlns:a="http://schemas.openxmlformats.org/drawingml/2006/main" noGrp="1"/>
          </p:cNvSpPr>
          <p:nvPr/>
        </p:nvSpPr>
        <p:spPr>
          <a:xfrm xmlns:a="http://schemas.openxmlformats.org/drawingml/2006/main">
            <a:off x="8382000" y="1866900"/>
            <a:ext cx="33909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建议、确认、执行、回滚没有留痕</a:t>
            </a:r>
          </a:p>
        </p:txBody>
      </p:sp>
      <p:sp>
        <p:nvSpPr>
          <p:cNvPr id="135" name="">
            <a:extLst xmlns:a="http://schemas.openxmlformats.org/drawingml/2006/main">
              <a:ext uri="{FF2B5EF4-FFF2-40B4-BE49-F238E27FC236}">
                <a16:creationId xmlns:a16="http://schemas.microsoft.com/office/drawing/2014/main" id="{484B6A7E-9E73-4C64-8F67-B52804894DE6}"/>
              </a:ext>
            </a:extLst>
          </p:cNvPr>
          <p:cNvSpPr>
            <a:spLocks xmlns:a="http://schemas.openxmlformats.org/drawingml/2006/main" noGrp="1"/>
          </p:cNvSpPr>
          <p:nvPr/>
        </p:nvSpPr>
        <p:spPr>
          <a:xfrm xmlns:a="http://schemas.openxmlformats.org/drawingml/2006/main">
            <a:off x="8382000" y="241935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36" name="">
            <a:extLst xmlns:a="http://schemas.openxmlformats.org/drawingml/2006/main">
              <a:ext uri="{FF2B5EF4-FFF2-40B4-BE49-F238E27FC236}">
                <a16:creationId xmlns:a16="http://schemas.microsoft.com/office/drawing/2014/main" id="{C392336A-6DE1-4F61-A3DB-CA6109E01BD3}"/>
              </a:ext>
            </a:extLst>
          </p:cNvPr>
          <p:cNvSpPr>
            <a:spLocks xmlns:a="http://schemas.openxmlformats.org/drawingml/2006/main" noGrp="1"/>
          </p:cNvSpPr>
          <p:nvPr/>
        </p:nvSpPr>
        <p:spPr>
          <a:xfrm xmlns:a="http://schemas.openxmlformats.org/drawingml/2006/main">
            <a:off x="8515350" y="25146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业务损失</a:t>
            </a:r>
          </a:p>
        </p:txBody>
      </p:sp>
      <p:sp>
        <p:nvSpPr>
          <p:cNvPr id="137" name="">
            <a:extLst xmlns:a="http://schemas.openxmlformats.org/drawingml/2006/main">
              <a:ext uri="{FF2B5EF4-FFF2-40B4-BE49-F238E27FC236}">
                <a16:creationId xmlns:a16="http://schemas.microsoft.com/office/drawing/2014/main" id="{EEB8902B-CFD2-41AB-81C9-AAAEC7CDBE29}"/>
              </a:ext>
            </a:extLst>
          </p:cNvPr>
          <p:cNvSpPr>
            <a:spLocks xmlns:a="http://schemas.openxmlformats.org/drawingml/2006/main" noGrp="1"/>
          </p:cNvSpPr>
          <p:nvPr/>
        </p:nvSpPr>
        <p:spPr>
          <a:xfrm xmlns:a="http://schemas.openxmlformats.org/drawingml/2006/main">
            <a:off x="8515350" y="27432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建议由谁提出、谁采纳、谁执行，事后无法界定责任</a:t>
            </a:r>
          </a:p>
        </p:txBody>
      </p:sp>
      <p:sp>
        <p:nvSpPr>
          <p:cNvPr id="138" name="">
            <a:extLst xmlns:a="http://schemas.openxmlformats.org/drawingml/2006/main">
              <a:ext uri="{FF2B5EF4-FFF2-40B4-BE49-F238E27FC236}">
                <a16:creationId xmlns:a16="http://schemas.microsoft.com/office/drawing/2014/main" id="{174EE6EF-B620-4C2A-B447-C7E85CB8B943}"/>
              </a:ext>
            </a:extLst>
          </p:cNvPr>
          <p:cNvSpPr>
            <a:spLocks xmlns:a="http://schemas.openxmlformats.org/drawingml/2006/main" noGrp="1"/>
          </p:cNvSpPr>
          <p:nvPr/>
        </p:nvSpPr>
        <p:spPr>
          <a:xfrm xmlns:a="http://schemas.openxmlformats.org/drawingml/2006/main">
            <a:off x="8382000" y="365760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39" name="">
            <a:extLst xmlns:a="http://schemas.openxmlformats.org/drawingml/2006/main">
              <a:ext uri="{FF2B5EF4-FFF2-40B4-BE49-F238E27FC236}">
                <a16:creationId xmlns:a16="http://schemas.microsoft.com/office/drawing/2014/main" id="{876D48FF-4875-4BC5-89ED-7F69C015AA20}"/>
              </a:ext>
            </a:extLst>
          </p:cNvPr>
          <p:cNvSpPr>
            <a:spLocks xmlns:a="http://schemas.openxmlformats.org/drawingml/2006/main" noGrp="1"/>
          </p:cNvSpPr>
          <p:nvPr/>
        </p:nvSpPr>
        <p:spPr>
          <a:xfrm xmlns:a="http://schemas.openxmlformats.org/drawingml/2006/main">
            <a:off x="8515350" y="375285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管理风险</a:t>
            </a:r>
          </a:p>
        </p:txBody>
      </p:sp>
      <p:sp>
        <p:nvSpPr>
          <p:cNvPr id="140" name="">
            <a:extLst xmlns:a="http://schemas.openxmlformats.org/drawingml/2006/main">
              <a:ext uri="{FF2B5EF4-FFF2-40B4-BE49-F238E27FC236}">
                <a16:creationId xmlns:a16="http://schemas.microsoft.com/office/drawing/2014/main" id="{290F1A35-1B7A-49BE-B6CE-0A039C27B4B2}"/>
              </a:ext>
            </a:extLst>
          </p:cNvPr>
          <p:cNvSpPr>
            <a:spLocks xmlns:a="http://schemas.openxmlformats.org/drawingml/2006/main" noGrp="1"/>
          </p:cNvSpPr>
          <p:nvPr/>
        </p:nvSpPr>
        <p:spPr>
          <a:xfrm xmlns:a="http://schemas.openxmlformats.org/drawingml/2006/main">
            <a:off x="8515350" y="398145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缺乏审计链，心理与关怀数据也无隔离手段</a:t>
            </a:r>
          </a:p>
        </p:txBody>
      </p:sp>
      <p:sp>
        <p:nvSpPr>
          <p:cNvPr id="141" name="">
            <a:extLst xmlns:a="http://schemas.openxmlformats.org/drawingml/2006/main">
              <a:ext uri="{FF2B5EF4-FFF2-40B4-BE49-F238E27FC236}">
                <a16:creationId xmlns:a16="http://schemas.microsoft.com/office/drawing/2014/main" id="{B4D6FD37-DC7F-419E-A0F8-1526A344A1B4}"/>
              </a:ext>
            </a:extLst>
          </p:cNvPr>
          <p:cNvSpPr>
            <a:spLocks xmlns:a="http://schemas.openxmlformats.org/drawingml/2006/main" noGrp="1"/>
          </p:cNvSpPr>
          <p:nvPr/>
        </p:nvSpPr>
        <p:spPr>
          <a:xfrm xmlns:a="http://schemas.openxmlformats.org/drawingml/2006/main">
            <a:off x="8382000" y="489585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42" name="">
            <a:extLst xmlns:a="http://schemas.openxmlformats.org/drawingml/2006/main">
              <a:ext uri="{FF2B5EF4-FFF2-40B4-BE49-F238E27FC236}">
                <a16:creationId xmlns:a16="http://schemas.microsoft.com/office/drawing/2014/main" id="{53E721A2-30E3-4369-984C-3DEC726CAAF4}"/>
              </a:ext>
            </a:extLst>
          </p:cNvPr>
          <p:cNvSpPr>
            <a:spLocks xmlns:a="http://schemas.openxmlformats.org/drawingml/2006/main" noGrp="1"/>
          </p:cNvSpPr>
          <p:nvPr/>
        </p:nvSpPr>
        <p:spPr>
          <a:xfrm xmlns:a="http://schemas.openxmlformats.org/drawingml/2006/main">
            <a:off x="8515350" y="49911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FD08A"/>
                </a:solidFill>
                <a:latin typeface="微软雅黑"/>
                <a:ea typeface="微软雅黑"/>
                <a:cs typeface="微软雅黑"/>
              </a:defRPr>
            </a:pPr>
            <a:r>
              <a:rPr sz="938" b="1">
                <a:solidFill>
                  <a:srgbClr val="3FD08A"/>
                </a:solidFill>
                <a:latin typeface="微软雅黑"/>
                <a:ea typeface="微软雅黑"/>
                <a:cs typeface="微软雅黑"/>
              </a:rPr>
              <a:t>智能化机会</a:t>
            </a:r>
          </a:p>
        </p:txBody>
      </p:sp>
      <p:sp>
        <p:nvSpPr>
          <p:cNvPr id="143" name="">
            <a:extLst xmlns:a="http://schemas.openxmlformats.org/drawingml/2006/main">
              <a:ext uri="{FF2B5EF4-FFF2-40B4-BE49-F238E27FC236}">
                <a16:creationId xmlns:a16="http://schemas.microsoft.com/office/drawing/2014/main" id="{1533894B-85CD-4EB6-B80A-A0AC1D92AC96}"/>
              </a:ext>
            </a:extLst>
          </p:cNvPr>
          <p:cNvSpPr>
            <a:spLocks xmlns:a="http://schemas.openxmlformats.org/drawingml/2006/main" noGrp="1"/>
          </p:cNvSpPr>
          <p:nvPr/>
        </p:nvSpPr>
        <p:spPr>
          <a:xfrm xmlns:a="http://schemas.openxmlformats.org/drawingml/2006/main">
            <a:off x="8515350" y="52197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建议写 </a:t>
            </a:r>
            <a:r>
              <a:rPr sz="938" b="0">
                <a:solidFill>
                  <a:srgbClr val="D6E6F7"/>
                </a:solidFill>
                <a:latin typeface="微软雅黑"/>
                <a:ea typeface="微软雅黑"/>
                <a:cs typeface="微软雅黑"/>
              </a:rPr>
              <a:t>agent_suggestion</a:t>
            </a:r>
            <a:r>
              <a:rPr sz="938" b="0">
                <a:solidFill>
                  <a:srgbClr val="D6E6F7"/>
                </a:solidFill>
                <a:latin typeface="微软雅黑"/>
                <a:ea typeface="微软雅黑"/>
                <a:cs typeface="微软雅黑"/>
              </a:rPr>
              <a:t>、确认写 </a:t>
            </a:r>
            <a:r>
              <a:rPr sz="938" b="0">
                <a:solidFill>
                  <a:srgbClr val="D6E6F7"/>
                </a:solidFill>
                <a:latin typeface="微软雅黑"/>
                <a:ea typeface="微软雅黑"/>
                <a:cs typeface="微软雅黑"/>
              </a:rPr>
              <a:t>decision_log</a:t>
            </a:r>
            <a:r>
              <a:rPr sz="938" b="0">
                <a:solidFill>
                  <a:srgbClr val="D6E6F7"/>
                </a:solidFill>
                <a:latin typeface="微软雅黑"/>
                <a:ea typeface="微软雅黑"/>
                <a:cs typeface="微软雅黑"/>
              </a:rPr>
              <a:t>，三表用同一 </a:t>
            </a:r>
            <a:r>
              <a:rPr sz="938" b="0">
                <a:solidFill>
                  <a:srgbClr val="D6E6F7"/>
                </a:solidFill>
                <a:latin typeface="微软雅黑"/>
                <a:ea typeface="微软雅黑"/>
                <a:cs typeface="微软雅黑"/>
              </a:rPr>
              <a:t>run_id </a:t>
            </a:r>
            <a:r>
              <a:rPr sz="938" b="0">
                <a:solidFill>
                  <a:srgbClr val="D6E6F7"/>
                </a:solidFill>
                <a:latin typeface="微软雅黑"/>
                <a:ea typeface="微软雅黑"/>
                <a:cs typeface="微软雅黑"/>
              </a:rPr>
              <a:t>串起</a:t>
            </a:r>
          </a:p>
        </p:txBody>
      </p:sp>
      <p:sp>
        <p:nvSpPr>
          <p:cNvPr id="144" name="">
            <a:extLst xmlns:a="http://schemas.openxmlformats.org/drawingml/2006/main">
              <a:ext uri="{FF2B5EF4-FFF2-40B4-BE49-F238E27FC236}">
                <a16:creationId xmlns:a16="http://schemas.microsoft.com/office/drawing/2014/main" id="{27D44583-06A3-4747-98C4-4D36B50EAF85}"/>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45" name="">
            <a:extLst xmlns:a="http://schemas.openxmlformats.org/drawingml/2006/main">
              <a:ext uri="{FF2B5EF4-FFF2-40B4-BE49-F238E27FC236}">
                <a16:creationId xmlns:a16="http://schemas.microsoft.com/office/drawing/2014/main" id="{486D9BC4-162E-4707-8BAB-87394E02E989}"/>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46" name="">
            <a:extLst xmlns:a="http://schemas.openxmlformats.org/drawingml/2006/main">
              <a:ext uri="{FF2B5EF4-FFF2-40B4-BE49-F238E27FC236}">
                <a16:creationId xmlns:a16="http://schemas.microsoft.com/office/drawing/2014/main" id="{652626E7-B25C-4E05-80C0-1B4788AB1B15}"/>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47" name="">
            <a:extLst xmlns:a="http://schemas.openxmlformats.org/drawingml/2006/main">
              <a:ext uri="{FF2B5EF4-FFF2-40B4-BE49-F238E27FC236}">
                <a16:creationId xmlns:a16="http://schemas.microsoft.com/office/drawing/2014/main" id="{D7A58AC5-E6CD-4A7D-B0CE-28BC22A5D965}"/>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48" name="">
            <a:extLst xmlns:a="http://schemas.openxmlformats.org/drawingml/2006/main">
              <a:ext uri="{FF2B5EF4-FFF2-40B4-BE49-F238E27FC236}">
                <a16:creationId xmlns:a16="http://schemas.microsoft.com/office/drawing/2014/main" id="{7046D9E3-A60E-4D16-BC25-D0EA03CE6F50}"/>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49" name="">
            <a:extLst xmlns:a="http://schemas.openxmlformats.org/drawingml/2006/main">
              <a:ext uri="{FF2B5EF4-FFF2-40B4-BE49-F238E27FC236}">
                <a16:creationId xmlns:a16="http://schemas.microsoft.com/office/drawing/2014/main" id="{D841F2C4-8B7C-49CB-892F-4B17E4009E09}"/>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50" name="">
            <a:extLst xmlns:a="http://schemas.openxmlformats.org/drawingml/2006/main">
              <a:ext uri="{FF2B5EF4-FFF2-40B4-BE49-F238E27FC236}">
                <a16:creationId xmlns:a16="http://schemas.microsoft.com/office/drawing/2014/main" id="{E301D702-B0CB-4884-A217-DC13B737AC3C}"/>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51" name="">
            <a:extLst xmlns:a="http://schemas.openxmlformats.org/drawingml/2006/main">
              <a:ext uri="{FF2B5EF4-FFF2-40B4-BE49-F238E27FC236}">
                <a16:creationId xmlns:a16="http://schemas.microsoft.com/office/drawing/2014/main" id="{0038BCA4-E809-4793-BC0A-1B54C465F79B}"/>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07</a:t>
            </a:r>
          </a:p>
        </p:txBody>
      </p:sp>
    </p:spTree>
    <p:extLst>
      <p:ext uri="{BB962C8B-B14F-4D97-AF65-F5344CB8AC3E}">
        <p14:creationId xmlns:p14="http://schemas.microsoft.com/office/powerpoint/2010/main" val="572883698"/>
      </p:ext>
    </p:extLst>
  </p:cSld>
</p:sld>
</file>

<file path=ppt/slides/slide8.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276e112fac7144e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85BC860-D136-4C8E-8DCE-1741AB2408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4CED15B5-20FA-49AD-9A80-7924C365114B}"/>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1C7F0">
                  <a:alpha val="15000"/>
                </a:srgbClr>
              </a:gs>
              <a:gs pos="45000">
                <a:srgbClr val="31C7F0">
                  <a:alpha val="6000"/>
                </a:srgbClr>
              </a:gs>
              <a:gs pos="100000">
                <a:srgbClr val="31C7F0">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B1681509-60BD-4E27-B7AC-6FEAE0C84A09}"/>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EE2D6AD0-F060-48CF-99A0-C6F534C7D10D}"/>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pattFill xmlns:a="http://schemas.openxmlformats.org/drawingml/2006/main" prst="dotGrid">
            <a:fgClr>
              <a:srgbClr val="2A6BAE">
                <a:alpha val="50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496C4616-157E-4294-A18F-A5A61C4AEA66}"/>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noFill xmlns:a="http://schemas.openxmlformats.org/drawingml/2006/main"/>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85D9E921-127E-4BA6-B5C9-69E010AC5CDF}"/>
              </a:ext>
            </a:extLst>
          </p:cNvPr>
          <p:cNvSpPr>
            <a:spLocks xmlns:a="http://schemas.openxmlformats.org/drawingml/2006/main" noGrp="1"/>
          </p:cNvSpPr>
          <p:nvPr/>
        </p:nvSpPr>
        <p:spPr>
          <a:xfrm xmlns:a="http://schemas.openxmlformats.org/drawingml/2006/main">
            <a:off x="9601200" y="914400"/>
            <a:ext cx="590550" cy="2857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F0BB0B6F-9401-47E2-9D54-EE2702B395CD}"/>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AD984EB9-4EA8-4C9F-9C02-6747A79EBE60}"/>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85993B85-6A87-4E59-A269-D82EBE39A55B}"/>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C1D45BBE-7A7C-4AD9-8A5B-F53776138F9A}"/>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B22A196F-556D-47EF-8FA5-4AD21D15D9BF}"/>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89E857E3-7537-49B2-BFC0-19696B085529}"/>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5C74C54D-BC47-49AE-BC29-4A1D0B5D3D33}"/>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4EB7D174-A714-4985-80C1-A1D78B8CDC1C}"/>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1BEB891D-9557-48A9-AF12-D54B301F8C62}"/>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5FDEEAB4-23B8-4D19-9F25-9AD2F3BD43A6}"/>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2FA72F35-ECE4-4E4C-95F2-81F4B9686B48}"/>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67F095B1-E4EF-4CBC-9464-748B9054E91E}"/>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0487195A-5BA3-481B-9037-C63157E0E8F4}"/>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1" name="">
            <a:extLst xmlns:a="http://schemas.openxmlformats.org/drawingml/2006/main">
              <a:ext uri="{FF2B5EF4-FFF2-40B4-BE49-F238E27FC236}">
                <a16:creationId xmlns:a16="http://schemas.microsoft.com/office/drawing/2014/main" id="{9DEF6A94-7163-44C2-96A0-DDDE1FA74C53}"/>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2" name="">
            <a:extLst xmlns:a="http://schemas.openxmlformats.org/drawingml/2006/main">
              <a:ext uri="{FF2B5EF4-FFF2-40B4-BE49-F238E27FC236}">
                <a16:creationId xmlns:a16="http://schemas.microsoft.com/office/drawing/2014/main" id="{F5C53252-9CD9-4B80-9594-F604AE304034}"/>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2CA3CDD6-DA26-4952-A55F-FDF7FDBE402F}"/>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B99D4BE4-2F04-46DD-8BC3-C7CE78B1F733}"/>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F30A6724-5B31-4E4A-B4D3-473F1AB0E06A}"/>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0ABECA5C-936D-45BB-921E-8B11C8FE12D1}"/>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F08F31AD-F788-4463-803A-96F92C44C326}"/>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08EFEE3D-E4D5-48AF-936B-FD3F82CD45A7}"/>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09A30580-3080-47F0-BDAB-DC02B4E31C15}"/>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06B6B9C4-5D6F-4180-8E80-B46E0A4A6C1C}"/>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D3C0F102-E08E-4CD1-8041-8B09DBF6D333}"/>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3C0FD66A-DD42-4AAF-91C4-E8D7D4C2D36A}"/>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66F5E6CF-659D-474A-8604-40880646599C}"/>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4803333F-6D99-4A5F-A8AB-D78D8F9190D6}"/>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CB3A1B00-B0C4-4E34-BE6E-191393E8AA60}"/>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436E5FDF-DEC0-4E12-9ED9-FEEBBAC069AD}"/>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2C0C9837-FC49-4BFB-939B-618DC60958B8}"/>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45334EC8-E8EE-4F17-B1C7-F6DA4F2A362B}"/>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3B40C84A-8481-4A06-8172-FEB6FB697F7C}"/>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1C7F0"/>
              </a:gs>
              <a:gs pos="100000">
                <a:srgbClr val="31C7F0">
                  <a:alpha val="0"/>
                </a:srgbClr>
              </a:gs>
            </a:gsLst>
            <a:lin ang="540000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D5AA7C08-8373-488A-918C-4D4310D737B1}"/>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1C7F0">
                  <a:alpha val="45000"/>
                </a:srgbClr>
              </a:gs>
              <a:gs pos="100000">
                <a:srgbClr val="31C7F0">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9133E73C-C58E-47B6-8017-B0A13379DB8E}"/>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2" name="">
            <a:extLst xmlns:a="http://schemas.openxmlformats.org/drawingml/2006/main">
              <a:ext uri="{FF2B5EF4-FFF2-40B4-BE49-F238E27FC236}">
                <a16:creationId xmlns:a16="http://schemas.microsoft.com/office/drawing/2014/main" id="{A43EA2FA-0191-4E82-BB32-F89D7FA9DD2F}"/>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1C7F0"/>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3D6B3957-9DDA-4627-A2C6-74FF0A1AEB80}"/>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0ED2AF05-9979-4733-8B73-DD91F2E7AB50}"/>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1C7F0">
                  <a:alpha val="26000"/>
                </a:srgbClr>
              </a:gs>
              <a:gs pos="45000">
                <a:srgbClr val="31C7F0">
                  <a:alpha val="10000"/>
                </a:srgbClr>
              </a:gs>
              <a:gs pos="100000">
                <a:srgbClr val="31C7F0">
                  <a:alpha val="0"/>
                </a:srgbClr>
              </a:gs>
            </a:gsLst>
            <a:path path="shape"/>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49DFEF58-E8FA-4C63-9ABB-B8CEC45D2465}"/>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1C7F0"/>
              </a:gs>
              <a:gs pos="100000">
                <a:srgbClr val="196478"/>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01</a:t>
            </a:r>
          </a:p>
        </p:txBody>
      </p:sp>
      <p:sp>
        <p:nvSpPr>
          <p:cNvPr id="46" name="">
            <a:extLst xmlns:a="http://schemas.openxmlformats.org/drawingml/2006/main">
              <a:ext uri="{FF2B5EF4-FFF2-40B4-BE49-F238E27FC236}">
                <a16:creationId xmlns:a16="http://schemas.microsoft.com/office/drawing/2014/main" id="{E6EFDBD6-7BC1-4F35-B053-40FC4F640507}"/>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项目背景</a:t>
            </a:r>
          </a:p>
        </p:txBody>
      </p:sp>
      <p:sp>
        <p:nvSpPr>
          <p:cNvPr id="47" name="">
            <a:extLst xmlns:a="http://schemas.openxmlformats.org/drawingml/2006/main">
              <a:ext uri="{FF2B5EF4-FFF2-40B4-BE49-F238E27FC236}">
                <a16:creationId xmlns:a16="http://schemas.microsoft.com/office/drawing/2014/main" id="{F0FD8EE5-9B23-4543-8DBD-C3FE39E0FC11}"/>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31C7F0"/>
              </a:gs>
              <a:gs pos="100000">
                <a:srgbClr val="31C7F0">
                  <a:alpha val="2000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69E54753-BBDC-49C9-B568-4D9B00CD2121}"/>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现有方案对标</a:t>
            </a:r>
          </a:p>
        </p:txBody>
      </p:sp>
      <p:sp>
        <p:nvSpPr>
          <p:cNvPr id="49" name="">
            <a:extLst xmlns:a="http://schemas.openxmlformats.org/drawingml/2006/main">
              <a:ext uri="{FF2B5EF4-FFF2-40B4-BE49-F238E27FC236}">
                <a16:creationId xmlns:a16="http://schemas.microsoft.com/office/drawing/2014/main" id="{DDBAAFC1-5B5E-447E-99D0-64CD91CC423B}"/>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31C7F0"/>
              </a:gs>
              <a:gs pos="100000">
                <a:srgbClr val="31C7F0">
                  <a:alpha val="0"/>
                </a:srgbClr>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64E69475-B24A-465E-8526-4984ED12C9B5}"/>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86B43507-66D1-4784-B03F-7495AD16A8E8}"/>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99B0C627-9BFB-4427-81F4-C6715648CA79}"/>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D8B2DE43-EFB2-467D-9513-093863C93FF5}"/>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4" name="">
            <a:extLst xmlns:a="http://schemas.openxmlformats.org/drawingml/2006/main">
              <a:ext uri="{FF2B5EF4-FFF2-40B4-BE49-F238E27FC236}">
                <a16:creationId xmlns:a16="http://schemas.microsoft.com/office/drawing/2014/main" id="{F1526D7D-1802-4AF2-BD71-FAB06A3B3C07}"/>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5" name="">
            <a:extLst xmlns:a="http://schemas.openxmlformats.org/drawingml/2006/main">
              <a:ext uri="{FF2B5EF4-FFF2-40B4-BE49-F238E27FC236}">
                <a16:creationId xmlns:a16="http://schemas.microsoft.com/office/drawing/2014/main" id="{E6B5DD3B-AF5F-4DFE-8B22-74AFA586A493}"/>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72220868-0F12-43B3-B7E0-C5AB90735FF8}"/>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7" name="">
            <a:extLst xmlns:a="http://schemas.openxmlformats.org/drawingml/2006/main">
              <a:ext uri="{FF2B5EF4-FFF2-40B4-BE49-F238E27FC236}">
                <a16:creationId xmlns:a16="http://schemas.microsoft.com/office/drawing/2014/main" id="{AB3C7D05-7A11-45D7-8124-8B9BCB640E12}"/>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91FD235A-4288-4AF7-8071-89302A03CCF0}"/>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615D0EF9-9DD3-4D1F-A94F-87F740D3074E}"/>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5D55106B-BF7E-4602-939E-0A7C4E4B1051}"/>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14EFE6F7-E5AB-49F9-8075-CB88F68B25A9}"/>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9857E490-934C-4926-97A1-A4CD31F5E279}"/>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472067C3-0AC9-40E5-9957-E7C9EC2B128C}"/>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通用 </a:t>
            </a:r>
            <a:r>
              <a:rPr sz="1238">
                <a:solidFill>
                  <a:srgbClr val="FFFFFF"/>
                </a:solidFill>
                <a:latin typeface="微软雅黑"/>
                <a:ea typeface="微软雅黑"/>
                <a:cs typeface="微软雅黑"/>
              </a:rPr>
              <a:t>LMS </a:t>
            </a:r>
            <a:r>
              <a:rPr sz="1238">
                <a:solidFill>
                  <a:srgbClr val="FFFFFF"/>
                </a:solidFill>
                <a:latin typeface="微软雅黑"/>
                <a:ea typeface="微软雅黑"/>
                <a:cs typeface="微软雅黑"/>
              </a:rPr>
              <a:t>只有总分、通用大模型只有文本；我们要的是「可复算的能力结论」。</a:t>
            </a:r>
          </a:p>
        </p:txBody>
      </p:sp>
      <p:graphicFrame>
        <p:nvGraphicFramePr>
          <p:cNvPr id="136" name=""/>
          <p:cNvGraphicFramePr/>
          <p:nvPr/>
        </p:nvGraphicFramePr>
        <p:xfrm>
          <a:off xmlns:a="http://schemas.openxmlformats.org/drawingml/2006/main" x="285750" y="1333500"/>
          <a:ext xmlns:a="http://schemas.openxmlformats.org/drawingml/2006/main" cx="11620500" cy="4953000"/>
        </p:xfrm>
        <a:graphic xmlns:a="http://schemas.openxmlformats.org/drawingml/2006/main">
          <a:graphicData uri="http://schemas.openxmlformats.org/drawingml/2006/table">
            <a:tbl>
              <a:tblPr/>
              <a:tblGrid>
                <a:gridCol w="2515778"/>
                <a:gridCol w="2755376"/>
                <a:gridCol w="2755376"/>
                <a:gridCol w="3593969"/>
              </a:tblGrid>
              <a:tr h="381000">
                <a:tc>
                  <a:txBody>
                    <a:bodyPr/>
                    <a:lstStyle/>
                    <a:p>
                      <a:r>
                        <a:rPr sz="1050" b="1">
                          <a:solidFill>
                            <a:srgbClr val="FFFFFF"/>
                          </a:solidFill>
                          <a:latin typeface="微软雅黑"/>
                          <a:ea typeface="微软雅黑"/>
                          <a:cs typeface="微软雅黑"/>
                        </a:rPr>
                        <a:t>对比维度</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传统 LMS / 线下培训</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通用大模型直接出结论</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工业智训（本系统）</a:t>
                      </a:r>
                    </a:p>
                  </a:txBody>
                  <a:tcPr marL="91440" marR="91440" marT="45720" marB="45720">
                    <a:solidFill>
                      <a:srgbClr val="14406F"/>
                    </a:solidFill>
                  </a:tcPr>
                </a:tc>
              </a:tr>
              <a:tr h="495300">
                <a:tc>
                  <a:txBody>
                    <a:bodyPr/>
                    <a:lstStyle/>
                    <a:p>
                      <a:r>
                        <a:rPr sz="938" b="1">
                          <a:solidFill>
                            <a:srgbClr val="31C7F0"/>
                          </a:solidFill>
                          <a:latin typeface="微软雅黑"/>
                          <a:ea typeface="微软雅黑"/>
                          <a:cs typeface="微软雅黑"/>
                        </a:rPr>
                        <a:t>数据结构</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只有总分与进度，没有能力项</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只有自然语言，结论不可落库</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53 张表，能力项 / 事实 / 结论全部结构化</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决策方式</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靠人读数据再拍板</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由模型直接生成结论</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规则引擎确定性匹配，同输入必同输出</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结论可解释</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无法说明依据</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无法说明依据，易编造</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每条结论带 rule_code、依据事实与置信度</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可复算</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不可复算</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不可复算（随机性）</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同输入连续 200 次，rule_refs 100% 一致</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可离线</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可离线但无智能</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断网即失效</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AI_ENABLED=false 时全链路仍可运行</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可审计</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纸质台账，难追溯</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无留痕</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建议 / 确认 / 执行 / 回滚三表同号留痕</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人工确认</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无</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无</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need_human_confirm=true，人工决定写入 decision_log</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岗位适配</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通用课程，与岗位脱节</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与岗位体系脱节</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岗位—技能—课程—考试—实操全链路打通</a:t>
                      </a:r>
                    </a:p>
                  </a:txBody>
                  <a:tcPr marL="91440" marR="91440" marT="45720" marB="45720">
                    <a:solidFill>
                      <a:srgbClr val="0F3159"/>
                    </a:solidFill>
                  </a:tcPr>
                </a:tc>
              </a:tr>
            </a:tbl>
          </a:graphicData>
        </a:graphic>
      </p:graphicFrame>
      <p:sp>
        <p:nvSpPr>
          <p:cNvPr id="65" name="">
            <a:extLst xmlns:a="http://schemas.openxmlformats.org/drawingml/2006/main">
              <a:ext uri="{FF2B5EF4-FFF2-40B4-BE49-F238E27FC236}">
                <a16:creationId xmlns:a16="http://schemas.microsoft.com/office/drawing/2014/main" id="{8139C936-95A3-4EFE-898A-7FED3310CB48}"/>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5453038F-23A3-4E65-978F-C35037ABBF48}"/>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33AF8FCE-261A-40E1-9FE4-8188ECBFBF6F}"/>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9E8BFDE4-004F-4C74-9BB9-B8A0ED71B12D}"/>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B4DCB4E6-24E2-4D64-B445-96B30A321121}"/>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50C397A5-7002-4C41-9527-273A93A187D1}"/>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71" name="">
            <a:extLst xmlns:a="http://schemas.openxmlformats.org/drawingml/2006/main">
              <a:ext uri="{FF2B5EF4-FFF2-40B4-BE49-F238E27FC236}">
                <a16:creationId xmlns:a16="http://schemas.microsoft.com/office/drawing/2014/main" id="{56A5F01D-96E0-48B5-AF11-58DD7088160A}"/>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C4FB138E-4E2D-433D-96FD-ECC6A7EC35ED}"/>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08</a:t>
            </a:r>
          </a:p>
        </p:txBody>
      </p:sp>
    </p:spTree>
    <p:extLst>
      <p:ext uri="{BB962C8B-B14F-4D97-AF65-F5344CB8AC3E}">
        <p14:creationId xmlns:p14="http://schemas.microsoft.com/office/powerpoint/2010/main" val="1013839063"/>
      </p:ext>
    </p:extLst>
  </p:cSld>
</p:sld>
</file>

<file path=ppt/slides/slide9.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8e251db74bdb4e2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811F865-ED57-4C51-8CB6-D0528C60E1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5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5EB536AC-AFE3-4278-B1F0-32E9791D4883}"/>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2E86E8">
                  <a:alpha val="20000"/>
                </a:srgbClr>
              </a:gs>
              <a:gs pos="45000">
                <a:srgbClr val="2E86E8">
                  <a:alpha val="8000"/>
                </a:srgbClr>
              </a:gs>
              <a:gs pos="100000">
                <a:srgbClr val="2E86E8">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2D7578E5-48C6-4D76-99D0-8B4BE4F30D7A}"/>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2E86E8">
                  <a:alpha val="14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DB228A21-9EA9-483F-B9AD-EAB920171217}"/>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5C33B"/>
              </a:gs>
              <a:gs pos="52000">
                <a:srgbClr val="2E86E8"/>
              </a:gs>
              <a:gs pos="100000">
                <a:srgbClr val="2E86E8">
                  <a:alpha val="0"/>
                </a:srgbClr>
              </a:gs>
            </a:gsLst>
            <a:lin ang="5400000"/>
          </a:gra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64C02A14-FCD9-4CAE-BFB2-B772693042C6}"/>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170B54F2-9520-4AB0-8890-F491DCA61DFA}"/>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8" name="">
            <a:extLst xmlns:a="http://schemas.openxmlformats.org/drawingml/2006/main">
              <a:ext uri="{FF2B5EF4-FFF2-40B4-BE49-F238E27FC236}">
                <a16:creationId xmlns:a16="http://schemas.microsoft.com/office/drawing/2014/main" id="{7746C7BF-69D5-46F9-BD0D-EE9F28D72FBF}"/>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9" name="">
            <a:extLst xmlns:a="http://schemas.openxmlformats.org/drawingml/2006/main">
              <a:ext uri="{FF2B5EF4-FFF2-40B4-BE49-F238E27FC236}">
                <a16:creationId xmlns:a16="http://schemas.microsoft.com/office/drawing/2014/main" id="{3DE9017F-F929-429A-8EC1-AA1ED27DAA54}"/>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F09CDA02-A145-4F51-A442-A5849977A215}"/>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A789CA42-727D-4731-B52B-1807ED1A7DEB}"/>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F8F620E9-4E8F-4733-9285-F907087A28BB}"/>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16D83CAD-452A-4B23-BD4F-97A3C0E98C8C}"/>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78FC02C5-4D0C-4F9B-995B-F7E744C6E952}"/>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963D03E0-4BA7-4985-BCB8-B4DB6939B29A}"/>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67AFE34E-C80B-4108-98DC-406885D09CE0}"/>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0901CB92-D21C-4CF8-80F3-E7B471275B4E}"/>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B93ECD9D-EC35-41B8-81F9-144C07C39BC3}"/>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285FC138-C371-44A4-80B5-7FBFC37EAAF9}"/>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27BBD1DD-523A-428A-9D0B-102B9B507280}"/>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CD23053D-134A-40B0-98B1-C3F384D85BD1}"/>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68820E44-CC7B-4702-B8C5-4606DAB94407}"/>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31131D59-F287-4939-A783-E7C0B8C5D498}"/>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54F6231B-6ABA-4154-8932-5E20F2E8E103}"/>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33951"/>
              </a:gs>
              <a:gs pos="62000">
                <a:srgbClr val="08203C"/>
              </a:gs>
              <a:gs pos="100000">
                <a:srgbClr val="06192F"/>
              </a:gs>
            </a:gsLst>
            <a:lin ang="8100000"/>
          </a:gradFill>
          <a:ln xmlns:a="http://schemas.openxmlformats.org/drawingml/2006/main" w="11430">
            <a:solidFill>
              <a:srgbClr val="2E86E8">
                <a:alpha val="45000"/>
              </a:srgbClr>
            </a:solidFill>
            <a:prstDash val="solid"/>
          </a:ln>
        </p:spPr>
      </p:sp>
      <p:sp>
        <p:nvSpPr>
          <p:cNvPr id="25" name="">
            <a:extLst xmlns:a="http://schemas.openxmlformats.org/drawingml/2006/main">
              <a:ext uri="{FF2B5EF4-FFF2-40B4-BE49-F238E27FC236}">
                <a16:creationId xmlns:a16="http://schemas.microsoft.com/office/drawing/2014/main" id="{CDDFE35F-FF4B-4DEB-B4E3-1ADDB86DB2DD}"/>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33F63"/>
              </a:gs>
              <a:gs pos="100000">
                <a:srgbClr val="071E3A"/>
              </a:gs>
            </a:gsLst>
            <a:lin ang="8100000"/>
          </a:gradFill>
          <a:ln xmlns:a="http://schemas.openxmlformats.org/drawingml/2006/main" w="9525">
            <a:solidFill>
              <a:srgbClr val="2E86E8">
                <a:alpha val="28000"/>
              </a:srgbClr>
            </a:solidFill>
            <a:prstDash val="solid"/>
          </a:ln>
        </p:spPr>
      </p:sp>
      <p:sp>
        <p:nvSpPr>
          <p:cNvPr id="26" name="">
            <a:extLst xmlns:a="http://schemas.openxmlformats.org/drawingml/2006/main">
              <a:ext uri="{FF2B5EF4-FFF2-40B4-BE49-F238E27FC236}">
                <a16:creationId xmlns:a16="http://schemas.microsoft.com/office/drawing/2014/main" id="{7E7157CF-B54E-4F9F-9D7E-73C13C64DC86}"/>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2A6BAE">
                <a:alpha val="55000"/>
              </a:srgbClr>
            </a:fgClr>
            <a:bgClr>
              <a:srgbClr val="08203C"/>
            </a:bgClr>
          </a:patt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966986BF-6A50-4401-BC18-B4E2CD14CA1A}"/>
              </a:ext>
            </a:extLst>
          </p:cNvPr>
          <p:cNvSpPr>
            <a:spLocks xmlns:a="http://schemas.openxmlformats.org/drawingml/2006/main" noGrp="1"/>
          </p:cNvSpPr>
          <p:nvPr/>
        </p:nvSpPr>
        <p:spPr>
          <a:xfrm xmlns:a="http://schemas.openxmlformats.org/drawingml/2006/main">
            <a:off x="7391400" y="1809750"/>
            <a:ext cx="723900" cy="651510"/>
          </a:xfrm>
          <a:prstGeom xmlns:a="http://schemas.openxmlformats.org/drawingml/2006/main" prst="hexagon">
            <a:avLst/>
          </a:prstGeom>
          <a:noFill xmlns:a="http://schemas.openxmlformats.org/drawingml/2006/main"/>
          <a:ln xmlns:a="http://schemas.openxmlformats.org/drawingml/2006/main">
            <a:solidFill>
              <a:srgbClr val="2E86E8">
                <a:alpha val="30000"/>
              </a:srgbClr>
            </a:solidFill>
            <a:prstDash val="solid"/>
          </a:ln>
        </p:spPr>
      </p:sp>
      <p:sp>
        <p:nvSpPr>
          <p:cNvPr id="28" name="">
            <a:extLst xmlns:a="http://schemas.openxmlformats.org/drawingml/2006/main">
              <a:ext uri="{FF2B5EF4-FFF2-40B4-BE49-F238E27FC236}">
                <a16:creationId xmlns:a16="http://schemas.microsoft.com/office/drawing/2014/main" id="{606E2191-E770-45BD-949E-9D0C8AC854BF}"/>
              </a:ext>
            </a:extLst>
          </p:cNvPr>
          <p:cNvSpPr>
            <a:spLocks xmlns:a="http://schemas.openxmlformats.org/drawingml/2006/main" noGrp="1"/>
          </p:cNvSpPr>
          <p:nvPr/>
        </p:nvSpPr>
        <p:spPr>
          <a:xfrm xmlns:a="http://schemas.openxmlformats.org/drawingml/2006/main">
            <a:off x="8147304" y="2012442"/>
            <a:ext cx="723900" cy="651510"/>
          </a:xfrm>
          <a:prstGeom xmlns:a="http://schemas.openxmlformats.org/drawingml/2006/main" prst="hexagon">
            <a:avLst/>
          </a:prstGeom>
          <a:noFill xmlns:a="http://schemas.openxmlformats.org/drawingml/2006/main"/>
          <a:ln xmlns:a="http://schemas.openxmlformats.org/drawingml/2006/main">
            <a:solidFill>
              <a:srgbClr val="2E86E8">
                <a:alpha val="30000"/>
              </a:srgbClr>
            </a:solidFill>
            <a:prstDash val="solid"/>
          </a:ln>
        </p:spPr>
      </p:sp>
      <p:sp>
        <p:nvSpPr>
          <p:cNvPr id="29" name="">
            <a:extLst xmlns:a="http://schemas.openxmlformats.org/drawingml/2006/main">
              <a:ext uri="{FF2B5EF4-FFF2-40B4-BE49-F238E27FC236}">
                <a16:creationId xmlns:a16="http://schemas.microsoft.com/office/drawing/2014/main" id="{80180587-6A1B-420D-96EA-1F0614B7253B}"/>
              </a:ext>
            </a:extLst>
          </p:cNvPr>
          <p:cNvSpPr>
            <a:spLocks xmlns:a="http://schemas.openxmlformats.org/drawingml/2006/main" noGrp="1"/>
          </p:cNvSpPr>
          <p:nvPr/>
        </p:nvSpPr>
        <p:spPr>
          <a:xfrm xmlns:a="http://schemas.openxmlformats.org/drawingml/2006/main">
            <a:off x="8903208" y="1809750"/>
            <a:ext cx="723900" cy="651510"/>
          </a:xfrm>
          <a:prstGeom xmlns:a="http://schemas.openxmlformats.org/drawingml/2006/main" prst="hexagon">
            <a:avLst/>
          </a:prstGeom>
          <a:noFill xmlns:a="http://schemas.openxmlformats.org/drawingml/2006/main"/>
          <a:ln xmlns:a="http://schemas.openxmlformats.org/drawingml/2006/main">
            <a:solidFill>
              <a:srgbClr val="2E86E8">
                <a:alpha val="30000"/>
              </a:srgbClr>
            </a:solidFill>
            <a:prstDash val="solid"/>
          </a:ln>
        </p:spPr>
      </p:sp>
      <p:sp>
        <p:nvSpPr>
          <p:cNvPr id="30" name="">
            <a:extLst xmlns:a="http://schemas.openxmlformats.org/drawingml/2006/main">
              <a:ext uri="{FF2B5EF4-FFF2-40B4-BE49-F238E27FC236}">
                <a16:creationId xmlns:a16="http://schemas.microsoft.com/office/drawing/2014/main" id="{CC90CD99-2C2D-4901-9044-785A3A363AA8}"/>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2E86E8">
                      <a:alpha val="75000"/>
                    </a:srgbClr>
                  </a:solidFill>
                  <a:prstDash val="solid"/>
                </a:ln>
                <a:solidFill>
                  <a:srgbClr val="0B2C56"/>
                </a:solidFill>
                <a:latin typeface="Bahnschrift SemiBold"/>
                <a:ea typeface="Bahnschrift SemiBold"/>
                <a:cs typeface="Bahnschrift SemiBold"/>
              </a:defRPr>
            </a:pPr>
            <a:r>
              <a:rPr sz="9900" b="1">
                <a:ln w="14288">
                  <a:solidFill>
                    <a:srgbClr val="2E86E8">
                      <a:alpha val="75000"/>
                    </a:srgbClr>
                  </a:solidFill>
                  <a:prstDash val="solid"/>
                </a:ln>
                <a:solidFill>
                  <a:srgbClr val="0B2C56"/>
                </a:solidFill>
                <a:latin typeface="Bahnschrift SemiBold"/>
                <a:ea typeface="Bahnschrift SemiBold"/>
                <a:cs typeface="Bahnschrift SemiBold"/>
              </a:rPr>
              <a:t>02</a:t>
            </a:r>
          </a:p>
        </p:txBody>
      </p:sp>
      <p:sp>
        <p:nvSpPr>
          <p:cNvPr id="31" name="">
            <a:extLst xmlns:a="http://schemas.openxmlformats.org/drawingml/2006/main">
              <a:ext uri="{FF2B5EF4-FFF2-40B4-BE49-F238E27FC236}">
                <a16:creationId xmlns:a16="http://schemas.microsoft.com/office/drawing/2014/main" id="{8E7D993E-CB7B-482E-9A19-F693AA0D5858}"/>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2E86E8"/>
              </a:gs>
              <a:gs pos="100000">
                <a:srgbClr val="2E86E8">
                  <a:alpha val="0"/>
                </a:srgbClr>
              </a:gs>
            </a:gsLst>
            <a:lin ang="0"/>
          </a:gra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D9786744-D341-4D9B-A9C9-ADB162CE0153}"/>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2E86E8">
                <a:alpha val="24000"/>
              </a:srgbClr>
            </a:fgClr>
            <a:bgClr>
              <a:srgbClr val="08203C"/>
            </a:bgClr>
          </a:patt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2C2E001C-2325-4A60-8AE4-2CD73EC7AB55}"/>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C0694E2C-C5F2-4AE1-AF41-F4385BF4CF41}"/>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DDEB3A6A-FD90-4284-9850-99E54ACEB14A}"/>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E5048009-E1E6-4844-8F03-3CF13CD5349A}"/>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FE879784-1749-4535-994F-2C012FA4446E}"/>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B7C3F6EA-024A-4330-A0C4-500A74A41F3D}"/>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1194FB6D-CECF-4327-A1DA-5FBAFBEB7BB8}"/>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B97C2AFF-E95E-4D20-A75B-6B6DC4F5FC3A}"/>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1D1F8882-C36F-487D-8162-5E15888458DE}"/>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5F0EEAB5-6A26-48B1-9598-8E895347000F}"/>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DD92B75B-A316-406A-910D-C6DB69419E4A}"/>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306C866C-D260-4E38-85F2-BD0139F4CD98}"/>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EB126AE1-1FA6-4394-A644-1BA533DCDBFB}"/>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D040CE54-DAA6-4DEB-A197-79E4AD409EDD}"/>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C7179AA0-AB66-4E30-BB26-C1C984BAEE82}"/>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7FF19509-30FE-409F-B216-5D71A6A2FC44}"/>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D1F5AE3C-B054-4B7A-92F9-B906A54D1079}"/>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4D438CFC-DE17-4DE7-8A5A-705D01987D89}"/>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7EE2C528-8645-4017-B750-7D4072943F55}"/>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1C5E6673-6D3F-42FB-A920-BFB0786322A9}"/>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D39AAAF2-36D5-48D4-B9C9-D7393DE64158}"/>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00E9EFA2-7D2D-4AA0-8CE9-E3C830490EB4}"/>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A450569A-610E-4ED2-9B8D-A0C856506BE9}"/>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C15FF882-77CA-481B-BB3C-FA80907A8D2C}"/>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F9A514DF-042D-4681-BE8E-C1516164DE31}"/>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EAA811BF-FD60-4621-BF55-3D515D09DFB0}"/>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E910B7B4-06A2-4C0E-940A-93CFF50D6074}"/>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9D52D720-9B40-478A-8AA0-5836E458FEFE}"/>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23C89FFE-AA2A-496B-837B-62CB015454C2}"/>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2E86E8">
              <a:alpha val="28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8DC962B3-1917-464D-9155-EA12D065F11C}"/>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2E86E8">
              <a:alpha val="14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515BA3AF-0568-4408-BBFB-A45A87EB51DA}"/>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123A63"/>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C5674213-2BE0-485B-A56C-7C2F1164E5A2}"/>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E1672C86-9475-48C3-B9D5-4958619F10C0}"/>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背景</a:t>
            </a:r>
          </a:p>
        </p:txBody>
      </p:sp>
      <p:sp>
        <p:nvSpPr>
          <p:cNvPr id="66" name="">
            <a:extLst xmlns:a="http://schemas.openxmlformats.org/drawingml/2006/main">
              <a:ext uri="{FF2B5EF4-FFF2-40B4-BE49-F238E27FC236}">
                <a16:creationId xmlns:a16="http://schemas.microsoft.com/office/drawing/2014/main" id="{C5B2A554-713C-48B8-9797-D3A538816B90}"/>
              </a:ext>
            </a:extLst>
          </p:cNvPr>
          <p:cNvSpPr>
            <a:spLocks xmlns:a="http://schemas.openxmlformats.org/drawingml/2006/main" noGrp="1"/>
          </p:cNvSpPr>
          <p:nvPr/>
        </p:nvSpPr>
        <p:spPr>
          <a:xfrm xmlns:a="http://schemas.openxmlformats.org/drawingml/2006/main">
            <a:off x="8010525" y="4895850"/>
            <a:ext cx="571500" cy="571500"/>
          </a:xfrm>
          <a:prstGeom xmlns:a="http://schemas.openxmlformats.org/drawingml/2006/main" prst="ellipse">
            <a:avLst/>
          </a:prstGeom>
          <a:gradFill xmlns:a="http://schemas.openxmlformats.org/drawingml/2006/main">
            <a:gsLst>
              <a:gs pos="0">
                <a:srgbClr val="2E86E8">
                  <a:alpha val="30000"/>
                </a:srgbClr>
              </a:gs>
              <a:gs pos="45000">
                <a:srgbClr val="2E86E8">
                  <a:alpha val="12000"/>
                </a:srgbClr>
              </a:gs>
              <a:gs pos="100000">
                <a:srgbClr val="2E86E8">
                  <a:alpha val="0"/>
                </a:srgbClr>
              </a:gs>
            </a:gsLst>
            <a:path path="shape"/>
          </a:gra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4DFEBC76-3F7C-4CF5-9F94-49FF1CC29417}"/>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2E86E8"/>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4C2213D8-6CA1-45B6-A5C6-AEF70DD586DF}"/>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方案</a:t>
            </a:r>
          </a:p>
        </p:txBody>
      </p:sp>
      <p:sp>
        <p:nvSpPr>
          <p:cNvPr id="69" name="">
            <a:extLst xmlns:a="http://schemas.openxmlformats.org/drawingml/2006/main">
              <a:ext uri="{FF2B5EF4-FFF2-40B4-BE49-F238E27FC236}">
                <a16:creationId xmlns:a16="http://schemas.microsoft.com/office/drawing/2014/main" id="{146BF7B5-FBBA-41E1-B1C2-DEEB8C743C2C}"/>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CF36DE3E-75CB-4835-84FC-DC55DB0A092A}"/>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算法</a:t>
            </a:r>
          </a:p>
        </p:txBody>
      </p:sp>
      <p:sp>
        <p:nvSpPr>
          <p:cNvPr id="71" name="">
            <a:extLst xmlns:a="http://schemas.openxmlformats.org/drawingml/2006/main">
              <a:ext uri="{FF2B5EF4-FFF2-40B4-BE49-F238E27FC236}">
                <a16:creationId xmlns:a16="http://schemas.microsoft.com/office/drawing/2014/main" id="{2854BD94-6C05-48B5-BEC5-82F626C6EB5B}"/>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7427503E-516A-4801-975F-A1CCBAE2B810}"/>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系统</a:t>
            </a:r>
          </a:p>
        </p:txBody>
      </p:sp>
      <p:sp>
        <p:nvSpPr>
          <p:cNvPr id="73" name="">
            <a:extLst xmlns:a="http://schemas.openxmlformats.org/drawingml/2006/main">
              <a:ext uri="{FF2B5EF4-FFF2-40B4-BE49-F238E27FC236}">
                <a16:creationId xmlns:a16="http://schemas.microsoft.com/office/drawing/2014/main" id="{9C8099EF-D1BE-4F64-BD97-7513D2CF6BB0}"/>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82204272-69D5-4AB2-892E-A1B29463383C}"/>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验证</a:t>
            </a:r>
          </a:p>
        </p:txBody>
      </p:sp>
      <p:sp>
        <p:nvSpPr>
          <p:cNvPr id="75" name="">
            <a:extLst xmlns:a="http://schemas.openxmlformats.org/drawingml/2006/main">
              <a:ext uri="{FF2B5EF4-FFF2-40B4-BE49-F238E27FC236}">
                <a16:creationId xmlns:a16="http://schemas.microsoft.com/office/drawing/2014/main" id="{F0C51865-99C6-4C77-B731-0EAD5F95936A}"/>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2B1CF72B-7558-48FB-8429-1C5E5C495107}"/>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价值</a:t>
            </a:r>
          </a:p>
        </p:txBody>
      </p:sp>
      <p:sp>
        <p:nvSpPr>
          <p:cNvPr id="77" name="">
            <a:extLst xmlns:a="http://schemas.openxmlformats.org/drawingml/2006/main">
              <a:ext uri="{FF2B5EF4-FFF2-40B4-BE49-F238E27FC236}">
                <a16:creationId xmlns:a16="http://schemas.microsoft.com/office/drawing/2014/main" id="{7891DD3F-C9C4-4D6B-B6EC-5FF2551F45EF}"/>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86D0CB17-ABB7-4B96-A3F7-47D80E9074AD}"/>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9FC2E8"/>
                </a:solidFill>
                <a:latin typeface="微软雅黑"/>
                <a:ea typeface="微软雅黑"/>
                <a:cs typeface="微软雅黑"/>
              </a:defRPr>
            </a:pPr>
            <a:r>
              <a:rPr sz="938" b="0" spc="1">
                <a:solidFill>
                  <a:srgbClr val="9FC2E8"/>
                </a:solidFill>
                <a:latin typeface="微软雅黑"/>
                <a:ea typeface="微软雅黑"/>
                <a:cs typeface="微软雅黑"/>
              </a:rPr>
              <a:t>答辩结构 </a:t>
            </a:r>
            <a:r>
              <a:rPr sz="938" b="0" spc="1">
                <a:solidFill>
                  <a:srgbClr val="9FC2E8"/>
                </a:solidFill>
                <a:latin typeface="微软雅黑"/>
                <a:ea typeface="微软雅黑"/>
                <a:cs typeface="微软雅黑"/>
              </a:rPr>
              <a:t>· </a:t>
            </a:r>
            <a:r>
              <a:rPr sz="938" b="0" spc="1">
                <a:solidFill>
                  <a:srgbClr val="9FC2E8"/>
                </a:solidFill>
                <a:latin typeface="微软雅黑"/>
                <a:ea typeface="微软雅黑"/>
                <a:cs typeface="微软雅黑"/>
              </a:rPr>
              <a:t>六章推进</a:t>
            </a:r>
          </a:p>
        </p:txBody>
      </p:sp>
      <p:sp>
        <p:nvSpPr>
          <p:cNvPr id="79" name="">
            <a:extLst xmlns:a="http://schemas.openxmlformats.org/drawingml/2006/main">
              <a:ext uri="{FF2B5EF4-FFF2-40B4-BE49-F238E27FC236}">
                <a16:creationId xmlns:a16="http://schemas.microsoft.com/office/drawing/2014/main" id="{1528A1AB-3A7B-454F-966A-9FA6BFE1673A}"/>
              </a:ext>
            </a:extLst>
          </p:cNvPr>
          <p:cNvSpPr>
            <a:spLocks xmlns:a="http://schemas.openxmlformats.org/drawingml/2006/main" noGrp="1"/>
          </p:cNvSpPr>
          <p:nvPr/>
        </p:nvSpPr>
        <p:spPr>
          <a:xfrm xmlns:a="http://schemas.openxmlformats.org/drawingml/2006/main">
            <a:off x="7067550" y="1257300"/>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FB4077E4-C08A-472B-9BA4-44267C52223F}"/>
              </a:ext>
            </a:extLst>
          </p:cNvPr>
          <p:cNvSpPr>
            <a:spLocks xmlns:a="http://schemas.openxmlformats.org/drawingml/2006/main" noGrp="1"/>
          </p:cNvSpPr>
          <p:nvPr/>
        </p:nvSpPr>
        <p:spPr>
          <a:xfrm xmlns:a="http://schemas.openxmlformats.org/drawingml/2006/main">
            <a:off x="7067550" y="125730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E3FBEB68-9C58-404D-BF24-888F933F7C9A}"/>
              </a:ext>
            </a:extLst>
          </p:cNvPr>
          <p:cNvSpPr>
            <a:spLocks xmlns:a="http://schemas.openxmlformats.org/drawingml/2006/main" noGrp="1"/>
          </p:cNvSpPr>
          <p:nvPr/>
        </p:nvSpPr>
        <p:spPr>
          <a:xfrm xmlns:a="http://schemas.openxmlformats.org/drawingml/2006/main">
            <a:off x="11125200" y="5538978"/>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8B35B6B8-78FD-4EF2-A888-BB2B188F79EC}"/>
              </a:ext>
            </a:extLst>
          </p:cNvPr>
          <p:cNvSpPr>
            <a:spLocks xmlns:a="http://schemas.openxmlformats.org/drawingml/2006/main" noGrp="1"/>
          </p:cNvSpPr>
          <p:nvPr/>
        </p:nvSpPr>
        <p:spPr>
          <a:xfrm xmlns:a="http://schemas.openxmlformats.org/drawingml/2006/main">
            <a:off x="11349228" y="531495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036C8BF0-3122-4627-8B36-EE0D676A64EF}"/>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7A9CC4"/>
                </a:solidFill>
                <a:latin typeface="Bahnschrift SemiBold"/>
                <a:ea typeface="Bahnschrift SemiBold"/>
                <a:cs typeface="Bahnschrift SemiBold"/>
              </a:rPr>
              <a:t>SECTION </a:t>
            </a:r>
            <a:r>
              <a:rPr sz="975" b="1" spc="3">
                <a:solidFill>
                  <a:srgbClr val="F5C33B"/>
                </a:solidFill>
                <a:latin typeface="Bahnschrift SemiBold"/>
                <a:ea typeface="Bahnschrift SemiBold"/>
                <a:cs typeface="Bahnschrift SemiBold"/>
              </a:rPr>
              <a:t>02</a:t>
            </a:r>
            <a:r>
              <a:rPr sz="975" spc="3">
                <a:solidFill>
                  <a:srgbClr val="7A9CC4"/>
                </a:solidFill>
                <a:latin typeface="Bahnschrift SemiBold"/>
                <a:ea typeface="Bahnschrift SemiBold"/>
                <a:cs typeface="Bahnschrift SemiBold"/>
              </a:rPr>
              <a:t> / 06</a:t>
            </a:r>
          </a:p>
        </p:txBody>
      </p:sp>
      <p:sp>
        <p:nvSpPr>
          <p:cNvPr id="84" name="">
            <a:extLst xmlns:a="http://schemas.openxmlformats.org/drawingml/2006/main">
              <a:ext uri="{FF2B5EF4-FFF2-40B4-BE49-F238E27FC236}">
                <a16:creationId xmlns:a16="http://schemas.microsoft.com/office/drawing/2014/main" id="{06B979DC-B136-402F-85E0-AB086BD4A217}"/>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2E86E8"/>
              </a:gs>
              <a:gs pos="100000">
                <a:srgbClr val="2E86E8">
                  <a:alpha val="0"/>
                </a:srgbClr>
              </a:gs>
            </a:gsLst>
            <a:lin ang="0"/>
          </a:gra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E71B39B0-9AE8-4FA9-AFD4-44334DCE4433}"/>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总体方案</a:t>
            </a:r>
          </a:p>
        </p:txBody>
      </p:sp>
      <p:sp>
        <p:nvSpPr>
          <p:cNvPr id="86" name="">
            <a:extLst xmlns:a="http://schemas.openxmlformats.org/drawingml/2006/main">
              <a:ext uri="{FF2B5EF4-FFF2-40B4-BE49-F238E27FC236}">
                <a16:creationId xmlns:a16="http://schemas.microsoft.com/office/drawing/2014/main" id="{D445BBF6-6F29-46DB-96F7-3C176B196914}"/>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2E86E8"/>
                </a:solidFill>
                <a:latin typeface="Bahnschrift"/>
                <a:ea typeface="Bahnschrift"/>
                <a:cs typeface="Bahnschrift"/>
              </a:defRPr>
            </a:pPr>
            <a:r>
              <a:rPr sz="1013" b="0" spc="3">
                <a:solidFill>
                  <a:srgbClr val="2E86E8"/>
                </a:solidFill>
                <a:latin typeface="Bahnschrift"/>
                <a:ea typeface="Bahnschrift"/>
                <a:cs typeface="Bahnschrift"/>
              </a:rPr>
              <a:t>SOLUTION · ARCHITECTURE &amp; ROADMAP</a:t>
            </a:r>
          </a:p>
        </p:txBody>
      </p:sp>
      <p:sp>
        <p:nvSpPr>
          <p:cNvPr id="87" name="">
            <a:extLst xmlns:a="http://schemas.openxmlformats.org/drawingml/2006/main">
              <a:ext uri="{FF2B5EF4-FFF2-40B4-BE49-F238E27FC236}">
                <a16:creationId xmlns:a16="http://schemas.microsoft.com/office/drawing/2014/main" id="{DF02499E-8D3F-4A2A-B474-DC7B650D2FE4}"/>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630C724B-F46C-4D85-AD33-F49E16E27E04}"/>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先给出系统边界与总体框架，再谈算法细节</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五层架构：应用层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智能层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数据层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留痕层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部署层</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四项核心创新点，构成与通用方案的本质差异</a:t>
            </a:r>
          </a:p>
        </p:txBody>
      </p:sp>
      <p:sp>
        <p:nvSpPr>
          <p:cNvPr id="89" name="">
            <a:extLst xmlns:a="http://schemas.openxmlformats.org/drawingml/2006/main">
              <a:ext uri="{FF2B5EF4-FFF2-40B4-BE49-F238E27FC236}">
                <a16:creationId xmlns:a16="http://schemas.microsoft.com/office/drawing/2014/main" id="{0B13CC57-F017-4D35-9238-C2D78BAC9FEC}"/>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E86E8">
                <a:alpha val="50000"/>
              </a:srgbClr>
            </a:solidFill>
            <a:prstDash val="solid"/>
          </a:ln>
        </p:spPr>
      </p:sp>
      <p:sp>
        <p:nvSpPr>
          <p:cNvPr id="90" name="">
            <a:extLst xmlns:a="http://schemas.openxmlformats.org/drawingml/2006/main">
              <a:ext uri="{FF2B5EF4-FFF2-40B4-BE49-F238E27FC236}">
                <a16:creationId xmlns:a16="http://schemas.microsoft.com/office/drawing/2014/main" id="{7491D7D3-E0F7-4440-97DF-0056E40F29F9}"/>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056003EF-1DD9-449C-96D0-725294D01D86}"/>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5</a:t>
            </a:r>
          </a:p>
        </p:txBody>
      </p:sp>
      <p:sp>
        <p:nvSpPr>
          <p:cNvPr id="92" name="">
            <a:extLst xmlns:a="http://schemas.openxmlformats.org/drawingml/2006/main">
              <a:ext uri="{FF2B5EF4-FFF2-40B4-BE49-F238E27FC236}">
                <a16:creationId xmlns:a16="http://schemas.microsoft.com/office/drawing/2014/main" id="{C8C23F54-E09D-44F9-A643-3F703137E029}"/>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层总体框架</a:t>
            </a:r>
          </a:p>
        </p:txBody>
      </p:sp>
      <p:sp>
        <p:nvSpPr>
          <p:cNvPr id="93" name="">
            <a:extLst xmlns:a="http://schemas.openxmlformats.org/drawingml/2006/main">
              <a:ext uri="{FF2B5EF4-FFF2-40B4-BE49-F238E27FC236}">
                <a16:creationId xmlns:a16="http://schemas.microsoft.com/office/drawing/2014/main" id="{56EF80DA-EADB-48A0-833D-E25A404561D1}"/>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E86E8">
                <a:alpha val="50000"/>
              </a:srgbClr>
            </a:solidFill>
            <a:prstDash val="solid"/>
          </a:ln>
        </p:spPr>
      </p:sp>
      <p:sp>
        <p:nvSpPr>
          <p:cNvPr id="94" name="">
            <a:extLst xmlns:a="http://schemas.openxmlformats.org/drawingml/2006/main">
              <a:ext uri="{FF2B5EF4-FFF2-40B4-BE49-F238E27FC236}">
                <a16:creationId xmlns:a16="http://schemas.microsoft.com/office/drawing/2014/main" id="{FBA86D65-163C-4A96-9FE8-2329221E71D3}"/>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C2D7C781-05CC-4DB7-B238-5FEF3867E7E7}"/>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6" name="">
            <a:extLst xmlns:a="http://schemas.openxmlformats.org/drawingml/2006/main">
              <a:ext uri="{FF2B5EF4-FFF2-40B4-BE49-F238E27FC236}">
                <a16:creationId xmlns:a16="http://schemas.microsoft.com/office/drawing/2014/main" id="{ABC44FD4-C7A6-4095-8099-9942808A663B}"/>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项核心创新点</a:t>
            </a:r>
          </a:p>
        </p:txBody>
      </p:sp>
      <p:sp>
        <p:nvSpPr>
          <p:cNvPr id="97" name="">
            <a:extLst xmlns:a="http://schemas.openxmlformats.org/drawingml/2006/main">
              <a:ext uri="{FF2B5EF4-FFF2-40B4-BE49-F238E27FC236}">
                <a16:creationId xmlns:a16="http://schemas.microsoft.com/office/drawing/2014/main" id="{A7C0FCA0-7B2D-438A-A17D-CA7F0DC6B012}"/>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E86E8">
                <a:alpha val="50000"/>
              </a:srgbClr>
            </a:solidFill>
            <a:prstDash val="solid"/>
          </a:ln>
        </p:spPr>
      </p:sp>
      <p:sp>
        <p:nvSpPr>
          <p:cNvPr id="98" name="">
            <a:extLst xmlns:a="http://schemas.openxmlformats.org/drawingml/2006/main">
              <a:ext uri="{FF2B5EF4-FFF2-40B4-BE49-F238E27FC236}">
                <a16:creationId xmlns:a16="http://schemas.microsoft.com/office/drawing/2014/main" id="{0137694B-B016-4096-ACC7-86DD56F363FC}"/>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E0B27F1A-CB48-4826-8275-2A2A08D01E2E}"/>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0" name="">
            <a:extLst xmlns:a="http://schemas.openxmlformats.org/drawingml/2006/main">
              <a:ext uri="{FF2B5EF4-FFF2-40B4-BE49-F238E27FC236}">
                <a16:creationId xmlns:a16="http://schemas.microsoft.com/office/drawing/2014/main" id="{FCCCD159-6F82-4A2C-A882-3FEB9FAE1BE7}"/>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个稳定 </a:t>
            </a:r>
            <a:r>
              <a:rPr sz="863" b="0">
                <a:solidFill>
                  <a:srgbClr val="9FC2E8"/>
                </a:solidFill>
                <a:latin typeface="微软雅黑"/>
                <a:ea typeface="微软雅黑"/>
                <a:cs typeface="微软雅黑"/>
              </a:rPr>
              <a:t>Agent </a:t>
            </a:r>
            <a:r>
              <a:rPr sz="863" b="0">
                <a:solidFill>
                  <a:srgbClr val="9FC2E8"/>
                </a:solidFill>
                <a:latin typeface="微软雅黑"/>
                <a:ea typeface="微软雅黑"/>
                <a:cs typeface="微软雅黑"/>
              </a:rPr>
              <a:t>接口</a:t>
            </a:r>
          </a:p>
        </p:txBody>
      </p:sp>
      <p:sp>
        <p:nvSpPr>
          <p:cNvPr id="101" name="">
            <a:extLst xmlns:a="http://schemas.openxmlformats.org/drawingml/2006/main">
              <a:ext uri="{FF2B5EF4-FFF2-40B4-BE49-F238E27FC236}">
                <a16:creationId xmlns:a16="http://schemas.microsoft.com/office/drawing/2014/main" id="{488AC6B3-F2E1-4B10-932A-DBE8E8CA3418}"/>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2E86E8"/>
              </a:gs>
              <a:gs pos="100000">
                <a:srgbClr val="2E86E8">
                  <a:alpha val="0"/>
                </a:srgbClr>
              </a:gs>
            </a:gsLst>
            <a:lin ang="0"/>
          </a:gra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3E580F17-1B08-4513-A7CF-4BA306B9867B}"/>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2E86E8">
              <a:alpha val="60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AC3F9D83-D157-4C77-A5C3-3B1E299593ED}"/>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2E86E8">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CE139BF8-9819-467D-9109-46F5D1DFEF1C}"/>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2E86E8">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1835756517"/>
      </p:ext>
    </p:extLst>
  </p:cSld>
</p:sld>
</file>

<file path=ppt/slides/slide10.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65fa6800978b42f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B42A9CE-7969-4D3B-8A3A-4A2F257E73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76A755F8-FABE-42A1-8A1C-FFA3CA7A84A6}"/>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E86E8">
                  <a:alpha val="15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E8B20D82-B66E-4834-97C5-C93C68B7EA3A}"/>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E1534323-54D3-4FF8-9E24-EF6ABFEDF56C}"/>
              </a:ext>
            </a:extLst>
          </p:cNvPr>
          <p:cNvSpPr>
            <a:spLocks xmlns:a="http://schemas.openxmlformats.org/drawingml/2006/main" noGrp="1"/>
          </p:cNvSpPr>
          <p:nvPr/>
        </p:nvSpPr>
        <p:spPr>
          <a:xfrm xmlns:a="http://schemas.openxmlformats.org/drawingml/2006/main">
            <a:off x="9601200" y="914400"/>
            <a:ext cx="1866900" cy="800100"/>
          </a:xfrm>
          <a:prstGeom xmlns:a="http://schemas.openxmlformats.org/drawingml/2006/main" prst="rect">
            <a:avLst/>
          </a:prstGeom>
          <a:pattFill xmlns:a="http://schemas.openxmlformats.org/drawingml/2006/main" prst="wdUpDiag">
            <a:fgClr>
              <a:srgbClr val="2A6BAE">
                <a:alpha val="42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E703B679-8018-4110-9F0F-7814193606CA}"/>
              </a:ext>
            </a:extLst>
          </p:cNvPr>
          <p:cNvSpPr>
            <a:spLocks xmlns:a="http://schemas.openxmlformats.org/drawingml/2006/main" noGrp="1"/>
          </p:cNvSpPr>
          <p:nvPr/>
        </p:nvSpPr>
        <p:spPr>
          <a:xfrm xmlns:a="http://schemas.openxmlformats.org/drawingml/2006/main">
            <a:off x="11525250" y="914400"/>
            <a:ext cx="400050" cy="800100"/>
          </a:xfrm>
          <a:prstGeom xmlns:a="http://schemas.openxmlformats.org/drawingml/2006/main" prst="rect">
            <a:avLst/>
          </a:prstGeom>
          <a:pattFill xmlns:a="http://schemas.openxmlformats.org/drawingml/2006/main" prst="narVert">
            <a:fgClr>
              <a:srgbClr val="2E86E8">
                <a:alpha val="32000"/>
              </a:srgbClr>
            </a:fgClr>
            <a:bgClr>
              <a:srgbClr val="0A2144"/>
            </a:bgClr>
          </a:patt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BC1F0303-F1DF-46D5-A41D-561041A57E7D}"/>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B032A07F-31BE-4705-9DBE-216E336DCC66}"/>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FB742A7C-1FE7-4C84-B1CD-CDE56B6F48CB}"/>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2E0B11F6-2E27-4003-A45C-9C4F2F973D77}"/>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1C61ECF2-BC00-4CB1-87BD-BDF9873BFED4}"/>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378C9DCA-7CB4-4CAC-8F5E-C81AD25AEC35}"/>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D789C010-4515-4854-A11B-D9C05CE711EE}"/>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A000AFEC-F403-4F0E-B8BD-3954E32048ED}"/>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63DA5491-833C-458F-B037-E32867B07A41}"/>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954042AC-03DD-4880-ABEB-CE3CE9D2C8D1}"/>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A3385C9E-FF9C-46AA-9075-31E0FB060F94}"/>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C8217F34-EAB4-4833-A1E7-D822C09C082C}"/>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C3FB6FF6-31DF-46C5-AAA3-8889D6BEEC9A}"/>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0" name="">
            <a:extLst xmlns:a="http://schemas.openxmlformats.org/drawingml/2006/main">
              <a:ext uri="{FF2B5EF4-FFF2-40B4-BE49-F238E27FC236}">
                <a16:creationId xmlns:a16="http://schemas.microsoft.com/office/drawing/2014/main" id="{F4029ADC-F08A-4CF6-991C-0D402866B6C5}"/>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1" name="">
            <a:extLst xmlns:a="http://schemas.openxmlformats.org/drawingml/2006/main">
              <a:ext uri="{FF2B5EF4-FFF2-40B4-BE49-F238E27FC236}">
                <a16:creationId xmlns:a16="http://schemas.microsoft.com/office/drawing/2014/main" id="{9A9135CA-C3F8-4435-A06C-1351AF7B8020}"/>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857164FD-6B36-41B9-A870-B565AF68F648}"/>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6FB384B1-BFCC-4C54-B2F4-B95CFCBB3E2A}"/>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E531742A-E117-450B-9F8B-7B53A941DFC9}"/>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D8DA75DB-DD6A-4948-8391-7E5ED508ACFF}"/>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195BADCD-1B86-4BE6-AC5B-7EB95AEED5E7}"/>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B7BDADBB-6B13-4231-8EA8-2A4CC2E5D66A}"/>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9B673346-39BF-4C8F-BBE6-B716F9F9EE5F}"/>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7CC9212F-D678-4922-9FFF-A1076D4A5821}"/>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D3A4379F-25B1-4081-8355-B94431449E3A}"/>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EF9B4F23-D2C3-4322-AA66-930CB4F15E79}"/>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43F9C3B9-5E90-41EC-9476-D974CF52D688}"/>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248766E3-72C2-45E6-BAEF-0464D7AF7F5F}"/>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D19F1A36-42F3-47F0-B70C-BDD425A8B7AB}"/>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2285324B-CF32-4F1B-955B-02FC85F6C5D2}"/>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B85565D0-2A78-4BA7-916C-24A6ABC882C2}"/>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6D2C1968-5C8B-4C29-8121-954C7D6D02ED}"/>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D2B4368E-00A1-4F76-B19A-A22A12A14B8D}"/>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E86E8"/>
              </a:gs>
              <a:gs pos="100000">
                <a:srgbClr val="2E86E8">
                  <a:alpha val="0"/>
                </a:srgbClr>
              </a:gs>
            </a:gsLst>
            <a:lin ang="540000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5A427DBA-9878-4CA3-A780-39BDE32D52EA}"/>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E86E8">
                  <a:alpha val="45000"/>
                </a:srgbClr>
              </a:gs>
              <a:gs pos="100000">
                <a:srgbClr val="2E86E8">
                  <a:alpha val="0"/>
                </a:srgbClr>
              </a:gs>
            </a:gsLst>
            <a:lin ang="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6D6367DF-6D21-4FE3-8BC2-4AC680533365}"/>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1" name="">
            <a:extLst xmlns:a="http://schemas.openxmlformats.org/drawingml/2006/main">
              <a:ext uri="{FF2B5EF4-FFF2-40B4-BE49-F238E27FC236}">
                <a16:creationId xmlns:a16="http://schemas.microsoft.com/office/drawing/2014/main" id="{2D2B1547-E77A-4496-8E9F-13FC5C25DAC5}"/>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E86E8"/>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C9F55CDB-A321-4F86-953A-675265ECB61F}"/>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FB3E0D94-0ACD-43B8-9570-C9484DB9F597}"/>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E86E8">
                  <a:alpha val="26000"/>
                </a:srgbClr>
              </a:gs>
              <a:gs pos="45000">
                <a:srgbClr val="2E86E8">
                  <a:alpha val="10000"/>
                </a:srgbClr>
              </a:gs>
              <a:gs pos="100000">
                <a:srgbClr val="2E86E8">
                  <a:alpha val="0"/>
                </a:srgbClr>
              </a:gs>
            </a:gsLst>
            <a:path path="shape"/>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578054D2-86A3-437E-BF17-5BAA3F421134}"/>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E86E8"/>
              </a:gs>
              <a:gs pos="100000">
                <a:srgbClr val="174374"/>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02</a:t>
            </a:r>
          </a:p>
        </p:txBody>
      </p:sp>
      <p:sp>
        <p:nvSpPr>
          <p:cNvPr id="45" name="">
            <a:extLst xmlns:a="http://schemas.openxmlformats.org/drawingml/2006/main">
              <a:ext uri="{FF2B5EF4-FFF2-40B4-BE49-F238E27FC236}">
                <a16:creationId xmlns:a16="http://schemas.microsoft.com/office/drawing/2014/main" id="{1C86EE7C-FC69-4CAA-92EA-C98623984CA2}"/>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总体方案</a:t>
            </a:r>
          </a:p>
        </p:txBody>
      </p:sp>
      <p:sp>
        <p:nvSpPr>
          <p:cNvPr id="46" name="">
            <a:extLst xmlns:a="http://schemas.openxmlformats.org/drawingml/2006/main">
              <a:ext uri="{FF2B5EF4-FFF2-40B4-BE49-F238E27FC236}">
                <a16:creationId xmlns:a16="http://schemas.microsoft.com/office/drawing/2014/main" id="{9C291AE6-0D41-4D06-815F-0C5B26F05B6F}"/>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E86E8"/>
              </a:gs>
              <a:gs pos="100000">
                <a:srgbClr val="2E86E8">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E27634DE-F178-4867-B0E7-EFBFDB85A98F}"/>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系统总体框架</a:t>
            </a:r>
          </a:p>
        </p:txBody>
      </p:sp>
      <p:sp>
        <p:nvSpPr>
          <p:cNvPr id="48" name="">
            <a:extLst xmlns:a="http://schemas.openxmlformats.org/drawingml/2006/main">
              <a:ext uri="{FF2B5EF4-FFF2-40B4-BE49-F238E27FC236}">
                <a16:creationId xmlns:a16="http://schemas.microsoft.com/office/drawing/2014/main" id="{8726A944-C623-4E6F-B949-AF5C2ED9A06C}"/>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E86E8"/>
              </a:gs>
              <a:gs pos="100000">
                <a:srgbClr val="2E86E8">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5D3A124D-0910-4548-B375-D341387C81C1}"/>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DFCC3AFB-7896-4BC1-BDAD-FF8FBA5583BC}"/>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1B2F7C2E-59B7-4393-8697-1AB1FBBC0271}"/>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CE2FFE16-81FD-4882-A5E9-D97E241CB392}"/>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3" name="">
            <a:extLst xmlns:a="http://schemas.openxmlformats.org/drawingml/2006/main">
              <a:ext uri="{FF2B5EF4-FFF2-40B4-BE49-F238E27FC236}">
                <a16:creationId xmlns:a16="http://schemas.microsoft.com/office/drawing/2014/main" id="{BC27AF5A-E015-4F51-ADE7-43BBD79555A9}"/>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4" name="">
            <a:extLst xmlns:a="http://schemas.openxmlformats.org/drawingml/2006/main">
              <a:ext uri="{FF2B5EF4-FFF2-40B4-BE49-F238E27FC236}">
                <a16:creationId xmlns:a16="http://schemas.microsoft.com/office/drawing/2014/main" id="{3EFE47D4-353D-404A-A481-3323C14DA89B}"/>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5138BCE3-7596-40A2-9BCE-34B974C3462F}"/>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9D90CF84-FE84-4F35-8982-32E3F6AC0297}"/>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8AD55C43-4B9F-47B4-8EFD-BCD7CF4B96C6}"/>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22337870-9643-4644-B641-DCA3919DE2AC}"/>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0DBA5538-ED1C-42E0-89A8-48EA5ED15DC1}"/>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89E6085B-886C-4DD8-BA64-274CC5825041}"/>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3D9D30B1-6497-4730-A242-95EEBA5568E8}"/>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07FD01D4-588B-4883-9314-F82AD31667FE}"/>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一套 </a:t>
            </a:r>
            <a:r>
              <a:rPr sz="1238">
                <a:solidFill>
                  <a:srgbClr val="FFFFFF"/>
                </a:solidFill>
                <a:latin typeface="微软雅黑"/>
                <a:ea typeface="微软雅黑"/>
                <a:cs typeface="微软雅黑"/>
              </a:rPr>
              <a:t>MySQL </a:t>
            </a:r>
            <a:r>
              <a:rPr sz="1238">
                <a:solidFill>
                  <a:srgbClr val="FFFFFF"/>
                </a:solidFill>
                <a:latin typeface="微软雅黑"/>
                <a:ea typeface="微软雅黑"/>
                <a:cs typeface="微软雅黑"/>
              </a:rPr>
              <a:t>数据底座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规则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模型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人工三层分离，让系统边界清晰、结论可替换。</a:t>
            </a:r>
          </a:p>
        </p:txBody>
      </p:sp>
      <p:sp>
        <p:nvSpPr>
          <p:cNvPr id="63" name="">
            <a:extLst xmlns:a="http://schemas.openxmlformats.org/drawingml/2006/main">
              <a:ext uri="{FF2B5EF4-FFF2-40B4-BE49-F238E27FC236}">
                <a16:creationId xmlns:a16="http://schemas.microsoft.com/office/drawing/2014/main" id="{89D52512-DAAB-410D-A4A4-7D7DC3FEB327}"/>
              </a:ext>
            </a:extLst>
          </p:cNvPr>
          <p:cNvSpPr>
            <a:spLocks xmlns:a="http://schemas.openxmlformats.org/drawingml/2006/main" noGrp="1"/>
          </p:cNvSpPr>
          <p:nvPr/>
        </p:nvSpPr>
        <p:spPr>
          <a:xfrm xmlns:a="http://schemas.openxmlformats.org/drawingml/2006/main">
            <a:off x="285750" y="1333500"/>
            <a:ext cx="11620500" cy="838200"/>
          </a:xfrm>
          <a:prstGeom xmlns:a="http://schemas.openxmlformats.org/drawingml/2006/main" prst="roundRect">
            <a:avLst>
              <a:gd name="adj" fmla="val 10227"/>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64" name="">
            <a:extLst xmlns:a="http://schemas.openxmlformats.org/drawingml/2006/main">
              <a:ext uri="{FF2B5EF4-FFF2-40B4-BE49-F238E27FC236}">
                <a16:creationId xmlns:a16="http://schemas.microsoft.com/office/drawing/2014/main" id="{AEF5D7C1-F6A1-4E9D-8791-F2E41C3867D1}"/>
              </a:ext>
            </a:extLst>
          </p:cNvPr>
          <p:cNvSpPr>
            <a:spLocks xmlns:a="http://schemas.openxmlformats.org/drawingml/2006/main" noGrp="1"/>
          </p:cNvSpPr>
          <p:nvPr/>
        </p:nvSpPr>
        <p:spPr>
          <a:xfrm xmlns:a="http://schemas.openxmlformats.org/drawingml/2006/main">
            <a:off x="285750" y="1333500"/>
            <a:ext cx="47625" cy="83820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AFCB2511-D096-4DA5-AFE6-681BD25E7809}"/>
              </a:ext>
            </a:extLst>
          </p:cNvPr>
          <p:cNvSpPr>
            <a:spLocks xmlns:a="http://schemas.openxmlformats.org/drawingml/2006/main" noGrp="1"/>
          </p:cNvSpPr>
          <p:nvPr/>
        </p:nvSpPr>
        <p:spPr>
          <a:xfrm xmlns:a="http://schemas.openxmlformats.org/drawingml/2006/main">
            <a:off x="457200" y="1600200"/>
            <a:ext cx="1028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31C7F0"/>
                </a:solidFill>
                <a:latin typeface="微软雅黑"/>
                <a:ea typeface="微软雅黑"/>
                <a:cs typeface="微软雅黑"/>
              </a:defRPr>
            </a:pPr>
            <a:r>
              <a:rPr sz="1275" b="1">
                <a:solidFill>
                  <a:srgbClr val="31C7F0"/>
                </a:solidFill>
                <a:latin typeface="微软雅黑"/>
                <a:ea typeface="微软雅黑"/>
                <a:cs typeface="微软雅黑"/>
              </a:rPr>
              <a:t>应用层</a:t>
            </a:r>
          </a:p>
        </p:txBody>
      </p:sp>
      <p:sp>
        <p:nvSpPr>
          <p:cNvPr id="66" name="">
            <a:extLst xmlns:a="http://schemas.openxmlformats.org/drawingml/2006/main">
              <a:ext uri="{FF2B5EF4-FFF2-40B4-BE49-F238E27FC236}">
                <a16:creationId xmlns:a16="http://schemas.microsoft.com/office/drawing/2014/main" id="{6187C027-E832-4416-B2A8-2A7E21D33FEF}"/>
              </a:ext>
            </a:extLst>
          </p:cNvPr>
          <p:cNvSpPr>
            <a:spLocks xmlns:a="http://schemas.openxmlformats.org/drawingml/2006/main" noGrp="1"/>
          </p:cNvSpPr>
          <p:nvPr/>
        </p:nvSpPr>
        <p:spPr>
          <a:xfrm xmlns:a="http://schemas.openxmlformats.org/drawingml/2006/main">
            <a:off x="1600200" y="1466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67" name="">
            <a:extLst xmlns:a="http://schemas.openxmlformats.org/drawingml/2006/main">
              <a:ext uri="{FF2B5EF4-FFF2-40B4-BE49-F238E27FC236}">
                <a16:creationId xmlns:a16="http://schemas.microsoft.com/office/drawing/2014/main" id="{4A1EAD7C-0B8A-4DBA-B482-5375D19EAACC}"/>
              </a:ext>
            </a:extLst>
          </p:cNvPr>
          <p:cNvSpPr>
            <a:spLocks xmlns:a="http://schemas.openxmlformats.org/drawingml/2006/main" noGrp="1"/>
          </p:cNvSpPr>
          <p:nvPr/>
        </p:nvSpPr>
        <p:spPr>
          <a:xfrm xmlns:a="http://schemas.openxmlformats.org/drawingml/2006/main">
            <a:off x="1600200" y="146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个人系统</a:t>
            </a:r>
          </a:p>
        </p:txBody>
      </p:sp>
      <p:sp>
        <p:nvSpPr>
          <p:cNvPr id="68" name="">
            <a:extLst xmlns:a="http://schemas.openxmlformats.org/drawingml/2006/main">
              <a:ext uri="{FF2B5EF4-FFF2-40B4-BE49-F238E27FC236}">
                <a16:creationId xmlns:a16="http://schemas.microsoft.com/office/drawing/2014/main" id="{39C9B0F1-2C03-4751-B9DA-622C1C86473E}"/>
              </a:ext>
            </a:extLst>
          </p:cNvPr>
          <p:cNvSpPr>
            <a:spLocks xmlns:a="http://schemas.openxmlformats.org/drawingml/2006/main" noGrp="1"/>
          </p:cNvSpPr>
          <p:nvPr/>
        </p:nvSpPr>
        <p:spPr>
          <a:xfrm xmlns:a="http://schemas.openxmlformats.org/drawingml/2006/main">
            <a:off x="3638550" y="1466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69" name="">
            <a:extLst xmlns:a="http://schemas.openxmlformats.org/drawingml/2006/main">
              <a:ext uri="{FF2B5EF4-FFF2-40B4-BE49-F238E27FC236}">
                <a16:creationId xmlns:a16="http://schemas.microsoft.com/office/drawing/2014/main" id="{AF1A4731-A06B-427B-9D30-88879A333301}"/>
              </a:ext>
            </a:extLst>
          </p:cNvPr>
          <p:cNvSpPr>
            <a:spLocks xmlns:a="http://schemas.openxmlformats.org/drawingml/2006/main" noGrp="1"/>
          </p:cNvSpPr>
          <p:nvPr/>
        </p:nvSpPr>
        <p:spPr>
          <a:xfrm xmlns:a="http://schemas.openxmlformats.org/drawingml/2006/main">
            <a:off x="3638550" y="146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考试系统</a:t>
            </a:r>
          </a:p>
        </p:txBody>
      </p:sp>
      <p:sp>
        <p:nvSpPr>
          <p:cNvPr id="70" name="">
            <a:extLst xmlns:a="http://schemas.openxmlformats.org/drawingml/2006/main">
              <a:ext uri="{FF2B5EF4-FFF2-40B4-BE49-F238E27FC236}">
                <a16:creationId xmlns:a16="http://schemas.microsoft.com/office/drawing/2014/main" id="{A534D4C3-6828-42CC-9FFA-5BF65BC22996}"/>
              </a:ext>
            </a:extLst>
          </p:cNvPr>
          <p:cNvSpPr>
            <a:spLocks xmlns:a="http://schemas.openxmlformats.org/drawingml/2006/main" noGrp="1"/>
          </p:cNvSpPr>
          <p:nvPr/>
        </p:nvSpPr>
        <p:spPr>
          <a:xfrm xmlns:a="http://schemas.openxmlformats.org/drawingml/2006/main">
            <a:off x="5676900" y="1466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1" name="">
            <a:extLst xmlns:a="http://schemas.openxmlformats.org/drawingml/2006/main">
              <a:ext uri="{FF2B5EF4-FFF2-40B4-BE49-F238E27FC236}">
                <a16:creationId xmlns:a16="http://schemas.microsoft.com/office/drawing/2014/main" id="{ECF346FB-EA2F-46D1-BF14-C6194C2E85A6}"/>
              </a:ext>
            </a:extLst>
          </p:cNvPr>
          <p:cNvSpPr>
            <a:spLocks xmlns:a="http://schemas.openxmlformats.org/drawingml/2006/main" noGrp="1"/>
          </p:cNvSpPr>
          <p:nvPr/>
        </p:nvSpPr>
        <p:spPr>
          <a:xfrm xmlns:a="http://schemas.openxmlformats.org/drawingml/2006/main">
            <a:off x="5676900" y="146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老总管理板块</a:t>
            </a:r>
          </a:p>
        </p:txBody>
      </p:sp>
      <p:sp>
        <p:nvSpPr>
          <p:cNvPr id="72" name="">
            <a:extLst xmlns:a="http://schemas.openxmlformats.org/drawingml/2006/main">
              <a:ext uri="{FF2B5EF4-FFF2-40B4-BE49-F238E27FC236}">
                <a16:creationId xmlns:a16="http://schemas.microsoft.com/office/drawing/2014/main" id="{2E2E21C1-744C-496D-BF03-EF5D56E827F4}"/>
              </a:ext>
            </a:extLst>
          </p:cNvPr>
          <p:cNvSpPr>
            <a:spLocks xmlns:a="http://schemas.openxmlformats.org/drawingml/2006/main" noGrp="1"/>
          </p:cNvSpPr>
          <p:nvPr/>
        </p:nvSpPr>
        <p:spPr>
          <a:xfrm xmlns:a="http://schemas.openxmlformats.org/drawingml/2006/main">
            <a:off x="7715250" y="1466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3" name="">
            <a:extLst xmlns:a="http://schemas.openxmlformats.org/drawingml/2006/main">
              <a:ext uri="{FF2B5EF4-FFF2-40B4-BE49-F238E27FC236}">
                <a16:creationId xmlns:a16="http://schemas.microsoft.com/office/drawing/2014/main" id="{C5A609F2-B01B-4D62-8322-9E00F9E93DF9}"/>
              </a:ext>
            </a:extLst>
          </p:cNvPr>
          <p:cNvSpPr>
            <a:spLocks xmlns:a="http://schemas.openxmlformats.org/drawingml/2006/main" noGrp="1"/>
          </p:cNvSpPr>
          <p:nvPr/>
        </p:nvSpPr>
        <p:spPr>
          <a:xfrm xmlns:a="http://schemas.openxmlformats.org/drawingml/2006/main">
            <a:off x="7715250" y="146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管理员后台</a:t>
            </a:r>
          </a:p>
        </p:txBody>
      </p:sp>
      <p:sp>
        <p:nvSpPr>
          <p:cNvPr id="74" name="">
            <a:extLst xmlns:a="http://schemas.openxmlformats.org/drawingml/2006/main">
              <a:ext uri="{FF2B5EF4-FFF2-40B4-BE49-F238E27FC236}">
                <a16:creationId xmlns:a16="http://schemas.microsoft.com/office/drawing/2014/main" id="{ABB7A202-F511-42F2-A442-DBA2CCA6454E}"/>
              </a:ext>
            </a:extLst>
          </p:cNvPr>
          <p:cNvSpPr>
            <a:spLocks xmlns:a="http://schemas.openxmlformats.org/drawingml/2006/main" noGrp="1"/>
          </p:cNvSpPr>
          <p:nvPr/>
        </p:nvSpPr>
        <p:spPr>
          <a:xfrm xmlns:a="http://schemas.openxmlformats.org/drawingml/2006/main">
            <a:off x="1600200" y="1885950"/>
            <a:ext cx="9906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员工看短板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统一开考评卷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高层看缺口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管理员配规则</a:t>
            </a:r>
          </a:p>
        </p:txBody>
      </p:sp>
      <p:sp>
        <p:nvSpPr>
          <p:cNvPr id="75" name="">
            <a:extLst xmlns:a="http://schemas.openxmlformats.org/drawingml/2006/main">
              <a:ext uri="{FF2B5EF4-FFF2-40B4-BE49-F238E27FC236}">
                <a16:creationId xmlns:a16="http://schemas.microsoft.com/office/drawing/2014/main" id="{60150ED1-4F97-4F9B-92FE-055AACD87F40}"/>
              </a:ext>
            </a:extLst>
          </p:cNvPr>
          <p:cNvSpPr>
            <a:spLocks xmlns:a="http://schemas.openxmlformats.org/drawingml/2006/main" noGrp="1"/>
          </p:cNvSpPr>
          <p:nvPr/>
        </p:nvSpPr>
        <p:spPr>
          <a:xfrm xmlns:a="http://schemas.openxmlformats.org/drawingml/2006/main">
            <a:off x="285750" y="2286000"/>
            <a:ext cx="11620500" cy="838200"/>
          </a:xfrm>
          <a:prstGeom xmlns:a="http://schemas.openxmlformats.org/drawingml/2006/main" prst="roundRect">
            <a:avLst>
              <a:gd name="adj" fmla="val 10227"/>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76" name="">
            <a:extLst xmlns:a="http://schemas.openxmlformats.org/drawingml/2006/main">
              <a:ext uri="{FF2B5EF4-FFF2-40B4-BE49-F238E27FC236}">
                <a16:creationId xmlns:a16="http://schemas.microsoft.com/office/drawing/2014/main" id="{97019DBB-949E-4444-BB1F-6E3CC1D31BD7}"/>
              </a:ext>
            </a:extLst>
          </p:cNvPr>
          <p:cNvSpPr>
            <a:spLocks xmlns:a="http://schemas.openxmlformats.org/drawingml/2006/main" noGrp="1"/>
          </p:cNvSpPr>
          <p:nvPr/>
        </p:nvSpPr>
        <p:spPr>
          <a:xfrm xmlns:a="http://schemas.openxmlformats.org/drawingml/2006/main">
            <a:off x="285750" y="2286000"/>
            <a:ext cx="47625" cy="8382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3990E716-B1D4-45B0-B06C-2C924BC6EF2C}"/>
              </a:ext>
            </a:extLst>
          </p:cNvPr>
          <p:cNvSpPr>
            <a:spLocks xmlns:a="http://schemas.openxmlformats.org/drawingml/2006/main" noGrp="1"/>
          </p:cNvSpPr>
          <p:nvPr/>
        </p:nvSpPr>
        <p:spPr>
          <a:xfrm xmlns:a="http://schemas.openxmlformats.org/drawingml/2006/main">
            <a:off x="457200" y="2552700"/>
            <a:ext cx="1028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2E86E8"/>
                </a:solidFill>
                <a:latin typeface="微软雅黑"/>
                <a:ea typeface="微软雅黑"/>
                <a:cs typeface="微软雅黑"/>
              </a:defRPr>
            </a:pPr>
            <a:r>
              <a:rPr sz="1275" b="1">
                <a:solidFill>
                  <a:srgbClr val="2E86E8"/>
                </a:solidFill>
                <a:latin typeface="微软雅黑"/>
                <a:ea typeface="微软雅黑"/>
                <a:cs typeface="微软雅黑"/>
              </a:rPr>
              <a:t>智能层</a:t>
            </a:r>
          </a:p>
        </p:txBody>
      </p:sp>
      <p:sp>
        <p:nvSpPr>
          <p:cNvPr id="78" name="">
            <a:extLst xmlns:a="http://schemas.openxmlformats.org/drawingml/2006/main">
              <a:ext uri="{FF2B5EF4-FFF2-40B4-BE49-F238E27FC236}">
                <a16:creationId xmlns:a16="http://schemas.microsoft.com/office/drawing/2014/main" id="{E583A9CF-6E8D-4053-A717-2951483102AC}"/>
              </a:ext>
            </a:extLst>
          </p:cNvPr>
          <p:cNvSpPr>
            <a:spLocks xmlns:a="http://schemas.openxmlformats.org/drawingml/2006/main" noGrp="1"/>
          </p:cNvSpPr>
          <p:nvPr/>
        </p:nvSpPr>
        <p:spPr>
          <a:xfrm xmlns:a="http://schemas.openxmlformats.org/drawingml/2006/main">
            <a:off x="1600200" y="24193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9" name="">
            <a:extLst xmlns:a="http://schemas.openxmlformats.org/drawingml/2006/main">
              <a:ext uri="{FF2B5EF4-FFF2-40B4-BE49-F238E27FC236}">
                <a16:creationId xmlns:a16="http://schemas.microsoft.com/office/drawing/2014/main" id="{BC437127-E964-485C-9432-50B848F2B909}"/>
              </a:ext>
            </a:extLst>
          </p:cNvPr>
          <p:cNvSpPr>
            <a:spLocks xmlns:a="http://schemas.openxmlformats.org/drawingml/2006/main" noGrp="1"/>
          </p:cNvSpPr>
          <p:nvPr/>
        </p:nvSpPr>
        <p:spPr>
          <a:xfrm xmlns:a="http://schemas.openxmlformats.org/drawingml/2006/main">
            <a:off x="1600200" y="2419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规则引擎 </a:t>
            </a:r>
            <a:r>
              <a:rPr sz="938" b="1">
                <a:solidFill>
                  <a:srgbClr val="FFFFFF"/>
                </a:solidFill>
                <a:latin typeface="微软雅黑"/>
                <a:ea typeface="微软雅黑"/>
                <a:cs typeface="微软雅黑"/>
              </a:rPr>
              <a:t>RuleEngine</a:t>
            </a:r>
          </a:p>
        </p:txBody>
      </p:sp>
      <p:sp>
        <p:nvSpPr>
          <p:cNvPr id="80" name="">
            <a:extLst xmlns:a="http://schemas.openxmlformats.org/drawingml/2006/main">
              <a:ext uri="{FF2B5EF4-FFF2-40B4-BE49-F238E27FC236}">
                <a16:creationId xmlns:a16="http://schemas.microsoft.com/office/drawing/2014/main" id="{B6754D0C-3DAB-4C36-9F64-A89C82049095}"/>
              </a:ext>
            </a:extLst>
          </p:cNvPr>
          <p:cNvSpPr>
            <a:spLocks xmlns:a="http://schemas.openxmlformats.org/drawingml/2006/main" noGrp="1"/>
          </p:cNvSpPr>
          <p:nvPr/>
        </p:nvSpPr>
        <p:spPr>
          <a:xfrm xmlns:a="http://schemas.openxmlformats.org/drawingml/2006/main">
            <a:off x="3638550" y="24193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1" name="">
            <a:extLst xmlns:a="http://schemas.openxmlformats.org/drawingml/2006/main">
              <a:ext uri="{FF2B5EF4-FFF2-40B4-BE49-F238E27FC236}">
                <a16:creationId xmlns:a16="http://schemas.microsoft.com/office/drawing/2014/main" id="{52FB7400-AF45-45EF-8ACC-0ED30AB9145C}"/>
              </a:ext>
            </a:extLst>
          </p:cNvPr>
          <p:cNvSpPr>
            <a:spLocks xmlns:a="http://schemas.openxmlformats.org/drawingml/2006/main" noGrp="1"/>
          </p:cNvSpPr>
          <p:nvPr/>
        </p:nvSpPr>
        <p:spPr>
          <a:xfrm xmlns:a="http://schemas.openxmlformats.org/drawingml/2006/main">
            <a:off x="3638550" y="2419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三个 </a:t>
            </a:r>
            <a:r>
              <a:rPr sz="938" b="1">
                <a:solidFill>
                  <a:srgbClr val="FFFFFF"/>
                </a:solidFill>
                <a:latin typeface="微软雅黑"/>
                <a:ea typeface="微软雅黑"/>
                <a:cs typeface="微软雅黑"/>
              </a:rPr>
              <a:t>Agent </a:t>
            </a:r>
            <a:r>
              <a:rPr sz="938" b="1">
                <a:solidFill>
                  <a:srgbClr val="FFFFFF"/>
                </a:solidFill>
                <a:latin typeface="微软雅黑"/>
                <a:ea typeface="微软雅黑"/>
                <a:cs typeface="微软雅黑"/>
              </a:rPr>
              <a:t>接口桩</a:t>
            </a:r>
          </a:p>
        </p:txBody>
      </p:sp>
      <p:sp>
        <p:nvSpPr>
          <p:cNvPr id="82" name="">
            <a:extLst xmlns:a="http://schemas.openxmlformats.org/drawingml/2006/main">
              <a:ext uri="{FF2B5EF4-FFF2-40B4-BE49-F238E27FC236}">
                <a16:creationId xmlns:a16="http://schemas.microsoft.com/office/drawing/2014/main" id="{1DB9AEF6-C80F-46C2-8E43-3DD066304E35}"/>
              </a:ext>
            </a:extLst>
          </p:cNvPr>
          <p:cNvSpPr>
            <a:spLocks xmlns:a="http://schemas.openxmlformats.org/drawingml/2006/main" noGrp="1"/>
          </p:cNvSpPr>
          <p:nvPr/>
        </p:nvSpPr>
        <p:spPr>
          <a:xfrm xmlns:a="http://schemas.openxmlformats.org/drawingml/2006/main">
            <a:off x="5676900" y="24193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3" name="">
            <a:extLst xmlns:a="http://schemas.openxmlformats.org/drawingml/2006/main">
              <a:ext uri="{FF2B5EF4-FFF2-40B4-BE49-F238E27FC236}">
                <a16:creationId xmlns:a16="http://schemas.microsoft.com/office/drawing/2014/main" id="{5D0F746C-4126-483E-97C8-2AB91DC9FA5F}"/>
              </a:ext>
            </a:extLst>
          </p:cNvPr>
          <p:cNvSpPr>
            <a:spLocks xmlns:a="http://schemas.openxmlformats.org/drawingml/2006/main" noGrp="1"/>
          </p:cNvSpPr>
          <p:nvPr/>
        </p:nvSpPr>
        <p:spPr>
          <a:xfrm xmlns:a="http://schemas.openxmlformats.org/drawingml/2006/main">
            <a:off x="5676900" y="2419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source=rule → model</a:t>
            </a:r>
          </a:p>
        </p:txBody>
      </p:sp>
      <p:sp>
        <p:nvSpPr>
          <p:cNvPr id="84" name="">
            <a:extLst xmlns:a="http://schemas.openxmlformats.org/drawingml/2006/main">
              <a:ext uri="{FF2B5EF4-FFF2-40B4-BE49-F238E27FC236}">
                <a16:creationId xmlns:a16="http://schemas.microsoft.com/office/drawing/2014/main" id="{54E58925-E6A5-43D0-BE16-44A9E4F5AFEA}"/>
              </a:ext>
            </a:extLst>
          </p:cNvPr>
          <p:cNvSpPr>
            <a:spLocks xmlns:a="http://schemas.openxmlformats.org/drawingml/2006/main" noGrp="1"/>
          </p:cNvSpPr>
          <p:nvPr/>
        </p:nvSpPr>
        <p:spPr>
          <a:xfrm xmlns:a="http://schemas.openxmlformats.org/drawingml/2006/main">
            <a:off x="1600200" y="2838450"/>
            <a:ext cx="9906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只换 </a:t>
            </a:r>
            <a:r>
              <a:rPr sz="900" b="0">
                <a:solidFill>
                  <a:srgbClr val="9FC2E8"/>
                </a:solidFill>
                <a:latin typeface="微软雅黑"/>
                <a:ea typeface="微软雅黑"/>
                <a:cs typeface="微软雅黑"/>
              </a:rPr>
              <a:t>Service </a:t>
            </a:r>
            <a:r>
              <a:rPr sz="900" b="0">
                <a:solidFill>
                  <a:srgbClr val="9FC2E8"/>
                </a:solidFill>
                <a:latin typeface="微软雅黑"/>
                <a:ea typeface="微软雅黑"/>
                <a:cs typeface="微软雅黑"/>
              </a:rPr>
              <a:t>实现，</a:t>
            </a:r>
            <a:r>
              <a:rPr sz="900" b="0">
                <a:solidFill>
                  <a:srgbClr val="9FC2E8"/>
                </a:solidFill>
                <a:latin typeface="微软雅黑"/>
                <a:ea typeface="微软雅黑"/>
                <a:cs typeface="微软雅黑"/>
              </a:rPr>
              <a:t>Controller / DTO / </a:t>
            </a:r>
            <a:r>
              <a:rPr sz="900" b="0">
                <a:solidFill>
                  <a:srgbClr val="9FC2E8"/>
                </a:solidFill>
                <a:latin typeface="微软雅黑"/>
                <a:ea typeface="微软雅黑"/>
                <a:cs typeface="微软雅黑"/>
              </a:rPr>
              <a:t>接口路径与前端全部不动</a:t>
            </a:r>
          </a:p>
        </p:txBody>
      </p:sp>
      <p:sp>
        <p:nvSpPr>
          <p:cNvPr id="85" name="">
            <a:extLst xmlns:a="http://schemas.openxmlformats.org/drawingml/2006/main">
              <a:ext uri="{FF2B5EF4-FFF2-40B4-BE49-F238E27FC236}">
                <a16:creationId xmlns:a16="http://schemas.microsoft.com/office/drawing/2014/main" id="{02D54DC0-BA87-4B12-B857-414860AD6D4F}"/>
              </a:ext>
            </a:extLst>
          </p:cNvPr>
          <p:cNvSpPr>
            <a:spLocks xmlns:a="http://schemas.openxmlformats.org/drawingml/2006/main" noGrp="1"/>
          </p:cNvSpPr>
          <p:nvPr/>
        </p:nvSpPr>
        <p:spPr>
          <a:xfrm xmlns:a="http://schemas.openxmlformats.org/drawingml/2006/main">
            <a:off x="285750" y="3238500"/>
            <a:ext cx="11620500" cy="838200"/>
          </a:xfrm>
          <a:prstGeom xmlns:a="http://schemas.openxmlformats.org/drawingml/2006/main" prst="roundRect">
            <a:avLst>
              <a:gd name="adj" fmla="val 10227"/>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86" name="">
            <a:extLst xmlns:a="http://schemas.openxmlformats.org/drawingml/2006/main">
              <a:ext uri="{FF2B5EF4-FFF2-40B4-BE49-F238E27FC236}">
                <a16:creationId xmlns:a16="http://schemas.microsoft.com/office/drawing/2014/main" id="{876DF29E-DAA9-4200-8465-85B45F20ED43}"/>
              </a:ext>
            </a:extLst>
          </p:cNvPr>
          <p:cNvSpPr>
            <a:spLocks xmlns:a="http://schemas.openxmlformats.org/drawingml/2006/main" noGrp="1"/>
          </p:cNvSpPr>
          <p:nvPr/>
        </p:nvSpPr>
        <p:spPr>
          <a:xfrm xmlns:a="http://schemas.openxmlformats.org/drawingml/2006/main">
            <a:off x="285750" y="3238500"/>
            <a:ext cx="47625" cy="838200"/>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B272889B-C3E9-43C1-BB4E-1CA962689BE5}"/>
              </a:ext>
            </a:extLst>
          </p:cNvPr>
          <p:cNvSpPr>
            <a:spLocks xmlns:a="http://schemas.openxmlformats.org/drawingml/2006/main" noGrp="1"/>
          </p:cNvSpPr>
          <p:nvPr/>
        </p:nvSpPr>
        <p:spPr>
          <a:xfrm xmlns:a="http://schemas.openxmlformats.org/drawingml/2006/main">
            <a:off x="457200" y="3505200"/>
            <a:ext cx="1028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3FD08A"/>
                </a:solidFill>
                <a:latin typeface="微软雅黑"/>
                <a:ea typeface="微软雅黑"/>
                <a:cs typeface="微软雅黑"/>
              </a:defRPr>
            </a:pPr>
            <a:r>
              <a:rPr sz="1275" b="1">
                <a:solidFill>
                  <a:srgbClr val="3FD08A"/>
                </a:solidFill>
                <a:latin typeface="微软雅黑"/>
                <a:ea typeface="微软雅黑"/>
                <a:cs typeface="微软雅黑"/>
              </a:rPr>
              <a:t>数据层</a:t>
            </a:r>
          </a:p>
        </p:txBody>
      </p:sp>
      <p:sp>
        <p:nvSpPr>
          <p:cNvPr id="88" name="">
            <a:extLst xmlns:a="http://schemas.openxmlformats.org/drawingml/2006/main">
              <a:ext uri="{FF2B5EF4-FFF2-40B4-BE49-F238E27FC236}">
                <a16:creationId xmlns:a16="http://schemas.microsoft.com/office/drawing/2014/main" id="{4D33D338-AAFF-40CF-BE1E-A4B5F07A460C}"/>
              </a:ext>
            </a:extLst>
          </p:cNvPr>
          <p:cNvSpPr>
            <a:spLocks xmlns:a="http://schemas.openxmlformats.org/drawingml/2006/main" noGrp="1"/>
          </p:cNvSpPr>
          <p:nvPr/>
        </p:nvSpPr>
        <p:spPr>
          <a:xfrm xmlns:a="http://schemas.openxmlformats.org/drawingml/2006/main">
            <a:off x="1600200" y="3371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9" name="">
            <a:extLst xmlns:a="http://schemas.openxmlformats.org/drawingml/2006/main">
              <a:ext uri="{FF2B5EF4-FFF2-40B4-BE49-F238E27FC236}">
                <a16:creationId xmlns:a16="http://schemas.microsoft.com/office/drawing/2014/main" id="{1CC11E27-7D09-4E69-8899-5D10EF8A1EAD}"/>
              </a:ext>
            </a:extLst>
          </p:cNvPr>
          <p:cNvSpPr>
            <a:spLocks xmlns:a="http://schemas.openxmlformats.org/drawingml/2006/main" noGrp="1"/>
          </p:cNvSpPr>
          <p:nvPr/>
        </p:nvSpPr>
        <p:spPr>
          <a:xfrm xmlns:a="http://schemas.openxmlformats.org/drawingml/2006/main">
            <a:off x="1600200" y="3371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MySQL 8 </a:t>
            </a:r>
            <a:r>
              <a:rPr sz="938" b="1">
                <a:solidFill>
                  <a:srgbClr val="FFFFFF"/>
                </a:solidFill>
                <a:latin typeface="微软雅黑"/>
                <a:ea typeface="微软雅黑"/>
                <a:cs typeface="微软雅黑"/>
              </a:rPr>
              <a:t>一套库</a:t>
            </a:r>
          </a:p>
        </p:txBody>
      </p:sp>
      <p:sp>
        <p:nvSpPr>
          <p:cNvPr id="90" name="">
            <a:extLst xmlns:a="http://schemas.openxmlformats.org/drawingml/2006/main">
              <a:ext uri="{FF2B5EF4-FFF2-40B4-BE49-F238E27FC236}">
                <a16:creationId xmlns:a16="http://schemas.microsoft.com/office/drawing/2014/main" id="{7FB731AD-61BD-4EAB-A66A-49BD370E531F}"/>
              </a:ext>
            </a:extLst>
          </p:cNvPr>
          <p:cNvSpPr>
            <a:spLocks xmlns:a="http://schemas.openxmlformats.org/drawingml/2006/main" noGrp="1"/>
          </p:cNvSpPr>
          <p:nvPr/>
        </p:nvSpPr>
        <p:spPr>
          <a:xfrm xmlns:a="http://schemas.openxmlformats.org/drawingml/2006/main">
            <a:off x="3638550" y="3371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91" name="">
            <a:extLst xmlns:a="http://schemas.openxmlformats.org/drawingml/2006/main">
              <a:ext uri="{FF2B5EF4-FFF2-40B4-BE49-F238E27FC236}">
                <a16:creationId xmlns:a16="http://schemas.microsoft.com/office/drawing/2014/main" id="{8FDDC814-760F-4ABE-9BDA-919F557ADB62}"/>
              </a:ext>
            </a:extLst>
          </p:cNvPr>
          <p:cNvSpPr>
            <a:spLocks xmlns:a="http://schemas.openxmlformats.org/drawingml/2006/main" noGrp="1"/>
          </p:cNvSpPr>
          <p:nvPr/>
        </p:nvSpPr>
        <p:spPr>
          <a:xfrm xmlns:a="http://schemas.openxmlformats.org/drawingml/2006/main">
            <a:off x="3638550" y="3371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53 </a:t>
            </a:r>
            <a:r>
              <a:rPr sz="938" b="1">
                <a:solidFill>
                  <a:srgbClr val="FFFFFF"/>
                </a:solidFill>
                <a:latin typeface="微软雅黑"/>
                <a:ea typeface="微软雅黑"/>
                <a:cs typeface="微软雅黑"/>
              </a:rPr>
              <a:t>张表 </a:t>
            </a:r>
            <a:r>
              <a:rPr sz="938" b="1">
                <a:solidFill>
                  <a:srgbClr val="FFFFFF"/>
                </a:solidFill>
                <a:latin typeface="微软雅黑"/>
                <a:ea typeface="微软雅黑"/>
                <a:cs typeface="微软雅黑"/>
              </a:rPr>
              <a:t>/ 7 </a:t>
            </a:r>
            <a:r>
              <a:rPr sz="938" b="1">
                <a:solidFill>
                  <a:srgbClr val="FFFFFF"/>
                </a:solidFill>
                <a:latin typeface="微软雅黑"/>
                <a:ea typeface="微软雅黑"/>
                <a:cs typeface="微软雅黑"/>
              </a:rPr>
              <a:t>组</a:t>
            </a:r>
          </a:p>
        </p:txBody>
      </p:sp>
      <p:sp>
        <p:nvSpPr>
          <p:cNvPr id="92" name="">
            <a:extLst xmlns:a="http://schemas.openxmlformats.org/drawingml/2006/main">
              <a:ext uri="{FF2B5EF4-FFF2-40B4-BE49-F238E27FC236}">
                <a16:creationId xmlns:a16="http://schemas.microsoft.com/office/drawing/2014/main" id="{11378BD1-627E-4D77-87F7-FA0431F79F46}"/>
              </a:ext>
            </a:extLst>
          </p:cNvPr>
          <p:cNvSpPr>
            <a:spLocks xmlns:a="http://schemas.openxmlformats.org/drawingml/2006/main" noGrp="1"/>
          </p:cNvSpPr>
          <p:nvPr/>
        </p:nvSpPr>
        <p:spPr>
          <a:xfrm xmlns:a="http://schemas.openxmlformats.org/drawingml/2006/main">
            <a:off x="5676900" y="3371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93" name="">
            <a:extLst xmlns:a="http://schemas.openxmlformats.org/drawingml/2006/main">
              <a:ext uri="{FF2B5EF4-FFF2-40B4-BE49-F238E27FC236}">
                <a16:creationId xmlns:a16="http://schemas.microsoft.com/office/drawing/2014/main" id="{3C423CBC-7966-4C8D-A4A8-62332899C5BD}"/>
              </a:ext>
            </a:extLst>
          </p:cNvPr>
          <p:cNvSpPr>
            <a:spLocks xmlns:a="http://schemas.openxmlformats.org/drawingml/2006/main" noGrp="1"/>
          </p:cNvSpPr>
          <p:nvPr/>
        </p:nvSpPr>
        <p:spPr>
          <a:xfrm xmlns:a="http://schemas.openxmlformats.org/drawingml/2006/main">
            <a:off x="5676900" y="3371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主数据 </a:t>
            </a:r>
            <a:r>
              <a:rPr sz="938" b="1">
                <a:solidFill>
                  <a:srgbClr val="FFFFFF"/>
                </a:solidFill>
                <a:latin typeface="微软雅黑"/>
                <a:ea typeface="微软雅黑"/>
                <a:cs typeface="微软雅黑"/>
              </a:rPr>
              <a:t>· </a:t>
            </a:r>
            <a:r>
              <a:rPr sz="938" b="1">
                <a:solidFill>
                  <a:srgbClr val="FFFFFF"/>
                </a:solidFill>
                <a:latin typeface="微软雅黑"/>
                <a:ea typeface="微软雅黑"/>
                <a:cs typeface="微软雅黑"/>
              </a:rPr>
              <a:t>业务 </a:t>
            </a:r>
            <a:r>
              <a:rPr sz="938" b="1">
                <a:solidFill>
                  <a:srgbClr val="FFFFFF"/>
                </a:solidFill>
                <a:latin typeface="微软雅黑"/>
                <a:ea typeface="微软雅黑"/>
                <a:cs typeface="微软雅黑"/>
              </a:rPr>
              <a:t>· Agent </a:t>
            </a:r>
            <a:r>
              <a:rPr sz="938" b="1">
                <a:solidFill>
                  <a:srgbClr val="FFFFFF"/>
                </a:solidFill>
                <a:latin typeface="微软雅黑"/>
                <a:ea typeface="微软雅黑"/>
                <a:cs typeface="微软雅黑"/>
              </a:rPr>
              <a:t>结论 </a:t>
            </a:r>
            <a:r>
              <a:rPr sz="938" b="1">
                <a:solidFill>
                  <a:srgbClr val="FFFFFF"/>
                </a:solidFill>
                <a:latin typeface="微软雅黑"/>
                <a:ea typeface="微软雅黑"/>
                <a:cs typeface="微软雅黑"/>
              </a:rPr>
              <a:t>· </a:t>
            </a:r>
            <a:r>
              <a:rPr sz="938" b="1">
                <a:solidFill>
                  <a:srgbClr val="FFFFFF"/>
                </a:solidFill>
                <a:latin typeface="微软雅黑"/>
                <a:ea typeface="微软雅黑"/>
                <a:cs typeface="微软雅黑"/>
              </a:rPr>
              <a:t>审计</a:t>
            </a:r>
          </a:p>
        </p:txBody>
      </p:sp>
      <p:sp>
        <p:nvSpPr>
          <p:cNvPr id="94" name="">
            <a:extLst xmlns:a="http://schemas.openxmlformats.org/drawingml/2006/main">
              <a:ext uri="{FF2B5EF4-FFF2-40B4-BE49-F238E27FC236}">
                <a16:creationId xmlns:a16="http://schemas.microsoft.com/office/drawing/2014/main" id="{5ABD3134-2262-4B42-B8F1-14262C00C56D}"/>
              </a:ext>
            </a:extLst>
          </p:cNvPr>
          <p:cNvSpPr>
            <a:spLocks xmlns:a="http://schemas.openxmlformats.org/drawingml/2006/main" noGrp="1"/>
          </p:cNvSpPr>
          <p:nvPr/>
        </p:nvSpPr>
        <p:spPr>
          <a:xfrm xmlns:a="http://schemas.openxmlformats.org/drawingml/2006/main">
            <a:off x="1600200" y="3790950"/>
            <a:ext cx="9906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规则与结论全部落库，改规则只动数据库，不碰代码</a:t>
            </a:r>
          </a:p>
        </p:txBody>
      </p:sp>
      <p:sp>
        <p:nvSpPr>
          <p:cNvPr id="95" name="">
            <a:extLst xmlns:a="http://schemas.openxmlformats.org/drawingml/2006/main">
              <a:ext uri="{FF2B5EF4-FFF2-40B4-BE49-F238E27FC236}">
                <a16:creationId xmlns:a16="http://schemas.microsoft.com/office/drawing/2014/main" id="{BBB3EB1F-5F8C-4507-ACF1-12CBC6F2B2E2}"/>
              </a:ext>
            </a:extLst>
          </p:cNvPr>
          <p:cNvSpPr>
            <a:spLocks xmlns:a="http://schemas.openxmlformats.org/drawingml/2006/main" noGrp="1"/>
          </p:cNvSpPr>
          <p:nvPr/>
        </p:nvSpPr>
        <p:spPr>
          <a:xfrm xmlns:a="http://schemas.openxmlformats.org/drawingml/2006/main">
            <a:off x="285750" y="4191000"/>
            <a:ext cx="11620500" cy="838200"/>
          </a:xfrm>
          <a:prstGeom xmlns:a="http://schemas.openxmlformats.org/drawingml/2006/main" prst="roundRect">
            <a:avLst>
              <a:gd name="adj" fmla="val 10227"/>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96" name="">
            <a:extLst xmlns:a="http://schemas.openxmlformats.org/drawingml/2006/main">
              <a:ext uri="{FF2B5EF4-FFF2-40B4-BE49-F238E27FC236}">
                <a16:creationId xmlns:a16="http://schemas.microsoft.com/office/drawing/2014/main" id="{0DCBC85B-36BA-47F3-8AE3-FC9048CB599C}"/>
              </a:ext>
            </a:extLst>
          </p:cNvPr>
          <p:cNvSpPr>
            <a:spLocks xmlns:a="http://schemas.openxmlformats.org/drawingml/2006/main" noGrp="1"/>
          </p:cNvSpPr>
          <p:nvPr/>
        </p:nvSpPr>
        <p:spPr>
          <a:xfrm xmlns:a="http://schemas.openxmlformats.org/drawingml/2006/main">
            <a:off x="285750" y="4191000"/>
            <a:ext cx="47625" cy="8382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68E6B181-B376-4A29-BA09-1AEC00B30427}"/>
              </a:ext>
            </a:extLst>
          </p:cNvPr>
          <p:cNvSpPr>
            <a:spLocks xmlns:a="http://schemas.openxmlformats.org/drawingml/2006/main" noGrp="1"/>
          </p:cNvSpPr>
          <p:nvPr/>
        </p:nvSpPr>
        <p:spPr>
          <a:xfrm xmlns:a="http://schemas.openxmlformats.org/drawingml/2006/main">
            <a:off x="457200" y="4457700"/>
            <a:ext cx="1028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5C33B"/>
                </a:solidFill>
                <a:latin typeface="微软雅黑"/>
                <a:ea typeface="微软雅黑"/>
                <a:cs typeface="微软雅黑"/>
              </a:defRPr>
            </a:pPr>
            <a:r>
              <a:rPr sz="1275" b="1">
                <a:solidFill>
                  <a:srgbClr val="F5C33B"/>
                </a:solidFill>
                <a:latin typeface="微软雅黑"/>
                <a:ea typeface="微软雅黑"/>
                <a:cs typeface="微软雅黑"/>
              </a:rPr>
              <a:t>留痕层</a:t>
            </a:r>
          </a:p>
        </p:txBody>
      </p:sp>
      <p:sp>
        <p:nvSpPr>
          <p:cNvPr id="98" name="">
            <a:extLst xmlns:a="http://schemas.openxmlformats.org/drawingml/2006/main">
              <a:ext uri="{FF2B5EF4-FFF2-40B4-BE49-F238E27FC236}">
                <a16:creationId xmlns:a16="http://schemas.microsoft.com/office/drawing/2014/main" id="{A06EBED0-8B4B-4419-AE49-D87F96463B46}"/>
              </a:ext>
            </a:extLst>
          </p:cNvPr>
          <p:cNvSpPr>
            <a:spLocks xmlns:a="http://schemas.openxmlformats.org/drawingml/2006/main" noGrp="1"/>
          </p:cNvSpPr>
          <p:nvPr/>
        </p:nvSpPr>
        <p:spPr>
          <a:xfrm xmlns:a="http://schemas.openxmlformats.org/drawingml/2006/main">
            <a:off x="1600200" y="43243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99" name="">
            <a:extLst xmlns:a="http://schemas.openxmlformats.org/drawingml/2006/main">
              <a:ext uri="{FF2B5EF4-FFF2-40B4-BE49-F238E27FC236}">
                <a16:creationId xmlns:a16="http://schemas.microsoft.com/office/drawing/2014/main" id="{F7C2849D-74D6-42C7-B7B8-2DE72720E0FE}"/>
              </a:ext>
            </a:extLst>
          </p:cNvPr>
          <p:cNvSpPr>
            <a:spLocks xmlns:a="http://schemas.openxmlformats.org/drawingml/2006/main" noGrp="1"/>
          </p:cNvSpPr>
          <p:nvPr/>
        </p:nvSpPr>
        <p:spPr>
          <a:xfrm xmlns:a="http://schemas.openxmlformats.org/drawingml/2006/main">
            <a:off x="1600200" y="4324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rule_result </a:t>
            </a:r>
            <a:r>
              <a:rPr sz="938" b="1">
                <a:solidFill>
                  <a:srgbClr val="FFFFFF"/>
                </a:solidFill>
                <a:latin typeface="微软雅黑"/>
                <a:ea typeface="微软雅黑"/>
                <a:cs typeface="微软雅黑"/>
              </a:rPr>
              <a:t>执行留痕</a:t>
            </a:r>
          </a:p>
        </p:txBody>
      </p:sp>
      <p:sp>
        <p:nvSpPr>
          <p:cNvPr id="100" name="">
            <a:extLst xmlns:a="http://schemas.openxmlformats.org/drawingml/2006/main">
              <a:ext uri="{FF2B5EF4-FFF2-40B4-BE49-F238E27FC236}">
                <a16:creationId xmlns:a16="http://schemas.microsoft.com/office/drawing/2014/main" id="{73D72455-0BDA-4EB5-8CF9-8492A948C1D0}"/>
              </a:ext>
            </a:extLst>
          </p:cNvPr>
          <p:cNvSpPr>
            <a:spLocks xmlns:a="http://schemas.openxmlformats.org/drawingml/2006/main" noGrp="1"/>
          </p:cNvSpPr>
          <p:nvPr/>
        </p:nvSpPr>
        <p:spPr>
          <a:xfrm xmlns:a="http://schemas.openxmlformats.org/drawingml/2006/main">
            <a:off x="3638550" y="43243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101" name="">
            <a:extLst xmlns:a="http://schemas.openxmlformats.org/drawingml/2006/main">
              <a:ext uri="{FF2B5EF4-FFF2-40B4-BE49-F238E27FC236}">
                <a16:creationId xmlns:a16="http://schemas.microsoft.com/office/drawing/2014/main" id="{D749494A-800C-40B3-B16B-7CB34DB36615}"/>
              </a:ext>
            </a:extLst>
          </p:cNvPr>
          <p:cNvSpPr>
            <a:spLocks xmlns:a="http://schemas.openxmlformats.org/drawingml/2006/main" noGrp="1"/>
          </p:cNvSpPr>
          <p:nvPr/>
        </p:nvSpPr>
        <p:spPr>
          <a:xfrm xmlns:a="http://schemas.openxmlformats.org/drawingml/2006/main">
            <a:off x="3638550" y="4324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agent_suggestion </a:t>
            </a:r>
            <a:r>
              <a:rPr sz="938" b="1">
                <a:solidFill>
                  <a:srgbClr val="FFFFFF"/>
                </a:solidFill>
                <a:latin typeface="微软雅黑"/>
                <a:ea typeface="微软雅黑"/>
                <a:cs typeface="微软雅黑"/>
              </a:rPr>
              <a:t>建议</a:t>
            </a:r>
          </a:p>
        </p:txBody>
      </p:sp>
      <p:sp>
        <p:nvSpPr>
          <p:cNvPr id="102" name="">
            <a:extLst xmlns:a="http://schemas.openxmlformats.org/drawingml/2006/main">
              <a:ext uri="{FF2B5EF4-FFF2-40B4-BE49-F238E27FC236}">
                <a16:creationId xmlns:a16="http://schemas.microsoft.com/office/drawing/2014/main" id="{3C5827E7-E2B8-43C8-A729-33EBD150F90B}"/>
              </a:ext>
            </a:extLst>
          </p:cNvPr>
          <p:cNvSpPr>
            <a:spLocks xmlns:a="http://schemas.openxmlformats.org/drawingml/2006/main" noGrp="1"/>
          </p:cNvSpPr>
          <p:nvPr/>
        </p:nvSpPr>
        <p:spPr>
          <a:xfrm xmlns:a="http://schemas.openxmlformats.org/drawingml/2006/main">
            <a:off x="5676900" y="43243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103" name="">
            <a:extLst xmlns:a="http://schemas.openxmlformats.org/drawingml/2006/main">
              <a:ext uri="{FF2B5EF4-FFF2-40B4-BE49-F238E27FC236}">
                <a16:creationId xmlns:a16="http://schemas.microsoft.com/office/drawing/2014/main" id="{01F9CC87-00B2-4F27-8D68-024A2747D338}"/>
              </a:ext>
            </a:extLst>
          </p:cNvPr>
          <p:cNvSpPr>
            <a:spLocks xmlns:a="http://schemas.openxmlformats.org/drawingml/2006/main" noGrp="1"/>
          </p:cNvSpPr>
          <p:nvPr/>
        </p:nvSpPr>
        <p:spPr>
          <a:xfrm xmlns:a="http://schemas.openxmlformats.org/drawingml/2006/main">
            <a:off x="5676900" y="4324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decision_log </a:t>
            </a:r>
            <a:r>
              <a:rPr sz="938" b="1">
                <a:solidFill>
                  <a:srgbClr val="FFFFFF"/>
                </a:solidFill>
                <a:latin typeface="微软雅黑"/>
                <a:ea typeface="微软雅黑"/>
                <a:cs typeface="微软雅黑"/>
              </a:rPr>
              <a:t>人工决定</a:t>
            </a:r>
          </a:p>
        </p:txBody>
      </p:sp>
      <p:sp>
        <p:nvSpPr>
          <p:cNvPr id="104" name="">
            <a:extLst xmlns:a="http://schemas.openxmlformats.org/drawingml/2006/main">
              <a:ext uri="{FF2B5EF4-FFF2-40B4-BE49-F238E27FC236}">
                <a16:creationId xmlns:a16="http://schemas.microsoft.com/office/drawing/2014/main" id="{991B0224-7CAA-4902-9945-903D19970750}"/>
              </a:ext>
            </a:extLst>
          </p:cNvPr>
          <p:cNvSpPr>
            <a:spLocks xmlns:a="http://schemas.openxmlformats.org/drawingml/2006/main" noGrp="1"/>
          </p:cNvSpPr>
          <p:nvPr/>
        </p:nvSpPr>
        <p:spPr>
          <a:xfrm xmlns:a="http://schemas.openxmlformats.org/drawingml/2006/main">
            <a:off x="1600200" y="4743450"/>
            <a:ext cx="9906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一次归因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一个 </a:t>
            </a:r>
            <a:r>
              <a:rPr sz="900" b="0">
                <a:solidFill>
                  <a:srgbClr val="9FC2E8"/>
                </a:solidFill>
                <a:latin typeface="微软雅黑"/>
                <a:ea typeface="微软雅黑"/>
                <a:cs typeface="微软雅黑"/>
              </a:rPr>
              <a:t>run_id</a:t>
            </a:r>
            <a:r>
              <a:rPr sz="900" b="0">
                <a:solidFill>
                  <a:srgbClr val="9FC2E8"/>
                </a:solidFill>
                <a:latin typeface="微软雅黑"/>
                <a:ea typeface="微软雅黑"/>
                <a:cs typeface="微软雅黑"/>
              </a:rPr>
              <a:t>，三张表串成完整证据链</a:t>
            </a:r>
          </a:p>
        </p:txBody>
      </p:sp>
      <p:sp>
        <p:nvSpPr>
          <p:cNvPr id="105" name="">
            <a:extLst xmlns:a="http://schemas.openxmlformats.org/drawingml/2006/main">
              <a:ext uri="{FF2B5EF4-FFF2-40B4-BE49-F238E27FC236}">
                <a16:creationId xmlns:a16="http://schemas.microsoft.com/office/drawing/2014/main" id="{9DF156B0-333D-493C-A11C-6200D225FB84}"/>
              </a:ext>
            </a:extLst>
          </p:cNvPr>
          <p:cNvSpPr>
            <a:spLocks xmlns:a="http://schemas.openxmlformats.org/drawingml/2006/main" noGrp="1"/>
          </p:cNvSpPr>
          <p:nvPr/>
        </p:nvSpPr>
        <p:spPr>
          <a:xfrm xmlns:a="http://schemas.openxmlformats.org/drawingml/2006/main">
            <a:off x="285750" y="5143500"/>
            <a:ext cx="11620500" cy="838200"/>
          </a:xfrm>
          <a:prstGeom xmlns:a="http://schemas.openxmlformats.org/drawingml/2006/main" prst="roundRect">
            <a:avLst>
              <a:gd name="adj" fmla="val 10227"/>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106" name="">
            <a:extLst xmlns:a="http://schemas.openxmlformats.org/drawingml/2006/main">
              <a:ext uri="{FF2B5EF4-FFF2-40B4-BE49-F238E27FC236}">
                <a16:creationId xmlns:a16="http://schemas.microsoft.com/office/drawing/2014/main" id="{799E411B-9986-483B-BB50-5DF46FC5005E}"/>
              </a:ext>
            </a:extLst>
          </p:cNvPr>
          <p:cNvSpPr>
            <a:spLocks xmlns:a="http://schemas.openxmlformats.org/drawingml/2006/main" noGrp="1"/>
          </p:cNvSpPr>
          <p:nvPr/>
        </p:nvSpPr>
        <p:spPr>
          <a:xfrm xmlns:a="http://schemas.openxmlformats.org/drawingml/2006/main">
            <a:off x="285750" y="5143500"/>
            <a:ext cx="47625" cy="838200"/>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107" name="">
            <a:extLst xmlns:a="http://schemas.openxmlformats.org/drawingml/2006/main">
              <a:ext uri="{FF2B5EF4-FFF2-40B4-BE49-F238E27FC236}">
                <a16:creationId xmlns:a16="http://schemas.microsoft.com/office/drawing/2014/main" id="{5BA6EE20-01B5-4AA8-9F0C-F52B9EBF3852}"/>
              </a:ext>
            </a:extLst>
          </p:cNvPr>
          <p:cNvSpPr>
            <a:spLocks xmlns:a="http://schemas.openxmlformats.org/drawingml/2006/main" noGrp="1"/>
          </p:cNvSpPr>
          <p:nvPr/>
        </p:nvSpPr>
        <p:spPr>
          <a:xfrm xmlns:a="http://schemas.openxmlformats.org/drawingml/2006/main">
            <a:off x="457200" y="5410200"/>
            <a:ext cx="1028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9B8CFF"/>
                </a:solidFill>
                <a:latin typeface="微软雅黑"/>
                <a:ea typeface="微软雅黑"/>
                <a:cs typeface="微软雅黑"/>
              </a:defRPr>
            </a:pPr>
            <a:r>
              <a:rPr sz="1275" b="1">
                <a:solidFill>
                  <a:srgbClr val="9B8CFF"/>
                </a:solidFill>
                <a:latin typeface="微软雅黑"/>
                <a:ea typeface="微软雅黑"/>
                <a:cs typeface="微软雅黑"/>
              </a:rPr>
              <a:t>部署层</a:t>
            </a:r>
          </a:p>
        </p:txBody>
      </p:sp>
      <p:sp>
        <p:nvSpPr>
          <p:cNvPr id="108" name="">
            <a:extLst xmlns:a="http://schemas.openxmlformats.org/drawingml/2006/main">
              <a:ext uri="{FF2B5EF4-FFF2-40B4-BE49-F238E27FC236}">
                <a16:creationId xmlns:a16="http://schemas.microsoft.com/office/drawing/2014/main" id="{944E9F41-2FC7-4B5F-B47D-4C5ACB3BC4E4}"/>
              </a:ext>
            </a:extLst>
          </p:cNvPr>
          <p:cNvSpPr>
            <a:spLocks xmlns:a="http://schemas.openxmlformats.org/drawingml/2006/main" noGrp="1"/>
          </p:cNvSpPr>
          <p:nvPr/>
        </p:nvSpPr>
        <p:spPr>
          <a:xfrm xmlns:a="http://schemas.openxmlformats.org/drawingml/2006/main">
            <a:off x="1600200" y="5276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109" name="">
            <a:extLst xmlns:a="http://schemas.openxmlformats.org/drawingml/2006/main">
              <a:ext uri="{FF2B5EF4-FFF2-40B4-BE49-F238E27FC236}">
                <a16:creationId xmlns:a16="http://schemas.microsoft.com/office/drawing/2014/main" id="{9D0FD45D-C23E-4ECC-88C6-D6CF85A98B13}"/>
              </a:ext>
            </a:extLst>
          </p:cNvPr>
          <p:cNvSpPr>
            <a:spLocks xmlns:a="http://schemas.openxmlformats.org/drawingml/2006/main" noGrp="1"/>
          </p:cNvSpPr>
          <p:nvPr/>
        </p:nvSpPr>
        <p:spPr>
          <a:xfrm xmlns:a="http://schemas.openxmlformats.org/drawingml/2006/main">
            <a:off x="1600200" y="527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Docker Compose</a:t>
            </a:r>
          </a:p>
        </p:txBody>
      </p:sp>
      <p:sp>
        <p:nvSpPr>
          <p:cNvPr id="110" name="">
            <a:extLst xmlns:a="http://schemas.openxmlformats.org/drawingml/2006/main">
              <a:ext uri="{FF2B5EF4-FFF2-40B4-BE49-F238E27FC236}">
                <a16:creationId xmlns:a16="http://schemas.microsoft.com/office/drawing/2014/main" id="{8F99006B-C8B5-45FA-956F-C6194062818B}"/>
              </a:ext>
            </a:extLst>
          </p:cNvPr>
          <p:cNvSpPr>
            <a:spLocks xmlns:a="http://schemas.openxmlformats.org/drawingml/2006/main" noGrp="1"/>
          </p:cNvSpPr>
          <p:nvPr/>
        </p:nvSpPr>
        <p:spPr>
          <a:xfrm xmlns:a="http://schemas.openxmlformats.org/drawingml/2006/main">
            <a:off x="3638550" y="5276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111" name="">
            <a:extLst xmlns:a="http://schemas.openxmlformats.org/drawingml/2006/main">
              <a:ext uri="{FF2B5EF4-FFF2-40B4-BE49-F238E27FC236}">
                <a16:creationId xmlns:a16="http://schemas.microsoft.com/office/drawing/2014/main" id="{401710A1-7886-4E2B-945E-3EF5B3A716DB}"/>
              </a:ext>
            </a:extLst>
          </p:cNvPr>
          <p:cNvSpPr>
            <a:spLocks xmlns:a="http://schemas.openxmlformats.org/drawingml/2006/main" noGrp="1"/>
          </p:cNvSpPr>
          <p:nvPr/>
        </p:nvSpPr>
        <p:spPr>
          <a:xfrm xmlns:a="http://schemas.openxmlformats.org/drawingml/2006/main">
            <a:off x="3638550" y="527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MySQL + API + Web</a:t>
            </a:r>
          </a:p>
        </p:txBody>
      </p:sp>
      <p:sp>
        <p:nvSpPr>
          <p:cNvPr id="112" name="">
            <a:extLst xmlns:a="http://schemas.openxmlformats.org/drawingml/2006/main">
              <a:ext uri="{FF2B5EF4-FFF2-40B4-BE49-F238E27FC236}">
                <a16:creationId xmlns:a16="http://schemas.microsoft.com/office/drawing/2014/main" id="{610D2685-113D-4135-9A42-39AA88B9F3F4}"/>
              </a:ext>
            </a:extLst>
          </p:cNvPr>
          <p:cNvSpPr>
            <a:spLocks xmlns:a="http://schemas.openxmlformats.org/drawingml/2006/main" noGrp="1"/>
          </p:cNvSpPr>
          <p:nvPr/>
        </p:nvSpPr>
        <p:spPr>
          <a:xfrm xmlns:a="http://schemas.openxmlformats.org/drawingml/2006/main">
            <a:off x="5676900" y="5276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113" name="">
            <a:extLst xmlns:a="http://schemas.openxmlformats.org/drawingml/2006/main">
              <a:ext uri="{FF2B5EF4-FFF2-40B4-BE49-F238E27FC236}">
                <a16:creationId xmlns:a16="http://schemas.microsoft.com/office/drawing/2014/main" id="{9E6A0A29-C308-48D5-B732-3A8C820C33C3}"/>
              </a:ext>
            </a:extLst>
          </p:cNvPr>
          <p:cNvSpPr>
            <a:spLocks xmlns:a="http://schemas.openxmlformats.org/drawingml/2006/main" noGrp="1"/>
          </p:cNvSpPr>
          <p:nvPr/>
        </p:nvSpPr>
        <p:spPr>
          <a:xfrm xmlns:a="http://schemas.openxmlformats.org/drawingml/2006/main">
            <a:off x="5676900" y="527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内网 </a:t>
            </a:r>
            <a:r>
              <a:rPr sz="938" b="1">
                <a:solidFill>
                  <a:srgbClr val="FFFFFF"/>
                </a:solidFill>
                <a:latin typeface="微软雅黑"/>
                <a:ea typeface="微软雅黑"/>
                <a:cs typeface="微软雅黑"/>
              </a:rPr>
              <a:t>/ </a:t>
            </a:r>
            <a:r>
              <a:rPr sz="938" b="1">
                <a:solidFill>
                  <a:srgbClr val="FFFFFF"/>
                </a:solidFill>
                <a:latin typeface="微软雅黑"/>
                <a:ea typeface="微软雅黑"/>
                <a:cs typeface="微软雅黑"/>
              </a:rPr>
              <a:t>离线可运行</a:t>
            </a:r>
          </a:p>
        </p:txBody>
      </p:sp>
      <p:sp>
        <p:nvSpPr>
          <p:cNvPr id="114" name="">
            <a:extLst xmlns:a="http://schemas.openxmlformats.org/drawingml/2006/main">
              <a:ext uri="{FF2B5EF4-FFF2-40B4-BE49-F238E27FC236}">
                <a16:creationId xmlns:a16="http://schemas.microsoft.com/office/drawing/2014/main" id="{60E424AB-9D7D-43AF-AA0E-0A5A45F5F46E}"/>
              </a:ext>
            </a:extLst>
          </p:cNvPr>
          <p:cNvSpPr>
            <a:spLocks xmlns:a="http://schemas.openxmlformats.org/drawingml/2006/main" noGrp="1"/>
          </p:cNvSpPr>
          <p:nvPr/>
        </p:nvSpPr>
        <p:spPr>
          <a:xfrm xmlns:a="http://schemas.openxmlformats.org/drawingml/2006/main">
            <a:off x="1600200" y="5695950"/>
            <a:ext cx="9906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AI_ENABLED </a:t>
            </a:r>
            <a:r>
              <a:rPr sz="900" b="0">
                <a:solidFill>
                  <a:srgbClr val="9FC2E8"/>
                </a:solidFill>
                <a:latin typeface="微软雅黑"/>
                <a:ea typeface="微软雅黑"/>
                <a:cs typeface="微软雅黑"/>
              </a:rPr>
              <a:t>默认 </a:t>
            </a:r>
            <a:r>
              <a:rPr sz="900" b="0">
                <a:solidFill>
                  <a:srgbClr val="9FC2E8"/>
                </a:solidFill>
                <a:latin typeface="微软雅黑"/>
                <a:ea typeface="微软雅黑"/>
                <a:cs typeface="微软雅黑"/>
              </a:rPr>
              <a:t>false</a:t>
            </a:r>
            <a:r>
              <a:rPr sz="900" b="0">
                <a:solidFill>
                  <a:srgbClr val="9FC2E8"/>
                </a:solidFill>
                <a:latin typeface="微软雅黑"/>
                <a:ea typeface="微软雅黑"/>
                <a:cs typeface="微软雅黑"/>
              </a:rPr>
              <a:t>，规则链路不依赖任何外部模型</a:t>
            </a:r>
          </a:p>
        </p:txBody>
      </p:sp>
      <p:sp>
        <p:nvSpPr>
          <p:cNvPr id="115" name="">
            <a:extLst xmlns:a="http://schemas.openxmlformats.org/drawingml/2006/main">
              <a:ext uri="{FF2B5EF4-FFF2-40B4-BE49-F238E27FC236}">
                <a16:creationId xmlns:a16="http://schemas.microsoft.com/office/drawing/2014/main" id="{0A368945-166D-42FD-8E61-F5ECD15BB6EF}"/>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16" name="">
            <a:extLst xmlns:a="http://schemas.openxmlformats.org/drawingml/2006/main">
              <a:ext uri="{FF2B5EF4-FFF2-40B4-BE49-F238E27FC236}">
                <a16:creationId xmlns:a16="http://schemas.microsoft.com/office/drawing/2014/main" id="{539B0D30-7A62-4A85-AEE7-0626A7B8BC68}"/>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7" name="">
            <a:extLst xmlns:a="http://schemas.openxmlformats.org/drawingml/2006/main">
              <a:ext uri="{FF2B5EF4-FFF2-40B4-BE49-F238E27FC236}">
                <a16:creationId xmlns:a16="http://schemas.microsoft.com/office/drawing/2014/main" id="{93AA565C-05ED-4F79-AAB4-63B7430F8F7F}"/>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8" name="">
            <a:extLst xmlns:a="http://schemas.openxmlformats.org/drawingml/2006/main">
              <a:ext uri="{FF2B5EF4-FFF2-40B4-BE49-F238E27FC236}">
                <a16:creationId xmlns:a16="http://schemas.microsoft.com/office/drawing/2014/main" id="{EE42FA41-C92A-4E16-B928-88EDC6E328E8}"/>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9" name="">
            <a:extLst xmlns:a="http://schemas.openxmlformats.org/drawingml/2006/main">
              <a:ext uri="{FF2B5EF4-FFF2-40B4-BE49-F238E27FC236}">
                <a16:creationId xmlns:a16="http://schemas.microsoft.com/office/drawing/2014/main" id="{9395E947-2396-4D05-BA59-12CFE077C3B9}"/>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A927B248-57F1-455C-9F71-29A4E6A21CB2}"/>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21" name="">
            <a:extLst xmlns:a="http://schemas.openxmlformats.org/drawingml/2006/main">
              <a:ext uri="{FF2B5EF4-FFF2-40B4-BE49-F238E27FC236}">
                <a16:creationId xmlns:a16="http://schemas.microsoft.com/office/drawing/2014/main" id="{8622B002-B534-4D6D-9E38-C982DCE8E4E4}"/>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22" name="">
            <a:extLst xmlns:a="http://schemas.openxmlformats.org/drawingml/2006/main">
              <a:ext uri="{FF2B5EF4-FFF2-40B4-BE49-F238E27FC236}">
                <a16:creationId xmlns:a16="http://schemas.microsoft.com/office/drawing/2014/main" id="{A5CC6653-A6A4-4CFC-95D4-47D22BD423E1}"/>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10</a:t>
            </a:r>
          </a:p>
        </p:txBody>
      </p:sp>
    </p:spTree>
    <p:extLst>
      <p:ext uri="{BB962C8B-B14F-4D97-AF65-F5344CB8AC3E}">
        <p14:creationId xmlns:p14="http://schemas.microsoft.com/office/powerpoint/2010/main" val="705812981"/>
      </p:ext>
    </p:extLst>
  </p:cSld>
</p:sld>
</file>

<file path=ppt/slides/slide11.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82" name=""/>
          <p:cNvPicPr>
            <a:picLocks xmlns:a="http://schemas.openxmlformats.org/drawingml/2006/main" noChangeAspect="1"/>
          </p:cNvPicPr>
          <p:nvPr/>
        </p:nvPicPr>
        <p:blipFill>
          <a:blip xmlns:r="http://schemas.openxmlformats.org/officeDocument/2006/relationships" xmlns:a="http://schemas.openxmlformats.org/drawingml/2006/main" r:embed="Rb4725e0770c144a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C6D8C75-9268-4AA8-93CD-88189B87C5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5FC9D950-48E7-494C-8784-3EB1C7BEEA49}"/>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E86E8">
                  <a:alpha val="15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E2A8D2D5-403D-4A1D-A578-721DC5A8F364}"/>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D3E991E2-3D17-4BDC-A6C6-7AA80593768F}"/>
              </a:ext>
            </a:extLst>
          </p:cNvPr>
          <p:cNvSpPr>
            <a:spLocks xmlns:a="http://schemas.openxmlformats.org/drawingml/2006/main" noGrp="1"/>
          </p:cNvSpPr>
          <p:nvPr/>
        </p:nvSpPr>
        <p:spPr>
          <a:xfrm xmlns:a="http://schemas.openxmlformats.org/drawingml/2006/main">
            <a:off x="9658350"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C7838FBB-9861-401C-B410-FD912F43CFB5}"/>
              </a:ext>
            </a:extLst>
          </p:cNvPr>
          <p:cNvSpPr>
            <a:spLocks xmlns:a="http://schemas.openxmlformats.org/drawingml/2006/main" noGrp="1"/>
          </p:cNvSpPr>
          <p:nvPr/>
        </p:nvSpPr>
        <p:spPr>
          <a:xfrm xmlns:a="http://schemas.openxmlformats.org/drawingml/2006/main">
            <a:off x="9658350"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5A81FA2B-0749-4D1D-A00C-F36010E86922}"/>
              </a:ext>
            </a:extLst>
          </p:cNvPr>
          <p:cNvSpPr>
            <a:spLocks xmlns:a="http://schemas.openxmlformats.org/drawingml/2006/main" noGrp="1"/>
          </p:cNvSpPr>
          <p:nvPr/>
        </p:nvSpPr>
        <p:spPr>
          <a:xfrm xmlns:a="http://schemas.openxmlformats.org/drawingml/2006/main">
            <a:off x="9658350"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7C087C26-3A1E-4AF5-9726-CE4536165C4D}"/>
              </a:ext>
            </a:extLst>
          </p:cNvPr>
          <p:cNvSpPr>
            <a:spLocks xmlns:a="http://schemas.openxmlformats.org/drawingml/2006/main" noGrp="1"/>
          </p:cNvSpPr>
          <p:nvPr/>
        </p:nvSpPr>
        <p:spPr>
          <a:xfrm xmlns:a="http://schemas.openxmlformats.org/drawingml/2006/main">
            <a:off x="9782175"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E6AE5A14-050E-475C-81A9-D46226001D64}"/>
              </a:ext>
            </a:extLst>
          </p:cNvPr>
          <p:cNvSpPr>
            <a:spLocks xmlns:a="http://schemas.openxmlformats.org/drawingml/2006/main" noGrp="1"/>
          </p:cNvSpPr>
          <p:nvPr/>
        </p:nvSpPr>
        <p:spPr>
          <a:xfrm xmlns:a="http://schemas.openxmlformats.org/drawingml/2006/main">
            <a:off x="9782175"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01CD33FE-004A-466C-975C-95354B852894}"/>
              </a:ext>
            </a:extLst>
          </p:cNvPr>
          <p:cNvSpPr>
            <a:spLocks xmlns:a="http://schemas.openxmlformats.org/drawingml/2006/main" noGrp="1"/>
          </p:cNvSpPr>
          <p:nvPr/>
        </p:nvSpPr>
        <p:spPr>
          <a:xfrm xmlns:a="http://schemas.openxmlformats.org/drawingml/2006/main">
            <a:off x="9782175"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B63E31FF-4432-4613-94AC-6B58D2AF497C}"/>
              </a:ext>
            </a:extLst>
          </p:cNvPr>
          <p:cNvSpPr>
            <a:spLocks xmlns:a="http://schemas.openxmlformats.org/drawingml/2006/main" noGrp="1"/>
          </p:cNvSpPr>
          <p:nvPr/>
        </p:nvSpPr>
        <p:spPr>
          <a:xfrm xmlns:a="http://schemas.openxmlformats.org/drawingml/2006/main">
            <a:off x="9906000"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C98B82FD-6560-4FCF-B3D8-43E1E8768AAD}"/>
              </a:ext>
            </a:extLst>
          </p:cNvPr>
          <p:cNvSpPr>
            <a:spLocks xmlns:a="http://schemas.openxmlformats.org/drawingml/2006/main" noGrp="1"/>
          </p:cNvSpPr>
          <p:nvPr/>
        </p:nvSpPr>
        <p:spPr>
          <a:xfrm xmlns:a="http://schemas.openxmlformats.org/drawingml/2006/main">
            <a:off x="9906000"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9F8031BD-F723-46D5-BB6F-4F5A4343B414}"/>
              </a:ext>
            </a:extLst>
          </p:cNvPr>
          <p:cNvSpPr>
            <a:spLocks xmlns:a="http://schemas.openxmlformats.org/drawingml/2006/main" noGrp="1"/>
          </p:cNvSpPr>
          <p:nvPr/>
        </p:nvSpPr>
        <p:spPr>
          <a:xfrm xmlns:a="http://schemas.openxmlformats.org/drawingml/2006/main">
            <a:off x="9906000"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00298B99-CF0B-4F32-901A-FEE903D234F9}"/>
              </a:ext>
            </a:extLst>
          </p:cNvPr>
          <p:cNvSpPr>
            <a:spLocks xmlns:a="http://schemas.openxmlformats.org/drawingml/2006/main" noGrp="1"/>
          </p:cNvSpPr>
          <p:nvPr/>
        </p:nvSpPr>
        <p:spPr>
          <a:xfrm xmlns:a="http://schemas.openxmlformats.org/drawingml/2006/main">
            <a:off x="10029825"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0FAF8FB7-EF09-4590-8395-A94E091521BC}"/>
              </a:ext>
            </a:extLst>
          </p:cNvPr>
          <p:cNvSpPr>
            <a:spLocks xmlns:a="http://schemas.openxmlformats.org/drawingml/2006/main" noGrp="1"/>
          </p:cNvSpPr>
          <p:nvPr/>
        </p:nvSpPr>
        <p:spPr>
          <a:xfrm xmlns:a="http://schemas.openxmlformats.org/drawingml/2006/main">
            <a:off x="10029825"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25C9ACB3-4269-4522-9017-2118C641EC3B}"/>
              </a:ext>
            </a:extLst>
          </p:cNvPr>
          <p:cNvSpPr>
            <a:spLocks xmlns:a="http://schemas.openxmlformats.org/drawingml/2006/main" noGrp="1"/>
          </p:cNvSpPr>
          <p:nvPr/>
        </p:nvSpPr>
        <p:spPr>
          <a:xfrm xmlns:a="http://schemas.openxmlformats.org/drawingml/2006/main">
            <a:off x="10029825"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9685E4EE-6B9C-459B-AB8F-102A40339C4F}"/>
              </a:ext>
            </a:extLst>
          </p:cNvPr>
          <p:cNvSpPr>
            <a:spLocks xmlns:a="http://schemas.openxmlformats.org/drawingml/2006/main" noGrp="1"/>
          </p:cNvSpPr>
          <p:nvPr/>
        </p:nvSpPr>
        <p:spPr>
          <a:xfrm xmlns:a="http://schemas.openxmlformats.org/drawingml/2006/main">
            <a:off x="10153650"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579F8F99-5E8E-4B5B-9BFA-822EDA2537F1}"/>
              </a:ext>
            </a:extLst>
          </p:cNvPr>
          <p:cNvSpPr>
            <a:spLocks xmlns:a="http://schemas.openxmlformats.org/drawingml/2006/main" noGrp="1"/>
          </p:cNvSpPr>
          <p:nvPr/>
        </p:nvSpPr>
        <p:spPr>
          <a:xfrm xmlns:a="http://schemas.openxmlformats.org/drawingml/2006/main">
            <a:off x="10153650"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364EC732-143B-481C-9ACE-9EFF4C737D40}"/>
              </a:ext>
            </a:extLst>
          </p:cNvPr>
          <p:cNvSpPr>
            <a:spLocks xmlns:a="http://schemas.openxmlformats.org/drawingml/2006/main" noGrp="1"/>
          </p:cNvSpPr>
          <p:nvPr/>
        </p:nvSpPr>
        <p:spPr>
          <a:xfrm xmlns:a="http://schemas.openxmlformats.org/drawingml/2006/main">
            <a:off x="10153650"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E73E5B5E-3474-462B-B36E-F2CEC026D4FC}"/>
              </a:ext>
            </a:extLst>
          </p:cNvPr>
          <p:cNvSpPr>
            <a:spLocks xmlns:a="http://schemas.openxmlformats.org/drawingml/2006/main" noGrp="1"/>
          </p:cNvSpPr>
          <p:nvPr/>
        </p:nvSpPr>
        <p:spPr>
          <a:xfrm xmlns:a="http://schemas.openxmlformats.org/drawingml/2006/main">
            <a:off x="10277475"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05040041-CADD-4D87-9AAF-8B0C51C65DCC}"/>
              </a:ext>
            </a:extLst>
          </p:cNvPr>
          <p:cNvSpPr>
            <a:spLocks xmlns:a="http://schemas.openxmlformats.org/drawingml/2006/main" noGrp="1"/>
          </p:cNvSpPr>
          <p:nvPr/>
        </p:nvSpPr>
        <p:spPr>
          <a:xfrm xmlns:a="http://schemas.openxmlformats.org/drawingml/2006/main">
            <a:off x="10277475"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71016E16-1780-4ECA-A4F3-B86456095093}"/>
              </a:ext>
            </a:extLst>
          </p:cNvPr>
          <p:cNvSpPr>
            <a:spLocks xmlns:a="http://schemas.openxmlformats.org/drawingml/2006/main" noGrp="1"/>
          </p:cNvSpPr>
          <p:nvPr/>
        </p:nvSpPr>
        <p:spPr>
          <a:xfrm xmlns:a="http://schemas.openxmlformats.org/drawingml/2006/main">
            <a:off x="10277475"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40B229D3-8770-4B65-A72C-013815709CCA}"/>
              </a:ext>
            </a:extLst>
          </p:cNvPr>
          <p:cNvSpPr>
            <a:spLocks xmlns:a="http://schemas.openxmlformats.org/drawingml/2006/main" noGrp="1"/>
          </p:cNvSpPr>
          <p:nvPr/>
        </p:nvSpPr>
        <p:spPr>
          <a:xfrm xmlns:a="http://schemas.openxmlformats.org/drawingml/2006/main">
            <a:off x="10401300"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FA6782AD-7789-4E23-B796-58F4BA638CFA}"/>
              </a:ext>
            </a:extLst>
          </p:cNvPr>
          <p:cNvSpPr>
            <a:spLocks xmlns:a="http://schemas.openxmlformats.org/drawingml/2006/main" noGrp="1"/>
          </p:cNvSpPr>
          <p:nvPr/>
        </p:nvSpPr>
        <p:spPr>
          <a:xfrm xmlns:a="http://schemas.openxmlformats.org/drawingml/2006/main">
            <a:off x="10401300"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DD2D8141-1315-4286-8902-43A9BD3DFF68}"/>
              </a:ext>
            </a:extLst>
          </p:cNvPr>
          <p:cNvSpPr>
            <a:spLocks xmlns:a="http://schemas.openxmlformats.org/drawingml/2006/main" noGrp="1"/>
          </p:cNvSpPr>
          <p:nvPr/>
        </p:nvSpPr>
        <p:spPr>
          <a:xfrm xmlns:a="http://schemas.openxmlformats.org/drawingml/2006/main">
            <a:off x="10401300"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23A754D6-BD32-4ED5-8EE4-1406A7C4F8B3}"/>
              </a:ext>
            </a:extLst>
          </p:cNvPr>
          <p:cNvSpPr>
            <a:spLocks xmlns:a="http://schemas.openxmlformats.org/drawingml/2006/main" noGrp="1"/>
          </p:cNvSpPr>
          <p:nvPr/>
        </p:nvSpPr>
        <p:spPr>
          <a:xfrm xmlns:a="http://schemas.openxmlformats.org/drawingml/2006/main">
            <a:off x="10525125"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DBEF3659-94EC-4FD6-90AE-4462C634E985}"/>
              </a:ext>
            </a:extLst>
          </p:cNvPr>
          <p:cNvSpPr>
            <a:spLocks xmlns:a="http://schemas.openxmlformats.org/drawingml/2006/main" noGrp="1"/>
          </p:cNvSpPr>
          <p:nvPr/>
        </p:nvSpPr>
        <p:spPr>
          <a:xfrm xmlns:a="http://schemas.openxmlformats.org/drawingml/2006/main">
            <a:off x="10525125"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712E7B92-2E8D-44C1-9AB2-FB420B56EC64}"/>
              </a:ext>
            </a:extLst>
          </p:cNvPr>
          <p:cNvSpPr>
            <a:spLocks xmlns:a="http://schemas.openxmlformats.org/drawingml/2006/main" noGrp="1"/>
          </p:cNvSpPr>
          <p:nvPr/>
        </p:nvSpPr>
        <p:spPr>
          <a:xfrm xmlns:a="http://schemas.openxmlformats.org/drawingml/2006/main">
            <a:off x="10525125"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7189DBD7-B40A-446C-B3A4-1913363BDDC9}"/>
              </a:ext>
            </a:extLst>
          </p:cNvPr>
          <p:cNvSpPr>
            <a:spLocks xmlns:a="http://schemas.openxmlformats.org/drawingml/2006/main" noGrp="1"/>
          </p:cNvSpPr>
          <p:nvPr/>
        </p:nvSpPr>
        <p:spPr>
          <a:xfrm xmlns:a="http://schemas.openxmlformats.org/drawingml/2006/main">
            <a:off x="10648950"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E8265591-6A70-4BE2-80B3-7EFC7A889C19}"/>
              </a:ext>
            </a:extLst>
          </p:cNvPr>
          <p:cNvSpPr>
            <a:spLocks xmlns:a="http://schemas.openxmlformats.org/drawingml/2006/main" noGrp="1"/>
          </p:cNvSpPr>
          <p:nvPr/>
        </p:nvSpPr>
        <p:spPr>
          <a:xfrm xmlns:a="http://schemas.openxmlformats.org/drawingml/2006/main">
            <a:off x="10648950"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071465AE-994C-4F8F-BE25-FDC6B5EF2C9F}"/>
              </a:ext>
            </a:extLst>
          </p:cNvPr>
          <p:cNvSpPr>
            <a:spLocks xmlns:a="http://schemas.openxmlformats.org/drawingml/2006/main" noGrp="1"/>
          </p:cNvSpPr>
          <p:nvPr/>
        </p:nvSpPr>
        <p:spPr>
          <a:xfrm xmlns:a="http://schemas.openxmlformats.org/drawingml/2006/main">
            <a:off x="10648950"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81977717-7892-40CF-9901-4FF541B140D2}"/>
              </a:ext>
            </a:extLst>
          </p:cNvPr>
          <p:cNvSpPr>
            <a:spLocks xmlns:a="http://schemas.openxmlformats.org/drawingml/2006/main" noGrp="1"/>
          </p:cNvSpPr>
          <p:nvPr/>
        </p:nvSpPr>
        <p:spPr>
          <a:xfrm xmlns:a="http://schemas.openxmlformats.org/drawingml/2006/main">
            <a:off x="10772775"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9AE015AA-AA9F-430D-8923-AE2475AC0707}"/>
              </a:ext>
            </a:extLst>
          </p:cNvPr>
          <p:cNvSpPr>
            <a:spLocks xmlns:a="http://schemas.openxmlformats.org/drawingml/2006/main" noGrp="1"/>
          </p:cNvSpPr>
          <p:nvPr/>
        </p:nvSpPr>
        <p:spPr>
          <a:xfrm xmlns:a="http://schemas.openxmlformats.org/drawingml/2006/main">
            <a:off x="10772775"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B217DAA8-C78E-461D-8700-03D1913C67E2}"/>
              </a:ext>
            </a:extLst>
          </p:cNvPr>
          <p:cNvSpPr>
            <a:spLocks xmlns:a="http://schemas.openxmlformats.org/drawingml/2006/main" noGrp="1"/>
          </p:cNvSpPr>
          <p:nvPr/>
        </p:nvSpPr>
        <p:spPr>
          <a:xfrm xmlns:a="http://schemas.openxmlformats.org/drawingml/2006/main">
            <a:off x="10772775"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762FCF01-1EF4-4D0F-AFE4-1ED46939B86C}"/>
              </a:ext>
            </a:extLst>
          </p:cNvPr>
          <p:cNvSpPr>
            <a:spLocks xmlns:a="http://schemas.openxmlformats.org/drawingml/2006/main" noGrp="1"/>
          </p:cNvSpPr>
          <p:nvPr/>
        </p:nvSpPr>
        <p:spPr>
          <a:xfrm xmlns:a="http://schemas.openxmlformats.org/drawingml/2006/main">
            <a:off x="10896600"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DF16DD2C-844E-4014-B2E6-CC0CD305E166}"/>
              </a:ext>
            </a:extLst>
          </p:cNvPr>
          <p:cNvSpPr>
            <a:spLocks xmlns:a="http://schemas.openxmlformats.org/drawingml/2006/main" noGrp="1"/>
          </p:cNvSpPr>
          <p:nvPr/>
        </p:nvSpPr>
        <p:spPr>
          <a:xfrm xmlns:a="http://schemas.openxmlformats.org/drawingml/2006/main">
            <a:off x="10896600"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AF26D8A2-3A45-4E69-9E19-32F69EA8C7C4}"/>
              </a:ext>
            </a:extLst>
          </p:cNvPr>
          <p:cNvSpPr>
            <a:spLocks xmlns:a="http://schemas.openxmlformats.org/drawingml/2006/main" noGrp="1"/>
          </p:cNvSpPr>
          <p:nvPr/>
        </p:nvSpPr>
        <p:spPr>
          <a:xfrm xmlns:a="http://schemas.openxmlformats.org/drawingml/2006/main">
            <a:off x="10896600"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5DB6CBB7-073E-42F1-AC5A-C7BA8A8A59DC}"/>
              </a:ext>
            </a:extLst>
          </p:cNvPr>
          <p:cNvSpPr>
            <a:spLocks xmlns:a="http://schemas.openxmlformats.org/drawingml/2006/main" noGrp="1"/>
          </p:cNvSpPr>
          <p:nvPr/>
        </p:nvSpPr>
        <p:spPr>
          <a:xfrm xmlns:a="http://schemas.openxmlformats.org/drawingml/2006/main">
            <a:off x="11020425"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CA826F74-8B71-4CBC-B6A7-1A37E06C5EF0}"/>
              </a:ext>
            </a:extLst>
          </p:cNvPr>
          <p:cNvSpPr>
            <a:spLocks xmlns:a="http://schemas.openxmlformats.org/drawingml/2006/main" noGrp="1"/>
          </p:cNvSpPr>
          <p:nvPr/>
        </p:nvSpPr>
        <p:spPr>
          <a:xfrm xmlns:a="http://schemas.openxmlformats.org/drawingml/2006/main">
            <a:off x="11020425"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2EDFC52A-7554-4899-8C47-63C2D1C4337C}"/>
              </a:ext>
            </a:extLst>
          </p:cNvPr>
          <p:cNvSpPr>
            <a:spLocks xmlns:a="http://schemas.openxmlformats.org/drawingml/2006/main" noGrp="1"/>
          </p:cNvSpPr>
          <p:nvPr/>
        </p:nvSpPr>
        <p:spPr>
          <a:xfrm xmlns:a="http://schemas.openxmlformats.org/drawingml/2006/main">
            <a:off x="11020425"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87183F06-767B-475A-A184-B8AEE4B01586}"/>
              </a:ext>
            </a:extLst>
          </p:cNvPr>
          <p:cNvSpPr>
            <a:spLocks xmlns:a="http://schemas.openxmlformats.org/drawingml/2006/main" noGrp="1"/>
          </p:cNvSpPr>
          <p:nvPr/>
        </p:nvSpPr>
        <p:spPr>
          <a:xfrm xmlns:a="http://schemas.openxmlformats.org/drawingml/2006/main">
            <a:off x="11144250"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68F537FD-8C76-41AE-904A-61E0B408DB8C}"/>
              </a:ext>
            </a:extLst>
          </p:cNvPr>
          <p:cNvSpPr>
            <a:spLocks xmlns:a="http://schemas.openxmlformats.org/drawingml/2006/main" noGrp="1"/>
          </p:cNvSpPr>
          <p:nvPr/>
        </p:nvSpPr>
        <p:spPr>
          <a:xfrm xmlns:a="http://schemas.openxmlformats.org/drawingml/2006/main">
            <a:off x="11144250"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A74EFDE2-64F8-45E1-ABF6-BABA000F65A2}"/>
              </a:ext>
            </a:extLst>
          </p:cNvPr>
          <p:cNvSpPr>
            <a:spLocks xmlns:a="http://schemas.openxmlformats.org/drawingml/2006/main" noGrp="1"/>
          </p:cNvSpPr>
          <p:nvPr/>
        </p:nvSpPr>
        <p:spPr>
          <a:xfrm xmlns:a="http://schemas.openxmlformats.org/drawingml/2006/main">
            <a:off x="11144250"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AF919CB-69A7-4214-AE3C-AC2DCA7B8B54}"/>
              </a:ext>
            </a:extLst>
          </p:cNvPr>
          <p:cNvSpPr>
            <a:spLocks xmlns:a="http://schemas.openxmlformats.org/drawingml/2006/main" noGrp="1"/>
          </p:cNvSpPr>
          <p:nvPr/>
        </p:nvSpPr>
        <p:spPr>
          <a:xfrm xmlns:a="http://schemas.openxmlformats.org/drawingml/2006/main">
            <a:off x="11268075"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96C1D146-B94B-4C80-AE21-B1FC20437C52}"/>
              </a:ext>
            </a:extLst>
          </p:cNvPr>
          <p:cNvSpPr>
            <a:spLocks xmlns:a="http://schemas.openxmlformats.org/drawingml/2006/main" noGrp="1"/>
          </p:cNvSpPr>
          <p:nvPr/>
        </p:nvSpPr>
        <p:spPr>
          <a:xfrm xmlns:a="http://schemas.openxmlformats.org/drawingml/2006/main">
            <a:off x="11268075"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F595FB6E-4C3B-46DA-90F4-8A7D7A8BFE02}"/>
              </a:ext>
            </a:extLst>
          </p:cNvPr>
          <p:cNvSpPr>
            <a:spLocks xmlns:a="http://schemas.openxmlformats.org/drawingml/2006/main" noGrp="1"/>
          </p:cNvSpPr>
          <p:nvPr/>
        </p:nvSpPr>
        <p:spPr>
          <a:xfrm xmlns:a="http://schemas.openxmlformats.org/drawingml/2006/main">
            <a:off x="11268075"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79E0B0FE-AAB1-4D83-A51C-CA54FC033980}"/>
              </a:ext>
            </a:extLst>
          </p:cNvPr>
          <p:cNvSpPr>
            <a:spLocks xmlns:a="http://schemas.openxmlformats.org/drawingml/2006/main" noGrp="1"/>
          </p:cNvSpPr>
          <p:nvPr/>
        </p:nvSpPr>
        <p:spPr>
          <a:xfrm xmlns:a="http://schemas.openxmlformats.org/drawingml/2006/main">
            <a:off x="9658350" y="1409700"/>
            <a:ext cx="1905000" cy="24003"/>
          </a:xfrm>
          <a:prstGeom xmlns:a="http://schemas.openxmlformats.org/drawingml/2006/main" prst="rect">
            <a:avLst/>
          </a:prstGeom>
          <a:gradFill xmlns:a="http://schemas.openxmlformats.org/drawingml/2006/main">
            <a:gsLst>
              <a:gs pos="0">
                <a:srgbClr val="2E86E8">
                  <a:alpha val="0"/>
                </a:srgbClr>
              </a:gs>
              <a:gs pos="45000">
                <a:srgbClr val="2E86E8"/>
              </a:gs>
              <a:gs pos="100000">
                <a:srgbClr val="2E86E8">
                  <a:alpha val="0"/>
                </a:srgbClr>
              </a:gs>
            </a:gsLst>
            <a:lin ang="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4B540DDF-520E-4263-A257-CFA29E61C069}"/>
              </a:ext>
            </a:extLst>
          </p:cNvPr>
          <p:cNvSpPr>
            <a:spLocks xmlns:a="http://schemas.openxmlformats.org/drawingml/2006/main" noGrp="1"/>
          </p:cNvSpPr>
          <p:nvPr/>
        </p:nvSpPr>
        <p:spPr>
          <a:xfrm xmlns:a="http://schemas.openxmlformats.org/drawingml/2006/main">
            <a:off x="11582400" y="1333500"/>
            <a:ext cx="190500" cy="190500"/>
          </a:xfrm>
          <a:prstGeom xmlns:a="http://schemas.openxmlformats.org/drawingml/2006/main" prst="chevron">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36F0372B-7100-4402-B892-DFC47BB29B54}"/>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06621C41-E6B2-4278-B6CF-E1219A6BEB24}"/>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F3DB713E-CA79-4810-8E80-FB14519D305A}"/>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C64847A6-05B7-4182-BF04-4ED78AFCE199}"/>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76A9C0B8-8133-4AA9-88E3-AA67AF585D59}"/>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E3A8419A-9464-49BC-BE8C-B0663D73DDD9}"/>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36AF4433-D3AD-4D7C-8D01-097D8209BDA8}"/>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9E0A9B22-32DF-4B39-B8CD-65DE71251E27}"/>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C55AAF02-B2FB-474B-B54C-427AB134CA8B}"/>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B03AC284-2BEE-4548-953D-3DE3D3DDD41A}"/>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4F717A3D-7DA7-405E-A3ED-EE20A2E4E451}"/>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B8F4A392-63E6-4F87-A5BF-E6E44B90AC12}"/>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0633A21C-C84D-47A7-AF00-99058D55A828}"/>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62" name="">
            <a:extLst xmlns:a="http://schemas.openxmlformats.org/drawingml/2006/main">
              <a:ext uri="{FF2B5EF4-FFF2-40B4-BE49-F238E27FC236}">
                <a16:creationId xmlns:a16="http://schemas.microsoft.com/office/drawing/2014/main" id="{13B1BF8D-6304-41CF-909D-9ECDCD9AB12A}"/>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63" name="">
            <a:extLst xmlns:a="http://schemas.openxmlformats.org/drawingml/2006/main">
              <a:ext uri="{FF2B5EF4-FFF2-40B4-BE49-F238E27FC236}">
                <a16:creationId xmlns:a16="http://schemas.microsoft.com/office/drawing/2014/main" id="{BE8B5520-BDF8-46F8-BF6D-D1672D506AA7}"/>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AAA3985B-09AA-4B2E-B4A6-D91DB4271911}"/>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27B30681-22FE-470A-89E1-152C8FC4081D}"/>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4B94CD36-E386-44DA-9235-8AA67FC270C9}"/>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F1D7BB4A-6997-4E58-86F9-8F137D5C8787}"/>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3259E94E-93C1-4518-8D86-17AA51D7AECB}"/>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5BD83C75-6795-491E-B55A-A186A34CD511}"/>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047E77E1-B73B-4918-A0EC-5F37D6E87431}"/>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4C0D8DB4-5CA6-483F-92C1-565429C1008D}"/>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715ED909-2485-4D2D-B8B5-8CA5CDE890EA}"/>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C5C6BE09-E238-40FC-B505-DB93B42C9EB2}"/>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93B42427-8D29-4BF4-B256-9CFD01F076BF}"/>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23ED15E4-C1E7-441F-9E32-E1408EADC413}"/>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BF0E64C0-3C1D-470E-B6CB-BE5F3D6C8815}"/>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719F52ED-317F-4719-926B-615E230DB322}"/>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66B8933E-4405-4B92-A806-265BBC8886BC}"/>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DD51FBC2-8FA0-418A-84B7-D67307D731B2}"/>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5BD8CF12-FD00-437F-87E9-EF1B40DA43F4}"/>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E86E8"/>
              </a:gs>
              <a:gs pos="100000">
                <a:srgbClr val="2E86E8">
                  <a:alpha val="0"/>
                </a:srgbClr>
              </a:gs>
            </a:gsLst>
            <a:lin ang="5400000"/>
          </a:gra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3E8424F7-4E15-43D7-A4B7-55907DFAFCC7}"/>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E86E8">
                  <a:alpha val="45000"/>
                </a:srgbClr>
              </a:gs>
              <a:gs pos="100000">
                <a:srgbClr val="2E86E8">
                  <a:alpha val="0"/>
                </a:srgbClr>
              </a:gs>
            </a:gsLst>
            <a:lin ang="0"/>
          </a:gra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99D0E04D-48BE-43C7-9467-3B08EBCA16B1}"/>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83" name="">
            <a:extLst xmlns:a="http://schemas.openxmlformats.org/drawingml/2006/main">
              <a:ext uri="{FF2B5EF4-FFF2-40B4-BE49-F238E27FC236}">
                <a16:creationId xmlns:a16="http://schemas.microsoft.com/office/drawing/2014/main" id="{9447108A-F407-43D3-9975-AD9747AF46CF}"/>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E86E8"/>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6087F99F-2CB6-4878-8FED-3343A6A87E71}"/>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D0546840-6037-455D-B36F-B185C156A8A0}"/>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E86E8">
                  <a:alpha val="26000"/>
                </a:srgbClr>
              </a:gs>
              <a:gs pos="45000">
                <a:srgbClr val="2E86E8">
                  <a:alpha val="10000"/>
                </a:srgbClr>
              </a:gs>
              <a:gs pos="100000">
                <a:srgbClr val="2E86E8">
                  <a:alpha val="0"/>
                </a:srgbClr>
              </a:gs>
            </a:gsLst>
            <a:path path="shape"/>
          </a:gra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2EA40BA5-534F-4B29-88D7-B283CF3542F1}"/>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E86E8"/>
              </a:gs>
              <a:gs pos="100000">
                <a:srgbClr val="174374"/>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02</a:t>
            </a:r>
          </a:p>
        </p:txBody>
      </p:sp>
      <p:sp>
        <p:nvSpPr>
          <p:cNvPr id="87" name="">
            <a:extLst xmlns:a="http://schemas.openxmlformats.org/drawingml/2006/main">
              <a:ext uri="{FF2B5EF4-FFF2-40B4-BE49-F238E27FC236}">
                <a16:creationId xmlns:a16="http://schemas.microsoft.com/office/drawing/2014/main" id="{BC62CF5E-20FE-487F-BF95-5ECBC7995FA6}"/>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总体方案</a:t>
            </a:r>
          </a:p>
        </p:txBody>
      </p:sp>
      <p:sp>
        <p:nvSpPr>
          <p:cNvPr id="88" name="">
            <a:extLst xmlns:a="http://schemas.openxmlformats.org/drawingml/2006/main">
              <a:ext uri="{FF2B5EF4-FFF2-40B4-BE49-F238E27FC236}">
                <a16:creationId xmlns:a16="http://schemas.microsoft.com/office/drawing/2014/main" id="{B9EA6DE7-FE0C-4A2A-8AA8-DD6D9352722A}"/>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E86E8"/>
              </a:gs>
              <a:gs pos="100000">
                <a:srgbClr val="2E86E8">
                  <a:alpha val="20000"/>
                </a:srgbClr>
              </a:gs>
            </a:gsLst>
            <a:lin ang="540000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E0224F7C-719A-4E55-B66A-86FEA699B8C1}"/>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技术路线与数据流</a:t>
            </a:r>
          </a:p>
        </p:txBody>
      </p:sp>
      <p:sp>
        <p:nvSpPr>
          <p:cNvPr id="90" name="">
            <a:extLst xmlns:a="http://schemas.openxmlformats.org/drawingml/2006/main">
              <a:ext uri="{FF2B5EF4-FFF2-40B4-BE49-F238E27FC236}">
                <a16:creationId xmlns:a16="http://schemas.microsoft.com/office/drawing/2014/main" id="{AC671CC0-9DE0-4C0F-9D61-F38CB65AA8CE}"/>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E86E8"/>
              </a:gs>
              <a:gs pos="100000">
                <a:srgbClr val="2E86E8">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EE8A1FCC-05CF-4203-BEDC-94322B06C877}"/>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A9A6141C-0D01-44B9-98EF-BE36143A516C}"/>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9477EBB1-AF39-4199-838E-8592E0BA5CCB}"/>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C576045D-168E-409F-AC3C-B29F0D83DDDE}"/>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95" name="">
            <a:extLst xmlns:a="http://schemas.openxmlformats.org/drawingml/2006/main">
              <a:ext uri="{FF2B5EF4-FFF2-40B4-BE49-F238E27FC236}">
                <a16:creationId xmlns:a16="http://schemas.microsoft.com/office/drawing/2014/main" id="{C5D7F64D-E34A-46E6-AA31-972E51DB829C}"/>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96" name="">
            <a:extLst xmlns:a="http://schemas.openxmlformats.org/drawingml/2006/main">
              <a:ext uri="{FF2B5EF4-FFF2-40B4-BE49-F238E27FC236}">
                <a16:creationId xmlns:a16="http://schemas.microsoft.com/office/drawing/2014/main" id="{C9EEE008-5C83-495C-8ED5-85825BB6A6C2}"/>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91127820-B468-4DDF-8F4E-BC5861BE1EB6}"/>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98" name="">
            <a:extLst xmlns:a="http://schemas.openxmlformats.org/drawingml/2006/main">
              <a:ext uri="{FF2B5EF4-FFF2-40B4-BE49-F238E27FC236}">
                <a16:creationId xmlns:a16="http://schemas.microsoft.com/office/drawing/2014/main" id="{72F6BE55-7D39-4314-BBD3-EAE3C5DC7658}"/>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38BEE7AE-39A8-4246-8B75-81480C1B84B2}"/>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0" name="">
            <a:extLst xmlns:a="http://schemas.openxmlformats.org/drawingml/2006/main">
              <a:ext uri="{FF2B5EF4-FFF2-40B4-BE49-F238E27FC236}">
                <a16:creationId xmlns:a16="http://schemas.microsoft.com/office/drawing/2014/main" id="{0D65AC97-DA88-418A-8BE1-E2D05CE85D72}"/>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EFC60076-B0F4-4BCB-8CC9-E16E526AACC0}"/>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A0568F69-17B0-4B10-96D3-2D821772799B}"/>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AB814DBD-6202-461E-BE0B-0735807DEDCF}"/>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13B26AC5-FB9E-4BA8-B984-17810CD4033C}"/>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从「业务问题」到「省下的成本」，中间每一步都由可复算的规则完成并留痕。</a:t>
            </a:r>
          </a:p>
        </p:txBody>
      </p:sp>
      <p:sp>
        <p:nvSpPr>
          <p:cNvPr id="105" name="">
            <a:extLst xmlns:a="http://schemas.openxmlformats.org/drawingml/2006/main">
              <a:ext uri="{FF2B5EF4-FFF2-40B4-BE49-F238E27FC236}">
                <a16:creationId xmlns:a16="http://schemas.microsoft.com/office/drawing/2014/main" id="{772FFF94-3195-470A-9C8D-26F4FA0586DE}"/>
              </a:ext>
            </a:extLst>
          </p:cNvPr>
          <p:cNvSpPr>
            <a:spLocks xmlns:a="http://schemas.openxmlformats.org/drawingml/2006/main" noGrp="1"/>
          </p:cNvSpPr>
          <p:nvPr/>
        </p:nvSpPr>
        <p:spPr>
          <a:xfrm xmlns:a="http://schemas.openxmlformats.org/drawingml/2006/main">
            <a:off x="285750" y="1428750"/>
            <a:ext cx="1790700" cy="1809750"/>
          </a:xfrm>
          <a:prstGeom xmlns:a="http://schemas.openxmlformats.org/drawingml/2006/main" prst="roundRect">
            <a:avLst>
              <a:gd name="adj" fmla="val 478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6" name="">
            <a:extLst xmlns:a="http://schemas.openxmlformats.org/drawingml/2006/main">
              <a:ext uri="{FF2B5EF4-FFF2-40B4-BE49-F238E27FC236}">
                <a16:creationId xmlns:a16="http://schemas.microsoft.com/office/drawing/2014/main" id="{F83B5A23-1D6C-42F3-89C6-10BB0CCFDDE3}"/>
              </a:ext>
            </a:extLst>
          </p:cNvPr>
          <p:cNvSpPr>
            <a:spLocks xmlns:a="http://schemas.openxmlformats.org/drawingml/2006/main" noGrp="1"/>
          </p:cNvSpPr>
          <p:nvPr/>
        </p:nvSpPr>
        <p:spPr>
          <a:xfrm xmlns:a="http://schemas.openxmlformats.org/drawingml/2006/main">
            <a:off x="285750" y="1428750"/>
            <a:ext cx="1790700" cy="381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107" name="">
            <a:extLst xmlns:a="http://schemas.openxmlformats.org/drawingml/2006/main">
              <a:ext uri="{FF2B5EF4-FFF2-40B4-BE49-F238E27FC236}">
                <a16:creationId xmlns:a16="http://schemas.microsoft.com/office/drawing/2014/main" id="{623164DD-A26F-462B-B576-084387F0FE1F}"/>
              </a:ext>
            </a:extLst>
          </p:cNvPr>
          <p:cNvSpPr>
            <a:spLocks xmlns:a="http://schemas.openxmlformats.org/drawingml/2006/main" noGrp="1"/>
          </p:cNvSpPr>
          <p:nvPr/>
        </p:nvSpPr>
        <p:spPr>
          <a:xfrm xmlns:a="http://schemas.openxmlformats.org/drawingml/2006/main">
            <a:off x="4381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Bahnschrift"/>
                <a:ea typeface="Bahnschrift"/>
                <a:cs typeface="Bahnschrift"/>
              </a:defRPr>
            </a:pPr>
            <a:r>
              <a:rPr sz="1125" b="1">
                <a:solidFill>
                  <a:srgbClr val="7A9CC4"/>
                </a:solidFill>
                <a:latin typeface="Bahnschrift"/>
                <a:ea typeface="Bahnschrift"/>
                <a:cs typeface="Bahnschrift"/>
              </a:rPr>
              <a:t>01</a:t>
            </a:r>
          </a:p>
        </p:txBody>
      </p:sp>
      <p:sp>
        <p:nvSpPr>
          <p:cNvPr id="108" name="">
            <a:extLst xmlns:a="http://schemas.openxmlformats.org/drawingml/2006/main">
              <a:ext uri="{FF2B5EF4-FFF2-40B4-BE49-F238E27FC236}">
                <a16:creationId xmlns:a16="http://schemas.microsoft.com/office/drawing/2014/main" id="{CE4D5059-AF7F-4CBC-86EB-DA6EB2DA68B2}"/>
              </a:ext>
            </a:extLst>
          </p:cNvPr>
          <p:cNvSpPr>
            <a:spLocks xmlns:a="http://schemas.openxmlformats.org/drawingml/2006/main" noGrp="1"/>
          </p:cNvSpPr>
          <p:nvPr/>
        </p:nvSpPr>
        <p:spPr>
          <a:xfrm xmlns:a="http://schemas.openxmlformats.org/drawingml/2006/main">
            <a:off x="4381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业务问题</a:t>
            </a:r>
          </a:p>
        </p:txBody>
      </p:sp>
      <p:sp>
        <p:nvSpPr>
          <p:cNvPr id="109" name="">
            <a:extLst xmlns:a="http://schemas.openxmlformats.org/drawingml/2006/main">
              <a:ext uri="{FF2B5EF4-FFF2-40B4-BE49-F238E27FC236}">
                <a16:creationId xmlns:a16="http://schemas.microsoft.com/office/drawing/2014/main" id="{C69F5A82-F252-4F46-88EE-A12441064A0D}"/>
              </a:ext>
            </a:extLst>
          </p:cNvPr>
          <p:cNvSpPr>
            <a:spLocks xmlns:a="http://schemas.openxmlformats.org/drawingml/2006/main" noGrp="1"/>
          </p:cNvSpPr>
          <p:nvPr/>
        </p:nvSpPr>
        <p:spPr>
          <a:xfrm xmlns:a="http://schemas.openxmlformats.org/drawingml/2006/main">
            <a:off x="4381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缺人还是缺技能？</a:t>
            </a:r>
          </a:p>
        </p:txBody>
      </p:sp>
      <p:sp>
        <p:nvSpPr>
          <p:cNvPr id="110" name="">
            <a:extLst xmlns:a="http://schemas.openxmlformats.org/drawingml/2006/main">
              <a:ext uri="{FF2B5EF4-FFF2-40B4-BE49-F238E27FC236}">
                <a16:creationId xmlns:a16="http://schemas.microsoft.com/office/drawing/2014/main" id="{2D761B08-D827-4EA3-A5E5-473B93E3BD40}"/>
              </a:ext>
            </a:extLst>
          </p:cNvPr>
          <p:cNvSpPr>
            <a:spLocks xmlns:a="http://schemas.openxmlformats.org/drawingml/2006/main" noGrp="1"/>
          </p:cNvSpPr>
          <p:nvPr/>
        </p:nvSpPr>
        <p:spPr>
          <a:xfrm xmlns:a="http://schemas.openxmlformats.org/drawingml/2006/main">
            <a:off x="4381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1" name="">
            <a:extLst xmlns:a="http://schemas.openxmlformats.org/drawingml/2006/main">
              <a:ext uri="{FF2B5EF4-FFF2-40B4-BE49-F238E27FC236}">
                <a16:creationId xmlns:a16="http://schemas.microsoft.com/office/drawing/2014/main" id="{91E202DC-09B3-42C9-90BB-17DA696E3326}"/>
              </a:ext>
            </a:extLst>
          </p:cNvPr>
          <p:cNvSpPr>
            <a:spLocks xmlns:a="http://schemas.openxmlformats.org/drawingml/2006/main" noGrp="1"/>
          </p:cNvSpPr>
          <p:nvPr/>
        </p:nvSpPr>
        <p:spPr>
          <a:xfrm xmlns:a="http://schemas.openxmlformats.org/drawingml/2006/main">
            <a:off x="4381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岗位要求、未来需求、关键岗位备份</a:t>
            </a:r>
          </a:p>
        </p:txBody>
      </p:sp>
      <p:sp>
        <p:nvSpPr>
          <p:cNvPr id="112" name="">
            <a:extLst xmlns:a="http://schemas.openxmlformats.org/drawingml/2006/main">
              <a:ext uri="{FF2B5EF4-FFF2-40B4-BE49-F238E27FC236}">
                <a16:creationId xmlns:a16="http://schemas.microsoft.com/office/drawing/2014/main" id="{EF4C41D6-A1E4-431F-9BBD-9F29A4602D00}"/>
              </a:ext>
            </a:extLst>
          </p:cNvPr>
          <p:cNvSpPr>
            <a:spLocks xmlns:a="http://schemas.openxmlformats.org/drawingml/2006/main" noGrp="1"/>
          </p:cNvSpPr>
          <p:nvPr/>
        </p:nvSpPr>
        <p:spPr>
          <a:xfrm xmlns:a="http://schemas.openxmlformats.org/drawingml/2006/main">
            <a:off x="2095500" y="2209800"/>
            <a:ext cx="15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5C33B"/>
                </a:solidFill>
                <a:latin typeface="微软雅黑"/>
                <a:ea typeface="微软雅黑"/>
                <a:cs typeface="微软雅黑"/>
              </a:defRPr>
            </a:pPr>
            <a:r>
              <a:rPr sz="975" b="0">
                <a:solidFill>
                  <a:srgbClr val="F5C33B"/>
                </a:solidFill>
                <a:latin typeface="微软雅黑"/>
                <a:ea typeface="微软雅黑"/>
                <a:cs typeface="微软雅黑"/>
              </a:rPr>
              <a:t>▶</a:t>
            </a:r>
          </a:p>
        </p:txBody>
      </p:sp>
      <p:sp>
        <p:nvSpPr>
          <p:cNvPr id="113" name="">
            <a:extLst xmlns:a="http://schemas.openxmlformats.org/drawingml/2006/main">
              <a:ext uri="{FF2B5EF4-FFF2-40B4-BE49-F238E27FC236}">
                <a16:creationId xmlns:a16="http://schemas.microsoft.com/office/drawing/2014/main" id="{F827394B-BCA1-4DDD-A11A-275098861994}"/>
              </a:ext>
            </a:extLst>
          </p:cNvPr>
          <p:cNvSpPr>
            <a:spLocks xmlns:a="http://schemas.openxmlformats.org/drawingml/2006/main" noGrp="1"/>
          </p:cNvSpPr>
          <p:nvPr/>
        </p:nvSpPr>
        <p:spPr>
          <a:xfrm xmlns:a="http://schemas.openxmlformats.org/drawingml/2006/main">
            <a:off x="2266950" y="1428750"/>
            <a:ext cx="1790700" cy="1809750"/>
          </a:xfrm>
          <a:prstGeom xmlns:a="http://schemas.openxmlformats.org/drawingml/2006/main" prst="roundRect">
            <a:avLst>
              <a:gd name="adj" fmla="val 478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4" name="">
            <a:extLst xmlns:a="http://schemas.openxmlformats.org/drawingml/2006/main">
              <a:ext uri="{FF2B5EF4-FFF2-40B4-BE49-F238E27FC236}">
                <a16:creationId xmlns:a16="http://schemas.microsoft.com/office/drawing/2014/main" id="{EE4CE886-E44C-4CBD-8083-544E8C278A77}"/>
              </a:ext>
            </a:extLst>
          </p:cNvPr>
          <p:cNvSpPr>
            <a:spLocks xmlns:a="http://schemas.openxmlformats.org/drawingml/2006/main" noGrp="1"/>
          </p:cNvSpPr>
          <p:nvPr/>
        </p:nvSpPr>
        <p:spPr>
          <a:xfrm xmlns:a="http://schemas.openxmlformats.org/drawingml/2006/main">
            <a:off x="2266950" y="1428750"/>
            <a:ext cx="1790700" cy="381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5ABDC5FC-C151-4C1E-8A20-1D184E9BD4D3}"/>
              </a:ext>
            </a:extLst>
          </p:cNvPr>
          <p:cNvSpPr>
            <a:spLocks xmlns:a="http://schemas.openxmlformats.org/drawingml/2006/main" noGrp="1"/>
          </p:cNvSpPr>
          <p:nvPr/>
        </p:nvSpPr>
        <p:spPr>
          <a:xfrm xmlns:a="http://schemas.openxmlformats.org/drawingml/2006/main">
            <a:off x="24193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Bahnschrift"/>
                <a:ea typeface="Bahnschrift"/>
                <a:cs typeface="Bahnschrift"/>
              </a:defRPr>
            </a:pPr>
            <a:r>
              <a:rPr sz="1125" b="1">
                <a:solidFill>
                  <a:srgbClr val="7A9CC4"/>
                </a:solidFill>
                <a:latin typeface="Bahnschrift"/>
                <a:ea typeface="Bahnschrift"/>
                <a:cs typeface="Bahnschrift"/>
              </a:rPr>
              <a:t>02</a:t>
            </a:r>
          </a:p>
        </p:txBody>
      </p:sp>
      <p:sp>
        <p:nvSpPr>
          <p:cNvPr id="116" name="">
            <a:extLst xmlns:a="http://schemas.openxmlformats.org/drawingml/2006/main">
              <a:ext uri="{FF2B5EF4-FFF2-40B4-BE49-F238E27FC236}">
                <a16:creationId xmlns:a16="http://schemas.microsoft.com/office/drawing/2014/main" id="{C9A379FB-3088-442A-9819-4DD03E8D8F08}"/>
              </a:ext>
            </a:extLst>
          </p:cNvPr>
          <p:cNvSpPr>
            <a:spLocks xmlns:a="http://schemas.openxmlformats.org/drawingml/2006/main" noGrp="1"/>
          </p:cNvSpPr>
          <p:nvPr/>
        </p:nvSpPr>
        <p:spPr>
          <a:xfrm xmlns:a="http://schemas.openxmlformats.org/drawingml/2006/main">
            <a:off x="24193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数据入库</a:t>
            </a:r>
          </a:p>
        </p:txBody>
      </p:sp>
      <p:sp>
        <p:nvSpPr>
          <p:cNvPr id="117" name="">
            <a:extLst xmlns:a="http://schemas.openxmlformats.org/drawingml/2006/main">
              <a:ext uri="{FF2B5EF4-FFF2-40B4-BE49-F238E27FC236}">
                <a16:creationId xmlns:a16="http://schemas.microsoft.com/office/drawing/2014/main" id="{E9B51BA8-BD0D-4BFD-8E32-B68937B7DF75}"/>
              </a:ext>
            </a:extLst>
          </p:cNvPr>
          <p:cNvSpPr>
            <a:spLocks xmlns:a="http://schemas.openxmlformats.org/drawingml/2006/main" noGrp="1"/>
          </p:cNvSpPr>
          <p:nvPr/>
        </p:nvSpPr>
        <p:spPr>
          <a:xfrm xmlns:a="http://schemas.openxmlformats.org/drawingml/2006/main">
            <a:off x="24193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结构化事实</a:t>
            </a:r>
          </a:p>
        </p:txBody>
      </p:sp>
      <p:sp>
        <p:nvSpPr>
          <p:cNvPr id="118" name="">
            <a:extLst xmlns:a="http://schemas.openxmlformats.org/drawingml/2006/main">
              <a:ext uri="{FF2B5EF4-FFF2-40B4-BE49-F238E27FC236}">
                <a16:creationId xmlns:a16="http://schemas.microsoft.com/office/drawing/2014/main" id="{68C5697D-147E-4EB2-9475-18435BFA5327}"/>
              </a:ext>
            </a:extLst>
          </p:cNvPr>
          <p:cNvSpPr>
            <a:spLocks xmlns:a="http://schemas.openxmlformats.org/drawingml/2006/main" noGrp="1"/>
          </p:cNvSpPr>
          <p:nvPr/>
        </p:nvSpPr>
        <p:spPr>
          <a:xfrm xmlns:a="http://schemas.openxmlformats.org/drawingml/2006/main">
            <a:off x="24193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9" name="">
            <a:extLst xmlns:a="http://schemas.openxmlformats.org/drawingml/2006/main">
              <a:ext uri="{FF2B5EF4-FFF2-40B4-BE49-F238E27FC236}">
                <a16:creationId xmlns:a16="http://schemas.microsoft.com/office/drawing/2014/main" id="{88A7FAF8-1DF3-45B0-BC67-7FC388ADF0BF}"/>
              </a:ext>
            </a:extLst>
          </p:cNvPr>
          <p:cNvSpPr>
            <a:spLocks xmlns:a="http://schemas.openxmlformats.org/drawingml/2006/main" noGrp="1"/>
          </p:cNvSpPr>
          <p:nvPr/>
        </p:nvSpPr>
        <p:spPr>
          <a:xfrm xmlns:a="http://schemas.openxmlformats.org/drawingml/2006/main">
            <a:off x="24193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考试分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技能等级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检测值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报告文本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工时</a:t>
            </a:r>
          </a:p>
        </p:txBody>
      </p:sp>
      <p:sp>
        <p:nvSpPr>
          <p:cNvPr id="120" name="">
            <a:extLst xmlns:a="http://schemas.openxmlformats.org/drawingml/2006/main">
              <a:ext uri="{FF2B5EF4-FFF2-40B4-BE49-F238E27FC236}">
                <a16:creationId xmlns:a16="http://schemas.microsoft.com/office/drawing/2014/main" id="{1DA33C64-D07E-4EFD-8C69-F949BE2D2585}"/>
              </a:ext>
            </a:extLst>
          </p:cNvPr>
          <p:cNvSpPr>
            <a:spLocks xmlns:a="http://schemas.openxmlformats.org/drawingml/2006/main" noGrp="1"/>
          </p:cNvSpPr>
          <p:nvPr/>
        </p:nvSpPr>
        <p:spPr>
          <a:xfrm xmlns:a="http://schemas.openxmlformats.org/drawingml/2006/main">
            <a:off x="4076700" y="2209800"/>
            <a:ext cx="15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5C33B"/>
                </a:solidFill>
                <a:latin typeface="微软雅黑"/>
                <a:ea typeface="微软雅黑"/>
                <a:cs typeface="微软雅黑"/>
              </a:defRPr>
            </a:pPr>
            <a:r>
              <a:rPr sz="975" b="0">
                <a:solidFill>
                  <a:srgbClr val="F5C33B"/>
                </a:solidFill>
                <a:latin typeface="微软雅黑"/>
                <a:ea typeface="微软雅黑"/>
                <a:cs typeface="微软雅黑"/>
              </a:rPr>
              <a:t>▶</a:t>
            </a:r>
          </a:p>
        </p:txBody>
      </p:sp>
      <p:sp>
        <p:nvSpPr>
          <p:cNvPr id="121" name="">
            <a:extLst xmlns:a="http://schemas.openxmlformats.org/drawingml/2006/main">
              <a:ext uri="{FF2B5EF4-FFF2-40B4-BE49-F238E27FC236}">
                <a16:creationId xmlns:a16="http://schemas.microsoft.com/office/drawing/2014/main" id="{B6CBF5E8-DD5C-4D2F-BACD-3F1D82AC483F}"/>
              </a:ext>
            </a:extLst>
          </p:cNvPr>
          <p:cNvSpPr>
            <a:spLocks xmlns:a="http://schemas.openxmlformats.org/drawingml/2006/main" noGrp="1"/>
          </p:cNvSpPr>
          <p:nvPr/>
        </p:nvSpPr>
        <p:spPr>
          <a:xfrm xmlns:a="http://schemas.openxmlformats.org/drawingml/2006/main">
            <a:off x="4248150" y="1428750"/>
            <a:ext cx="1790700" cy="1809750"/>
          </a:xfrm>
          <a:prstGeom xmlns:a="http://schemas.openxmlformats.org/drawingml/2006/main" prst="roundRect">
            <a:avLst>
              <a:gd name="adj" fmla="val 478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22" name="">
            <a:extLst xmlns:a="http://schemas.openxmlformats.org/drawingml/2006/main">
              <a:ext uri="{FF2B5EF4-FFF2-40B4-BE49-F238E27FC236}">
                <a16:creationId xmlns:a16="http://schemas.microsoft.com/office/drawing/2014/main" id="{18EFDF4C-1F8C-4C35-AA8A-E69DCD9516C9}"/>
              </a:ext>
            </a:extLst>
          </p:cNvPr>
          <p:cNvSpPr>
            <a:spLocks xmlns:a="http://schemas.openxmlformats.org/drawingml/2006/main" noGrp="1"/>
          </p:cNvSpPr>
          <p:nvPr/>
        </p:nvSpPr>
        <p:spPr>
          <a:xfrm xmlns:a="http://schemas.openxmlformats.org/drawingml/2006/main">
            <a:off x="4248150" y="1428750"/>
            <a:ext cx="1790700" cy="381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123" name="">
            <a:extLst xmlns:a="http://schemas.openxmlformats.org/drawingml/2006/main">
              <a:ext uri="{FF2B5EF4-FFF2-40B4-BE49-F238E27FC236}">
                <a16:creationId xmlns:a16="http://schemas.microsoft.com/office/drawing/2014/main" id="{9EB5403C-D418-4D15-ACC4-125E7BB8C904}"/>
              </a:ext>
            </a:extLst>
          </p:cNvPr>
          <p:cNvSpPr>
            <a:spLocks xmlns:a="http://schemas.openxmlformats.org/drawingml/2006/main" noGrp="1"/>
          </p:cNvSpPr>
          <p:nvPr/>
        </p:nvSpPr>
        <p:spPr>
          <a:xfrm xmlns:a="http://schemas.openxmlformats.org/drawingml/2006/main">
            <a:off x="44005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Bahnschrift"/>
                <a:ea typeface="Bahnschrift"/>
                <a:cs typeface="Bahnschrift"/>
              </a:defRPr>
            </a:pPr>
            <a:r>
              <a:rPr sz="1125" b="1">
                <a:solidFill>
                  <a:srgbClr val="7A9CC4"/>
                </a:solidFill>
                <a:latin typeface="Bahnschrift"/>
                <a:ea typeface="Bahnschrift"/>
                <a:cs typeface="Bahnschrift"/>
              </a:rPr>
              <a:t>03</a:t>
            </a:r>
          </a:p>
        </p:txBody>
      </p:sp>
      <p:sp>
        <p:nvSpPr>
          <p:cNvPr id="124" name="">
            <a:extLst xmlns:a="http://schemas.openxmlformats.org/drawingml/2006/main">
              <a:ext uri="{FF2B5EF4-FFF2-40B4-BE49-F238E27FC236}">
                <a16:creationId xmlns:a16="http://schemas.microsoft.com/office/drawing/2014/main" id="{0C356659-D918-4734-AFBE-A7DA7FC5F3AD}"/>
              </a:ext>
            </a:extLst>
          </p:cNvPr>
          <p:cNvSpPr>
            <a:spLocks xmlns:a="http://schemas.openxmlformats.org/drawingml/2006/main" noGrp="1"/>
          </p:cNvSpPr>
          <p:nvPr/>
        </p:nvSpPr>
        <p:spPr>
          <a:xfrm xmlns:a="http://schemas.openxmlformats.org/drawingml/2006/main">
            <a:off x="44005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规则匹配</a:t>
            </a:r>
          </a:p>
        </p:txBody>
      </p:sp>
      <p:sp>
        <p:nvSpPr>
          <p:cNvPr id="125" name="">
            <a:extLst xmlns:a="http://schemas.openxmlformats.org/drawingml/2006/main">
              <a:ext uri="{FF2B5EF4-FFF2-40B4-BE49-F238E27FC236}">
                <a16:creationId xmlns:a16="http://schemas.microsoft.com/office/drawing/2014/main" id="{F168E6C7-FAED-465C-9055-0CDE8108FBAB}"/>
              </a:ext>
            </a:extLst>
          </p:cNvPr>
          <p:cNvSpPr>
            <a:spLocks xmlns:a="http://schemas.openxmlformats.org/drawingml/2006/main" noGrp="1"/>
          </p:cNvSpPr>
          <p:nvPr/>
        </p:nvSpPr>
        <p:spPr>
          <a:xfrm xmlns:a="http://schemas.openxmlformats.org/drawingml/2006/main">
            <a:off x="44005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确定性求值</a:t>
            </a:r>
          </a:p>
        </p:txBody>
      </p:sp>
      <p:sp>
        <p:nvSpPr>
          <p:cNvPr id="126" name="">
            <a:extLst xmlns:a="http://schemas.openxmlformats.org/drawingml/2006/main">
              <a:ext uri="{FF2B5EF4-FFF2-40B4-BE49-F238E27FC236}">
                <a16:creationId xmlns:a16="http://schemas.microsoft.com/office/drawing/2014/main" id="{A8D4F737-A81D-4E49-92AF-75556146C1AC}"/>
              </a:ext>
            </a:extLst>
          </p:cNvPr>
          <p:cNvSpPr>
            <a:spLocks xmlns:a="http://schemas.openxmlformats.org/drawingml/2006/main" noGrp="1"/>
          </p:cNvSpPr>
          <p:nvPr/>
        </p:nvSpPr>
        <p:spPr>
          <a:xfrm xmlns:a="http://schemas.openxmlformats.org/drawingml/2006/main">
            <a:off x="44005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27" name="">
            <a:extLst xmlns:a="http://schemas.openxmlformats.org/drawingml/2006/main">
              <a:ext uri="{FF2B5EF4-FFF2-40B4-BE49-F238E27FC236}">
                <a16:creationId xmlns:a16="http://schemas.microsoft.com/office/drawing/2014/main" id="{BE9E2B9E-C43C-4CF9-8284-F5B5A62CDEEF}"/>
              </a:ext>
            </a:extLst>
          </p:cNvPr>
          <p:cNvSpPr>
            <a:spLocks xmlns:a="http://schemas.openxmlformats.org/drawingml/2006/main" noGrp="1"/>
          </p:cNvSpPr>
          <p:nvPr/>
        </p:nvSpPr>
        <p:spPr>
          <a:xfrm xmlns:a="http://schemas.openxmlformats.org/drawingml/2006/main">
            <a:off x="44005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按场景取规则 </a:t>
            </a:r>
            <a:r>
              <a:rPr sz="863" b="0">
                <a:solidFill>
                  <a:srgbClr val="D6E6F7"/>
                </a:solidFill>
                <a:latin typeface="微软雅黑"/>
                <a:ea typeface="微软雅黑"/>
                <a:cs typeface="微软雅黑"/>
              </a:rPr>
              <a:t>→ priority </a:t>
            </a:r>
            <a:r>
              <a:rPr sz="863" b="0">
                <a:solidFill>
                  <a:srgbClr val="D6E6F7"/>
                </a:solidFill>
                <a:latin typeface="微软雅黑"/>
                <a:ea typeface="微软雅黑"/>
                <a:cs typeface="微软雅黑"/>
              </a:rPr>
              <a:t>降序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白名单算子</a:t>
            </a:r>
          </a:p>
        </p:txBody>
      </p:sp>
      <p:sp>
        <p:nvSpPr>
          <p:cNvPr id="128" name="">
            <a:extLst xmlns:a="http://schemas.openxmlformats.org/drawingml/2006/main">
              <a:ext uri="{FF2B5EF4-FFF2-40B4-BE49-F238E27FC236}">
                <a16:creationId xmlns:a16="http://schemas.microsoft.com/office/drawing/2014/main" id="{FFE82CC7-6E7F-4D23-8272-FA11BD497A8B}"/>
              </a:ext>
            </a:extLst>
          </p:cNvPr>
          <p:cNvSpPr>
            <a:spLocks xmlns:a="http://schemas.openxmlformats.org/drawingml/2006/main" noGrp="1"/>
          </p:cNvSpPr>
          <p:nvPr/>
        </p:nvSpPr>
        <p:spPr>
          <a:xfrm xmlns:a="http://schemas.openxmlformats.org/drawingml/2006/main">
            <a:off x="6057900" y="2209800"/>
            <a:ext cx="15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5C33B"/>
                </a:solidFill>
                <a:latin typeface="微软雅黑"/>
                <a:ea typeface="微软雅黑"/>
                <a:cs typeface="微软雅黑"/>
              </a:defRPr>
            </a:pPr>
            <a:r>
              <a:rPr sz="975" b="0">
                <a:solidFill>
                  <a:srgbClr val="F5C33B"/>
                </a:solidFill>
                <a:latin typeface="微软雅黑"/>
                <a:ea typeface="微软雅黑"/>
                <a:cs typeface="微软雅黑"/>
              </a:rPr>
              <a:t>▶</a:t>
            </a:r>
          </a:p>
        </p:txBody>
      </p:sp>
      <p:sp>
        <p:nvSpPr>
          <p:cNvPr id="129" name="">
            <a:extLst xmlns:a="http://schemas.openxmlformats.org/drawingml/2006/main">
              <a:ext uri="{FF2B5EF4-FFF2-40B4-BE49-F238E27FC236}">
                <a16:creationId xmlns:a16="http://schemas.microsoft.com/office/drawing/2014/main" id="{71C037DD-638F-46F6-8828-01BECF82FA4D}"/>
              </a:ext>
            </a:extLst>
          </p:cNvPr>
          <p:cNvSpPr>
            <a:spLocks xmlns:a="http://schemas.openxmlformats.org/drawingml/2006/main" noGrp="1"/>
          </p:cNvSpPr>
          <p:nvPr/>
        </p:nvSpPr>
        <p:spPr>
          <a:xfrm xmlns:a="http://schemas.openxmlformats.org/drawingml/2006/main">
            <a:off x="6229350" y="1428750"/>
            <a:ext cx="1790700" cy="1809750"/>
          </a:xfrm>
          <a:prstGeom xmlns:a="http://schemas.openxmlformats.org/drawingml/2006/main" prst="roundRect">
            <a:avLst>
              <a:gd name="adj" fmla="val 478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30" name="">
            <a:extLst xmlns:a="http://schemas.openxmlformats.org/drawingml/2006/main">
              <a:ext uri="{FF2B5EF4-FFF2-40B4-BE49-F238E27FC236}">
                <a16:creationId xmlns:a16="http://schemas.microsoft.com/office/drawing/2014/main" id="{3FFD954A-7D77-4464-9BA4-E9852B1E4E34}"/>
              </a:ext>
            </a:extLst>
          </p:cNvPr>
          <p:cNvSpPr>
            <a:spLocks xmlns:a="http://schemas.openxmlformats.org/drawingml/2006/main" noGrp="1"/>
          </p:cNvSpPr>
          <p:nvPr/>
        </p:nvSpPr>
        <p:spPr>
          <a:xfrm xmlns:a="http://schemas.openxmlformats.org/drawingml/2006/main">
            <a:off x="6229350" y="1428750"/>
            <a:ext cx="1790700" cy="381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31" name="">
            <a:extLst xmlns:a="http://schemas.openxmlformats.org/drawingml/2006/main">
              <a:ext uri="{FF2B5EF4-FFF2-40B4-BE49-F238E27FC236}">
                <a16:creationId xmlns:a16="http://schemas.microsoft.com/office/drawing/2014/main" id="{5E4C298B-CF65-4379-B0C2-5BC195F75BDF}"/>
              </a:ext>
            </a:extLst>
          </p:cNvPr>
          <p:cNvSpPr>
            <a:spLocks xmlns:a="http://schemas.openxmlformats.org/drawingml/2006/main" noGrp="1"/>
          </p:cNvSpPr>
          <p:nvPr/>
        </p:nvSpPr>
        <p:spPr>
          <a:xfrm xmlns:a="http://schemas.openxmlformats.org/drawingml/2006/main">
            <a:off x="63817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Bahnschrift"/>
                <a:ea typeface="Bahnschrift"/>
                <a:cs typeface="Bahnschrift"/>
              </a:defRPr>
            </a:pPr>
            <a:r>
              <a:rPr sz="1125" b="1">
                <a:solidFill>
                  <a:srgbClr val="7A9CC4"/>
                </a:solidFill>
                <a:latin typeface="Bahnschrift"/>
                <a:ea typeface="Bahnschrift"/>
                <a:cs typeface="Bahnschrift"/>
              </a:rPr>
              <a:t>04</a:t>
            </a:r>
          </a:p>
        </p:txBody>
      </p:sp>
      <p:sp>
        <p:nvSpPr>
          <p:cNvPr id="132" name="">
            <a:extLst xmlns:a="http://schemas.openxmlformats.org/drawingml/2006/main">
              <a:ext uri="{FF2B5EF4-FFF2-40B4-BE49-F238E27FC236}">
                <a16:creationId xmlns:a16="http://schemas.microsoft.com/office/drawing/2014/main" id="{4C765A75-D248-44CD-9A50-F1271F264FF4}"/>
              </a:ext>
            </a:extLst>
          </p:cNvPr>
          <p:cNvSpPr>
            <a:spLocks xmlns:a="http://schemas.openxmlformats.org/drawingml/2006/main" noGrp="1"/>
          </p:cNvSpPr>
          <p:nvPr/>
        </p:nvSpPr>
        <p:spPr>
          <a:xfrm xmlns:a="http://schemas.openxmlformats.org/drawingml/2006/main">
            <a:off x="63817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结论生成</a:t>
            </a:r>
          </a:p>
        </p:txBody>
      </p:sp>
      <p:sp>
        <p:nvSpPr>
          <p:cNvPr id="133" name="">
            <a:extLst xmlns:a="http://schemas.openxmlformats.org/drawingml/2006/main">
              <a:ext uri="{FF2B5EF4-FFF2-40B4-BE49-F238E27FC236}">
                <a16:creationId xmlns:a16="http://schemas.microsoft.com/office/drawing/2014/main" id="{A16B865E-2263-4C2A-8DCD-9D7E6A94002F}"/>
              </a:ext>
            </a:extLst>
          </p:cNvPr>
          <p:cNvSpPr>
            <a:spLocks xmlns:a="http://schemas.openxmlformats.org/drawingml/2006/main" noGrp="1"/>
          </p:cNvSpPr>
          <p:nvPr/>
        </p:nvSpPr>
        <p:spPr>
          <a:xfrm xmlns:a="http://schemas.openxmlformats.org/drawingml/2006/main">
            <a:off x="63817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带依据的判定</a:t>
            </a:r>
          </a:p>
        </p:txBody>
      </p:sp>
      <p:sp>
        <p:nvSpPr>
          <p:cNvPr id="134" name="">
            <a:extLst xmlns:a="http://schemas.openxmlformats.org/drawingml/2006/main">
              <a:ext uri="{FF2B5EF4-FFF2-40B4-BE49-F238E27FC236}">
                <a16:creationId xmlns:a16="http://schemas.microsoft.com/office/drawing/2014/main" id="{B3460B17-6AE7-40BE-9A90-9577AE0503F4}"/>
              </a:ext>
            </a:extLst>
          </p:cNvPr>
          <p:cNvSpPr>
            <a:spLocks xmlns:a="http://schemas.openxmlformats.org/drawingml/2006/main" noGrp="1"/>
          </p:cNvSpPr>
          <p:nvPr/>
        </p:nvSpPr>
        <p:spPr>
          <a:xfrm xmlns:a="http://schemas.openxmlformats.org/drawingml/2006/main">
            <a:off x="63817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35" name="">
            <a:extLst xmlns:a="http://schemas.openxmlformats.org/drawingml/2006/main">
              <a:ext uri="{FF2B5EF4-FFF2-40B4-BE49-F238E27FC236}">
                <a16:creationId xmlns:a16="http://schemas.microsoft.com/office/drawing/2014/main" id="{9AE44A08-617E-49BA-9DAE-3DBAA10727EE}"/>
              </a:ext>
            </a:extLst>
          </p:cNvPr>
          <p:cNvSpPr>
            <a:spLocks xmlns:a="http://schemas.openxmlformats.org/drawingml/2006/main" noGrp="1"/>
          </p:cNvSpPr>
          <p:nvPr/>
        </p:nvSpPr>
        <p:spPr>
          <a:xfrm xmlns:a="http://schemas.openxmlformats.org/drawingml/2006/main">
            <a:off x="63817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verdict</a:t>
            </a:r>
            <a:r>
              <a:rPr sz="863" b="0">
                <a:solidFill>
                  <a:srgbClr val="D6E6F7"/>
                </a:solidFill>
                <a:latin typeface="微软雅黑"/>
                <a:ea typeface="微软雅黑"/>
                <a:cs typeface="微软雅黑"/>
              </a:rPr>
              <a:t>：动作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原因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严重度 </a:t>
            </a:r>
            <a:r>
              <a:rPr sz="863" b="0">
                <a:solidFill>
                  <a:srgbClr val="D6E6F7"/>
                </a:solidFill>
                <a:latin typeface="微软雅黑"/>
                <a:ea typeface="微软雅黑"/>
                <a:cs typeface="微软雅黑"/>
              </a:rPr>
              <a:t>/ rule_refs / </a:t>
            </a:r>
            <a:r>
              <a:rPr sz="863" b="0">
                <a:solidFill>
                  <a:srgbClr val="D6E6F7"/>
                </a:solidFill>
                <a:latin typeface="微软雅黑"/>
                <a:ea typeface="微软雅黑"/>
                <a:cs typeface="微软雅黑"/>
              </a:rPr>
              <a:t>置信度</a:t>
            </a:r>
          </a:p>
        </p:txBody>
      </p:sp>
      <p:sp>
        <p:nvSpPr>
          <p:cNvPr id="136" name="">
            <a:extLst xmlns:a="http://schemas.openxmlformats.org/drawingml/2006/main">
              <a:ext uri="{FF2B5EF4-FFF2-40B4-BE49-F238E27FC236}">
                <a16:creationId xmlns:a16="http://schemas.microsoft.com/office/drawing/2014/main" id="{A0995D56-A0EA-4706-A208-682016C2DB43}"/>
              </a:ext>
            </a:extLst>
          </p:cNvPr>
          <p:cNvSpPr>
            <a:spLocks xmlns:a="http://schemas.openxmlformats.org/drawingml/2006/main" noGrp="1"/>
          </p:cNvSpPr>
          <p:nvPr/>
        </p:nvSpPr>
        <p:spPr>
          <a:xfrm xmlns:a="http://schemas.openxmlformats.org/drawingml/2006/main">
            <a:off x="8039100" y="2209800"/>
            <a:ext cx="15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5C33B"/>
                </a:solidFill>
                <a:latin typeface="微软雅黑"/>
                <a:ea typeface="微软雅黑"/>
                <a:cs typeface="微软雅黑"/>
              </a:defRPr>
            </a:pPr>
            <a:r>
              <a:rPr sz="975" b="0">
                <a:solidFill>
                  <a:srgbClr val="F5C33B"/>
                </a:solidFill>
                <a:latin typeface="微软雅黑"/>
                <a:ea typeface="微软雅黑"/>
                <a:cs typeface="微软雅黑"/>
              </a:rPr>
              <a:t>▶</a:t>
            </a:r>
          </a:p>
        </p:txBody>
      </p:sp>
      <p:sp>
        <p:nvSpPr>
          <p:cNvPr id="137" name="">
            <a:extLst xmlns:a="http://schemas.openxmlformats.org/drawingml/2006/main">
              <a:ext uri="{FF2B5EF4-FFF2-40B4-BE49-F238E27FC236}">
                <a16:creationId xmlns:a16="http://schemas.microsoft.com/office/drawing/2014/main" id="{CC549B2C-9994-4638-B62C-A9F6868D4C0D}"/>
              </a:ext>
            </a:extLst>
          </p:cNvPr>
          <p:cNvSpPr>
            <a:spLocks xmlns:a="http://schemas.openxmlformats.org/drawingml/2006/main" noGrp="1"/>
          </p:cNvSpPr>
          <p:nvPr/>
        </p:nvSpPr>
        <p:spPr>
          <a:xfrm xmlns:a="http://schemas.openxmlformats.org/drawingml/2006/main">
            <a:off x="8210550" y="1428750"/>
            <a:ext cx="1790700" cy="1809750"/>
          </a:xfrm>
          <a:prstGeom xmlns:a="http://schemas.openxmlformats.org/drawingml/2006/main" prst="roundRect">
            <a:avLst>
              <a:gd name="adj" fmla="val 478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38" name="">
            <a:extLst xmlns:a="http://schemas.openxmlformats.org/drawingml/2006/main">
              <a:ext uri="{FF2B5EF4-FFF2-40B4-BE49-F238E27FC236}">
                <a16:creationId xmlns:a16="http://schemas.microsoft.com/office/drawing/2014/main" id="{8E66205C-B700-4600-BDF6-B8DF03914AA0}"/>
              </a:ext>
            </a:extLst>
          </p:cNvPr>
          <p:cNvSpPr>
            <a:spLocks xmlns:a="http://schemas.openxmlformats.org/drawingml/2006/main" noGrp="1"/>
          </p:cNvSpPr>
          <p:nvPr/>
        </p:nvSpPr>
        <p:spPr>
          <a:xfrm xmlns:a="http://schemas.openxmlformats.org/drawingml/2006/main">
            <a:off x="8210550" y="1428750"/>
            <a:ext cx="1790700" cy="381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139" name="">
            <a:extLst xmlns:a="http://schemas.openxmlformats.org/drawingml/2006/main">
              <a:ext uri="{FF2B5EF4-FFF2-40B4-BE49-F238E27FC236}">
                <a16:creationId xmlns:a16="http://schemas.microsoft.com/office/drawing/2014/main" id="{BCDB7525-0E22-4C42-A416-36315FEB25F1}"/>
              </a:ext>
            </a:extLst>
          </p:cNvPr>
          <p:cNvSpPr>
            <a:spLocks xmlns:a="http://schemas.openxmlformats.org/drawingml/2006/main" noGrp="1"/>
          </p:cNvSpPr>
          <p:nvPr/>
        </p:nvSpPr>
        <p:spPr>
          <a:xfrm xmlns:a="http://schemas.openxmlformats.org/drawingml/2006/main">
            <a:off x="83629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Bahnschrift"/>
                <a:ea typeface="Bahnschrift"/>
                <a:cs typeface="Bahnschrift"/>
              </a:defRPr>
            </a:pPr>
            <a:r>
              <a:rPr sz="1125" b="1">
                <a:solidFill>
                  <a:srgbClr val="7A9CC4"/>
                </a:solidFill>
                <a:latin typeface="Bahnschrift"/>
                <a:ea typeface="Bahnschrift"/>
                <a:cs typeface="Bahnschrift"/>
              </a:rPr>
              <a:t>05</a:t>
            </a:r>
          </a:p>
        </p:txBody>
      </p:sp>
      <p:sp>
        <p:nvSpPr>
          <p:cNvPr id="140" name="">
            <a:extLst xmlns:a="http://schemas.openxmlformats.org/drawingml/2006/main">
              <a:ext uri="{FF2B5EF4-FFF2-40B4-BE49-F238E27FC236}">
                <a16:creationId xmlns:a16="http://schemas.microsoft.com/office/drawing/2014/main" id="{BF506872-8FD8-4454-ABCE-007F7C2BFEA7}"/>
              </a:ext>
            </a:extLst>
          </p:cNvPr>
          <p:cNvSpPr>
            <a:spLocks xmlns:a="http://schemas.openxmlformats.org/drawingml/2006/main" noGrp="1"/>
          </p:cNvSpPr>
          <p:nvPr/>
        </p:nvSpPr>
        <p:spPr>
          <a:xfrm xmlns:a="http://schemas.openxmlformats.org/drawingml/2006/main">
            <a:off x="83629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人工确认</a:t>
            </a:r>
          </a:p>
        </p:txBody>
      </p:sp>
      <p:sp>
        <p:nvSpPr>
          <p:cNvPr id="141" name="">
            <a:extLst xmlns:a="http://schemas.openxmlformats.org/drawingml/2006/main">
              <a:ext uri="{FF2B5EF4-FFF2-40B4-BE49-F238E27FC236}">
                <a16:creationId xmlns:a16="http://schemas.microsoft.com/office/drawing/2014/main" id="{A9577A2E-F721-4B94-A120-4ADDD073991F}"/>
              </a:ext>
            </a:extLst>
          </p:cNvPr>
          <p:cNvSpPr>
            <a:spLocks xmlns:a="http://schemas.openxmlformats.org/drawingml/2006/main" noGrp="1"/>
          </p:cNvSpPr>
          <p:nvPr/>
        </p:nvSpPr>
        <p:spPr>
          <a:xfrm xmlns:a="http://schemas.openxmlformats.org/drawingml/2006/main">
            <a:off x="83629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角色把关</a:t>
            </a:r>
          </a:p>
        </p:txBody>
      </p:sp>
      <p:sp>
        <p:nvSpPr>
          <p:cNvPr id="142" name="">
            <a:extLst xmlns:a="http://schemas.openxmlformats.org/drawingml/2006/main">
              <a:ext uri="{FF2B5EF4-FFF2-40B4-BE49-F238E27FC236}">
                <a16:creationId xmlns:a16="http://schemas.microsoft.com/office/drawing/2014/main" id="{7A3E8836-10B3-4C6E-B184-B08EF6046A7A}"/>
              </a:ext>
            </a:extLst>
          </p:cNvPr>
          <p:cNvSpPr>
            <a:spLocks xmlns:a="http://schemas.openxmlformats.org/drawingml/2006/main" noGrp="1"/>
          </p:cNvSpPr>
          <p:nvPr/>
        </p:nvSpPr>
        <p:spPr>
          <a:xfrm xmlns:a="http://schemas.openxmlformats.org/drawingml/2006/main">
            <a:off x="83629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43" name="">
            <a:extLst xmlns:a="http://schemas.openxmlformats.org/drawingml/2006/main">
              <a:ext uri="{FF2B5EF4-FFF2-40B4-BE49-F238E27FC236}">
                <a16:creationId xmlns:a16="http://schemas.microsoft.com/office/drawing/2014/main" id="{F42E9153-0F2B-4A53-B1BA-4690ED3A78A7}"/>
              </a:ext>
            </a:extLst>
          </p:cNvPr>
          <p:cNvSpPr>
            <a:spLocks xmlns:a="http://schemas.openxmlformats.org/drawingml/2006/main" noGrp="1"/>
          </p:cNvSpPr>
          <p:nvPr/>
        </p:nvSpPr>
        <p:spPr>
          <a:xfrm xmlns:a="http://schemas.openxmlformats.org/drawingml/2006/main">
            <a:off x="83629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员工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班组长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老总三端确认，采纳、驳回或修改</a:t>
            </a:r>
          </a:p>
        </p:txBody>
      </p:sp>
      <p:sp>
        <p:nvSpPr>
          <p:cNvPr id="144" name="">
            <a:extLst xmlns:a="http://schemas.openxmlformats.org/drawingml/2006/main">
              <a:ext uri="{FF2B5EF4-FFF2-40B4-BE49-F238E27FC236}">
                <a16:creationId xmlns:a16="http://schemas.microsoft.com/office/drawing/2014/main" id="{26EFA514-0765-4555-A96C-A5149EE1B5BE}"/>
              </a:ext>
            </a:extLst>
          </p:cNvPr>
          <p:cNvSpPr>
            <a:spLocks xmlns:a="http://schemas.openxmlformats.org/drawingml/2006/main" noGrp="1"/>
          </p:cNvSpPr>
          <p:nvPr/>
        </p:nvSpPr>
        <p:spPr>
          <a:xfrm xmlns:a="http://schemas.openxmlformats.org/drawingml/2006/main">
            <a:off x="10020300" y="2209800"/>
            <a:ext cx="15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5C33B"/>
                </a:solidFill>
                <a:latin typeface="微软雅黑"/>
                <a:ea typeface="微软雅黑"/>
                <a:cs typeface="微软雅黑"/>
              </a:defRPr>
            </a:pPr>
            <a:r>
              <a:rPr sz="975" b="0">
                <a:solidFill>
                  <a:srgbClr val="F5C33B"/>
                </a:solidFill>
                <a:latin typeface="微软雅黑"/>
                <a:ea typeface="微软雅黑"/>
                <a:cs typeface="微软雅黑"/>
              </a:rPr>
              <a:t>▶</a:t>
            </a:r>
          </a:p>
        </p:txBody>
      </p:sp>
      <p:sp>
        <p:nvSpPr>
          <p:cNvPr id="145" name="">
            <a:extLst xmlns:a="http://schemas.openxmlformats.org/drawingml/2006/main">
              <a:ext uri="{FF2B5EF4-FFF2-40B4-BE49-F238E27FC236}">
                <a16:creationId xmlns:a16="http://schemas.microsoft.com/office/drawing/2014/main" id="{A85BE8D4-FB56-4E0A-AC82-F9FEF2112D1A}"/>
              </a:ext>
            </a:extLst>
          </p:cNvPr>
          <p:cNvSpPr>
            <a:spLocks xmlns:a="http://schemas.openxmlformats.org/drawingml/2006/main" noGrp="1"/>
          </p:cNvSpPr>
          <p:nvPr/>
        </p:nvSpPr>
        <p:spPr>
          <a:xfrm xmlns:a="http://schemas.openxmlformats.org/drawingml/2006/main">
            <a:off x="10191750" y="1428750"/>
            <a:ext cx="1790700" cy="1809750"/>
          </a:xfrm>
          <a:prstGeom xmlns:a="http://schemas.openxmlformats.org/drawingml/2006/main" prst="roundRect">
            <a:avLst>
              <a:gd name="adj" fmla="val 478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46" name="">
            <a:extLst xmlns:a="http://schemas.openxmlformats.org/drawingml/2006/main">
              <a:ext uri="{FF2B5EF4-FFF2-40B4-BE49-F238E27FC236}">
                <a16:creationId xmlns:a16="http://schemas.microsoft.com/office/drawing/2014/main" id="{3CCAD355-46A0-4C0C-9DF0-3C15092E02B4}"/>
              </a:ext>
            </a:extLst>
          </p:cNvPr>
          <p:cNvSpPr>
            <a:spLocks xmlns:a="http://schemas.openxmlformats.org/drawingml/2006/main" noGrp="1"/>
          </p:cNvSpPr>
          <p:nvPr/>
        </p:nvSpPr>
        <p:spPr>
          <a:xfrm xmlns:a="http://schemas.openxmlformats.org/drawingml/2006/main">
            <a:off x="10191750" y="1428750"/>
            <a:ext cx="1790700" cy="381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47" name="">
            <a:extLst xmlns:a="http://schemas.openxmlformats.org/drawingml/2006/main">
              <a:ext uri="{FF2B5EF4-FFF2-40B4-BE49-F238E27FC236}">
                <a16:creationId xmlns:a16="http://schemas.microsoft.com/office/drawing/2014/main" id="{B91B015F-EBAE-419D-8372-5E1EFB35C24D}"/>
              </a:ext>
            </a:extLst>
          </p:cNvPr>
          <p:cNvSpPr>
            <a:spLocks xmlns:a="http://schemas.openxmlformats.org/drawingml/2006/main" noGrp="1"/>
          </p:cNvSpPr>
          <p:nvPr/>
        </p:nvSpPr>
        <p:spPr>
          <a:xfrm xmlns:a="http://schemas.openxmlformats.org/drawingml/2006/main">
            <a:off x="103441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Bahnschrift"/>
                <a:ea typeface="Bahnschrift"/>
                <a:cs typeface="Bahnschrift"/>
              </a:defRPr>
            </a:pPr>
            <a:r>
              <a:rPr sz="1125" b="1">
                <a:solidFill>
                  <a:srgbClr val="7A9CC4"/>
                </a:solidFill>
                <a:latin typeface="Bahnschrift"/>
                <a:ea typeface="Bahnschrift"/>
                <a:cs typeface="Bahnschrift"/>
              </a:rPr>
              <a:t>06</a:t>
            </a:r>
          </a:p>
        </p:txBody>
      </p:sp>
      <p:sp>
        <p:nvSpPr>
          <p:cNvPr id="148" name="">
            <a:extLst xmlns:a="http://schemas.openxmlformats.org/drawingml/2006/main">
              <a:ext uri="{FF2B5EF4-FFF2-40B4-BE49-F238E27FC236}">
                <a16:creationId xmlns:a16="http://schemas.microsoft.com/office/drawing/2014/main" id="{E3E340C4-7113-4B80-84D9-CA962923E8ED}"/>
              </a:ext>
            </a:extLst>
          </p:cNvPr>
          <p:cNvSpPr>
            <a:spLocks xmlns:a="http://schemas.openxmlformats.org/drawingml/2006/main" noGrp="1"/>
          </p:cNvSpPr>
          <p:nvPr/>
        </p:nvSpPr>
        <p:spPr>
          <a:xfrm xmlns:a="http://schemas.openxmlformats.org/drawingml/2006/main">
            <a:off x="103441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决策留痕</a:t>
            </a:r>
          </a:p>
        </p:txBody>
      </p:sp>
      <p:sp>
        <p:nvSpPr>
          <p:cNvPr id="149" name="">
            <a:extLst xmlns:a="http://schemas.openxmlformats.org/drawingml/2006/main">
              <a:ext uri="{FF2B5EF4-FFF2-40B4-BE49-F238E27FC236}">
                <a16:creationId xmlns:a16="http://schemas.microsoft.com/office/drawing/2014/main" id="{FE125E1A-E7F8-4905-82D0-525664C8CDDB}"/>
              </a:ext>
            </a:extLst>
          </p:cNvPr>
          <p:cNvSpPr>
            <a:spLocks xmlns:a="http://schemas.openxmlformats.org/drawingml/2006/main" noGrp="1"/>
          </p:cNvSpPr>
          <p:nvPr/>
        </p:nvSpPr>
        <p:spPr>
          <a:xfrm xmlns:a="http://schemas.openxmlformats.org/drawingml/2006/main">
            <a:off x="103441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可审计闭环</a:t>
            </a:r>
          </a:p>
        </p:txBody>
      </p:sp>
      <p:sp>
        <p:nvSpPr>
          <p:cNvPr id="150" name="">
            <a:extLst xmlns:a="http://schemas.openxmlformats.org/drawingml/2006/main">
              <a:ext uri="{FF2B5EF4-FFF2-40B4-BE49-F238E27FC236}">
                <a16:creationId xmlns:a16="http://schemas.microsoft.com/office/drawing/2014/main" id="{B0854F6E-9DFC-4C31-BF41-742EA7155559}"/>
              </a:ext>
            </a:extLst>
          </p:cNvPr>
          <p:cNvSpPr>
            <a:spLocks xmlns:a="http://schemas.openxmlformats.org/drawingml/2006/main" noGrp="1"/>
          </p:cNvSpPr>
          <p:nvPr/>
        </p:nvSpPr>
        <p:spPr>
          <a:xfrm xmlns:a="http://schemas.openxmlformats.org/drawingml/2006/main">
            <a:off x="103441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51" name="">
            <a:extLst xmlns:a="http://schemas.openxmlformats.org/drawingml/2006/main">
              <a:ext uri="{FF2B5EF4-FFF2-40B4-BE49-F238E27FC236}">
                <a16:creationId xmlns:a16="http://schemas.microsoft.com/office/drawing/2014/main" id="{9C484030-433D-4C35-9B9A-ECB79637FD76}"/>
              </a:ext>
            </a:extLst>
          </p:cNvPr>
          <p:cNvSpPr>
            <a:spLocks xmlns:a="http://schemas.openxmlformats.org/drawingml/2006/main" noGrp="1"/>
          </p:cNvSpPr>
          <p:nvPr/>
        </p:nvSpPr>
        <p:spPr>
          <a:xfrm xmlns:a="http://schemas.openxmlformats.org/drawingml/2006/main">
            <a:off x="103441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run_id </a:t>
            </a:r>
            <a:r>
              <a:rPr sz="863" b="0">
                <a:solidFill>
                  <a:srgbClr val="D6E6F7"/>
                </a:solidFill>
                <a:latin typeface="微软雅黑"/>
                <a:ea typeface="微软雅黑"/>
                <a:cs typeface="微软雅黑"/>
              </a:rPr>
              <a:t>串起 </a:t>
            </a:r>
            <a:r>
              <a:rPr sz="863" b="0">
                <a:solidFill>
                  <a:srgbClr val="D6E6F7"/>
                </a:solidFill>
                <a:latin typeface="微软雅黑"/>
                <a:ea typeface="微软雅黑"/>
                <a:cs typeface="微软雅黑"/>
              </a:rPr>
              <a:t>rule_result / agent_suggestion / decision_log</a:t>
            </a:r>
          </a:p>
        </p:txBody>
      </p:sp>
      <p:sp>
        <p:nvSpPr>
          <p:cNvPr id="152" name="">
            <a:extLst xmlns:a="http://schemas.openxmlformats.org/drawingml/2006/main">
              <a:ext uri="{FF2B5EF4-FFF2-40B4-BE49-F238E27FC236}">
                <a16:creationId xmlns:a16="http://schemas.microsoft.com/office/drawing/2014/main" id="{9C134843-D334-41F6-8AAC-543744A1A7B6}"/>
              </a:ext>
            </a:extLst>
          </p:cNvPr>
          <p:cNvSpPr>
            <a:spLocks xmlns:a="http://schemas.openxmlformats.org/drawingml/2006/main" noGrp="1"/>
          </p:cNvSpPr>
          <p:nvPr/>
        </p:nvSpPr>
        <p:spPr>
          <a:xfrm xmlns:a="http://schemas.openxmlformats.org/drawingml/2006/main">
            <a:off x="285750" y="3429000"/>
            <a:ext cx="11620500" cy="1143000"/>
          </a:xfrm>
          <a:prstGeom xmlns:a="http://schemas.openxmlformats.org/drawingml/2006/main" prst="roundRect">
            <a:avLst>
              <a:gd name="adj" fmla="val 7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53" name="">
            <a:extLst xmlns:a="http://schemas.openxmlformats.org/drawingml/2006/main">
              <a:ext uri="{FF2B5EF4-FFF2-40B4-BE49-F238E27FC236}">
                <a16:creationId xmlns:a16="http://schemas.microsoft.com/office/drawing/2014/main" id="{380667B6-6D0A-4FBF-9EEB-938D8717F16C}"/>
              </a:ext>
            </a:extLst>
          </p:cNvPr>
          <p:cNvSpPr>
            <a:spLocks xmlns:a="http://schemas.openxmlformats.org/drawingml/2006/main" noGrp="1"/>
          </p:cNvSpPr>
          <p:nvPr/>
        </p:nvSpPr>
        <p:spPr>
          <a:xfrm xmlns:a="http://schemas.openxmlformats.org/drawingml/2006/main">
            <a:off x="495300" y="3562350"/>
            <a:ext cx="8572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两条不可违背的铁律（决定接口与前端不改动）</a:t>
            </a:r>
          </a:p>
        </p:txBody>
      </p:sp>
      <p:sp>
        <p:nvSpPr>
          <p:cNvPr id="154" name="">
            <a:extLst xmlns:a="http://schemas.openxmlformats.org/drawingml/2006/main">
              <a:ext uri="{FF2B5EF4-FFF2-40B4-BE49-F238E27FC236}">
                <a16:creationId xmlns:a16="http://schemas.microsoft.com/office/drawing/2014/main" id="{AB7E6AC4-0659-49D3-8D71-36D2CF02C542}"/>
              </a:ext>
            </a:extLst>
          </p:cNvPr>
          <p:cNvSpPr>
            <a:spLocks xmlns:a="http://schemas.openxmlformats.org/drawingml/2006/main" noGrp="1"/>
          </p:cNvSpPr>
          <p:nvPr/>
        </p:nvSpPr>
        <p:spPr>
          <a:xfrm xmlns:a="http://schemas.openxmlformats.org/drawingml/2006/main">
            <a:off x="495300" y="3848100"/>
            <a:ext cx="11239500" cy="628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75">
                <a:solidFill>
                  <a:srgbClr val="D6E6F7"/>
                </a:solidFill>
                <a:latin typeface="微软雅黑"/>
                <a:ea typeface="微软雅黑"/>
                <a:cs typeface="微软雅黑"/>
              </a:defRPr>
            </a:pPr>
            <a:r>
              <a:rPr sz="975" b="1">
                <a:solidFill>
                  <a:srgbClr val="D6E6F7"/>
                </a:solidFill>
                <a:latin typeface="微软雅黑"/>
                <a:ea typeface="微软雅黑"/>
                <a:cs typeface="微软雅黑"/>
              </a:rPr>
              <a:t>铁律一　</a:t>
            </a:r>
            <a:r>
              <a:rPr sz="975" b="1">
                <a:solidFill>
                  <a:srgbClr val="D6E6F7"/>
                </a:solidFill>
                <a:latin typeface="微软雅黑"/>
                <a:ea typeface="微软雅黑"/>
                <a:cs typeface="微软雅黑"/>
              </a:rPr>
              <a:t>source=rule </a:t>
            </a:r>
            <a:r>
              <a:rPr sz="975" b="1">
                <a:solidFill>
                  <a:srgbClr val="D6E6F7"/>
                </a:solidFill>
                <a:latin typeface="微软雅黑"/>
                <a:ea typeface="微软雅黑"/>
                <a:cs typeface="微软雅黑"/>
              </a:rPr>
              <a:t>现在，</a:t>
            </a:r>
            <a:r>
              <a:rPr sz="975" b="1">
                <a:solidFill>
                  <a:srgbClr val="D6E6F7"/>
                </a:solidFill>
                <a:latin typeface="微软雅黑"/>
                <a:ea typeface="微软雅黑"/>
                <a:cs typeface="微软雅黑"/>
              </a:rPr>
              <a:t>source=model </a:t>
            </a:r>
            <a:r>
              <a:rPr sz="975" b="1">
                <a:solidFill>
                  <a:srgbClr val="D6E6F7"/>
                </a:solidFill>
                <a:latin typeface="微软雅黑"/>
                <a:ea typeface="微软雅黑"/>
                <a:cs typeface="微软雅黑"/>
              </a:rPr>
              <a:t>将来：</a:t>
            </a:r>
            <a:r>
              <a:rPr sz="975">
                <a:solidFill>
                  <a:srgbClr val="D6E6F7"/>
                </a:solidFill>
                <a:latin typeface="微软雅黑"/>
                <a:ea typeface="微软雅黑"/>
                <a:cs typeface="微软雅黑"/>
              </a:rPr>
              <a:t>替换 </a:t>
            </a:r>
            <a:r>
              <a:rPr sz="975">
                <a:solidFill>
                  <a:srgbClr val="D6E6F7"/>
                </a:solidFill>
                <a:latin typeface="微软雅黑"/>
                <a:ea typeface="微软雅黑"/>
                <a:cs typeface="微软雅黑"/>
              </a:rPr>
              <a:t>Agent </a:t>
            </a:r>
            <a:r>
              <a:rPr sz="975">
                <a:solidFill>
                  <a:srgbClr val="D6E6F7"/>
                </a:solidFill>
                <a:latin typeface="微软雅黑"/>
                <a:ea typeface="微软雅黑"/>
                <a:cs typeface="微软雅黑"/>
              </a:rPr>
              <a:t>模型时只换 </a:t>
            </a:r>
            <a:r>
              <a:rPr sz="975">
                <a:solidFill>
                  <a:srgbClr val="D6E6F7"/>
                </a:solidFill>
                <a:latin typeface="微软雅黑"/>
                <a:ea typeface="微软雅黑"/>
                <a:cs typeface="微软雅黑"/>
              </a:rPr>
              <a:t>Service </a:t>
            </a:r>
            <a:r>
              <a:rPr sz="975">
                <a:solidFill>
                  <a:srgbClr val="D6E6F7"/>
                </a:solidFill>
                <a:latin typeface="微软雅黑"/>
                <a:ea typeface="微软雅黑"/>
                <a:cs typeface="微软雅黑"/>
              </a:rPr>
              <a:t>实现，</a:t>
            </a:r>
            <a:r>
              <a:rPr sz="975">
                <a:solidFill>
                  <a:srgbClr val="D6E6F7"/>
                </a:solidFill>
                <a:latin typeface="微软雅黑"/>
                <a:ea typeface="微软雅黑"/>
                <a:cs typeface="微软雅黑"/>
              </a:rPr>
              <a:t>Controller</a:t>
            </a:r>
            <a:r>
              <a:rPr sz="975">
                <a:solidFill>
                  <a:srgbClr val="D6E6F7"/>
                </a:solidFill>
                <a:latin typeface="微软雅黑"/>
                <a:ea typeface="微软雅黑"/>
                <a:cs typeface="微软雅黑"/>
              </a:rPr>
              <a:t>、</a:t>
            </a:r>
            <a:r>
              <a:rPr sz="975">
                <a:solidFill>
                  <a:srgbClr val="D6E6F7"/>
                </a:solidFill>
                <a:latin typeface="微软雅黑"/>
                <a:ea typeface="微软雅黑"/>
                <a:cs typeface="微软雅黑"/>
              </a:rPr>
              <a:t>DTO</a:t>
            </a:r>
            <a:r>
              <a:rPr sz="975">
                <a:solidFill>
                  <a:srgbClr val="D6E6F7"/>
                </a:solidFill>
                <a:latin typeface="微软雅黑"/>
                <a:ea typeface="微软雅黑"/>
                <a:cs typeface="微软雅黑"/>
              </a:rPr>
              <a:t>、接口路径与前端全部不动。</a:t>
            </a:r>
          </a:p>
          <a:p xmlns:a="http://schemas.openxmlformats.org/drawingml/2006/main">
            <a:pPr algn="l">
              <a:lnSpc>
                <a:spcPct val="160000"/>
              </a:lnSpc>
              <a:buNone/>
              <a:defRPr sz="975">
                <a:solidFill>
                  <a:srgbClr val="D6E6F7"/>
                </a:solidFill>
                <a:latin typeface="微软雅黑"/>
                <a:ea typeface="微软雅黑"/>
                <a:cs typeface="微软雅黑"/>
              </a:defRPr>
            </a:pPr>
            <a:r>
              <a:rPr sz="975" b="1">
                <a:solidFill>
                  <a:srgbClr val="D6E6F7"/>
                </a:solidFill>
                <a:latin typeface="微软雅黑"/>
                <a:ea typeface="微软雅黑"/>
                <a:cs typeface="微软雅黑"/>
              </a:rPr>
              <a:t>铁律二　</a:t>
            </a:r>
            <a:r>
              <a:rPr sz="975" b="1">
                <a:solidFill>
                  <a:srgbClr val="D6E6F7"/>
                </a:solidFill>
                <a:latin typeface="微软雅黑"/>
                <a:ea typeface="微软雅黑"/>
                <a:cs typeface="微软雅黑"/>
              </a:rPr>
              <a:t>Agent </a:t>
            </a:r>
            <a:r>
              <a:rPr sz="975" b="1">
                <a:solidFill>
                  <a:srgbClr val="D6E6F7"/>
                </a:solidFill>
                <a:latin typeface="微软雅黑"/>
                <a:ea typeface="微软雅黑"/>
                <a:cs typeface="微软雅黑"/>
              </a:rPr>
              <a:t>只出建议，绝不直接改业务数据：</a:t>
            </a:r>
            <a:r>
              <a:rPr sz="975">
                <a:solidFill>
                  <a:srgbClr val="D6E6F7"/>
                </a:solidFill>
                <a:latin typeface="微软雅黑"/>
                <a:ea typeface="微软雅黑"/>
                <a:cs typeface="微软雅黑"/>
              </a:rPr>
              <a:t>建议写 </a:t>
            </a:r>
            <a:r>
              <a:rPr sz="975">
                <a:solidFill>
                  <a:srgbClr val="D6E6F7"/>
                </a:solidFill>
                <a:latin typeface="微软雅黑"/>
                <a:ea typeface="微软雅黑"/>
                <a:cs typeface="微软雅黑"/>
              </a:rPr>
              <a:t>agent_suggestion</a:t>
            </a:r>
            <a:r>
              <a:rPr sz="975">
                <a:solidFill>
                  <a:srgbClr val="D6E6F7"/>
                </a:solidFill>
                <a:latin typeface="微软雅黑"/>
                <a:ea typeface="微软雅黑"/>
                <a:cs typeface="微软雅黑"/>
              </a:rPr>
              <a:t>，人工确认写 </a:t>
            </a:r>
            <a:r>
              <a:rPr sz="975">
                <a:solidFill>
                  <a:srgbClr val="D6E6F7"/>
                </a:solidFill>
                <a:latin typeface="微软雅黑"/>
                <a:ea typeface="微软雅黑"/>
                <a:cs typeface="微软雅黑"/>
              </a:rPr>
              <a:t>decision_log</a:t>
            </a:r>
            <a:r>
              <a:rPr sz="975">
                <a:solidFill>
                  <a:srgbClr val="D6E6F7"/>
                </a:solidFill>
                <a:latin typeface="微软雅黑"/>
                <a:ea typeface="微软雅黑"/>
                <a:cs typeface="微软雅黑"/>
              </a:rPr>
              <a:t>，采纳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驳回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修改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执行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回滚全部留痕。</a:t>
            </a:r>
          </a:p>
        </p:txBody>
      </p:sp>
      <p:sp>
        <p:nvSpPr>
          <p:cNvPr id="155" name="">
            <a:extLst xmlns:a="http://schemas.openxmlformats.org/drawingml/2006/main">
              <a:ext uri="{FF2B5EF4-FFF2-40B4-BE49-F238E27FC236}">
                <a16:creationId xmlns:a16="http://schemas.microsoft.com/office/drawing/2014/main" id="{47E8B77E-C2D8-4F07-81F8-DD198D6F06F1}"/>
              </a:ext>
            </a:extLst>
          </p:cNvPr>
          <p:cNvSpPr>
            <a:spLocks xmlns:a="http://schemas.openxmlformats.org/drawingml/2006/main" noGrp="1"/>
          </p:cNvSpPr>
          <p:nvPr/>
        </p:nvSpPr>
        <p:spPr>
          <a:xfrm xmlns:a="http://schemas.openxmlformats.org/drawingml/2006/main">
            <a:off x="285750" y="4686300"/>
            <a:ext cx="8572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三个典型角色的规则命中示例</a:t>
            </a:r>
          </a:p>
        </p:txBody>
      </p:sp>
      <p:sp>
        <p:nvSpPr>
          <p:cNvPr id="156" name="">
            <a:extLst xmlns:a="http://schemas.openxmlformats.org/drawingml/2006/main">
              <a:ext uri="{FF2B5EF4-FFF2-40B4-BE49-F238E27FC236}">
                <a16:creationId xmlns:a16="http://schemas.microsoft.com/office/drawing/2014/main" id="{0BD1694B-4696-4956-AFEA-9FAFD703AFE5}"/>
              </a:ext>
            </a:extLst>
          </p:cNvPr>
          <p:cNvSpPr>
            <a:spLocks xmlns:a="http://schemas.openxmlformats.org/drawingml/2006/main" noGrp="1"/>
          </p:cNvSpPr>
          <p:nvPr/>
        </p:nvSpPr>
        <p:spPr>
          <a:xfrm xmlns:a="http://schemas.openxmlformats.org/drawingml/2006/main">
            <a:off x="285750" y="4972050"/>
            <a:ext cx="11620500" cy="419100"/>
          </a:xfrm>
          <a:prstGeom xmlns:a="http://schemas.openxmlformats.org/drawingml/2006/main" prst="roundRect">
            <a:avLst>
              <a:gd name="adj" fmla="val 20455"/>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157" name="">
            <a:extLst xmlns:a="http://schemas.openxmlformats.org/drawingml/2006/main">
              <a:ext uri="{FF2B5EF4-FFF2-40B4-BE49-F238E27FC236}">
                <a16:creationId xmlns:a16="http://schemas.microsoft.com/office/drawing/2014/main" id="{BBF37EBA-DC6A-45FE-A0A6-4D8D776E700C}"/>
              </a:ext>
            </a:extLst>
          </p:cNvPr>
          <p:cNvSpPr>
            <a:spLocks xmlns:a="http://schemas.openxmlformats.org/drawingml/2006/main" noGrp="1"/>
          </p:cNvSpPr>
          <p:nvPr/>
        </p:nvSpPr>
        <p:spPr>
          <a:xfrm xmlns:a="http://schemas.openxmlformats.org/drawingml/2006/main">
            <a:off x="438150" y="5067300"/>
            <a:ext cx="571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个人</a:t>
            </a:r>
          </a:p>
        </p:txBody>
      </p:sp>
      <p:sp>
        <p:nvSpPr>
          <p:cNvPr id="158" name="">
            <a:extLst xmlns:a="http://schemas.openxmlformats.org/drawingml/2006/main">
              <a:ext uri="{FF2B5EF4-FFF2-40B4-BE49-F238E27FC236}">
                <a16:creationId xmlns:a16="http://schemas.microsoft.com/office/drawing/2014/main" id="{304447FF-475A-4B6C-886A-850A0ED8DF0A}"/>
              </a:ext>
            </a:extLst>
          </p:cNvPr>
          <p:cNvSpPr>
            <a:spLocks xmlns:a="http://schemas.openxmlformats.org/drawingml/2006/main" noGrp="1"/>
          </p:cNvSpPr>
          <p:nvPr/>
        </p:nvSpPr>
        <p:spPr>
          <a:xfrm xmlns:a="http://schemas.openxmlformats.org/drawingml/2006/main">
            <a:off x="1066800" y="5067300"/>
            <a:ext cx="2000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员工 </a:t>
            </a:r>
            <a:r>
              <a:rPr sz="938" b="0">
                <a:solidFill>
                  <a:srgbClr val="FFFFFF"/>
                </a:solidFill>
                <a:latin typeface="微软雅黑"/>
                <a:ea typeface="微软雅黑"/>
                <a:cs typeface="微软雅黑"/>
              </a:rPr>
              <a:t>/ </a:t>
            </a:r>
            <a:r>
              <a:rPr sz="938" b="0">
                <a:solidFill>
                  <a:srgbClr val="FFFFFF"/>
                </a:solidFill>
                <a:latin typeface="微软雅黑"/>
                <a:ea typeface="微软雅黑"/>
                <a:cs typeface="微软雅黑"/>
              </a:rPr>
              <a:t>张伟</a:t>
            </a:r>
          </a:p>
        </p:txBody>
      </p:sp>
      <p:sp>
        <p:nvSpPr>
          <p:cNvPr id="159" name="">
            <a:extLst xmlns:a="http://schemas.openxmlformats.org/drawingml/2006/main">
              <a:ext uri="{FF2B5EF4-FFF2-40B4-BE49-F238E27FC236}">
                <a16:creationId xmlns:a16="http://schemas.microsoft.com/office/drawing/2014/main" id="{38E81FF8-050E-480E-9D75-83A740DE7E2C}"/>
              </a:ext>
            </a:extLst>
          </p:cNvPr>
          <p:cNvSpPr>
            <a:spLocks xmlns:a="http://schemas.openxmlformats.org/drawingml/2006/main" noGrp="1"/>
          </p:cNvSpPr>
          <p:nvPr/>
        </p:nvSpPr>
        <p:spPr>
          <a:xfrm xmlns:a="http://schemas.openxmlformats.org/drawingml/2006/main">
            <a:off x="3143250" y="5067300"/>
            <a:ext cx="2667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当前 </a:t>
            </a:r>
            <a:r>
              <a:rPr sz="900" b="0">
                <a:solidFill>
                  <a:srgbClr val="D6E6F7"/>
                </a:solidFill>
                <a:latin typeface="微软雅黑"/>
                <a:ea typeface="微软雅黑"/>
                <a:cs typeface="微软雅黑"/>
              </a:rPr>
              <a:t>L1 </a:t>
            </a:r>
            <a:r>
              <a:rPr sz="900" b="0">
                <a:solidFill>
                  <a:srgbClr val="D6E6F7"/>
                </a:solidFill>
                <a:latin typeface="微软雅黑"/>
                <a:ea typeface="微软雅黑"/>
                <a:cs typeface="微软雅黑"/>
              </a:rPr>
              <a:t>＜ 岗位要求 </a:t>
            </a:r>
            <a:r>
              <a:rPr sz="900" b="0">
                <a:solidFill>
                  <a:srgbClr val="D6E6F7"/>
                </a:solidFill>
                <a:latin typeface="微软雅黑"/>
                <a:ea typeface="微软雅黑"/>
                <a:cs typeface="微软雅黑"/>
              </a:rPr>
              <a:t>L3</a:t>
            </a:r>
          </a:p>
        </p:txBody>
      </p:sp>
      <p:sp>
        <p:nvSpPr>
          <p:cNvPr id="160" name="">
            <a:extLst xmlns:a="http://schemas.openxmlformats.org/drawingml/2006/main">
              <a:ext uri="{FF2B5EF4-FFF2-40B4-BE49-F238E27FC236}">
                <a16:creationId xmlns:a16="http://schemas.microsoft.com/office/drawing/2014/main" id="{0DFA3996-3F34-4462-BF78-25A0D8F9F345}"/>
              </a:ext>
            </a:extLst>
          </p:cNvPr>
          <p:cNvSpPr>
            <a:spLocks xmlns:a="http://schemas.openxmlformats.org/drawingml/2006/main" noGrp="1"/>
          </p:cNvSpPr>
          <p:nvPr/>
        </p:nvSpPr>
        <p:spPr>
          <a:xfrm xmlns:a="http://schemas.openxmlformats.org/drawingml/2006/main">
            <a:off x="5886450" y="5067300"/>
            <a:ext cx="361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1C7F0"/>
                </a:solidFill>
                <a:latin typeface="Bahnschrift"/>
                <a:ea typeface="Bahnschrift"/>
                <a:cs typeface="Bahnschrift"/>
              </a:defRPr>
            </a:pPr>
            <a:r>
              <a:rPr sz="900" b="1">
                <a:solidFill>
                  <a:srgbClr val="31C7F0"/>
                </a:solidFill>
                <a:latin typeface="Bahnschrift"/>
                <a:ea typeface="Bahnschrift"/>
                <a:cs typeface="Bahnschrift"/>
              </a:rPr>
              <a:t>SKILL_GAP_L3</a:t>
            </a:r>
          </a:p>
        </p:txBody>
      </p:sp>
      <p:sp>
        <p:nvSpPr>
          <p:cNvPr id="161" name="">
            <a:extLst xmlns:a="http://schemas.openxmlformats.org/drawingml/2006/main">
              <a:ext uri="{FF2B5EF4-FFF2-40B4-BE49-F238E27FC236}">
                <a16:creationId xmlns:a16="http://schemas.microsoft.com/office/drawing/2014/main" id="{9C737419-B996-4900-96D7-0179EC8FCF93}"/>
              </a:ext>
            </a:extLst>
          </p:cNvPr>
          <p:cNvSpPr>
            <a:spLocks xmlns:a="http://schemas.openxmlformats.org/drawingml/2006/main" noGrp="1"/>
          </p:cNvSpPr>
          <p:nvPr/>
        </p:nvSpPr>
        <p:spPr>
          <a:xfrm xmlns:a="http://schemas.openxmlformats.org/drawingml/2006/main">
            <a:off x="9582150" y="5067300"/>
            <a:ext cx="2190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推荐课程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带教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模拟考</a:t>
            </a:r>
          </a:p>
        </p:txBody>
      </p:sp>
      <p:sp>
        <p:nvSpPr>
          <p:cNvPr id="162" name="">
            <a:extLst xmlns:a="http://schemas.openxmlformats.org/drawingml/2006/main">
              <a:ext uri="{FF2B5EF4-FFF2-40B4-BE49-F238E27FC236}">
                <a16:creationId xmlns:a16="http://schemas.microsoft.com/office/drawing/2014/main" id="{4C4FCD93-BADB-4950-8D1B-434F60342F6F}"/>
              </a:ext>
            </a:extLst>
          </p:cNvPr>
          <p:cNvSpPr>
            <a:spLocks xmlns:a="http://schemas.openxmlformats.org/drawingml/2006/main" noGrp="1"/>
          </p:cNvSpPr>
          <p:nvPr/>
        </p:nvSpPr>
        <p:spPr>
          <a:xfrm xmlns:a="http://schemas.openxmlformats.org/drawingml/2006/main">
            <a:off x="285750" y="5467350"/>
            <a:ext cx="11620500" cy="419100"/>
          </a:xfrm>
          <a:prstGeom xmlns:a="http://schemas.openxmlformats.org/drawingml/2006/main" prst="roundRect">
            <a:avLst>
              <a:gd name="adj" fmla="val 20455"/>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163" name="">
            <a:extLst xmlns:a="http://schemas.openxmlformats.org/drawingml/2006/main">
              <a:ext uri="{FF2B5EF4-FFF2-40B4-BE49-F238E27FC236}">
                <a16:creationId xmlns:a16="http://schemas.microsoft.com/office/drawing/2014/main" id="{B806F98E-1340-475B-BFAA-6FCB4F13BDF3}"/>
              </a:ext>
            </a:extLst>
          </p:cNvPr>
          <p:cNvSpPr>
            <a:spLocks xmlns:a="http://schemas.openxmlformats.org/drawingml/2006/main" noGrp="1"/>
          </p:cNvSpPr>
          <p:nvPr/>
        </p:nvSpPr>
        <p:spPr>
          <a:xfrm xmlns:a="http://schemas.openxmlformats.org/drawingml/2006/main">
            <a:off x="438150" y="5562600"/>
            <a:ext cx="571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实操</a:t>
            </a:r>
          </a:p>
        </p:txBody>
      </p:sp>
      <p:sp>
        <p:nvSpPr>
          <p:cNvPr id="164" name="">
            <a:extLst xmlns:a="http://schemas.openxmlformats.org/drawingml/2006/main">
              <a:ext uri="{FF2B5EF4-FFF2-40B4-BE49-F238E27FC236}">
                <a16:creationId xmlns:a16="http://schemas.microsoft.com/office/drawing/2014/main" id="{C98235B6-14E6-4E8C-96DE-0CC7F68C41B7}"/>
              </a:ext>
            </a:extLst>
          </p:cNvPr>
          <p:cNvSpPr>
            <a:spLocks xmlns:a="http://schemas.openxmlformats.org/drawingml/2006/main" noGrp="1"/>
          </p:cNvSpPr>
          <p:nvPr/>
        </p:nvSpPr>
        <p:spPr>
          <a:xfrm xmlns:a="http://schemas.openxmlformats.org/drawingml/2006/main">
            <a:off x="1066800" y="5562600"/>
            <a:ext cx="2000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班组长 </a:t>
            </a:r>
            <a:r>
              <a:rPr sz="938" b="0">
                <a:solidFill>
                  <a:srgbClr val="FFFFFF"/>
                </a:solidFill>
                <a:latin typeface="微软雅黑"/>
                <a:ea typeface="微软雅黑"/>
                <a:cs typeface="微软雅黑"/>
              </a:rPr>
              <a:t>/ </a:t>
            </a:r>
            <a:r>
              <a:rPr sz="938" b="0">
                <a:solidFill>
                  <a:srgbClr val="FFFFFF"/>
                </a:solidFill>
                <a:latin typeface="微软雅黑"/>
                <a:ea typeface="微软雅黑"/>
                <a:cs typeface="微软雅黑"/>
              </a:rPr>
              <a:t>李民</a:t>
            </a:r>
          </a:p>
        </p:txBody>
      </p:sp>
      <p:sp>
        <p:nvSpPr>
          <p:cNvPr id="165" name="">
            <a:extLst xmlns:a="http://schemas.openxmlformats.org/drawingml/2006/main">
              <a:ext uri="{FF2B5EF4-FFF2-40B4-BE49-F238E27FC236}">
                <a16:creationId xmlns:a16="http://schemas.microsoft.com/office/drawing/2014/main" id="{1943E061-F41B-4E04-B00E-7638E8F13331}"/>
              </a:ext>
            </a:extLst>
          </p:cNvPr>
          <p:cNvSpPr>
            <a:spLocks xmlns:a="http://schemas.openxmlformats.org/drawingml/2006/main" noGrp="1"/>
          </p:cNvSpPr>
          <p:nvPr/>
        </p:nvSpPr>
        <p:spPr>
          <a:xfrm xmlns:a="http://schemas.openxmlformats.org/drawingml/2006/main">
            <a:off x="3143250" y="5562600"/>
            <a:ext cx="2667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O2 18.2 %VOL </a:t>
            </a:r>
            <a:r>
              <a:rPr sz="900" b="0">
                <a:solidFill>
                  <a:srgbClr val="D6E6F7"/>
                </a:solidFill>
                <a:latin typeface="微软雅黑"/>
                <a:ea typeface="微软雅黑"/>
                <a:cs typeface="微软雅黑"/>
              </a:rPr>
              <a:t>＜ 阈值 </a:t>
            </a:r>
            <a:r>
              <a:rPr sz="900" b="0">
                <a:solidFill>
                  <a:srgbClr val="D6E6F7"/>
                </a:solidFill>
                <a:latin typeface="微软雅黑"/>
                <a:ea typeface="微软雅黑"/>
                <a:cs typeface="微软雅黑"/>
              </a:rPr>
              <a:t>19.5</a:t>
            </a:r>
          </a:p>
        </p:txBody>
      </p:sp>
      <p:sp>
        <p:nvSpPr>
          <p:cNvPr id="166" name="">
            <a:extLst xmlns:a="http://schemas.openxmlformats.org/drawingml/2006/main">
              <a:ext uri="{FF2B5EF4-FFF2-40B4-BE49-F238E27FC236}">
                <a16:creationId xmlns:a16="http://schemas.microsoft.com/office/drawing/2014/main" id="{F0E2F368-E23D-4DF9-B6C4-92BD19E602A0}"/>
              </a:ext>
            </a:extLst>
          </p:cNvPr>
          <p:cNvSpPr>
            <a:spLocks xmlns:a="http://schemas.openxmlformats.org/drawingml/2006/main" noGrp="1"/>
          </p:cNvSpPr>
          <p:nvPr/>
        </p:nvSpPr>
        <p:spPr>
          <a:xfrm xmlns:a="http://schemas.openxmlformats.org/drawingml/2006/main">
            <a:off x="5886450" y="5562600"/>
            <a:ext cx="361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1C7F0"/>
                </a:solidFill>
                <a:latin typeface="Bahnschrift"/>
                <a:ea typeface="Bahnschrift"/>
                <a:cs typeface="Bahnschrift"/>
              </a:defRPr>
            </a:pPr>
            <a:r>
              <a:rPr sz="900" b="1">
                <a:solidFill>
                  <a:srgbClr val="31C7F0"/>
                </a:solidFill>
                <a:latin typeface="Bahnschrift"/>
                <a:ea typeface="Bahnschrift"/>
                <a:cs typeface="Bahnschrift"/>
              </a:rPr>
              <a:t>REPORT_GAS_OVER_MARGIN_MID + RULE-KW-HEALTH</a:t>
            </a:r>
          </a:p>
        </p:txBody>
      </p:sp>
      <p:sp>
        <p:nvSpPr>
          <p:cNvPr id="167" name="">
            <a:extLst xmlns:a="http://schemas.openxmlformats.org/drawingml/2006/main">
              <a:ext uri="{FF2B5EF4-FFF2-40B4-BE49-F238E27FC236}">
                <a16:creationId xmlns:a16="http://schemas.microsoft.com/office/drawing/2014/main" id="{69B7AB11-AEE9-4995-8DDD-21628DFD8EAD}"/>
              </a:ext>
            </a:extLst>
          </p:cNvPr>
          <p:cNvSpPr>
            <a:spLocks xmlns:a="http://schemas.openxmlformats.org/drawingml/2006/main" noGrp="1"/>
          </p:cNvSpPr>
          <p:nvPr/>
        </p:nvSpPr>
        <p:spPr>
          <a:xfrm xmlns:a="http://schemas.openxmlformats.org/drawingml/2006/main">
            <a:off x="9582150" y="5562600"/>
            <a:ext cx="2190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严重度「高」</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原因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处置措施</a:t>
            </a:r>
          </a:p>
        </p:txBody>
      </p:sp>
      <p:sp>
        <p:nvSpPr>
          <p:cNvPr id="168" name="">
            <a:extLst xmlns:a="http://schemas.openxmlformats.org/drawingml/2006/main">
              <a:ext uri="{FF2B5EF4-FFF2-40B4-BE49-F238E27FC236}">
                <a16:creationId xmlns:a16="http://schemas.microsoft.com/office/drawing/2014/main" id="{DC142744-2946-498E-850E-81F3D61C87CC}"/>
              </a:ext>
            </a:extLst>
          </p:cNvPr>
          <p:cNvSpPr>
            <a:spLocks xmlns:a="http://schemas.openxmlformats.org/drawingml/2006/main" noGrp="1"/>
          </p:cNvSpPr>
          <p:nvPr/>
        </p:nvSpPr>
        <p:spPr>
          <a:xfrm xmlns:a="http://schemas.openxmlformats.org/drawingml/2006/main">
            <a:off x="285750" y="5962650"/>
            <a:ext cx="11620500" cy="419100"/>
          </a:xfrm>
          <a:prstGeom xmlns:a="http://schemas.openxmlformats.org/drawingml/2006/main" prst="roundRect">
            <a:avLst>
              <a:gd name="adj" fmla="val 20455"/>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169" name="">
            <a:extLst xmlns:a="http://schemas.openxmlformats.org/drawingml/2006/main">
              <a:ext uri="{FF2B5EF4-FFF2-40B4-BE49-F238E27FC236}">
                <a16:creationId xmlns:a16="http://schemas.microsoft.com/office/drawing/2014/main" id="{E91507EB-74F6-49C4-8928-2D0E39C920DA}"/>
              </a:ext>
            </a:extLst>
          </p:cNvPr>
          <p:cNvSpPr>
            <a:spLocks xmlns:a="http://schemas.openxmlformats.org/drawingml/2006/main" noGrp="1"/>
          </p:cNvSpPr>
          <p:nvPr/>
        </p:nvSpPr>
        <p:spPr>
          <a:xfrm xmlns:a="http://schemas.openxmlformats.org/drawingml/2006/main">
            <a:off x="438150" y="6057900"/>
            <a:ext cx="571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人才</a:t>
            </a:r>
          </a:p>
        </p:txBody>
      </p:sp>
      <p:sp>
        <p:nvSpPr>
          <p:cNvPr id="170" name="">
            <a:extLst xmlns:a="http://schemas.openxmlformats.org/drawingml/2006/main">
              <a:ext uri="{FF2B5EF4-FFF2-40B4-BE49-F238E27FC236}">
                <a16:creationId xmlns:a16="http://schemas.microsoft.com/office/drawing/2014/main" id="{400F8282-3549-44E1-B2D2-8C83C09A5A40}"/>
              </a:ext>
            </a:extLst>
          </p:cNvPr>
          <p:cNvSpPr>
            <a:spLocks xmlns:a="http://schemas.openxmlformats.org/drawingml/2006/main" noGrp="1"/>
          </p:cNvSpPr>
          <p:nvPr/>
        </p:nvSpPr>
        <p:spPr>
          <a:xfrm xmlns:a="http://schemas.openxmlformats.org/drawingml/2006/main">
            <a:off x="1066800" y="6057900"/>
            <a:ext cx="2000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老总 </a:t>
            </a:r>
            <a:r>
              <a:rPr sz="938" b="0">
                <a:solidFill>
                  <a:srgbClr val="FFFFFF"/>
                </a:solidFill>
                <a:latin typeface="微软雅黑"/>
                <a:ea typeface="微软雅黑"/>
                <a:cs typeface="微软雅黑"/>
              </a:rPr>
              <a:t>/ </a:t>
            </a:r>
            <a:r>
              <a:rPr sz="938" b="0">
                <a:solidFill>
                  <a:srgbClr val="FFFFFF"/>
                </a:solidFill>
                <a:latin typeface="微软雅黑"/>
                <a:ea typeface="微软雅黑"/>
                <a:cs typeface="微软雅黑"/>
              </a:rPr>
              <a:t>王总</a:t>
            </a:r>
          </a:p>
        </p:txBody>
      </p:sp>
      <p:sp>
        <p:nvSpPr>
          <p:cNvPr id="171" name="">
            <a:extLst xmlns:a="http://schemas.openxmlformats.org/drawingml/2006/main">
              <a:ext uri="{FF2B5EF4-FFF2-40B4-BE49-F238E27FC236}">
                <a16:creationId xmlns:a16="http://schemas.microsoft.com/office/drawing/2014/main" id="{DE926493-D4C9-41AE-B9D2-093B9D93AD2F}"/>
              </a:ext>
            </a:extLst>
          </p:cNvPr>
          <p:cNvSpPr>
            <a:spLocks xmlns:a="http://schemas.openxmlformats.org/drawingml/2006/main" noGrp="1"/>
          </p:cNvSpPr>
          <p:nvPr/>
        </p:nvSpPr>
        <p:spPr>
          <a:xfrm xmlns:a="http://schemas.openxmlformats.org/drawingml/2006/main">
            <a:off x="3143250" y="6057900"/>
            <a:ext cx="2667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备份不足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未来需求 </a:t>
            </a:r>
            <a:r>
              <a:rPr sz="900" b="0">
                <a:solidFill>
                  <a:srgbClr val="D6E6F7"/>
                </a:solidFill>
                <a:latin typeface="微软雅黑"/>
                <a:ea typeface="微软雅黑"/>
                <a:cs typeface="微软雅黑"/>
              </a:rPr>
              <a:t>&gt; </a:t>
            </a:r>
            <a:r>
              <a:rPr sz="900" b="0">
                <a:solidFill>
                  <a:srgbClr val="D6E6F7"/>
                </a:solidFill>
                <a:latin typeface="微软雅黑"/>
                <a:ea typeface="微软雅黑"/>
                <a:cs typeface="微软雅黑"/>
              </a:rPr>
              <a:t>现有供给</a:t>
            </a:r>
          </a:p>
        </p:txBody>
      </p:sp>
      <p:sp>
        <p:nvSpPr>
          <p:cNvPr id="172" name="">
            <a:extLst xmlns:a="http://schemas.openxmlformats.org/drawingml/2006/main">
              <a:ext uri="{FF2B5EF4-FFF2-40B4-BE49-F238E27FC236}">
                <a16:creationId xmlns:a16="http://schemas.microsoft.com/office/drawing/2014/main" id="{C4FE6080-6F82-4C0F-9CCE-AEEAFD04718A}"/>
              </a:ext>
            </a:extLst>
          </p:cNvPr>
          <p:cNvSpPr>
            <a:spLocks xmlns:a="http://schemas.openxmlformats.org/drawingml/2006/main" noGrp="1"/>
          </p:cNvSpPr>
          <p:nvPr/>
        </p:nvSpPr>
        <p:spPr>
          <a:xfrm xmlns:a="http://schemas.openxmlformats.org/drawingml/2006/main">
            <a:off x="5886450" y="6057900"/>
            <a:ext cx="361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1C7F0"/>
                </a:solidFill>
                <a:latin typeface="Bahnschrift"/>
                <a:ea typeface="Bahnschrift"/>
                <a:cs typeface="Bahnschrift"/>
              </a:defRPr>
            </a:pPr>
            <a:r>
              <a:rPr sz="900" b="1">
                <a:solidFill>
                  <a:srgbClr val="31C7F0"/>
                </a:solidFill>
                <a:latin typeface="Bahnschrift"/>
                <a:ea typeface="Bahnschrift"/>
                <a:cs typeface="Bahnschrift"/>
              </a:rPr>
              <a:t>BACKUP_SHORTAGE + FUTURE_DEMAND_GAP</a:t>
            </a:r>
          </a:p>
        </p:txBody>
      </p:sp>
      <p:sp>
        <p:nvSpPr>
          <p:cNvPr id="173" name="">
            <a:extLst xmlns:a="http://schemas.openxmlformats.org/drawingml/2006/main">
              <a:ext uri="{FF2B5EF4-FFF2-40B4-BE49-F238E27FC236}">
                <a16:creationId xmlns:a16="http://schemas.microsoft.com/office/drawing/2014/main" id="{A7D5ED6A-BCBB-4CBF-A629-8C314EFA9945}"/>
              </a:ext>
            </a:extLst>
          </p:cNvPr>
          <p:cNvSpPr>
            <a:spLocks xmlns:a="http://schemas.openxmlformats.org/drawingml/2006/main" noGrp="1"/>
          </p:cNvSpPr>
          <p:nvPr/>
        </p:nvSpPr>
        <p:spPr>
          <a:xfrm xmlns:a="http://schemas.openxmlformats.org/drawingml/2006/main">
            <a:off x="9582150" y="6057900"/>
            <a:ext cx="2190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风险预警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转岗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招聘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外委</a:t>
            </a:r>
          </a:p>
        </p:txBody>
      </p:sp>
      <p:sp>
        <p:nvSpPr>
          <p:cNvPr id="174" name="">
            <a:extLst xmlns:a="http://schemas.openxmlformats.org/drawingml/2006/main">
              <a:ext uri="{FF2B5EF4-FFF2-40B4-BE49-F238E27FC236}">
                <a16:creationId xmlns:a16="http://schemas.microsoft.com/office/drawing/2014/main" id="{413F4FAF-18E9-4AC1-98FA-641B98452002}"/>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75" name="">
            <a:extLst xmlns:a="http://schemas.openxmlformats.org/drawingml/2006/main">
              <a:ext uri="{FF2B5EF4-FFF2-40B4-BE49-F238E27FC236}">
                <a16:creationId xmlns:a16="http://schemas.microsoft.com/office/drawing/2014/main" id="{E0910A68-CB2D-4143-96A9-8D785E332D7D}"/>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76" name="">
            <a:extLst xmlns:a="http://schemas.openxmlformats.org/drawingml/2006/main">
              <a:ext uri="{FF2B5EF4-FFF2-40B4-BE49-F238E27FC236}">
                <a16:creationId xmlns:a16="http://schemas.microsoft.com/office/drawing/2014/main" id="{87A85FD9-CA38-4260-A01D-E96E5C0ED2FA}"/>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77" name="">
            <a:extLst xmlns:a="http://schemas.openxmlformats.org/drawingml/2006/main">
              <a:ext uri="{FF2B5EF4-FFF2-40B4-BE49-F238E27FC236}">
                <a16:creationId xmlns:a16="http://schemas.microsoft.com/office/drawing/2014/main" id="{C8C6E439-C4BB-47D1-B1C1-77A4131327D1}"/>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78" name="">
            <a:extLst xmlns:a="http://schemas.openxmlformats.org/drawingml/2006/main">
              <a:ext uri="{FF2B5EF4-FFF2-40B4-BE49-F238E27FC236}">
                <a16:creationId xmlns:a16="http://schemas.microsoft.com/office/drawing/2014/main" id="{0715D354-70C6-4213-8AF5-F386F9AA6F79}"/>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79" name="">
            <a:extLst xmlns:a="http://schemas.openxmlformats.org/drawingml/2006/main">
              <a:ext uri="{FF2B5EF4-FFF2-40B4-BE49-F238E27FC236}">
                <a16:creationId xmlns:a16="http://schemas.microsoft.com/office/drawing/2014/main" id="{FFBAFD55-B786-48D5-9A99-649834832E21}"/>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80" name="">
            <a:extLst xmlns:a="http://schemas.openxmlformats.org/drawingml/2006/main">
              <a:ext uri="{FF2B5EF4-FFF2-40B4-BE49-F238E27FC236}">
                <a16:creationId xmlns:a16="http://schemas.microsoft.com/office/drawing/2014/main" id="{E70B06CE-03AA-408A-A84E-F73650209DE7}"/>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81" name="">
            <a:extLst xmlns:a="http://schemas.openxmlformats.org/drawingml/2006/main">
              <a:ext uri="{FF2B5EF4-FFF2-40B4-BE49-F238E27FC236}">
                <a16:creationId xmlns:a16="http://schemas.microsoft.com/office/drawing/2014/main" id="{6ABFF42D-FC4D-405C-AFFE-92DB807B0E1C}"/>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11</a:t>
            </a:r>
          </a:p>
        </p:txBody>
      </p:sp>
    </p:spTree>
    <p:extLst>
      <p:ext uri="{BB962C8B-B14F-4D97-AF65-F5344CB8AC3E}">
        <p14:creationId xmlns:p14="http://schemas.microsoft.com/office/powerpoint/2010/main" val="613253063"/>
      </p:ext>
    </p:extLst>
  </p:cSld>
</p:sld>
</file>

<file path=ppt/slides/slide12.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d883363e58fc4db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657C42-62CC-4460-A2A1-2647B9CDE6B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B46C313D-D9AB-4520-BD47-1DF9E1CBD397}"/>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E86E8">
                  <a:alpha val="15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ECA8EBE2-BE65-48D1-9C28-14DB5A4F4109}"/>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05D735C3-02B4-455F-8739-C3E68C908AEB}"/>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pattFill xmlns:a="http://schemas.openxmlformats.org/drawingml/2006/main" prst="dotGrid">
            <a:fgClr>
              <a:srgbClr val="2A6BAE">
                <a:alpha val="50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A5520953-B05D-4E32-9525-A92305E8E302}"/>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noFill xmlns:a="http://schemas.openxmlformats.org/drawingml/2006/main"/>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267E5B72-AF0C-4A44-8CD7-F68FBF02181E}"/>
              </a:ext>
            </a:extLst>
          </p:cNvPr>
          <p:cNvSpPr>
            <a:spLocks xmlns:a="http://schemas.openxmlformats.org/drawingml/2006/main" noGrp="1"/>
          </p:cNvSpPr>
          <p:nvPr/>
        </p:nvSpPr>
        <p:spPr>
          <a:xfrm xmlns:a="http://schemas.openxmlformats.org/drawingml/2006/main">
            <a:off x="9601200" y="914400"/>
            <a:ext cx="590550" cy="28575"/>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5A238A19-A8D9-44EA-9C11-F57FDDCAE253}"/>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DF5543D4-C35F-4E4F-98B3-79B75B135940}"/>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8D6B25CE-DF29-48EB-A34E-DDC47E6625DC}"/>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A1E7C751-C6F3-4633-8800-627A85A486D8}"/>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F9985EA3-8286-48C3-A4AE-0312A5D418D8}"/>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09203B6F-3ABD-47B7-97F8-3DDFD69B780F}"/>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B2365207-08C3-4397-ABFD-DEC8598A6A71}"/>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0C3732CD-630A-4E86-AC24-27561CD61749}"/>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1193E3E9-61AF-4722-B85A-253288D8A111}"/>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74A209BC-ED43-4D0E-A178-6078A55230A0}"/>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120EB0A3-EADA-40B5-ADB6-3239E2EE7A86}"/>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9D592D37-EBB4-4252-95A6-7DF8A529E11E}"/>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3B8C345A-80AA-49B4-8CE7-37EBA3F1F431}"/>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1" name="">
            <a:extLst xmlns:a="http://schemas.openxmlformats.org/drawingml/2006/main">
              <a:ext uri="{FF2B5EF4-FFF2-40B4-BE49-F238E27FC236}">
                <a16:creationId xmlns:a16="http://schemas.microsoft.com/office/drawing/2014/main" id="{7C89B3DE-7B6E-4031-9C55-9DFEB79759DC}"/>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2" name="">
            <a:extLst xmlns:a="http://schemas.openxmlformats.org/drawingml/2006/main">
              <a:ext uri="{FF2B5EF4-FFF2-40B4-BE49-F238E27FC236}">
                <a16:creationId xmlns:a16="http://schemas.microsoft.com/office/drawing/2014/main" id="{F095E66F-1806-487D-9631-B5176417C116}"/>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35920E8C-F802-42CF-903E-DB037DB2FA87}"/>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C3E7C978-88BB-4C50-83F8-F85B4A239266}"/>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3366836C-5B73-4D51-9830-505A8585E66A}"/>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4BB88B01-4F0B-49FA-A721-9AB5892C478C}"/>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2A835478-FD46-4341-B799-7412AF29A383}"/>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548F9EE1-B1FF-4060-8E28-8642328DA904}"/>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B0690CF5-44D6-4800-9F52-59534C6D46F4}"/>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7F03C4CD-AABF-4BB1-95E4-8EA1B7CD72AD}"/>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ECA12B68-AC46-4CEC-A3B7-7DCB64E6A67C}"/>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50E6B446-1135-42E1-8564-7BB3DFE6803D}"/>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5520D599-411B-448C-95F0-AB2A1D6953EA}"/>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A6FCDE17-6DCD-41AB-AB77-E5641643AEE7}"/>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EA1C3935-4238-45FB-8684-A539F56BC9D1}"/>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709DB823-42BC-4B00-9E15-1B9516907E46}"/>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45A87A9C-B116-4852-8A5B-02EF17D65F1B}"/>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71BB4725-4866-4D06-9CC5-22B3FD409BAC}"/>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9A40D53E-743D-49A6-9860-572251782CF4}"/>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E86E8"/>
              </a:gs>
              <a:gs pos="100000">
                <a:srgbClr val="2E86E8">
                  <a:alpha val="0"/>
                </a:srgbClr>
              </a:gs>
            </a:gsLst>
            <a:lin ang="540000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BDAE6605-27E5-47BD-B536-42E62D55D1B3}"/>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E86E8">
                  <a:alpha val="45000"/>
                </a:srgbClr>
              </a:gs>
              <a:gs pos="100000">
                <a:srgbClr val="2E86E8">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DE083E70-B63B-4B33-95CA-AD1F2EAF9FD6}"/>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2" name="">
            <a:extLst xmlns:a="http://schemas.openxmlformats.org/drawingml/2006/main">
              <a:ext uri="{FF2B5EF4-FFF2-40B4-BE49-F238E27FC236}">
                <a16:creationId xmlns:a16="http://schemas.microsoft.com/office/drawing/2014/main" id="{9069433B-CE28-46E1-BCF7-EBF302CCAFEC}"/>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E86E8"/>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894C3836-18B7-42AC-A27C-68DB3BDBE754}"/>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2050852C-1929-4BBC-96F2-3092085EE53A}"/>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E86E8">
                  <a:alpha val="26000"/>
                </a:srgbClr>
              </a:gs>
              <a:gs pos="45000">
                <a:srgbClr val="2E86E8">
                  <a:alpha val="10000"/>
                </a:srgbClr>
              </a:gs>
              <a:gs pos="100000">
                <a:srgbClr val="2E86E8">
                  <a:alpha val="0"/>
                </a:srgbClr>
              </a:gs>
            </a:gsLst>
            <a:path path="shape"/>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C260D8DD-CD60-409A-852C-D96CB0783C35}"/>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E86E8"/>
              </a:gs>
              <a:gs pos="100000">
                <a:srgbClr val="174374"/>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02</a:t>
            </a:r>
          </a:p>
        </p:txBody>
      </p:sp>
      <p:sp>
        <p:nvSpPr>
          <p:cNvPr id="46" name="">
            <a:extLst xmlns:a="http://schemas.openxmlformats.org/drawingml/2006/main">
              <a:ext uri="{FF2B5EF4-FFF2-40B4-BE49-F238E27FC236}">
                <a16:creationId xmlns:a16="http://schemas.microsoft.com/office/drawing/2014/main" id="{8B27B8F3-F6BE-427B-A97F-BF3F6A5ADF13}"/>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总体方案</a:t>
            </a:r>
          </a:p>
        </p:txBody>
      </p:sp>
      <p:sp>
        <p:nvSpPr>
          <p:cNvPr id="47" name="">
            <a:extLst xmlns:a="http://schemas.openxmlformats.org/drawingml/2006/main">
              <a:ext uri="{FF2B5EF4-FFF2-40B4-BE49-F238E27FC236}">
                <a16:creationId xmlns:a16="http://schemas.microsoft.com/office/drawing/2014/main" id="{8B4B66CD-9201-4150-A5AB-1887D2991A03}"/>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E86E8"/>
              </a:gs>
              <a:gs pos="100000">
                <a:srgbClr val="2E86E8">
                  <a:alpha val="2000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FD88CC54-B684-4246-9017-82F91E1B7AC2}"/>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四项核心创新点</a:t>
            </a:r>
          </a:p>
        </p:txBody>
      </p:sp>
      <p:sp>
        <p:nvSpPr>
          <p:cNvPr id="49" name="">
            <a:extLst xmlns:a="http://schemas.openxmlformats.org/drawingml/2006/main">
              <a:ext uri="{FF2B5EF4-FFF2-40B4-BE49-F238E27FC236}">
                <a16:creationId xmlns:a16="http://schemas.microsoft.com/office/drawing/2014/main" id="{81C3FF26-FC1C-42C3-8B7A-B1D04D5562D8}"/>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E86E8"/>
              </a:gs>
              <a:gs pos="100000">
                <a:srgbClr val="2E86E8">
                  <a:alpha val="0"/>
                </a:srgbClr>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C40A3C8F-10E1-4F5B-B928-BB954C6CC5FB}"/>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AE3315FF-A118-414C-9A8C-0801E45CCE6A}"/>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CCD1C1D4-547C-4D8B-B442-37CDE70F896F}"/>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ADAF41C9-5AF8-48CB-AAA8-4F9E72A732E0}"/>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4" name="">
            <a:extLst xmlns:a="http://schemas.openxmlformats.org/drawingml/2006/main">
              <a:ext uri="{FF2B5EF4-FFF2-40B4-BE49-F238E27FC236}">
                <a16:creationId xmlns:a16="http://schemas.microsoft.com/office/drawing/2014/main" id="{EA90D86D-850A-46F1-A6F3-E51919BE2F36}"/>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5" name="">
            <a:extLst xmlns:a="http://schemas.openxmlformats.org/drawingml/2006/main">
              <a:ext uri="{FF2B5EF4-FFF2-40B4-BE49-F238E27FC236}">
                <a16:creationId xmlns:a16="http://schemas.microsoft.com/office/drawing/2014/main" id="{CB637339-0655-4FE0-A4BA-D91B33DD8C73}"/>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C732C38B-0440-4D90-80B9-E116020A2A15}"/>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7" name="">
            <a:extLst xmlns:a="http://schemas.openxmlformats.org/drawingml/2006/main">
              <a:ext uri="{FF2B5EF4-FFF2-40B4-BE49-F238E27FC236}">
                <a16:creationId xmlns:a16="http://schemas.microsoft.com/office/drawing/2014/main" id="{2C82B62B-550E-41FC-AE8C-C2AC918557D2}"/>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041B4F5A-846E-40DE-B7F9-CE1E3A649B13}"/>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43FF32AE-5C83-4959-A649-9784962126CD}"/>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91E48BEB-6275-4C1F-B98B-539B0C715EE8}"/>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F51E012D-74C1-4A25-806D-B2629508AE8B}"/>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623F0599-4948-421B-81B6-64EDA3826ECC}"/>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CAC25843-1DB7-4CAB-88FD-450F1715E842}"/>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把判断逻辑从代码搬进数据库，再把结论落成可复算、可审计的证据链</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这是与通用方案的本质差异。</a:t>
            </a:r>
          </a:p>
        </p:txBody>
      </p:sp>
      <p:sp>
        <p:nvSpPr>
          <p:cNvPr id="64" name="">
            <a:extLst xmlns:a="http://schemas.openxmlformats.org/drawingml/2006/main">
              <a:ext uri="{FF2B5EF4-FFF2-40B4-BE49-F238E27FC236}">
                <a16:creationId xmlns:a16="http://schemas.microsoft.com/office/drawing/2014/main" id="{8D703EE2-0899-4D8D-B703-AC27311A9C54}"/>
              </a:ext>
            </a:extLst>
          </p:cNvPr>
          <p:cNvSpPr>
            <a:spLocks xmlns:a="http://schemas.openxmlformats.org/drawingml/2006/main" noGrp="1"/>
          </p:cNvSpPr>
          <p:nvPr/>
        </p:nvSpPr>
        <p:spPr>
          <a:xfrm xmlns:a="http://schemas.openxmlformats.org/drawingml/2006/main">
            <a:off x="285750" y="1333500"/>
            <a:ext cx="5695950" cy="2343150"/>
          </a:xfrm>
          <a:prstGeom xmlns:a="http://schemas.openxmlformats.org/drawingml/2006/main" prst="roundRect">
            <a:avLst>
              <a:gd name="adj" fmla="val 3659"/>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5" name="">
            <a:extLst xmlns:a="http://schemas.openxmlformats.org/drawingml/2006/main">
              <a:ext uri="{FF2B5EF4-FFF2-40B4-BE49-F238E27FC236}">
                <a16:creationId xmlns:a16="http://schemas.microsoft.com/office/drawing/2014/main" id="{368B584B-7E7F-4B4D-995A-C56079ED6AB2}"/>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3FF83871-1E8B-44DC-B3D0-55B8464CB35B}"/>
              </a:ext>
            </a:extLst>
          </p:cNvPr>
          <p:cNvSpPr>
            <a:spLocks xmlns:a="http://schemas.openxmlformats.org/drawingml/2006/main" noGrp="1"/>
          </p:cNvSpPr>
          <p:nvPr/>
        </p:nvSpPr>
        <p:spPr>
          <a:xfrm xmlns:a="http://schemas.openxmlformats.org/drawingml/2006/main">
            <a:off x="514350" y="15240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创新点一</a:t>
            </a:r>
          </a:p>
        </p:txBody>
      </p:sp>
      <p:sp>
        <p:nvSpPr>
          <p:cNvPr id="67" name="">
            <a:extLst xmlns:a="http://schemas.openxmlformats.org/drawingml/2006/main">
              <a:ext uri="{FF2B5EF4-FFF2-40B4-BE49-F238E27FC236}">
                <a16:creationId xmlns:a16="http://schemas.microsoft.com/office/drawing/2014/main" id="{66753C08-3A89-4B14-AEDC-927304FDDEC9}"/>
              </a:ext>
            </a:extLst>
          </p:cNvPr>
          <p:cNvSpPr>
            <a:spLocks xmlns:a="http://schemas.openxmlformats.org/drawingml/2006/main" noGrp="1"/>
          </p:cNvSpPr>
          <p:nvPr/>
        </p:nvSpPr>
        <p:spPr>
          <a:xfrm xmlns:a="http://schemas.openxmlformats.org/drawingml/2006/main">
            <a:off x="514350" y="1790700"/>
            <a:ext cx="52578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规则进数据库（改库即改规则）</a:t>
            </a:r>
          </a:p>
        </p:txBody>
      </p:sp>
      <p:sp>
        <p:nvSpPr>
          <p:cNvPr id="68" name="">
            <a:extLst xmlns:a="http://schemas.openxmlformats.org/drawingml/2006/main">
              <a:ext uri="{FF2B5EF4-FFF2-40B4-BE49-F238E27FC236}">
                <a16:creationId xmlns:a16="http://schemas.microsoft.com/office/drawing/2014/main" id="{9BB02A87-BAD3-4D01-AEA0-0C4D6841702A}"/>
              </a:ext>
            </a:extLst>
          </p:cNvPr>
          <p:cNvSpPr>
            <a:spLocks xmlns:a="http://schemas.openxmlformats.org/drawingml/2006/main" noGrp="1"/>
          </p:cNvSpPr>
          <p:nvPr/>
        </p:nvSpPr>
        <p:spPr>
          <a:xfrm xmlns:a="http://schemas.openxmlformats.org/drawingml/2006/main">
            <a:off x="514350" y="2228850"/>
            <a:ext cx="457200" cy="190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30D1ADD0-B564-49BF-8687-38937D43E689}"/>
              </a:ext>
            </a:extLst>
          </p:cNvPr>
          <p:cNvSpPr>
            <a:spLocks xmlns:a="http://schemas.openxmlformats.org/drawingml/2006/main" noGrp="1"/>
          </p:cNvSpPr>
          <p:nvPr/>
        </p:nvSpPr>
        <p:spPr>
          <a:xfrm xmlns:a="http://schemas.openxmlformats.org/drawingml/2006/main">
            <a:off x="514350" y="2381250"/>
            <a:ext cx="529590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条件 </a:t>
            </a:r>
            <a:r>
              <a:rPr sz="975">
                <a:solidFill>
                  <a:srgbClr val="D6E6F7"/>
                </a:solidFill>
                <a:latin typeface="微软雅黑"/>
                <a:ea typeface="微软雅黑"/>
                <a:cs typeface="微软雅黑"/>
              </a:rPr>
              <a:t>JSON + </a:t>
            </a:r>
            <a:r>
              <a:rPr sz="975">
                <a:solidFill>
                  <a:srgbClr val="D6E6F7"/>
                </a:solidFill>
                <a:latin typeface="微软雅黑"/>
                <a:ea typeface="微软雅黑"/>
                <a:cs typeface="微软雅黑"/>
              </a:rPr>
              <a:t>动作 </a:t>
            </a:r>
            <a:r>
              <a:rPr sz="975">
                <a:solidFill>
                  <a:srgbClr val="D6E6F7"/>
                </a:solidFill>
                <a:latin typeface="微软雅黑"/>
                <a:ea typeface="微软雅黑"/>
                <a:cs typeface="微软雅黑"/>
              </a:rPr>
              <a:t>JSON + </a:t>
            </a:r>
            <a:r>
              <a:rPr sz="975">
                <a:solidFill>
                  <a:srgbClr val="D6E6F7"/>
                </a:solidFill>
                <a:latin typeface="微软雅黑"/>
                <a:ea typeface="微软雅黑"/>
                <a:cs typeface="微软雅黑"/>
              </a:rPr>
              <a:t>优先级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分组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启停全部落库</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改规则无需重新编译或发布，管理员可在后台试算</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算子白名单求值，绝不使用 </a:t>
            </a:r>
            <a:r>
              <a:rPr sz="975">
                <a:solidFill>
                  <a:srgbClr val="D6E6F7"/>
                </a:solidFill>
                <a:latin typeface="微软雅黑"/>
                <a:ea typeface="微软雅黑"/>
                <a:cs typeface="微软雅黑"/>
              </a:rPr>
              <a:t>SpEL / eval / </a:t>
            </a:r>
            <a:r>
              <a:rPr sz="975">
                <a:solidFill>
                  <a:srgbClr val="D6E6F7"/>
                </a:solidFill>
                <a:latin typeface="微软雅黑"/>
                <a:ea typeface="微软雅黑"/>
                <a:cs typeface="微软雅黑"/>
              </a:rPr>
              <a:t>拼 </a:t>
            </a:r>
            <a:r>
              <a:rPr sz="975">
                <a:solidFill>
                  <a:srgbClr val="D6E6F7"/>
                </a:solidFill>
                <a:latin typeface="微软雅黑"/>
                <a:ea typeface="微软雅黑"/>
                <a:cs typeface="微软雅黑"/>
              </a:rPr>
              <a:t>SQL</a:t>
            </a:r>
            <a:r>
              <a:rPr sz="975">
                <a:solidFill>
                  <a:srgbClr val="D6E6F7"/>
                </a:solidFill>
                <a:latin typeface="微软雅黑"/>
                <a:ea typeface="微软雅黑"/>
                <a:cs typeface="微软雅黑"/>
              </a:rPr>
              <a:t>，规则当不可信输入</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规则表由 </a:t>
            </a:r>
            <a:r>
              <a:rPr sz="975">
                <a:solidFill>
                  <a:srgbClr val="D6E6F7"/>
                </a:solidFill>
                <a:latin typeface="微软雅黑"/>
                <a:ea typeface="微软雅黑"/>
                <a:cs typeface="微软雅黑"/>
              </a:rPr>
              <a:t>RuleEngine </a:t>
            </a:r>
            <a:r>
              <a:rPr sz="975">
                <a:solidFill>
                  <a:srgbClr val="D6E6F7"/>
                </a:solidFill>
                <a:latin typeface="微软雅黑"/>
                <a:ea typeface="微软雅黑"/>
                <a:cs typeface="微软雅黑"/>
              </a:rPr>
              <a:t>读库驱动，</a:t>
            </a:r>
            <a:r>
              <a:rPr sz="975">
                <a:solidFill>
                  <a:srgbClr val="D6E6F7"/>
                </a:solidFill>
                <a:latin typeface="微软雅黑"/>
                <a:ea typeface="微软雅黑"/>
                <a:cs typeface="微软雅黑"/>
              </a:rPr>
              <a:t>rule_result </a:t>
            </a:r>
            <a:r>
              <a:rPr sz="975">
                <a:solidFill>
                  <a:srgbClr val="D6E6F7"/>
                </a:solidFill>
                <a:latin typeface="微软雅黑"/>
                <a:ea typeface="微软雅黑"/>
                <a:cs typeface="微软雅黑"/>
              </a:rPr>
              <a:t>落执行留痕</a:t>
            </a:r>
          </a:p>
        </p:txBody>
      </p:sp>
      <p:sp>
        <p:nvSpPr>
          <p:cNvPr id="70" name="">
            <a:extLst xmlns:a="http://schemas.openxmlformats.org/drawingml/2006/main">
              <a:ext uri="{FF2B5EF4-FFF2-40B4-BE49-F238E27FC236}">
                <a16:creationId xmlns:a16="http://schemas.microsoft.com/office/drawing/2014/main" id="{0C30D758-9ECD-4C7C-9E20-A2A201427349}"/>
              </a:ext>
            </a:extLst>
          </p:cNvPr>
          <p:cNvSpPr>
            <a:spLocks xmlns:a="http://schemas.openxmlformats.org/drawingml/2006/main" noGrp="1"/>
          </p:cNvSpPr>
          <p:nvPr/>
        </p:nvSpPr>
        <p:spPr>
          <a:xfrm xmlns:a="http://schemas.openxmlformats.org/drawingml/2006/main">
            <a:off x="6210300" y="1333500"/>
            <a:ext cx="5695950" cy="2343150"/>
          </a:xfrm>
          <a:prstGeom xmlns:a="http://schemas.openxmlformats.org/drawingml/2006/main" prst="roundRect">
            <a:avLst>
              <a:gd name="adj" fmla="val 3659"/>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1" name="">
            <a:extLst xmlns:a="http://schemas.openxmlformats.org/drawingml/2006/main">
              <a:ext uri="{FF2B5EF4-FFF2-40B4-BE49-F238E27FC236}">
                <a16:creationId xmlns:a16="http://schemas.microsoft.com/office/drawing/2014/main" id="{FE40A408-F6E9-4A19-BA72-6C3CCF2AA37F}"/>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5A6BB623-068F-4D27-869C-0E3CCE80281F}"/>
              </a:ext>
            </a:extLst>
          </p:cNvPr>
          <p:cNvSpPr>
            <a:spLocks xmlns:a="http://schemas.openxmlformats.org/drawingml/2006/main" noGrp="1"/>
          </p:cNvSpPr>
          <p:nvPr/>
        </p:nvSpPr>
        <p:spPr>
          <a:xfrm xmlns:a="http://schemas.openxmlformats.org/drawingml/2006/main">
            <a:off x="6438900" y="15240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2E86E8"/>
                </a:solidFill>
                <a:latin typeface="微软雅黑"/>
                <a:ea typeface="微软雅黑"/>
                <a:cs typeface="微软雅黑"/>
              </a:defRPr>
            </a:pPr>
            <a:r>
              <a:rPr sz="938" b="1">
                <a:solidFill>
                  <a:srgbClr val="2E86E8"/>
                </a:solidFill>
                <a:latin typeface="微软雅黑"/>
                <a:ea typeface="微软雅黑"/>
                <a:cs typeface="微软雅黑"/>
              </a:rPr>
              <a:t>创新点二</a:t>
            </a:r>
          </a:p>
        </p:txBody>
      </p:sp>
      <p:sp>
        <p:nvSpPr>
          <p:cNvPr id="73" name="">
            <a:extLst xmlns:a="http://schemas.openxmlformats.org/drawingml/2006/main">
              <a:ext uri="{FF2B5EF4-FFF2-40B4-BE49-F238E27FC236}">
                <a16:creationId xmlns:a16="http://schemas.microsoft.com/office/drawing/2014/main" id="{401E623C-220C-4D79-B36C-0AE3F4C50B83}"/>
              </a:ext>
            </a:extLst>
          </p:cNvPr>
          <p:cNvSpPr>
            <a:spLocks xmlns:a="http://schemas.openxmlformats.org/drawingml/2006/main" noGrp="1"/>
          </p:cNvSpPr>
          <p:nvPr/>
        </p:nvSpPr>
        <p:spPr>
          <a:xfrm xmlns:a="http://schemas.openxmlformats.org/drawingml/2006/main">
            <a:off x="6438900" y="1790700"/>
            <a:ext cx="52578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双组匹配 </a:t>
            </a:r>
            <a:r>
              <a:rPr sz="1575" b="1">
                <a:solidFill>
                  <a:srgbClr val="FFFFFF"/>
                </a:solidFill>
                <a:latin typeface="微软雅黑"/>
                <a:ea typeface="微软雅黑"/>
                <a:cs typeface="微软雅黑"/>
              </a:rPr>
              <a:t>+ </a:t>
            </a:r>
            <a:r>
              <a:rPr sz="1575" b="1">
                <a:solidFill>
                  <a:srgbClr val="FFFFFF"/>
                </a:solidFill>
                <a:latin typeface="微软雅黑"/>
                <a:ea typeface="微软雅黑"/>
                <a:cs typeface="微软雅黑"/>
              </a:rPr>
              <a:t>引用事实</a:t>
            </a:r>
          </a:p>
        </p:txBody>
      </p:sp>
      <p:sp>
        <p:nvSpPr>
          <p:cNvPr id="74" name="">
            <a:extLst xmlns:a="http://schemas.openxmlformats.org/drawingml/2006/main">
              <a:ext uri="{FF2B5EF4-FFF2-40B4-BE49-F238E27FC236}">
                <a16:creationId xmlns:a16="http://schemas.microsoft.com/office/drawing/2014/main" id="{5270A1CD-1EB0-420B-BAD9-717552BD1933}"/>
              </a:ext>
            </a:extLst>
          </p:cNvPr>
          <p:cNvSpPr>
            <a:spLocks xmlns:a="http://schemas.openxmlformats.org/drawingml/2006/main" noGrp="1"/>
          </p:cNvSpPr>
          <p:nvPr/>
        </p:nvSpPr>
        <p:spPr>
          <a:xfrm xmlns:a="http://schemas.openxmlformats.org/drawingml/2006/main">
            <a:off x="6438900" y="2228850"/>
            <a:ext cx="457200" cy="1905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4D7963E3-8A42-4954-8C35-38272D4BB4CA}"/>
              </a:ext>
            </a:extLst>
          </p:cNvPr>
          <p:cNvSpPr>
            <a:spLocks xmlns:a="http://schemas.openxmlformats.org/drawingml/2006/main" noGrp="1"/>
          </p:cNvSpPr>
          <p:nvPr/>
        </p:nvSpPr>
        <p:spPr>
          <a:xfrm xmlns:a="http://schemas.openxmlformats.org/drawingml/2006/main">
            <a:off x="6438900" y="2381250"/>
            <a:ext cx="529590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rule_group </a:t>
            </a:r>
            <a:r>
              <a:rPr sz="975">
                <a:solidFill>
                  <a:srgbClr val="D6E6F7"/>
                </a:solidFill>
                <a:latin typeface="微软雅黑"/>
                <a:ea typeface="微软雅黑"/>
                <a:cs typeface="微软雅黑"/>
              </a:rPr>
              <a:t>把「定档」与「关键词补充」分成两组，各判各的</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stop_on_match </a:t>
            </a:r>
            <a:r>
              <a:rPr sz="975">
                <a:solidFill>
                  <a:srgbClr val="D6E6F7"/>
                </a:solidFill>
                <a:latin typeface="微软雅黑"/>
                <a:ea typeface="微软雅黑"/>
                <a:cs typeface="微软雅黑"/>
              </a:rPr>
              <a:t>只结束本组，</a:t>
            </a:r>
            <a:r>
              <a:rPr sz="975">
                <a:solidFill>
                  <a:srgbClr val="D6E6F7"/>
                </a:solidFill>
                <a:latin typeface="微软雅黑"/>
                <a:ea typeface="微软雅黑"/>
                <a:cs typeface="微软雅黑"/>
              </a:rPr>
              <a:t>max_hits </a:t>
            </a:r>
            <a:r>
              <a:rPr sz="975">
                <a:solidFill>
                  <a:srgbClr val="D6E6F7"/>
                </a:solidFill>
                <a:latin typeface="微软雅黑"/>
                <a:ea typeface="微软雅黑"/>
                <a:cs typeface="微软雅黑"/>
              </a:rPr>
              <a:t>只限制本组命中条数</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action_json </a:t>
            </a:r>
            <a:r>
              <a:rPr sz="975">
                <a:solidFill>
                  <a:srgbClr val="D6E6F7"/>
                </a:solidFill>
                <a:latin typeface="微软雅黑"/>
                <a:ea typeface="微软雅黑"/>
                <a:cs typeface="微软雅黑"/>
              </a:rPr>
              <a:t>中以 </a:t>
            </a:r>
            <a:r>
              <a:rPr sz="975">
                <a:solidFill>
                  <a:srgbClr val="D6E6F7"/>
                </a:solidFill>
                <a:latin typeface="微软雅黑"/>
                <a:ea typeface="微软雅黑"/>
                <a:cs typeface="微软雅黑"/>
              </a:rPr>
              <a:t>_from </a:t>
            </a:r>
            <a:r>
              <a:rPr sz="975">
                <a:solidFill>
                  <a:srgbClr val="D6E6F7"/>
                </a:solidFill>
                <a:latin typeface="微软雅黑"/>
                <a:ea typeface="微软雅黑"/>
                <a:cs typeface="微软雅黑"/>
              </a:rPr>
              <a:t>结尾的字段引用事实，一条规则服务所有气体与档位</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同一场景多条规则按 </a:t>
            </a:r>
            <a:r>
              <a:rPr sz="975">
                <a:solidFill>
                  <a:srgbClr val="D6E6F7"/>
                </a:solidFill>
                <a:latin typeface="微软雅黑"/>
                <a:ea typeface="微软雅黑"/>
                <a:cs typeface="微软雅黑"/>
              </a:rPr>
              <a:t>priority </a:t>
            </a:r>
            <a:r>
              <a:rPr sz="975">
                <a:solidFill>
                  <a:srgbClr val="D6E6F7"/>
                </a:solidFill>
                <a:latin typeface="微软雅黑"/>
                <a:ea typeface="微软雅黑"/>
                <a:cs typeface="微软雅黑"/>
              </a:rPr>
              <a:t>从高到低稳定匹配，同优先级按 </a:t>
            </a:r>
            <a:r>
              <a:rPr sz="975">
                <a:solidFill>
                  <a:srgbClr val="D6E6F7"/>
                </a:solidFill>
                <a:latin typeface="微软雅黑"/>
                <a:ea typeface="微软雅黑"/>
                <a:cs typeface="微软雅黑"/>
              </a:rPr>
              <a:t>rule_code </a:t>
            </a:r>
            <a:r>
              <a:rPr sz="975">
                <a:solidFill>
                  <a:srgbClr val="D6E6F7"/>
                </a:solidFill>
                <a:latin typeface="微软雅黑"/>
                <a:ea typeface="微软雅黑"/>
                <a:cs typeface="微软雅黑"/>
              </a:rPr>
              <a:t>排序</a:t>
            </a:r>
          </a:p>
        </p:txBody>
      </p:sp>
      <p:sp>
        <p:nvSpPr>
          <p:cNvPr id="76" name="">
            <a:extLst xmlns:a="http://schemas.openxmlformats.org/drawingml/2006/main">
              <a:ext uri="{FF2B5EF4-FFF2-40B4-BE49-F238E27FC236}">
                <a16:creationId xmlns:a16="http://schemas.microsoft.com/office/drawing/2014/main" id="{FC1C263B-5C8C-4B5C-AB52-62208D4962A5}"/>
              </a:ext>
            </a:extLst>
          </p:cNvPr>
          <p:cNvSpPr>
            <a:spLocks xmlns:a="http://schemas.openxmlformats.org/drawingml/2006/main" noGrp="1"/>
          </p:cNvSpPr>
          <p:nvPr/>
        </p:nvSpPr>
        <p:spPr>
          <a:xfrm xmlns:a="http://schemas.openxmlformats.org/drawingml/2006/main">
            <a:off x="285750" y="3829050"/>
            <a:ext cx="5695950" cy="2343150"/>
          </a:xfrm>
          <a:prstGeom xmlns:a="http://schemas.openxmlformats.org/drawingml/2006/main" prst="roundRect">
            <a:avLst>
              <a:gd name="adj" fmla="val 3659"/>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7" name="">
            <a:extLst xmlns:a="http://schemas.openxmlformats.org/drawingml/2006/main">
              <a:ext uri="{FF2B5EF4-FFF2-40B4-BE49-F238E27FC236}">
                <a16:creationId xmlns:a16="http://schemas.microsoft.com/office/drawing/2014/main" id="{CA7546D9-6E44-40F7-A463-490E127808F3}"/>
              </a:ext>
            </a:extLst>
          </p:cNvPr>
          <p:cNvSpPr>
            <a:spLocks xmlns:a="http://schemas.openxmlformats.org/drawingml/2006/main" noGrp="1"/>
          </p:cNvSpPr>
          <p:nvPr/>
        </p:nvSpPr>
        <p:spPr>
          <a:xfrm xmlns:a="http://schemas.openxmlformats.org/drawingml/2006/main">
            <a:off x="285750" y="3829050"/>
            <a:ext cx="5695950" cy="4762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4EBA2451-0494-47A7-A9D1-AF52D5675C3C}"/>
              </a:ext>
            </a:extLst>
          </p:cNvPr>
          <p:cNvSpPr>
            <a:spLocks xmlns:a="http://schemas.openxmlformats.org/drawingml/2006/main" noGrp="1"/>
          </p:cNvSpPr>
          <p:nvPr/>
        </p:nvSpPr>
        <p:spPr>
          <a:xfrm xmlns:a="http://schemas.openxmlformats.org/drawingml/2006/main">
            <a:off x="514350" y="40195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创新点三</a:t>
            </a:r>
          </a:p>
        </p:txBody>
      </p:sp>
      <p:sp>
        <p:nvSpPr>
          <p:cNvPr id="79" name="">
            <a:extLst xmlns:a="http://schemas.openxmlformats.org/drawingml/2006/main">
              <a:ext uri="{FF2B5EF4-FFF2-40B4-BE49-F238E27FC236}">
                <a16:creationId xmlns:a16="http://schemas.microsoft.com/office/drawing/2014/main" id="{0BB84A0D-59B9-4DA6-B45B-8E3A63DF0223}"/>
              </a:ext>
            </a:extLst>
          </p:cNvPr>
          <p:cNvSpPr>
            <a:spLocks xmlns:a="http://schemas.openxmlformats.org/drawingml/2006/main" noGrp="1"/>
          </p:cNvSpPr>
          <p:nvPr/>
        </p:nvSpPr>
        <p:spPr>
          <a:xfrm xmlns:a="http://schemas.openxmlformats.org/drawingml/2006/main">
            <a:off x="514350" y="4286250"/>
            <a:ext cx="52578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结论可解释到数据点</a:t>
            </a:r>
          </a:p>
        </p:txBody>
      </p:sp>
      <p:sp>
        <p:nvSpPr>
          <p:cNvPr id="80" name="">
            <a:extLst xmlns:a="http://schemas.openxmlformats.org/drawingml/2006/main">
              <a:ext uri="{FF2B5EF4-FFF2-40B4-BE49-F238E27FC236}">
                <a16:creationId xmlns:a16="http://schemas.microsoft.com/office/drawing/2014/main" id="{DCBD6E96-4DEB-468F-8A0E-4F92911F5659}"/>
              </a:ext>
            </a:extLst>
          </p:cNvPr>
          <p:cNvSpPr>
            <a:spLocks xmlns:a="http://schemas.openxmlformats.org/drawingml/2006/main" noGrp="1"/>
          </p:cNvSpPr>
          <p:nvPr/>
        </p:nvSpPr>
        <p:spPr>
          <a:xfrm xmlns:a="http://schemas.openxmlformats.org/drawingml/2006/main">
            <a:off x="514350" y="4724400"/>
            <a:ext cx="4572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A8A57F87-32BE-4E46-BDA8-6C1E98A622B7}"/>
              </a:ext>
            </a:extLst>
          </p:cNvPr>
          <p:cNvSpPr>
            <a:spLocks xmlns:a="http://schemas.openxmlformats.org/drawingml/2006/main" noGrp="1"/>
          </p:cNvSpPr>
          <p:nvPr/>
        </p:nvSpPr>
        <p:spPr>
          <a:xfrm xmlns:a="http://schemas.openxmlformats.org/drawingml/2006/main">
            <a:off x="514350" y="4876800"/>
            <a:ext cx="529590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每条结论携带 </a:t>
            </a:r>
            <a:r>
              <a:rPr sz="975">
                <a:solidFill>
                  <a:srgbClr val="D6E6F7"/>
                </a:solidFill>
                <a:latin typeface="微软雅黑"/>
                <a:ea typeface="微软雅黑"/>
                <a:cs typeface="微软雅黑"/>
              </a:rPr>
              <a:t>rule_code</a:t>
            </a:r>
            <a:r>
              <a:rPr sz="975">
                <a:solidFill>
                  <a:srgbClr val="D6E6F7"/>
                </a:solidFill>
                <a:latin typeface="微软雅黑"/>
                <a:ea typeface="微软雅黑"/>
                <a:cs typeface="微软雅黑"/>
              </a:rPr>
              <a:t>、命中条件、依据事实与置信度</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severity </a:t>
            </a:r>
            <a:r>
              <a:rPr sz="975">
                <a:solidFill>
                  <a:srgbClr val="D6E6F7"/>
                </a:solidFill>
                <a:latin typeface="微软雅黑"/>
                <a:ea typeface="微软雅黑"/>
                <a:cs typeface="微软雅黑"/>
              </a:rPr>
              <a:t>取命中里最严重的一档，</a:t>
            </a:r>
            <a:r>
              <a:rPr sz="975">
                <a:solidFill>
                  <a:srgbClr val="D6E6F7"/>
                </a:solidFill>
                <a:latin typeface="微软雅黑"/>
                <a:ea typeface="微软雅黑"/>
                <a:cs typeface="微软雅黑"/>
              </a:rPr>
              <a:t>actions / causes </a:t>
            </a:r>
            <a:r>
              <a:rPr sz="975">
                <a:solidFill>
                  <a:srgbClr val="D6E6F7"/>
                </a:solidFill>
                <a:latin typeface="微软雅黑"/>
                <a:ea typeface="微软雅黑"/>
                <a:cs typeface="微软雅黑"/>
              </a:rPr>
              <a:t>去重保序</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同一份报告连续归因两次，</a:t>
            </a:r>
            <a:r>
              <a:rPr sz="975">
                <a:solidFill>
                  <a:srgbClr val="D6E6F7"/>
                </a:solidFill>
                <a:latin typeface="微软雅黑"/>
                <a:ea typeface="微软雅黑"/>
                <a:cs typeface="微软雅黑"/>
              </a:rPr>
              <a:t>rule_refs </a:t>
            </a:r>
            <a:r>
              <a:rPr sz="975">
                <a:solidFill>
                  <a:srgbClr val="D6E6F7"/>
                </a:solidFill>
                <a:latin typeface="微软雅黑"/>
                <a:ea typeface="微软雅黑"/>
                <a:cs typeface="微软雅黑"/>
              </a:rPr>
              <a:t>必须完全一致（回灌自验）</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结论可下钻到「哪几个人、哪几份报告、哪几条记录」</a:t>
            </a:r>
          </a:p>
        </p:txBody>
      </p:sp>
      <p:sp>
        <p:nvSpPr>
          <p:cNvPr id="82" name="">
            <a:extLst xmlns:a="http://schemas.openxmlformats.org/drawingml/2006/main">
              <a:ext uri="{FF2B5EF4-FFF2-40B4-BE49-F238E27FC236}">
                <a16:creationId xmlns:a16="http://schemas.microsoft.com/office/drawing/2014/main" id="{E3016113-B6F9-4370-979B-6415FCC85427}"/>
              </a:ext>
            </a:extLst>
          </p:cNvPr>
          <p:cNvSpPr>
            <a:spLocks xmlns:a="http://schemas.openxmlformats.org/drawingml/2006/main" noGrp="1"/>
          </p:cNvSpPr>
          <p:nvPr/>
        </p:nvSpPr>
        <p:spPr>
          <a:xfrm xmlns:a="http://schemas.openxmlformats.org/drawingml/2006/main">
            <a:off x="6210300" y="3829050"/>
            <a:ext cx="5695950" cy="2343150"/>
          </a:xfrm>
          <a:prstGeom xmlns:a="http://schemas.openxmlformats.org/drawingml/2006/main" prst="roundRect">
            <a:avLst>
              <a:gd name="adj" fmla="val 3659"/>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3" name="">
            <a:extLst xmlns:a="http://schemas.openxmlformats.org/drawingml/2006/main">
              <a:ext uri="{FF2B5EF4-FFF2-40B4-BE49-F238E27FC236}">
                <a16:creationId xmlns:a16="http://schemas.microsoft.com/office/drawing/2014/main" id="{AEF1F1CE-BDD9-4EB5-908A-A0119FD51DCD}"/>
              </a:ext>
            </a:extLst>
          </p:cNvPr>
          <p:cNvSpPr>
            <a:spLocks xmlns:a="http://schemas.openxmlformats.org/drawingml/2006/main" noGrp="1"/>
          </p:cNvSpPr>
          <p:nvPr/>
        </p:nvSpPr>
        <p:spPr>
          <a:xfrm xmlns:a="http://schemas.openxmlformats.org/drawingml/2006/main">
            <a:off x="6210300" y="3829050"/>
            <a:ext cx="5695950" cy="47625"/>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0E53D752-F19C-4A9D-8607-4883EA8679B7}"/>
              </a:ext>
            </a:extLst>
          </p:cNvPr>
          <p:cNvSpPr>
            <a:spLocks xmlns:a="http://schemas.openxmlformats.org/drawingml/2006/main" noGrp="1"/>
          </p:cNvSpPr>
          <p:nvPr/>
        </p:nvSpPr>
        <p:spPr>
          <a:xfrm xmlns:a="http://schemas.openxmlformats.org/drawingml/2006/main">
            <a:off x="6438900" y="40195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B8CFF"/>
                </a:solidFill>
                <a:latin typeface="微软雅黑"/>
                <a:ea typeface="微软雅黑"/>
                <a:cs typeface="微软雅黑"/>
              </a:defRPr>
            </a:pPr>
            <a:r>
              <a:rPr sz="938" b="1">
                <a:solidFill>
                  <a:srgbClr val="9B8CFF"/>
                </a:solidFill>
                <a:latin typeface="微软雅黑"/>
                <a:ea typeface="微软雅黑"/>
                <a:cs typeface="微软雅黑"/>
              </a:rPr>
              <a:t>创新点四</a:t>
            </a:r>
          </a:p>
        </p:txBody>
      </p:sp>
      <p:sp>
        <p:nvSpPr>
          <p:cNvPr id="85" name="">
            <a:extLst xmlns:a="http://schemas.openxmlformats.org/drawingml/2006/main">
              <a:ext uri="{FF2B5EF4-FFF2-40B4-BE49-F238E27FC236}">
                <a16:creationId xmlns:a16="http://schemas.microsoft.com/office/drawing/2014/main" id="{FB2F2D7C-5A7B-4C13-867A-526A2F67B636}"/>
              </a:ext>
            </a:extLst>
          </p:cNvPr>
          <p:cNvSpPr>
            <a:spLocks xmlns:a="http://schemas.openxmlformats.org/drawingml/2006/main" noGrp="1"/>
          </p:cNvSpPr>
          <p:nvPr/>
        </p:nvSpPr>
        <p:spPr>
          <a:xfrm xmlns:a="http://schemas.openxmlformats.org/drawingml/2006/main">
            <a:off x="6438900" y="4286250"/>
            <a:ext cx="52578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建议与人工决定全程留痕</a:t>
            </a:r>
          </a:p>
        </p:txBody>
      </p:sp>
      <p:sp>
        <p:nvSpPr>
          <p:cNvPr id="86" name="">
            <a:extLst xmlns:a="http://schemas.openxmlformats.org/drawingml/2006/main">
              <a:ext uri="{FF2B5EF4-FFF2-40B4-BE49-F238E27FC236}">
                <a16:creationId xmlns:a16="http://schemas.microsoft.com/office/drawing/2014/main" id="{9C37CC83-4199-4BD2-83ED-5F5ABB4EE052}"/>
              </a:ext>
            </a:extLst>
          </p:cNvPr>
          <p:cNvSpPr>
            <a:spLocks xmlns:a="http://schemas.openxmlformats.org/drawingml/2006/main" noGrp="1"/>
          </p:cNvSpPr>
          <p:nvPr/>
        </p:nvSpPr>
        <p:spPr>
          <a:xfrm xmlns:a="http://schemas.openxmlformats.org/drawingml/2006/main">
            <a:off x="6438900" y="4724400"/>
            <a:ext cx="457200" cy="19050"/>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6AFE4D2F-1430-4951-A83D-4552CD85F414}"/>
              </a:ext>
            </a:extLst>
          </p:cNvPr>
          <p:cNvSpPr>
            <a:spLocks xmlns:a="http://schemas.openxmlformats.org/drawingml/2006/main" noGrp="1"/>
          </p:cNvSpPr>
          <p:nvPr/>
        </p:nvSpPr>
        <p:spPr>
          <a:xfrm xmlns:a="http://schemas.openxmlformats.org/drawingml/2006/main">
            <a:off x="6438900" y="4876800"/>
            <a:ext cx="529590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一次归因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一个 </a:t>
            </a:r>
            <a:r>
              <a:rPr sz="975">
                <a:solidFill>
                  <a:srgbClr val="D6E6F7"/>
                </a:solidFill>
                <a:latin typeface="微软雅黑"/>
                <a:ea typeface="微软雅黑"/>
                <a:cs typeface="微软雅黑"/>
              </a:rPr>
              <a:t>run_id</a:t>
            </a:r>
            <a:r>
              <a:rPr sz="975">
                <a:solidFill>
                  <a:srgbClr val="D6E6F7"/>
                </a:solidFill>
                <a:latin typeface="微软雅黑"/>
                <a:ea typeface="微软雅黑"/>
                <a:cs typeface="微软雅黑"/>
              </a:rPr>
              <a:t>，串起三张留痕表</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确认接口只改建议状态，不改任何业务数据</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采纳、驳回、修改、执行、回滚全部可追溯，责任归属清楚</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老总、班组长、员工三端均可确认，决定统一写入 </a:t>
            </a:r>
            <a:r>
              <a:rPr sz="975">
                <a:solidFill>
                  <a:srgbClr val="D6E6F7"/>
                </a:solidFill>
                <a:latin typeface="微软雅黑"/>
                <a:ea typeface="微软雅黑"/>
                <a:cs typeface="微软雅黑"/>
              </a:rPr>
              <a:t>decision_log</a:t>
            </a:r>
          </a:p>
        </p:txBody>
      </p:sp>
      <p:sp>
        <p:nvSpPr>
          <p:cNvPr id="88" name="">
            <a:extLst xmlns:a="http://schemas.openxmlformats.org/drawingml/2006/main">
              <a:ext uri="{FF2B5EF4-FFF2-40B4-BE49-F238E27FC236}">
                <a16:creationId xmlns:a16="http://schemas.microsoft.com/office/drawing/2014/main" id="{9E2FC53F-54FF-4C9B-A111-A6E8DA1A664B}"/>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C03E5678-A69D-44F8-B543-D659D33B20A5}"/>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BF6EA665-9764-4421-AB99-EFB93A196B6B}"/>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F59D7F04-0439-41EE-A1CA-812597F7B392}"/>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49F9E598-9B79-4BCB-B626-D6F83547F210}"/>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016D4B22-9BC5-4C1A-BE26-DF32537192C5}"/>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94" name="">
            <a:extLst xmlns:a="http://schemas.openxmlformats.org/drawingml/2006/main">
              <a:ext uri="{FF2B5EF4-FFF2-40B4-BE49-F238E27FC236}">
                <a16:creationId xmlns:a16="http://schemas.microsoft.com/office/drawing/2014/main" id="{93A106A7-71CB-4016-A7FA-6551928B6EDE}"/>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836FDD14-6D28-4E30-9799-E15F3B321473}"/>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12</a:t>
            </a:r>
          </a:p>
        </p:txBody>
      </p:sp>
    </p:spTree>
    <p:extLst>
      <p:ext uri="{BB962C8B-B14F-4D97-AF65-F5344CB8AC3E}">
        <p14:creationId xmlns:p14="http://schemas.microsoft.com/office/powerpoint/2010/main" val="132616978"/>
      </p:ext>
    </p:extLst>
  </p:cSld>
</p:sld>
</file>

<file path=ppt/slides/slide13.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d3af8ee6bbdc4d4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EC0F35B-AE76-43E6-998C-3AEB5F2F73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5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A708C7F6-9511-4DE4-908C-E6C9FD7E95CE}"/>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F5C33B">
                  <a:alpha val="20000"/>
                </a:srgbClr>
              </a:gs>
              <a:gs pos="45000">
                <a:srgbClr val="F5C33B">
                  <a:alpha val="8000"/>
                </a:srgbClr>
              </a:gs>
              <a:gs pos="100000">
                <a:srgbClr val="F5C33B">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603997FD-63CE-4A57-9A02-A102229CDE48}"/>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2E86E8">
                  <a:alpha val="14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A103CBCD-1607-4FBE-8AB5-E0F4D2E70B53}"/>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5C33B"/>
              </a:gs>
              <a:gs pos="52000">
                <a:srgbClr val="F5C33B"/>
              </a:gs>
              <a:gs pos="100000">
                <a:srgbClr val="F5C33B">
                  <a:alpha val="0"/>
                </a:srgbClr>
              </a:gs>
            </a:gsLst>
            <a:lin ang="5400000"/>
          </a:gra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D13B5F98-BDE7-49D4-B06B-F0BC70857EF9}"/>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257B04B3-BC2B-4FA1-BD22-B5B8FE8C58D9}"/>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8" name="">
            <a:extLst xmlns:a="http://schemas.openxmlformats.org/drawingml/2006/main">
              <a:ext uri="{FF2B5EF4-FFF2-40B4-BE49-F238E27FC236}">
                <a16:creationId xmlns:a16="http://schemas.microsoft.com/office/drawing/2014/main" id="{CCCD23CC-EA75-4978-A560-EA2D2D178D49}"/>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9" name="">
            <a:extLst xmlns:a="http://schemas.openxmlformats.org/drawingml/2006/main">
              <a:ext uri="{FF2B5EF4-FFF2-40B4-BE49-F238E27FC236}">
                <a16:creationId xmlns:a16="http://schemas.microsoft.com/office/drawing/2014/main" id="{8AF27DA7-5C55-472E-AB98-64F1585610BD}"/>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619469CE-DA38-46F1-9B91-65A742335D69}"/>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2DC8AE1D-3B26-4349-B404-AA0D769555E2}"/>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5BA05588-9174-402A-98D7-1AEAF80FE058}"/>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2998B6E8-5FA7-42DE-B70D-EEBBC9ADEBE9}"/>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D32D2B19-8E83-4245-8374-4DC21956A25B}"/>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29C9E39B-3CAC-458E-B62A-EE45BB3FC7F4}"/>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77853B1C-01D0-4335-9D1E-F52063CB2B8B}"/>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D0FC6CFD-ED82-4DF4-AF85-488FCD4733A6}"/>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A2AAD171-33A0-4F28-A796-C36A7348CE42}"/>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0E00FD41-DC69-4E1A-B673-D76CEB1677FC}"/>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28B7367C-BA9F-4E45-844D-0244F8D2CA8F}"/>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5F7AED12-4AC1-4F5E-B27B-A5BEC9B88E39}"/>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C825D009-FA9C-4F9B-A124-49D204222BBB}"/>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3B368961-8E6C-4639-ACFE-714D2152B4F9}"/>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6067F744-01D6-437D-A28B-00EF69FFDA3D}"/>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33951"/>
              </a:gs>
              <a:gs pos="62000">
                <a:srgbClr val="08203C"/>
              </a:gs>
              <a:gs pos="100000">
                <a:srgbClr val="06192F"/>
              </a:gs>
            </a:gsLst>
            <a:lin ang="8100000"/>
          </a:gradFill>
          <a:ln xmlns:a="http://schemas.openxmlformats.org/drawingml/2006/main" w="11430">
            <a:solidFill>
              <a:srgbClr val="F5C33B">
                <a:alpha val="45000"/>
              </a:srgbClr>
            </a:solidFill>
            <a:prstDash val="solid"/>
          </a:ln>
        </p:spPr>
      </p:sp>
      <p:sp>
        <p:nvSpPr>
          <p:cNvPr id="25" name="">
            <a:extLst xmlns:a="http://schemas.openxmlformats.org/drawingml/2006/main">
              <a:ext uri="{FF2B5EF4-FFF2-40B4-BE49-F238E27FC236}">
                <a16:creationId xmlns:a16="http://schemas.microsoft.com/office/drawing/2014/main" id="{0E3CAA55-14CE-4B1B-B15C-D377D62038C2}"/>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33F63"/>
              </a:gs>
              <a:gs pos="100000">
                <a:srgbClr val="071E3A"/>
              </a:gs>
            </a:gsLst>
            <a:lin ang="8100000"/>
          </a:gradFill>
          <a:ln xmlns:a="http://schemas.openxmlformats.org/drawingml/2006/main" w="9525">
            <a:solidFill>
              <a:srgbClr val="F5C33B">
                <a:alpha val="28000"/>
              </a:srgbClr>
            </a:solidFill>
            <a:prstDash val="solid"/>
          </a:ln>
        </p:spPr>
      </p:sp>
      <p:sp>
        <p:nvSpPr>
          <p:cNvPr id="26" name="">
            <a:extLst xmlns:a="http://schemas.openxmlformats.org/drawingml/2006/main">
              <a:ext uri="{FF2B5EF4-FFF2-40B4-BE49-F238E27FC236}">
                <a16:creationId xmlns:a16="http://schemas.microsoft.com/office/drawing/2014/main" id="{8DD287FE-83FB-4CDC-B327-3E9EF6CB1FA0}"/>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2A6BAE">
                <a:alpha val="55000"/>
              </a:srgbClr>
            </a:fgClr>
            <a:bgClr>
              <a:srgbClr val="08203C"/>
            </a:bgClr>
          </a:patt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B74879BA-ED63-4306-9227-2D5209363A60}"/>
              </a:ext>
            </a:extLst>
          </p:cNvPr>
          <p:cNvSpPr>
            <a:spLocks xmlns:a="http://schemas.openxmlformats.org/drawingml/2006/main" noGrp="1"/>
          </p:cNvSpPr>
          <p:nvPr/>
        </p:nvSpPr>
        <p:spPr>
          <a:xfrm xmlns:a="http://schemas.openxmlformats.org/drawingml/2006/main">
            <a:off x="7391400" y="1809750"/>
            <a:ext cx="723900" cy="651510"/>
          </a:xfrm>
          <a:prstGeom xmlns:a="http://schemas.openxmlformats.org/drawingml/2006/main" prst="hexagon">
            <a:avLst/>
          </a:prstGeom>
          <a:noFill xmlns:a="http://schemas.openxmlformats.org/drawingml/2006/main"/>
          <a:ln xmlns:a="http://schemas.openxmlformats.org/drawingml/2006/main">
            <a:solidFill>
              <a:srgbClr val="F5C33B">
                <a:alpha val="30000"/>
              </a:srgbClr>
            </a:solidFill>
            <a:prstDash val="solid"/>
          </a:ln>
        </p:spPr>
      </p:sp>
      <p:sp>
        <p:nvSpPr>
          <p:cNvPr id="28" name="">
            <a:extLst xmlns:a="http://schemas.openxmlformats.org/drawingml/2006/main">
              <a:ext uri="{FF2B5EF4-FFF2-40B4-BE49-F238E27FC236}">
                <a16:creationId xmlns:a16="http://schemas.microsoft.com/office/drawing/2014/main" id="{4043D6D1-CE4F-4B58-B008-916989B8980B}"/>
              </a:ext>
            </a:extLst>
          </p:cNvPr>
          <p:cNvSpPr>
            <a:spLocks xmlns:a="http://schemas.openxmlformats.org/drawingml/2006/main" noGrp="1"/>
          </p:cNvSpPr>
          <p:nvPr/>
        </p:nvSpPr>
        <p:spPr>
          <a:xfrm xmlns:a="http://schemas.openxmlformats.org/drawingml/2006/main">
            <a:off x="8147304" y="2012442"/>
            <a:ext cx="723900" cy="651510"/>
          </a:xfrm>
          <a:prstGeom xmlns:a="http://schemas.openxmlformats.org/drawingml/2006/main" prst="hexagon">
            <a:avLst/>
          </a:prstGeom>
          <a:noFill xmlns:a="http://schemas.openxmlformats.org/drawingml/2006/main"/>
          <a:ln xmlns:a="http://schemas.openxmlformats.org/drawingml/2006/main">
            <a:solidFill>
              <a:srgbClr val="F5C33B">
                <a:alpha val="30000"/>
              </a:srgbClr>
            </a:solidFill>
            <a:prstDash val="solid"/>
          </a:ln>
        </p:spPr>
      </p:sp>
      <p:sp>
        <p:nvSpPr>
          <p:cNvPr id="29" name="">
            <a:extLst xmlns:a="http://schemas.openxmlformats.org/drawingml/2006/main">
              <a:ext uri="{FF2B5EF4-FFF2-40B4-BE49-F238E27FC236}">
                <a16:creationId xmlns:a16="http://schemas.microsoft.com/office/drawing/2014/main" id="{E247E34C-D8E7-4A8F-A542-1B4F47F0B496}"/>
              </a:ext>
            </a:extLst>
          </p:cNvPr>
          <p:cNvSpPr>
            <a:spLocks xmlns:a="http://schemas.openxmlformats.org/drawingml/2006/main" noGrp="1"/>
          </p:cNvSpPr>
          <p:nvPr/>
        </p:nvSpPr>
        <p:spPr>
          <a:xfrm xmlns:a="http://schemas.openxmlformats.org/drawingml/2006/main">
            <a:off x="8903208" y="1809750"/>
            <a:ext cx="723900" cy="651510"/>
          </a:xfrm>
          <a:prstGeom xmlns:a="http://schemas.openxmlformats.org/drawingml/2006/main" prst="hexagon">
            <a:avLst/>
          </a:prstGeom>
          <a:noFill xmlns:a="http://schemas.openxmlformats.org/drawingml/2006/main"/>
          <a:ln xmlns:a="http://schemas.openxmlformats.org/drawingml/2006/main">
            <a:solidFill>
              <a:srgbClr val="F5C33B">
                <a:alpha val="30000"/>
              </a:srgbClr>
            </a:solidFill>
            <a:prstDash val="solid"/>
          </a:ln>
        </p:spPr>
      </p:sp>
      <p:sp>
        <p:nvSpPr>
          <p:cNvPr id="30" name="">
            <a:extLst xmlns:a="http://schemas.openxmlformats.org/drawingml/2006/main">
              <a:ext uri="{FF2B5EF4-FFF2-40B4-BE49-F238E27FC236}">
                <a16:creationId xmlns:a16="http://schemas.microsoft.com/office/drawing/2014/main" id="{AEE1966E-E624-4AE9-BE62-32792C7524A9}"/>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F5C33B">
                      <a:alpha val="75000"/>
                    </a:srgbClr>
                  </a:solidFill>
                  <a:prstDash val="solid"/>
                </a:ln>
                <a:solidFill>
                  <a:srgbClr val="0B2C56"/>
                </a:solidFill>
                <a:latin typeface="Bahnschrift SemiBold"/>
                <a:ea typeface="Bahnschrift SemiBold"/>
                <a:cs typeface="Bahnschrift SemiBold"/>
              </a:defRPr>
            </a:pPr>
            <a:r>
              <a:rPr sz="9900" b="1">
                <a:ln w="14288">
                  <a:solidFill>
                    <a:srgbClr val="F5C33B">
                      <a:alpha val="75000"/>
                    </a:srgbClr>
                  </a:solidFill>
                  <a:prstDash val="solid"/>
                </a:ln>
                <a:solidFill>
                  <a:srgbClr val="0B2C56"/>
                </a:solidFill>
                <a:latin typeface="Bahnschrift SemiBold"/>
                <a:ea typeface="Bahnschrift SemiBold"/>
                <a:cs typeface="Bahnschrift SemiBold"/>
              </a:rPr>
              <a:t>03</a:t>
            </a:r>
          </a:p>
        </p:txBody>
      </p:sp>
      <p:sp>
        <p:nvSpPr>
          <p:cNvPr id="31" name="">
            <a:extLst xmlns:a="http://schemas.openxmlformats.org/drawingml/2006/main">
              <a:ext uri="{FF2B5EF4-FFF2-40B4-BE49-F238E27FC236}">
                <a16:creationId xmlns:a16="http://schemas.microsoft.com/office/drawing/2014/main" id="{B7208BF1-68D7-4B02-A95A-4CFFD4043977}"/>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39F77FCA-CF23-4847-9D40-6CD50BA48DD0}"/>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F5C33B">
                <a:alpha val="24000"/>
              </a:srgbClr>
            </a:fgClr>
            <a:bgClr>
              <a:srgbClr val="08203C"/>
            </a:bgClr>
          </a:patt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F3A84C95-A425-4BC6-99A6-FD6EA454C0B7}"/>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90BA7254-8CEA-4CC7-9FC3-AB117C312B76}"/>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81874380-911C-40A4-B178-5D4699066EBA}"/>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6E05C2FC-321E-43B6-B6A3-E7EF5B798615}"/>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D6E7DC1E-B29E-43DF-8BD7-ED9EB8870623}"/>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A095DDD0-AFCE-4A1E-8AA7-5A39B3F1E66C}"/>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6777F6BA-837D-43B2-BB53-3E9A58A597AD}"/>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0C95A542-CC53-4EC4-9F1F-E041F8DE3A10}"/>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5FBA1D36-AC0E-4800-89E9-70B4EC39E9DD}"/>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E1628DB1-3663-4F8C-BF45-8A9E6EE19DF4}"/>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A8FD9B8F-85F5-4C00-A6F8-983EBC5B79AD}"/>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B8D633F5-983C-4285-B9FF-03B3EF05192C}"/>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F85944E7-6495-464E-B435-A1A1D088CC49}"/>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8A65F084-D246-4C1D-9489-22A7DBE2C9C9}"/>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C01DB79D-FC3E-4B5B-864B-09A72CABDCEC}"/>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878EBE85-F72F-4B52-A001-72C86C8497B8}"/>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228470D8-7301-423D-A3AE-3E0F340162B9}"/>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AF982A10-EAA2-4F14-9252-D03679B8675A}"/>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C3163092-0D87-4759-BDBC-F829A145F82A}"/>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3ECD5294-3853-4363-BE10-721093F378BA}"/>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DAB230AE-41D8-4301-A408-CFEEB3182FBA}"/>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D8B8D97F-6D37-4D08-933D-8792F1631695}"/>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D683A9A8-FFA8-4568-8D20-511011D99226}"/>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444332E7-FCCA-4F34-9C2E-174FF4C6B22D}"/>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969C5CBF-9FF2-42DF-A4E4-CEEFC9C88B43}"/>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C7E7CB9C-7FCE-463D-A724-E65757D42376}"/>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27E8DF19-46F0-475F-88E5-40CCD1564B3E}"/>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172A9D5A-A4BE-4F9C-88A5-981DF171AD5F}"/>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3062BA9A-4C7E-4DCB-A775-572187ACF91C}"/>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F5C33B">
              <a:alpha val="28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2BC4CAC3-FF3A-400A-BD2C-A3908D571BC1}"/>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F5C33B">
              <a:alpha val="14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F090EF9C-CB0D-4D9A-8A83-9E4074762E9B}"/>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123A63"/>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A517AA51-4CB0-4954-8F4B-9AB50302340D}"/>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AE43843D-E48E-4EB7-912E-6F6FFBF01DBD}"/>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背景</a:t>
            </a:r>
          </a:p>
        </p:txBody>
      </p:sp>
      <p:sp>
        <p:nvSpPr>
          <p:cNvPr id="66" name="">
            <a:extLst xmlns:a="http://schemas.openxmlformats.org/drawingml/2006/main">
              <a:ext uri="{FF2B5EF4-FFF2-40B4-BE49-F238E27FC236}">
                <a16:creationId xmlns:a16="http://schemas.microsoft.com/office/drawing/2014/main" id="{0B5AB636-A382-4CF0-B177-08572C1247ED}"/>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1388F628-8F3E-4DF8-BF73-0C870D09BF1E}"/>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方案</a:t>
            </a:r>
          </a:p>
        </p:txBody>
      </p:sp>
      <p:sp>
        <p:nvSpPr>
          <p:cNvPr id="68" name="">
            <a:extLst xmlns:a="http://schemas.openxmlformats.org/drawingml/2006/main">
              <a:ext uri="{FF2B5EF4-FFF2-40B4-BE49-F238E27FC236}">
                <a16:creationId xmlns:a16="http://schemas.microsoft.com/office/drawing/2014/main" id="{E16CB14B-9CD4-4BC9-AB4F-BD534A21A7CD}"/>
              </a:ext>
            </a:extLst>
          </p:cNvPr>
          <p:cNvSpPr>
            <a:spLocks xmlns:a="http://schemas.openxmlformats.org/drawingml/2006/main" noGrp="1"/>
          </p:cNvSpPr>
          <p:nvPr/>
        </p:nvSpPr>
        <p:spPr>
          <a:xfrm xmlns:a="http://schemas.openxmlformats.org/drawingml/2006/main">
            <a:off x="8667750" y="4895850"/>
            <a:ext cx="571500" cy="571500"/>
          </a:xfrm>
          <a:prstGeom xmlns:a="http://schemas.openxmlformats.org/drawingml/2006/main" prst="ellipse">
            <a:avLst/>
          </a:prstGeom>
          <a:gradFill xmlns:a="http://schemas.openxmlformats.org/drawingml/2006/main">
            <a:gsLst>
              <a:gs pos="0">
                <a:srgbClr val="F5C33B">
                  <a:alpha val="30000"/>
                </a:srgbClr>
              </a:gs>
              <a:gs pos="45000">
                <a:srgbClr val="F5C33B">
                  <a:alpha val="12000"/>
                </a:srgbClr>
              </a:gs>
              <a:gs pos="100000">
                <a:srgbClr val="F5C33B">
                  <a:alpha val="0"/>
                </a:srgbClr>
              </a:gs>
            </a:gsLst>
            <a:path path="shape"/>
          </a:gra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4A56696D-42AD-4301-9A45-394C96DA8156}"/>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1DC7D883-C9D8-4140-A8CE-95E0FF3E72DC}"/>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算法</a:t>
            </a:r>
          </a:p>
        </p:txBody>
      </p:sp>
      <p:sp>
        <p:nvSpPr>
          <p:cNvPr id="71" name="">
            <a:extLst xmlns:a="http://schemas.openxmlformats.org/drawingml/2006/main">
              <a:ext uri="{FF2B5EF4-FFF2-40B4-BE49-F238E27FC236}">
                <a16:creationId xmlns:a16="http://schemas.microsoft.com/office/drawing/2014/main" id="{B696B5AC-55B4-4367-9721-3FAA37783C8C}"/>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4B254BFC-9A78-4FE8-B4BD-AFDDAD3CA5F4}"/>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系统</a:t>
            </a:r>
          </a:p>
        </p:txBody>
      </p:sp>
      <p:sp>
        <p:nvSpPr>
          <p:cNvPr id="73" name="">
            <a:extLst xmlns:a="http://schemas.openxmlformats.org/drawingml/2006/main">
              <a:ext uri="{FF2B5EF4-FFF2-40B4-BE49-F238E27FC236}">
                <a16:creationId xmlns:a16="http://schemas.microsoft.com/office/drawing/2014/main" id="{B0F39A58-A78D-4555-995C-FECD9EE41E86}"/>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7248F5ED-C3B9-464A-BC2A-7D224F1AA474}"/>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验证</a:t>
            </a:r>
          </a:p>
        </p:txBody>
      </p:sp>
      <p:sp>
        <p:nvSpPr>
          <p:cNvPr id="75" name="">
            <a:extLst xmlns:a="http://schemas.openxmlformats.org/drawingml/2006/main">
              <a:ext uri="{FF2B5EF4-FFF2-40B4-BE49-F238E27FC236}">
                <a16:creationId xmlns:a16="http://schemas.microsoft.com/office/drawing/2014/main" id="{D93370F3-510A-4987-986A-18A608A58C09}"/>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39D18C62-4AB7-4BE4-87FC-A79433BA9E17}"/>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价值</a:t>
            </a:r>
          </a:p>
        </p:txBody>
      </p:sp>
      <p:sp>
        <p:nvSpPr>
          <p:cNvPr id="77" name="">
            <a:extLst xmlns:a="http://schemas.openxmlformats.org/drawingml/2006/main">
              <a:ext uri="{FF2B5EF4-FFF2-40B4-BE49-F238E27FC236}">
                <a16:creationId xmlns:a16="http://schemas.microsoft.com/office/drawing/2014/main" id="{F2C75C01-E9DA-4E9C-8B1B-17983F54C707}"/>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2B7FFEDC-F76B-41E2-9D0D-09448598F804}"/>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9FC2E8"/>
                </a:solidFill>
                <a:latin typeface="微软雅黑"/>
                <a:ea typeface="微软雅黑"/>
                <a:cs typeface="微软雅黑"/>
              </a:defRPr>
            </a:pPr>
            <a:r>
              <a:rPr sz="938" b="0" spc="1">
                <a:solidFill>
                  <a:srgbClr val="9FC2E8"/>
                </a:solidFill>
                <a:latin typeface="微软雅黑"/>
                <a:ea typeface="微软雅黑"/>
                <a:cs typeface="微软雅黑"/>
              </a:rPr>
              <a:t>答辩结构 </a:t>
            </a:r>
            <a:r>
              <a:rPr sz="938" b="0" spc="1">
                <a:solidFill>
                  <a:srgbClr val="9FC2E8"/>
                </a:solidFill>
                <a:latin typeface="微软雅黑"/>
                <a:ea typeface="微软雅黑"/>
                <a:cs typeface="微软雅黑"/>
              </a:rPr>
              <a:t>· </a:t>
            </a:r>
            <a:r>
              <a:rPr sz="938" b="0" spc="1">
                <a:solidFill>
                  <a:srgbClr val="9FC2E8"/>
                </a:solidFill>
                <a:latin typeface="微软雅黑"/>
                <a:ea typeface="微软雅黑"/>
                <a:cs typeface="微软雅黑"/>
              </a:rPr>
              <a:t>六章推进</a:t>
            </a:r>
          </a:p>
        </p:txBody>
      </p:sp>
      <p:sp>
        <p:nvSpPr>
          <p:cNvPr id="79" name="">
            <a:extLst xmlns:a="http://schemas.openxmlformats.org/drawingml/2006/main">
              <a:ext uri="{FF2B5EF4-FFF2-40B4-BE49-F238E27FC236}">
                <a16:creationId xmlns:a16="http://schemas.microsoft.com/office/drawing/2014/main" id="{3182A51C-FFC5-43E3-A651-B545B68B24AE}"/>
              </a:ext>
            </a:extLst>
          </p:cNvPr>
          <p:cNvSpPr>
            <a:spLocks xmlns:a="http://schemas.openxmlformats.org/drawingml/2006/main" noGrp="1"/>
          </p:cNvSpPr>
          <p:nvPr/>
        </p:nvSpPr>
        <p:spPr>
          <a:xfrm xmlns:a="http://schemas.openxmlformats.org/drawingml/2006/main">
            <a:off x="7067550" y="1257300"/>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A7962CE4-D54E-485D-81A2-0E9037DC7728}"/>
              </a:ext>
            </a:extLst>
          </p:cNvPr>
          <p:cNvSpPr>
            <a:spLocks xmlns:a="http://schemas.openxmlformats.org/drawingml/2006/main" noGrp="1"/>
          </p:cNvSpPr>
          <p:nvPr/>
        </p:nvSpPr>
        <p:spPr>
          <a:xfrm xmlns:a="http://schemas.openxmlformats.org/drawingml/2006/main">
            <a:off x="7067550" y="125730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48C6535F-B49B-4B62-800E-6C62C291F6DF}"/>
              </a:ext>
            </a:extLst>
          </p:cNvPr>
          <p:cNvSpPr>
            <a:spLocks xmlns:a="http://schemas.openxmlformats.org/drawingml/2006/main" noGrp="1"/>
          </p:cNvSpPr>
          <p:nvPr/>
        </p:nvSpPr>
        <p:spPr>
          <a:xfrm xmlns:a="http://schemas.openxmlformats.org/drawingml/2006/main">
            <a:off x="11125200" y="5538978"/>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68D2EADC-393A-454B-B1ED-0E49275A1D21}"/>
              </a:ext>
            </a:extLst>
          </p:cNvPr>
          <p:cNvSpPr>
            <a:spLocks xmlns:a="http://schemas.openxmlformats.org/drawingml/2006/main" noGrp="1"/>
          </p:cNvSpPr>
          <p:nvPr/>
        </p:nvSpPr>
        <p:spPr>
          <a:xfrm xmlns:a="http://schemas.openxmlformats.org/drawingml/2006/main">
            <a:off x="11349228" y="531495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3BA69972-299B-486D-8EAC-41B97114D630}"/>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7A9CC4"/>
                </a:solidFill>
                <a:latin typeface="Bahnschrift SemiBold"/>
                <a:ea typeface="Bahnschrift SemiBold"/>
                <a:cs typeface="Bahnschrift SemiBold"/>
              </a:rPr>
              <a:t>SECTION </a:t>
            </a:r>
            <a:r>
              <a:rPr sz="975" b="1" spc="3">
                <a:solidFill>
                  <a:srgbClr val="F5C33B"/>
                </a:solidFill>
                <a:latin typeface="Bahnschrift SemiBold"/>
                <a:ea typeface="Bahnschrift SemiBold"/>
                <a:cs typeface="Bahnschrift SemiBold"/>
              </a:rPr>
              <a:t>03</a:t>
            </a:r>
            <a:r>
              <a:rPr sz="975" spc="3">
                <a:solidFill>
                  <a:srgbClr val="7A9CC4"/>
                </a:solidFill>
                <a:latin typeface="Bahnschrift SemiBold"/>
                <a:ea typeface="Bahnschrift SemiBold"/>
                <a:cs typeface="Bahnschrift SemiBold"/>
              </a:rPr>
              <a:t> / 06</a:t>
            </a:r>
          </a:p>
        </p:txBody>
      </p:sp>
      <p:sp>
        <p:nvSpPr>
          <p:cNvPr id="84" name="">
            <a:extLst xmlns:a="http://schemas.openxmlformats.org/drawingml/2006/main">
              <a:ext uri="{FF2B5EF4-FFF2-40B4-BE49-F238E27FC236}">
                <a16:creationId xmlns:a16="http://schemas.microsoft.com/office/drawing/2014/main" id="{51B7CD99-B752-4601-916D-BF0069F6498B}"/>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379FA060-482E-475A-B828-E1CD29955A09}"/>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核心算法</a:t>
            </a:r>
          </a:p>
        </p:txBody>
      </p:sp>
      <p:sp>
        <p:nvSpPr>
          <p:cNvPr id="86" name="">
            <a:extLst xmlns:a="http://schemas.openxmlformats.org/drawingml/2006/main">
              <a:ext uri="{FF2B5EF4-FFF2-40B4-BE49-F238E27FC236}">
                <a16:creationId xmlns:a16="http://schemas.microsoft.com/office/drawing/2014/main" id="{31C5A39E-9EBF-4D80-913A-5E9C7A964649}"/>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F5C33B"/>
                </a:solidFill>
                <a:latin typeface="Bahnschrift"/>
                <a:ea typeface="Bahnschrift"/>
                <a:cs typeface="Bahnschrift"/>
              </a:defRPr>
            </a:pPr>
            <a:r>
              <a:rPr sz="1013" b="0" spc="3">
                <a:solidFill>
                  <a:srgbClr val="F5C33B"/>
                </a:solidFill>
                <a:latin typeface="Bahnschrift"/>
                <a:ea typeface="Bahnschrift"/>
                <a:cs typeface="Bahnschrift"/>
              </a:rPr>
              <a:t>ALGORITHMS · RULE ENGINE &amp; RECOMMENDATION</a:t>
            </a:r>
          </a:p>
        </p:txBody>
      </p:sp>
      <p:sp>
        <p:nvSpPr>
          <p:cNvPr id="87" name="">
            <a:extLst xmlns:a="http://schemas.openxmlformats.org/drawingml/2006/main">
              <a:ext uri="{FF2B5EF4-FFF2-40B4-BE49-F238E27FC236}">
                <a16:creationId xmlns:a16="http://schemas.microsoft.com/office/drawing/2014/main" id="{721A58F2-7990-4203-8139-48F325BD1DB1}"/>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B9DB4701-8395-484A-8A88-781E45B474B7}"/>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四个算法：规则引擎、气体检测归因、个性化组卷、课程匹配</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每个算法给出公式、流程图、具体案例与输入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约束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输出</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并说明相比「纯规则」或「纯大模型」单用的优势</a:t>
            </a:r>
          </a:p>
        </p:txBody>
      </p:sp>
      <p:sp>
        <p:nvSpPr>
          <p:cNvPr id="89" name="">
            <a:extLst xmlns:a="http://schemas.openxmlformats.org/drawingml/2006/main">
              <a:ext uri="{FF2B5EF4-FFF2-40B4-BE49-F238E27FC236}">
                <a16:creationId xmlns:a16="http://schemas.microsoft.com/office/drawing/2014/main" id="{1265B861-C2AC-434E-90BE-63D87764358A}"/>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F5C33B">
                <a:alpha val="50000"/>
              </a:srgbClr>
            </a:solidFill>
            <a:prstDash val="solid"/>
          </a:ln>
        </p:spPr>
      </p:sp>
      <p:sp>
        <p:nvSpPr>
          <p:cNvPr id="90" name="">
            <a:extLst xmlns:a="http://schemas.openxmlformats.org/drawingml/2006/main">
              <a:ext uri="{FF2B5EF4-FFF2-40B4-BE49-F238E27FC236}">
                <a16:creationId xmlns:a16="http://schemas.microsoft.com/office/drawing/2014/main" id="{A6869ADB-B7B8-444F-81BC-D40EE001FF58}"/>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15B8F21B-108A-4B58-94D9-5C652B60D434}"/>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18</a:t>
            </a:r>
          </a:p>
        </p:txBody>
      </p:sp>
      <p:sp>
        <p:nvSpPr>
          <p:cNvPr id="92" name="">
            <a:extLst xmlns:a="http://schemas.openxmlformats.org/drawingml/2006/main">
              <a:ext uri="{FF2B5EF4-FFF2-40B4-BE49-F238E27FC236}">
                <a16:creationId xmlns:a16="http://schemas.microsoft.com/office/drawing/2014/main" id="{75DFDC6C-7C38-42A5-89E7-23BE69928563}"/>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条启用规则 </a:t>
            </a:r>
            <a:r>
              <a:rPr sz="863" b="0">
                <a:solidFill>
                  <a:srgbClr val="9FC2E8"/>
                </a:solidFill>
                <a:latin typeface="微软雅黑"/>
                <a:ea typeface="微软雅黑"/>
                <a:cs typeface="微软雅黑"/>
              </a:rPr>
              <a:t>/ 5 </a:t>
            </a:r>
            <a:r>
              <a:rPr sz="863" b="0">
                <a:solidFill>
                  <a:srgbClr val="9FC2E8"/>
                </a:solidFill>
                <a:latin typeface="微软雅黑"/>
                <a:ea typeface="微软雅黑"/>
                <a:cs typeface="微软雅黑"/>
              </a:rPr>
              <a:t>个场景</a:t>
            </a:r>
          </a:p>
        </p:txBody>
      </p:sp>
      <p:sp>
        <p:nvSpPr>
          <p:cNvPr id="93" name="">
            <a:extLst xmlns:a="http://schemas.openxmlformats.org/drawingml/2006/main">
              <a:ext uri="{FF2B5EF4-FFF2-40B4-BE49-F238E27FC236}">
                <a16:creationId xmlns:a16="http://schemas.microsoft.com/office/drawing/2014/main" id="{D26642C1-2904-4A8C-B4BF-6ACB3B119D26}"/>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F5C33B">
                <a:alpha val="50000"/>
              </a:srgbClr>
            </a:solidFill>
            <a:prstDash val="solid"/>
          </a:ln>
        </p:spPr>
      </p:sp>
      <p:sp>
        <p:nvSpPr>
          <p:cNvPr id="94" name="">
            <a:extLst xmlns:a="http://schemas.openxmlformats.org/drawingml/2006/main">
              <a:ext uri="{FF2B5EF4-FFF2-40B4-BE49-F238E27FC236}">
                <a16:creationId xmlns:a16="http://schemas.microsoft.com/office/drawing/2014/main" id="{B01AD283-5098-4E24-B0E1-FB75BBB16F32}"/>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9C2000BC-8586-4891-914C-CF09C24B973B}"/>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96" name="">
            <a:extLst xmlns:a="http://schemas.openxmlformats.org/drawingml/2006/main">
              <a:ext uri="{FF2B5EF4-FFF2-40B4-BE49-F238E27FC236}">
                <a16:creationId xmlns:a16="http://schemas.microsoft.com/office/drawing/2014/main" id="{47D5CB84-D416-4954-83C8-5A6FE5D5F384}"/>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个匹配分组</a:t>
            </a:r>
          </a:p>
        </p:txBody>
      </p:sp>
      <p:sp>
        <p:nvSpPr>
          <p:cNvPr id="97" name="">
            <a:extLst xmlns:a="http://schemas.openxmlformats.org/drawingml/2006/main">
              <a:ext uri="{FF2B5EF4-FFF2-40B4-BE49-F238E27FC236}">
                <a16:creationId xmlns:a16="http://schemas.microsoft.com/office/drawing/2014/main" id="{5CDCBF8F-EAA9-4747-BDE7-9AA609C2B99C}"/>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F5C33B">
                <a:alpha val="50000"/>
              </a:srgbClr>
            </a:solidFill>
            <a:prstDash val="solid"/>
          </a:ln>
        </p:spPr>
      </p:sp>
      <p:sp>
        <p:nvSpPr>
          <p:cNvPr id="98" name="">
            <a:extLst xmlns:a="http://schemas.openxmlformats.org/drawingml/2006/main">
              <a:ext uri="{FF2B5EF4-FFF2-40B4-BE49-F238E27FC236}">
                <a16:creationId xmlns:a16="http://schemas.microsoft.com/office/drawing/2014/main" id="{81C0E399-8C4E-486F-8AD2-06BBA1BFF095}"/>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F0C89055-9D70-48D3-9469-107C333A9EDA}"/>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1</a:t>
            </a:r>
          </a:p>
        </p:txBody>
      </p:sp>
      <p:sp>
        <p:nvSpPr>
          <p:cNvPr id="100" name="">
            <a:extLst xmlns:a="http://schemas.openxmlformats.org/drawingml/2006/main">
              <a:ext uri="{FF2B5EF4-FFF2-40B4-BE49-F238E27FC236}">
                <a16:creationId xmlns:a16="http://schemas.microsoft.com/office/drawing/2014/main" id="{A1E3FD9C-2154-46DD-AB99-6C3E9099722B}"/>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条可复算留痕链</a:t>
            </a:r>
          </a:p>
        </p:txBody>
      </p:sp>
      <p:sp>
        <p:nvSpPr>
          <p:cNvPr id="101" name="">
            <a:extLst xmlns:a="http://schemas.openxmlformats.org/drawingml/2006/main">
              <a:ext uri="{FF2B5EF4-FFF2-40B4-BE49-F238E27FC236}">
                <a16:creationId xmlns:a16="http://schemas.microsoft.com/office/drawing/2014/main" id="{9B4DA8FC-E51B-404F-B0CE-3CD2BA2A4B16}"/>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9EF95BFD-42DA-4493-932A-B4F8EC1B01D7}"/>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3B33EBB6-1F94-4DC2-A293-4B8B21EB6D34}"/>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275A79ED-D979-4DBE-8DB5-5A2BF25EB279}"/>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F5C33B">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324070240"/>
      </p:ext>
    </p:extLst>
  </p:cSld>
</p:sld>
</file>

<file path=ppt/slides/slide14.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26" name=""/>
          <p:cNvPicPr>
            <a:picLocks xmlns:a="http://schemas.openxmlformats.org/drawingml/2006/main" noChangeAspect="1"/>
          </p:cNvPicPr>
          <p:nvPr/>
        </p:nvPicPr>
        <p:blipFill>
          <a:blip xmlns:r="http://schemas.openxmlformats.org/officeDocument/2006/relationships" xmlns:a="http://schemas.openxmlformats.org/drawingml/2006/main" r:embed="R443963e836214ff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11CFD5A-A35D-4AAE-9B9C-F9ADBC3434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7651D0C6-AE2B-49A4-8741-F18C1DF3F5EE}"/>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F5C33B">
                  <a:alpha val="15000"/>
                </a:srgbClr>
              </a:gs>
              <a:gs pos="45000">
                <a:srgbClr val="F5C33B">
                  <a:alpha val="6000"/>
                </a:srgbClr>
              </a:gs>
              <a:gs pos="100000">
                <a:srgbClr val="F5C33B">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F27A7F1E-98D8-4F25-8223-17699217651F}"/>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A29927F9-0A64-40E6-864F-1CA026EF35D5}"/>
              </a:ext>
            </a:extLst>
          </p:cNvPr>
          <p:cNvSpPr>
            <a:spLocks xmlns:a="http://schemas.openxmlformats.org/drawingml/2006/main" noGrp="1"/>
          </p:cNvSpPr>
          <p:nvPr/>
        </p:nvSpPr>
        <p:spPr>
          <a:xfrm xmlns:a="http://schemas.openxmlformats.org/drawingml/2006/main">
            <a:off x="9601200" y="914400"/>
            <a:ext cx="1866900" cy="800100"/>
          </a:xfrm>
          <a:prstGeom xmlns:a="http://schemas.openxmlformats.org/drawingml/2006/main" prst="rect">
            <a:avLst/>
          </a:prstGeom>
          <a:pattFill xmlns:a="http://schemas.openxmlformats.org/drawingml/2006/main" prst="wdUpDiag">
            <a:fgClr>
              <a:srgbClr val="2A6BAE">
                <a:alpha val="42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69D113A4-31BA-4FA4-B129-D88F6B92EE59}"/>
              </a:ext>
            </a:extLst>
          </p:cNvPr>
          <p:cNvSpPr>
            <a:spLocks xmlns:a="http://schemas.openxmlformats.org/drawingml/2006/main" noGrp="1"/>
          </p:cNvSpPr>
          <p:nvPr/>
        </p:nvSpPr>
        <p:spPr>
          <a:xfrm xmlns:a="http://schemas.openxmlformats.org/drawingml/2006/main">
            <a:off x="11525250" y="914400"/>
            <a:ext cx="400050" cy="800100"/>
          </a:xfrm>
          <a:prstGeom xmlns:a="http://schemas.openxmlformats.org/drawingml/2006/main" prst="rect">
            <a:avLst/>
          </a:prstGeom>
          <a:pattFill xmlns:a="http://schemas.openxmlformats.org/drawingml/2006/main" prst="narVert">
            <a:fgClr>
              <a:srgbClr val="F5C33B">
                <a:alpha val="32000"/>
              </a:srgbClr>
            </a:fgClr>
            <a:bgClr>
              <a:srgbClr val="0A2144"/>
            </a:bgClr>
          </a:patt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F48B9C58-8D66-46CC-8013-4C6BABF993A7}"/>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78C5D3AC-584C-4BA2-B1CA-2F11905F60B8}"/>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D81467C6-50E1-44EF-A61C-ECF7AD62DA54}"/>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C85B965D-032F-48D5-ABB0-8807E19C4E54}"/>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8D8685B3-1BA9-46AE-BF9F-B489A69E6E8C}"/>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C6083D3A-303D-47BA-8702-DF8B1D440C4A}"/>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D43B135E-0466-4825-9920-833C30E50917}"/>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B1389E6D-449D-48FD-A0B2-F70C30C44484}"/>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1434C39F-2F3C-4AEC-9E2B-4600D8C06D9D}"/>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FB6A22EF-B446-4FA3-BD87-4F47844A7916}"/>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EDBC08F8-A5E8-4A18-919B-BEA878E14C64}"/>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F945B2C2-E239-4795-9474-ADE834B51313}"/>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460DADD7-AD5B-4295-A9C3-6D99A46FF755}"/>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0" name="">
            <a:extLst xmlns:a="http://schemas.openxmlformats.org/drawingml/2006/main">
              <a:ext uri="{FF2B5EF4-FFF2-40B4-BE49-F238E27FC236}">
                <a16:creationId xmlns:a16="http://schemas.microsoft.com/office/drawing/2014/main" id="{84DAC71A-9C78-437D-96D1-7F044C786285}"/>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1" name="">
            <a:extLst xmlns:a="http://schemas.openxmlformats.org/drawingml/2006/main">
              <a:ext uri="{FF2B5EF4-FFF2-40B4-BE49-F238E27FC236}">
                <a16:creationId xmlns:a16="http://schemas.microsoft.com/office/drawing/2014/main" id="{9B29216E-D3FD-4820-9E5E-476ECF05611B}"/>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4100685F-8E78-41E1-A8DA-C6D6D80B7E28}"/>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F89DA64E-BD57-45EA-A3FE-A98A1954AB99}"/>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1A9A8942-FC48-4E12-B6B4-8722931AE1B9}"/>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F71349D2-9986-48AE-8DD9-9E21B194832B}"/>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794846E5-AA47-409E-A132-97CBA3D8187A}"/>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F2237D2C-D9C5-4C7F-9A36-89910C2E99FC}"/>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FEC68886-F1D4-4AB5-8A17-A2808E514917}"/>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CD917341-BAB1-4DAF-B951-B2AB4CD53CA5}"/>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D2CFD8FA-0B7B-4D0C-889E-CEB1F85BA73D}"/>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804C340F-B4A4-48EC-8381-3520D692D089}"/>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C39512BB-F62E-4BFC-A03C-2579FC2F031B}"/>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058A8473-E8EB-4775-9460-7E9846E28CAF}"/>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019F55D1-BD9F-4AB2-8527-C5930E69A9BA}"/>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4721B43F-F142-4CD0-B7C2-2947DA134EB8}"/>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F1744272-7A2B-4C06-B1EA-F205453BD620}"/>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57F262A8-358B-46C3-9519-D19B2D53B6D5}"/>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CAA4314E-41DC-48E6-B4F1-1530BE4E1D27}"/>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F5C33B"/>
              </a:gs>
              <a:gs pos="100000">
                <a:srgbClr val="F5C33B">
                  <a:alpha val="0"/>
                </a:srgbClr>
              </a:gs>
            </a:gsLst>
            <a:lin ang="540000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23E7E986-23BE-4AB5-8E0F-F69801F74B8A}"/>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F5C33B">
                  <a:alpha val="45000"/>
                </a:srgbClr>
              </a:gs>
              <a:gs pos="100000">
                <a:srgbClr val="F5C33B">
                  <a:alpha val="0"/>
                </a:srgbClr>
              </a:gs>
            </a:gsLst>
            <a:lin ang="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E799C23C-7F87-4E5D-A8F5-FDE6A9C17C2B}"/>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1" name="">
            <a:extLst xmlns:a="http://schemas.openxmlformats.org/drawingml/2006/main">
              <a:ext uri="{FF2B5EF4-FFF2-40B4-BE49-F238E27FC236}">
                <a16:creationId xmlns:a16="http://schemas.microsoft.com/office/drawing/2014/main" id="{964C3A5E-E201-482E-A69B-F7F0A28DA993}"/>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57CE29D1-4CA5-4D81-A972-58F4ED08BCA5}"/>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A814BE53-B4E3-4ED9-BC7C-4723BCD4E652}"/>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F5C33B">
                  <a:alpha val="26000"/>
                </a:srgbClr>
              </a:gs>
              <a:gs pos="45000">
                <a:srgbClr val="F5C33B">
                  <a:alpha val="10000"/>
                </a:srgbClr>
              </a:gs>
              <a:gs pos="100000">
                <a:srgbClr val="F5C33B">
                  <a:alpha val="0"/>
                </a:srgbClr>
              </a:gs>
            </a:gsLst>
            <a:path path="shape"/>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7BD9C7DF-0F9C-4C0F-ACF4-DA5CFB9905CD}"/>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F5C33B"/>
              </a:gs>
              <a:gs pos="100000">
                <a:srgbClr val="7B621E"/>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03</a:t>
            </a:r>
          </a:p>
        </p:txBody>
      </p:sp>
      <p:sp>
        <p:nvSpPr>
          <p:cNvPr id="45" name="">
            <a:extLst xmlns:a="http://schemas.openxmlformats.org/drawingml/2006/main">
              <a:ext uri="{FF2B5EF4-FFF2-40B4-BE49-F238E27FC236}">
                <a16:creationId xmlns:a16="http://schemas.microsoft.com/office/drawing/2014/main" id="{7A500B56-5BB4-41E0-AB53-248F13B12E58}"/>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核心算法</a:t>
            </a:r>
          </a:p>
        </p:txBody>
      </p:sp>
      <p:sp>
        <p:nvSpPr>
          <p:cNvPr id="46" name="">
            <a:extLst xmlns:a="http://schemas.openxmlformats.org/drawingml/2006/main">
              <a:ext uri="{FF2B5EF4-FFF2-40B4-BE49-F238E27FC236}">
                <a16:creationId xmlns:a16="http://schemas.microsoft.com/office/drawing/2014/main" id="{4EA180E6-F3A1-41F5-A26D-22402D148B85}"/>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F5C33B"/>
              </a:gs>
              <a:gs pos="100000">
                <a:srgbClr val="F5C33B">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ED492EDF-46EA-4D1F-8D34-0C3F6C6FDEC6}"/>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算法一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规则引擎：确定性匹配、可复算输出</a:t>
            </a:r>
          </a:p>
        </p:txBody>
      </p:sp>
      <p:sp>
        <p:nvSpPr>
          <p:cNvPr id="48" name="">
            <a:extLst xmlns:a="http://schemas.openxmlformats.org/drawingml/2006/main">
              <a:ext uri="{FF2B5EF4-FFF2-40B4-BE49-F238E27FC236}">
                <a16:creationId xmlns:a16="http://schemas.microsoft.com/office/drawing/2014/main" id="{C4BE2183-40E0-4774-88DA-9179195953AB}"/>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AF9B5D1E-4320-4BFE-AE19-4280FE756F3B}"/>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3388F63C-F75C-4470-AFFA-311C74B6B73F}"/>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325B92DC-30D0-456C-B415-E9D3230CFA6D}"/>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5E44C629-5A9B-4856-A8E6-5180210CC5A8}"/>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3" name="">
            <a:extLst xmlns:a="http://schemas.openxmlformats.org/drawingml/2006/main">
              <a:ext uri="{FF2B5EF4-FFF2-40B4-BE49-F238E27FC236}">
                <a16:creationId xmlns:a16="http://schemas.microsoft.com/office/drawing/2014/main" id="{CDB8CBF8-C3A1-486B-B011-596FF54C0F58}"/>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4" name="">
            <a:extLst xmlns:a="http://schemas.openxmlformats.org/drawingml/2006/main">
              <a:ext uri="{FF2B5EF4-FFF2-40B4-BE49-F238E27FC236}">
                <a16:creationId xmlns:a16="http://schemas.microsoft.com/office/drawing/2014/main" id="{54375ADD-C227-4C28-88F6-D331C11EE6B9}"/>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B1BF0B07-CDC5-49D1-8296-47BB930E2206}"/>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0D7DEBA1-C07D-4816-99ED-3DD76B7934BB}"/>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F5131563-6D11-42F0-95BF-FA3600421569}"/>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D96E41BD-BEE4-45CF-B0EA-43635158784D}"/>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80B9A4C0-FC19-4C0F-BAED-9B3FF80B57F5}"/>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A6BF3C41-51C4-424D-BA1A-F171433F619F}"/>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816572AE-2D53-4D08-B782-FA8C3DA3F063}"/>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CBE98756-8181-4AB2-8252-187A3BB0FAF5}"/>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同一输入必然得到同一输出</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这是「可复算」的前提，也是规则引擎相对大模型的根本优势。</a:t>
            </a:r>
          </a:p>
        </p:txBody>
      </p:sp>
      <p:sp>
        <p:nvSpPr>
          <p:cNvPr id="63" name="">
            <a:extLst xmlns:a="http://schemas.openxmlformats.org/drawingml/2006/main">
              <a:ext uri="{FF2B5EF4-FFF2-40B4-BE49-F238E27FC236}">
                <a16:creationId xmlns:a16="http://schemas.microsoft.com/office/drawing/2014/main" id="{539CD1A1-82FE-49A4-B96E-BB08D3A32BA9}"/>
              </a:ext>
            </a:extLst>
          </p:cNvPr>
          <p:cNvSpPr>
            <a:spLocks xmlns:a="http://schemas.openxmlformats.org/drawingml/2006/main" noGrp="1"/>
          </p:cNvSpPr>
          <p:nvPr/>
        </p:nvSpPr>
        <p:spPr>
          <a:xfrm xmlns:a="http://schemas.openxmlformats.org/drawingml/2006/main">
            <a:off x="285750" y="1333500"/>
            <a:ext cx="5715000" cy="1123950"/>
          </a:xfrm>
          <a:prstGeom xmlns:a="http://schemas.openxmlformats.org/drawingml/2006/main" prst="roundRect">
            <a:avLst>
              <a:gd name="adj" fmla="val 7627"/>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13335">
            <a:solidFill>
              <a:srgbClr val="F5C33B"/>
            </a:solidFill>
            <a:prstDash val="solid"/>
          </a:ln>
        </p:spPr>
      </p:sp>
      <p:sp>
        <p:nvSpPr>
          <p:cNvPr id="64" name="">
            <a:extLst xmlns:a="http://schemas.openxmlformats.org/drawingml/2006/main">
              <a:ext uri="{FF2B5EF4-FFF2-40B4-BE49-F238E27FC236}">
                <a16:creationId xmlns:a16="http://schemas.microsoft.com/office/drawing/2014/main" id="{FE29D89C-7068-4EB1-BF8E-456C73EEDFB2}"/>
              </a:ext>
            </a:extLst>
          </p:cNvPr>
          <p:cNvSpPr>
            <a:spLocks xmlns:a="http://schemas.openxmlformats.org/drawingml/2006/main" noGrp="1"/>
          </p:cNvSpPr>
          <p:nvPr/>
        </p:nvSpPr>
        <p:spPr>
          <a:xfrm xmlns:a="http://schemas.openxmlformats.org/drawingml/2006/main">
            <a:off x="457200" y="14478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核心公式</a:t>
            </a:r>
          </a:p>
        </p:txBody>
      </p:sp>
      <p:sp>
        <p:nvSpPr>
          <p:cNvPr id="65" name="">
            <a:extLst xmlns:a="http://schemas.openxmlformats.org/drawingml/2006/main">
              <a:ext uri="{FF2B5EF4-FFF2-40B4-BE49-F238E27FC236}">
                <a16:creationId xmlns:a16="http://schemas.microsoft.com/office/drawing/2014/main" id="{EE64C150-FB2F-41E8-9DC9-20C61BDEC96D}"/>
              </a:ext>
            </a:extLst>
          </p:cNvPr>
          <p:cNvSpPr>
            <a:spLocks xmlns:a="http://schemas.openxmlformats.org/drawingml/2006/main" noGrp="1"/>
          </p:cNvSpPr>
          <p:nvPr/>
        </p:nvSpPr>
        <p:spPr>
          <a:xfrm xmlns:a="http://schemas.openxmlformats.org/drawingml/2006/main">
            <a:off x="457200" y="1714500"/>
            <a:ext cx="539115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verdict.actions = unique(concat(actions_i))　　</a:t>
            </a:r>
          </a:p>
          <a:p xmlns:a="http://schemas.openxmlformats.org/drawingml/2006/main">
            <a:pPr algn="l">
              <a:lnSpc>
                <a:spcPct val="155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verdict.severity = max_severity(severity_i)　　</a:t>
            </a:r>
          </a:p>
          <a:p xmlns:a="http://schemas.openxmlformats.org/drawingml/2006/main">
            <a:pPr algn="l">
              <a:lnSpc>
                <a:spcPct val="155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其中 </a:t>
            </a:r>
            <a:r>
              <a:rPr sz="975">
                <a:solidFill>
                  <a:srgbClr val="D6E6F7"/>
                </a:solidFill>
                <a:latin typeface="微软雅黑"/>
                <a:ea typeface="微软雅黑"/>
                <a:cs typeface="微软雅黑"/>
              </a:rPr>
              <a:t>i ∈ hits(rule)</a:t>
            </a:r>
            <a:r>
              <a:rPr sz="975">
                <a:solidFill>
                  <a:srgbClr val="D6E6F7"/>
                </a:solidFill>
                <a:latin typeface="微软雅黑"/>
                <a:ea typeface="微软雅黑"/>
                <a:cs typeface="微软雅黑"/>
              </a:rPr>
              <a:t>，</a:t>
            </a:r>
            <a:r>
              <a:rPr sz="975">
                <a:solidFill>
                  <a:srgbClr val="D6E6F7"/>
                </a:solidFill>
                <a:latin typeface="微软雅黑"/>
                <a:ea typeface="微软雅黑"/>
                <a:cs typeface="微软雅黑"/>
              </a:rPr>
              <a:t>hits </a:t>
            </a:r>
            <a:r>
              <a:rPr sz="975">
                <a:solidFill>
                  <a:srgbClr val="D6E6F7"/>
                </a:solidFill>
                <a:latin typeface="微软雅黑"/>
                <a:ea typeface="微软雅黑"/>
                <a:cs typeface="微软雅黑"/>
              </a:rPr>
              <a:t>按 </a:t>
            </a:r>
            <a:r>
              <a:rPr sz="975">
                <a:solidFill>
                  <a:srgbClr val="D6E6F7"/>
                </a:solidFill>
                <a:latin typeface="微软雅黑"/>
                <a:ea typeface="微软雅黑"/>
                <a:cs typeface="微软雅黑"/>
              </a:rPr>
              <a:t>priority </a:t>
            </a:r>
            <a:r>
              <a:rPr sz="975">
                <a:solidFill>
                  <a:srgbClr val="D6E6F7"/>
                </a:solidFill>
                <a:latin typeface="微软雅黑"/>
                <a:ea typeface="微软雅黑"/>
                <a:cs typeface="微软雅黑"/>
              </a:rPr>
              <a:t>降序、同优先级按 </a:t>
            </a:r>
            <a:r>
              <a:rPr sz="975">
                <a:solidFill>
                  <a:srgbClr val="D6E6F7"/>
                </a:solidFill>
                <a:latin typeface="微软雅黑"/>
                <a:ea typeface="微软雅黑"/>
                <a:cs typeface="微软雅黑"/>
              </a:rPr>
              <a:t>rule_code </a:t>
            </a:r>
            <a:r>
              <a:rPr sz="975">
                <a:solidFill>
                  <a:srgbClr val="D6E6F7"/>
                </a:solidFill>
                <a:latin typeface="微软雅黑"/>
                <a:ea typeface="微软雅黑"/>
                <a:cs typeface="微软雅黑"/>
              </a:rPr>
              <a:t>稳定排序。</a:t>
            </a:r>
          </a:p>
        </p:txBody>
      </p:sp>
      <p:sp>
        <p:nvSpPr>
          <p:cNvPr id="66" name="">
            <a:extLst xmlns:a="http://schemas.openxmlformats.org/drawingml/2006/main">
              <a:ext uri="{FF2B5EF4-FFF2-40B4-BE49-F238E27FC236}">
                <a16:creationId xmlns:a16="http://schemas.microsoft.com/office/drawing/2014/main" id="{1F16D6AA-4087-4977-A586-A240D9019F8D}"/>
              </a:ext>
            </a:extLst>
          </p:cNvPr>
          <p:cNvSpPr>
            <a:spLocks xmlns:a="http://schemas.openxmlformats.org/drawingml/2006/main" noGrp="1"/>
          </p:cNvSpPr>
          <p:nvPr/>
        </p:nvSpPr>
        <p:spPr>
          <a:xfrm xmlns:a="http://schemas.openxmlformats.org/drawingml/2006/main">
            <a:off x="285750" y="2590800"/>
            <a:ext cx="5715000" cy="1676400"/>
          </a:xfrm>
          <a:prstGeom xmlns:a="http://schemas.openxmlformats.org/drawingml/2006/main" prst="roundRect">
            <a:avLst>
              <a:gd name="adj" fmla="val 5114"/>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7" name="">
            <a:extLst xmlns:a="http://schemas.openxmlformats.org/drawingml/2006/main">
              <a:ext uri="{FF2B5EF4-FFF2-40B4-BE49-F238E27FC236}">
                <a16:creationId xmlns:a16="http://schemas.microsoft.com/office/drawing/2014/main" id="{6B747ABC-E89A-41D5-B530-AE3D1C0D08BF}"/>
              </a:ext>
            </a:extLst>
          </p:cNvPr>
          <p:cNvSpPr>
            <a:spLocks xmlns:a="http://schemas.openxmlformats.org/drawingml/2006/main" noGrp="1"/>
          </p:cNvSpPr>
          <p:nvPr/>
        </p:nvSpPr>
        <p:spPr>
          <a:xfrm xmlns:a="http://schemas.openxmlformats.org/drawingml/2006/main">
            <a:off x="457200" y="27051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匹配顺序（决定结果可复现）</a:t>
            </a:r>
          </a:p>
        </p:txBody>
      </p:sp>
      <p:sp>
        <p:nvSpPr>
          <p:cNvPr id="68" name="">
            <a:extLst xmlns:a="http://schemas.openxmlformats.org/drawingml/2006/main">
              <a:ext uri="{FF2B5EF4-FFF2-40B4-BE49-F238E27FC236}">
                <a16:creationId xmlns:a16="http://schemas.microsoft.com/office/drawing/2014/main" id="{3F334DF9-5ADE-4B89-8785-877850EF19E6}"/>
              </a:ext>
            </a:extLst>
          </p:cNvPr>
          <p:cNvSpPr>
            <a:spLocks xmlns:a="http://schemas.openxmlformats.org/drawingml/2006/main" noGrp="1"/>
          </p:cNvSpPr>
          <p:nvPr/>
        </p:nvSpPr>
        <p:spPr>
          <a:xfrm xmlns:a="http://schemas.openxmlformats.org/drawingml/2006/main">
            <a:off x="457200" y="2990850"/>
            <a:ext cx="5391150" cy="1181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1　</a:t>
            </a:r>
            <a:r>
              <a:rPr sz="938">
                <a:solidFill>
                  <a:srgbClr val="D6E6F7"/>
                </a:solidFill>
                <a:latin typeface="微软雅黑"/>
                <a:ea typeface="微软雅黑"/>
                <a:cs typeface="微软雅黑"/>
              </a:rPr>
              <a:t>按 </a:t>
            </a:r>
            <a:r>
              <a:rPr sz="938">
                <a:solidFill>
                  <a:srgbClr val="D6E6F7"/>
                </a:solidFill>
                <a:latin typeface="微软雅黑"/>
                <a:ea typeface="微软雅黑"/>
                <a:cs typeface="微软雅黑"/>
              </a:rPr>
              <a:t>scene </a:t>
            </a:r>
            <a:r>
              <a:rPr sz="938">
                <a:solidFill>
                  <a:srgbClr val="D6E6F7"/>
                </a:solidFill>
                <a:latin typeface="微软雅黑"/>
                <a:ea typeface="微软雅黑"/>
                <a:cs typeface="微软雅黑"/>
              </a:rPr>
              <a:t>读取 </a:t>
            </a:r>
            <a:r>
              <a:rPr sz="938">
                <a:solidFill>
                  <a:srgbClr val="D6E6F7"/>
                </a:solidFill>
                <a:latin typeface="微软雅黑"/>
                <a:ea typeface="微软雅黑"/>
                <a:cs typeface="微软雅黑"/>
              </a:rPr>
              <a:t>enabled=1 </a:t>
            </a:r>
            <a:r>
              <a:rPr sz="938">
                <a:solidFill>
                  <a:srgbClr val="D6E6F7"/>
                </a:solidFill>
                <a:latin typeface="微软雅黑"/>
                <a:ea typeface="微软雅黑"/>
                <a:cs typeface="微软雅黑"/>
              </a:rPr>
              <a:t>的规则；</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2　</a:t>
            </a:r>
            <a:r>
              <a:rPr sz="938">
                <a:solidFill>
                  <a:srgbClr val="D6E6F7"/>
                </a:solidFill>
                <a:latin typeface="微软雅黑"/>
                <a:ea typeface="微软雅黑"/>
                <a:cs typeface="微软雅黑"/>
              </a:rPr>
              <a:t>按 </a:t>
            </a:r>
            <a:r>
              <a:rPr sz="938">
                <a:solidFill>
                  <a:srgbClr val="D6E6F7"/>
                </a:solidFill>
                <a:latin typeface="微软雅黑"/>
                <a:ea typeface="微软雅黑"/>
                <a:cs typeface="微软雅黑"/>
              </a:rPr>
              <a:t>priority </a:t>
            </a:r>
            <a:r>
              <a:rPr sz="938">
                <a:solidFill>
                  <a:srgbClr val="D6E6F7"/>
                </a:solidFill>
                <a:latin typeface="微软雅黑"/>
                <a:ea typeface="微软雅黑"/>
                <a:cs typeface="微软雅黑"/>
              </a:rPr>
              <a:t>从高到低排序；</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3　</a:t>
            </a:r>
            <a:r>
              <a:rPr sz="938">
                <a:solidFill>
                  <a:srgbClr val="D6E6F7"/>
                </a:solidFill>
                <a:latin typeface="微软雅黑"/>
                <a:ea typeface="微软雅黑"/>
                <a:cs typeface="微软雅黑"/>
              </a:rPr>
              <a:t>对条件树做白名单算子求值（</a:t>
            </a:r>
            <a:r>
              <a:rPr sz="938">
                <a:solidFill>
                  <a:srgbClr val="D6E6F7"/>
                </a:solidFill>
                <a:latin typeface="微软雅黑"/>
                <a:ea typeface="微软雅黑"/>
                <a:cs typeface="微软雅黑"/>
              </a:rPr>
              <a:t>and / or / not + 20 </a:t>
            </a:r>
            <a:r>
              <a:rPr sz="938">
                <a:solidFill>
                  <a:srgbClr val="D6E6F7"/>
                </a:solidFill>
                <a:latin typeface="微软雅黑"/>
                <a:ea typeface="微软雅黑"/>
                <a:cs typeface="微软雅黑"/>
              </a:rPr>
              <a:t>个算子）；</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4　</a:t>
            </a:r>
            <a:r>
              <a:rPr sz="938">
                <a:solidFill>
                  <a:srgbClr val="D6E6F7"/>
                </a:solidFill>
                <a:latin typeface="微软雅黑"/>
                <a:ea typeface="微软雅黑"/>
                <a:cs typeface="微软雅黑"/>
              </a:rPr>
              <a:t>按 </a:t>
            </a:r>
            <a:r>
              <a:rPr sz="938">
                <a:solidFill>
                  <a:srgbClr val="D6E6F7"/>
                </a:solidFill>
                <a:latin typeface="微软雅黑"/>
                <a:ea typeface="微软雅黑"/>
                <a:cs typeface="微软雅黑"/>
              </a:rPr>
              <a:t>rule_group </a:t>
            </a:r>
            <a:r>
              <a:rPr sz="938">
                <a:solidFill>
                  <a:srgbClr val="D6E6F7"/>
                </a:solidFill>
                <a:latin typeface="微软雅黑"/>
                <a:ea typeface="微软雅黑"/>
                <a:cs typeface="微软雅黑"/>
              </a:rPr>
              <a:t>分别处理 </a:t>
            </a:r>
            <a:r>
              <a:rPr sz="938">
                <a:solidFill>
                  <a:srgbClr val="D6E6F7"/>
                </a:solidFill>
                <a:latin typeface="微软雅黑"/>
                <a:ea typeface="微软雅黑"/>
                <a:cs typeface="微软雅黑"/>
              </a:rPr>
              <a:t>stop_on_match </a:t>
            </a:r>
            <a:r>
              <a:rPr sz="938">
                <a:solidFill>
                  <a:srgbClr val="D6E6F7"/>
                </a:solidFill>
                <a:latin typeface="微软雅黑"/>
                <a:ea typeface="微软雅黑"/>
                <a:cs typeface="微软雅黑"/>
              </a:rPr>
              <a:t>与 </a:t>
            </a:r>
            <a:r>
              <a:rPr sz="938">
                <a:solidFill>
                  <a:srgbClr val="D6E6F7"/>
                </a:solidFill>
                <a:latin typeface="微软雅黑"/>
                <a:ea typeface="微软雅黑"/>
                <a:cs typeface="微软雅黑"/>
              </a:rPr>
              <a:t>max_hits</a:t>
            </a:r>
            <a:r>
              <a:rPr sz="938">
                <a:solidFill>
                  <a:srgbClr val="D6E6F7"/>
                </a:solidFill>
                <a:latin typeface="微软雅黑"/>
                <a:ea typeface="微软雅黑"/>
                <a:cs typeface="微软雅黑"/>
              </a:rPr>
              <a:t>；</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5　</a:t>
            </a:r>
            <a:r>
              <a:rPr sz="938">
                <a:solidFill>
                  <a:srgbClr val="D6E6F7"/>
                </a:solidFill>
                <a:latin typeface="微软雅黑"/>
                <a:ea typeface="微软雅黑"/>
                <a:cs typeface="微软雅黑"/>
              </a:rPr>
              <a:t>合并 </a:t>
            </a:r>
            <a:r>
              <a:rPr sz="938">
                <a:solidFill>
                  <a:srgbClr val="D6E6F7"/>
                </a:solidFill>
                <a:latin typeface="微软雅黑"/>
                <a:ea typeface="微软雅黑"/>
                <a:cs typeface="微软雅黑"/>
              </a:rPr>
              <a:t>actions / causes / rule_refs</a:t>
            </a:r>
            <a:r>
              <a:rPr sz="938">
                <a:solidFill>
                  <a:srgbClr val="D6E6F7"/>
                </a:solidFill>
                <a:latin typeface="微软雅黑"/>
                <a:ea typeface="微软雅黑"/>
                <a:cs typeface="微软雅黑"/>
              </a:rPr>
              <a:t>，严重度取最高档。</a:t>
            </a:r>
          </a:p>
        </p:txBody>
      </p:sp>
      <p:sp>
        <p:nvSpPr>
          <p:cNvPr id="69" name="">
            <a:extLst xmlns:a="http://schemas.openxmlformats.org/drawingml/2006/main">
              <a:ext uri="{FF2B5EF4-FFF2-40B4-BE49-F238E27FC236}">
                <a16:creationId xmlns:a16="http://schemas.microsoft.com/office/drawing/2014/main" id="{8BEC8BAE-633E-4FD8-A9A6-F87BADFA6194}"/>
              </a:ext>
            </a:extLst>
          </p:cNvPr>
          <p:cNvSpPr>
            <a:spLocks xmlns:a="http://schemas.openxmlformats.org/drawingml/2006/main" noGrp="1"/>
          </p:cNvSpPr>
          <p:nvPr/>
        </p:nvSpPr>
        <p:spPr>
          <a:xfrm xmlns:a="http://schemas.openxmlformats.org/drawingml/2006/main">
            <a:off x="285750" y="4381500"/>
            <a:ext cx="5715000" cy="1866900"/>
          </a:xfrm>
          <a:prstGeom xmlns:a="http://schemas.openxmlformats.org/drawingml/2006/main" prst="roundRect">
            <a:avLst>
              <a:gd name="adj" fmla="val 4592"/>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70" name="">
            <a:extLst xmlns:a="http://schemas.openxmlformats.org/drawingml/2006/main">
              <a:ext uri="{FF2B5EF4-FFF2-40B4-BE49-F238E27FC236}">
                <a16:creationId xmlns:a16="http://schemas.microsoft.com/office/drawing/2014/main" id="{6C5D291A-BC57-4643-AA3C-921F251D5CEE}"/>
              </a:ext>
            </a:extLst>
          </p:cNvPr>
          <p:cNvSpPr>
            <a:spLocks xmlns:a="http://schemas.openxmlformats.org/drawingml/2006/main" noGrp="1"/>
          </p:cNvSpPr>
          <p:nvPr/>
        </p:nvSpPr>
        <p:spPr>
          <a:xfrm xmlns:a="http://schemas.openxmlformats.org/drawingml/2006/main">
            <a:off x="457200" y="44958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算子白名单（规则内容当不可信输入）</a:t>
            </a:r>
          </a:p>
        </p:txBody>
      </p:sp>
      <p:sp>
        <p:nvSpPr>
          <p:cNvPr id="71" name="">
            <a:extLst xmlns:a="http://schemas.openxmlformats.org/drawingml/2006/main">
              <a:ext uri="{FF2B5EF4-FFF2-40B4-BE49-F238E27FC236}">
                <a16:creationId xmlns:a16="http://schemas.microsoft.com/office/drawing/2014/main" id="{7814EF75-961A-44B1-9197-97769A157872}"/>
              </a:ext>
            </a:extLst>
          </p:cNvPr>
          <p:cNvSpPr>
            <a:spLocks xmlns:a="http://schemas.openxmlformats.org/drawingml/2006/main" noGrp="1"/>
          </p:cNvSpPr>
          <p:nvPr/>
        </p:nvSpPr>
        <p:spPr>
          <a:xfrm xmlns:a="http://schemas.openxmlformats.org/drawingml/2006/main">
            <a:off x="457200" y="480060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2" name="">
            <a:extLst xmlns:a="http://schemas.openxmlformats.org/drawingml/2006/main">
              <a:ext uri="{FF2B5EF4-FFF2-40B4-BE49-F238E27FC236}">
                <a16:creationId xmlns:a16="http://schemas.microsoft.com/office/drawing/2014/main" id="{877E0AFE-FD87-421D-A7A0-A5CE288E6D31}"/>
              </a:ext>
            </a:extLst>
          </p:cNvPr>
          <p:cNvSpPr>
            <a:spLocks xmlns:a="http://schemas.openxmlformats.org/drawingml/2006/main" noGrp="1"/>
          </p:cNvSpPr>
          <p:nvPr/>
        </p:nvSpPr>
        <p:spPr>
          <a:xfrm xmlns:a="http://schemas.openxmlformats.org/drawingml/2006/main">
            <a:off x="457200" y="48006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eq / ne</a:t>
            </a:r>
          </a:p>
        </p:txBody>
      </p:sp>
      <p:sp>
        <p:nvSpPr>
          <p:cNvPr id="73" name="">
            <a:extLst xmlns:a="http://schemas.openxmlformats.org/drawingml/2006/main">
              <a:ext uri="{FF2B5EF4-FFF2-40B4-BE49-F238E27FC236}">
                <a16:creationId xmlns:a16="http://schemas.microsoft.com/office/drawing/2014/main" id="{ABB3DC8E-6720-4636-B646-774E29A8694D}"/>
              </a:ext>
            </a:extLst>
          </p:cNvPr>
          <p:cNvSpPr>
            <a:spLocks xmlns:a="http://schemas.openxmlformats.org/drawingml/2006/main" noGrp="1"/>
          </p:cNvSpPr>
          <p:nvPr/>
        </p:nvSpPr>
        <p:spPr>
          <a:xfrm xmlns:a="http://schemas.openxmlformats.org/drawingml/2006/main">
            <a:off x="2266950" y="480060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4" name="">
            <a:extLst xmlns:a="http://schemas.openxmlformats.org/drawingml/2006/main">
              <a:ext uri="{FF2B5EF4-FFF2-40B4-BE49-F238E27FC236}">
                <a16:creationId xmlns:a16="http://schemas.microsoft.com/office/drawing/2014/main" id="{47EE31CB-88EB-45E5-813E-0D32629150BC}"/>
              </a:ext>
            </a:extLst>
          </p:cNvPr>
          <p:cNvSpPr>
            <a:spLocks xmlns:a="http://schemas.openxmlformats.org/drawingml/2006/main" noGrp="1"/>
          </p:cNvSpPr>
          <p:nvPr/>
        </p:nvSpPr>
        <p:spPr>
          <a:xfrm xmlns:a="http://schemas.openxmlformats.org/drawingml/2006/main">
            <a:off x="2266950" y="48006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gt / gte / lt / lte</a:t>
            </a:r>
          </a:p>
        </p:txBody>
      </p:sp>
      <p:sp>
        <p:nvSpPr>
          <p:cNvPr id="75" name="">
            <a:extLst xmlns:a="http://schemas.openxmlformats.org/drawingml/2006/main">
              <a:ext uri="{FF2B5EF4-FFF2-40B4-BE49-F238E27FC236}">
                <a16:creationId xmlns:a16="http://schemas.microsoft.com/office/drawing/2014/main" id="{6F6598ED-787B-40A6-80CF-6D46F4CC7D11}"/>
              </a:ext>
            </a:extLst>
          </p:cNvPr>
          <p:cNvSpPr>
            <a:spLocks xmlns:a="http://schemas.openxmlformats.org/drawingml/2006/main" noGrp="1"/>
          </p:cNvSpPr>
          <p:nvPr/>
        </p:nvSpPr>
        <p:spPr>
          <a:xfrm xmlns:a="http://schemas.openxmlformats.org/drawingml/2006/main">
            <a:off x="4076700" y="480060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6" name="">
            <a:extLst xmlns:a="http://schemas.openxmlformats.org/drawingml/2006/main">
              <a:ext uri="{FF2B5EF4-FFF2-40B4-BE49-F238E27FC236}">
                <a16:creationId xmlns:a16="http://schemas.microsoft.com/office/drawing/2014/main" id="{F17FF5B4-B5C3-4541-8B74-FF20D8BA1088}"/>
              </a:ext>
            </a:extLst>
          </p:cNvPr>
          <p:cNvSpPr>
            <a:spLocks xmlns:a="http://schemas.openxmlformats.org/drawingml/2006/main" noGrp="1"/>
          </p:cNvSpPr>
          <p:nvPr/>
        </p:nvSpPr>
        <p:spPr>
          <a:xfrm xmlns:a="http://schemas.openxmlformats.org/drawingml/2006/main">
            <a:off x="4076700" y="48006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between</a:t>
            </a:r>
          </a:p>
        </p:txBody>
      </p:sp>
      <p:sp>
        <p:nvSpPr>
          <p:cNvPr id="77" name="">
            <a:extLst xmlns:a="http://schemas.openxmlformats.org/drawingml/2006/main">
              <a:ext uri="{FF2B5EF4-FFF2-40B4-BE49-F238E27FC236}">
                <a16:creationId xmlns:a16="http://schemas.microsoft.com/office/drawing/2014/main" id="{5A7FCEB6-5618-4E0B-B4E1-4D44CF1A63CC}"/>
              </a:ext>
            </a:extLst>
          </p:cNvPr>
          <p:cNvSpPr>
            <a:spLocks xmlns:a="http://schemas.openxmlformats.org/drawingml/2006/main" noGrp="1"/>
          </p:cNvSpPr>
          <p:nvPr/>
        </p:nvSpPr>
        <p:spPr>
          <a:xfrm xmlns:a="http://schemas.openxmlformats.org/drawingml/2006/main">
            <a:off x="457200" y="520065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8" name="">
            <a:extLst xmlns:a="http://schemas.openxmlformats.org/drawingml/2006/main">
              <a:ext uri="{FF2B5EF4-FFF2-40B4-BE49-F238E27FC236}">
                <a16:creationId xmlns:a16="http://schemas.microsoft.com/office/drawing/2014/main" id="{B4C189AD-CC63-45E3-8185-D5047048BB3E}"/>
              </a:ext>
            </a:extLst>
          </p:cNvPr>
          <p:cNvSpPr>
            <a:spLocks xmlns:a="http://schemas.openxmlformats.org/drawingml/2006/main" noGrp="1"/>
          </p:cNvSpPr>
          <p:nvPr/>
        </p:nvSpPr>
        <p:spPr>
          <a:xfrm xmlns:a="http://schemas.openxmlformats.org/drawingml/2006/main">
            <a:off x="457200" y="520065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in / not_in</a:t>
            </a:r>
          </a:p>
        </p:txBody>
      </p:sp>
      <p:sp>
        <p:nvSpPr>
          <p:cNvPr id="79" name="">
            <a:extLst xmlns:a="http://schemas.openxmlformats.org/drawingml/2006/main">
              <a:ext uri="{FF2B5EF4-FFF2-40B4-BE49-F238E27FC236}">
                <a16:creationId xmlns:a16="http://schemas.microsoft.com/office/drawing/2014/main" id="{106155ED-7F70-4EE3-B33F-C00834DA4E32}"/>
              </a:ext>
            </a:extLst>
          </p:cNvPr>
          <p:cNvSpPr>
            <a:spLocks xmlns:a="http://schemas.openxmlformats.org/drawingml/2006/main" noGrp="1"/>
          </p:cNvSpPr>
          <p:nvPr/>
        </p:nvSpPr>
        <p:spPr>
          <a:xfrm xmlns:a="http://schemas.openxmlformats.org/drawingml/2006/main">
            <a:off x="2266950" y="520065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0" name="">
            <a:extLst xmlns:a="http://schemas.openxmlformats.org/drawingml/2006/main">
              <a:ext uri="{FF2B5EF4-FFF2-40B4-BE49-F238E27FC236}">
                <a16:creationId xmlns:a16="http://schemas.microsoft.com/office/drawing/2014/main" id="{DAC08C55-079D-4D1B-AEBB-D61A954F864F}"/>
              </a:ext>
            </a:extLst>
          </p:cNvPr>
          <p:cNvSpPr>
            <a:spLocks xmlns:a="http://schemas.openxmlformats.org/drawingml/2006/main" noGrp="1"/>
          </p:cNvSpPr>
          <p:nvPr/>
        </p:nvSpPr>
        <p:spPr>
          <a:xfrm xmlns:a="http://schemas.openxmlformats.org/drawingml/2006/main">
            <a:off x="2266950" y="520065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contains / not_contains</a:t>
            </a:r>
          </a:p>
        </p:txBody>
      </p:sp>
      <p:sp>
        <p:nvSpPr>
          <p:cNvPr id="81" name="">
            <a:extLst xmlns:a="http://schemas.openxmlformats.org/drawingml/2006/main">
              <a:ext uri="{FF2B5EF4-FFF2-40B4-BE49-F238E27FC236}">
                <a16:creationId xmlns:a16="http://schemas.microsoft.com/office/drawing/2014/main" id="{0AC86904-95EE-4F18-8D6A-5ED790F2B8DD}"/>
              </a:ext>
            </a:extLst>
          </p:cNvPr>
          <p:cNvSpPr>
            <a:spLocks xmlns:a="http://schemas.openxmlformats.org/drawingml/2006/main" noGrp="1"/>
          </p:cNvSpPr>
          <p:nvPr/>
        </p:nvSpPr>
        <p:spPr>
          <a:xfrm xmlns:a="http://schemas.openxmlformats.org/drawingml/2006/main">
            <a:off x="4076700" y="520065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2" name="">
            <a:extLst xmlns:a="http://schemas.openxmlformats.org/drawingml/2006/main">
              <a:ext uri="{FF2B5EF4-FFF2-40B4-BE49-F238E27FC236}">
                <a16:creationId xmlns:a16="http://schemas.microsoft.com/office/drawing/2014/main" id="{0271F858-1AB8-44EE-B39E-B72E59D8E9CA}"/>
              </a:ext>
            </a:extLst>
          </p:cNvPr>
          <p:cNvSpPr>
            <a:spLocks xmlns:a="http://schemas.openxmlformats.org/drawingml/2006/main" noGrp="1"/>
          </p:cNvSpPr>
          <p:nvPr/>
        </p:nvSpPr>
        <p:spPr>
          <a:xfrm xmlns:a="http://schemas.openxmlformats.org/drawingml/2006/main">
            <a:off x="4076700" y="520065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contains_any</a:t>
            </a:r>
          </a:p>
        </p:txBody>
      </p:sp>
      <p:sp>
        <p:nvSpPr>
          <p:cNvPr id="83" name="">
            <a:extLst xmlns:a="http://schemas.openxmlformats.org/drawingml/2006/main">
              <a:ext uri="{FF2B5EF4-FFF2-40B4-BE49-F238E27FC236}">
                <a16:creationId xmlns:a16="http://schemas.microsoft.com/office/drawing/2014/main" id="{4D40E19C-EF1D-46CC-AD6C-48E1D13EEE62}"/>
              </a:ext>
            </a:extLst>
          </p:cNvPr>
          <p:cNvSpPr>
            <a:spLocks xmlns:a="http://schemas.openxmlformats.org/drawingml/2006/main" noGrp="1"/>
          </p:cNvSpPr>
          <p:nvPr/>
        </p:nvSpPr>
        <p:spPr>
          <a:xfrm xmlns:a="http://schemas.openxmlformats.org/drawingml/2006/main">
            <a:off x="457200" y="560070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4" name="">
            <a:extLst xmlns:a="http://schemas.openxmlformats.org/drawingml/2006/main">
              <a:ext uri="{FF2B5EF4-FFF2-40B4-BE49-F238E27FC236}">
                <a16:creationId xmlns:a16="http://schemas.microsoft.com/office/drawing/2014/main" id="{3F6B4E34-CC66-4C96-B4A5-1C05CCD246CB}"/>
              </a:ext>
            </a:extLst>
          </p:cNvPr>
          <p:cNvSpPr>
            <a:spLocks xmlns:a="http://schemas.openxmlformats.org/drawingml/2006/main" noGrp="1"/>
          </p:cNvSpPr>
          <p:nvPr/>
        </p:nvSpPr>
        <p:spPr>
          <a:xfrm xmlns:a="http://schemas.openxmlformats.org/drawingml/2006/main">
            <a:off x="457200" y="56007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starts_with / ends_with</a:t>
            </a:r>
          </a:p>
        </p:txBody>
      </p:sp>
      <p:sp>
        <p:nvSpPr>
          <p:cNvPr id="85" name="">
            <a:extLst xmlns:a="http://schemas.openxmlformats.org/drawingml/2006/main">
              <a:ext uri="{FF2B5EF4-FFF2-40B4-BE49-F238E27FC236}">
                <a16:creationId xmlns:a16="http://schemas.microsoft.com/office/drawing/2014/main" id="{88FBC95A-330F-4156-857E-77415D9510AD}"/>
              </a:ext>
            </a:extLst>
          </p:cNvPr>
          <p:cNvSpPr>
            <a:spLocks xmlns:a="http://schemas.openxmlformats.org/drawingml/2006/main" noGrp="1"/>
          </p:cNvSpPr>
          <p:nvPr/>
        </p:nvSpPr>
        <p:spPr>
          <a:xfrm xmlns:a="http://schemas.openxmlformats.org/drawingml/2006/main">
            <a:off x="2266950" y="560070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6" name="">
            <a:extLst xmlns:a="http://schemas.openxmlformats.org/drawingml/2006/main">
              <a:ext uri="{FF2B5EF4-FFF2-40B4-BE49-F238E27FC236}">
                <a16:creationId xmlns:a16="http://schemas.microsoft.com/office/drawing/2014/main" id="{F55358E3-A18F-4178-87E2-87316C5FC0D8}"/>
              </a:ext>
            </a:extLst>
          </p:cNvPr>
          <p:cNvSpPr>
            <a:spLocks xmlns:a="http://schemas.openxmlformats.org/drawingml/2006/main" noGrp="1"/>
          </p:cNvSpPr>
          <p:nvPr/>
        </p:nvSpPr>
        <p:spPr>
          <a:xfrm xmlns:a="http://schemas.openxmlformats.org/drawingml/2006/main">
            <a:off x="2266950" y="56007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is_true / is_false</a:t>
            </a:r>
          </a:p>
        </p:txBody>
      </p:sp>
      <p:sp>
        <p:nvSpPr>
          <p:cNvPr id="87" name="">
            <a:extLst xmlns:a="http://schemas.openxmlformats.org/drawingml/2006/main">
              <a:ext uri="{FF2B5EF4-FFF2-40B4-BE49-F238E27FC236}">
                <a16:creationId xmlns:a16="http://schemas.microsoft.com/office/drawing/2014/main" id="{0065A4F7-4413-41CE-B9D4-DBBDABC3CB81}"/>
              </a:ext>
            </a:extLst>
          </p:cNvPr>
          <p:cNvSpPr>
            <a:spLocks xmlns:a="http://schemas.openxmlformats.org/drawingml/2006/main" noGrp="1"/>
          </p:cNvSpPr>
          <p:nvPr/>
        </p:nvSpPr>
        <p:spPr>
          <a:xfrm xmlns:a="http://schemas.openxmlformats.org/drawingml/2006/main">
            <a:off x="4076700" y="560070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8" name="">
            <a:extLst xmlns:a="http://schemas.openxmlformats.org/drawingml/2006/main">
              <a:ext uri="{FF2B5EF4-FFF2-40B4-BE49-F238E27FC236}">
                <a16:creationId xmlns:a16="http://schemas.microsoft.com/office/drawing/2014/main" id="{9C378A90-8C27-4C8A-884E-F33B218A98E0}"/>
              </a:ext>
            </a:extLst>
          </p:cNvPr>
          <p:cNvSpPr>
            <a:spLocks xmlns:a="http://schemas.openxmlformats.org/drawingml/2006/main" noGrp="1"/>
          </p:cNvSpPr>
          <p:nvPr/>
        </p:nvSpPr>
        <p:spPr>
          <a:xfrm xmlns:a="http://schemas.openxmlformats.org/drawingml/2006/main">
            <a:off x="4076700" y="56007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exists / missing</a:t>
            </a:r>
          </a:p>
        </p:txBody>
      </p:sp>
      <p:sp>
        <p:nvSpPr>
          <p:cNvPr id="89" name="">
            <a:extLst xmlns:a="http://schemas.openxmlformats.org/drawingml/2006/main">
              <a:ext uri="{FF2B5EF4-FFF2-40B4-BE49-F238E27FC236}">
                <a16:creationId xmlns:a16="http://schemas.microsoft.com/office/drawing/2014/main" id="{9AC0483F-CE41-413D-83A2-1FFEE7C873A3}"/>
              </a:ext>
            </a:extLst>
          </p:cNvPr>
          <p:cNvSpPr>
            <a:spLocks xmlns:a="http://schemas.openxmlformats.org/drawingml/2006/main" noGrp="1"/>
          </p:cNvSpPr>
          <p:nvPr/>
        </p:nvSpPr>
        <p:spPr>
          <a:xfrm xmlns:a="http://schemas.openxmlformats.org/drawingml/2006/main">
            <a:off x="457200" y="6038850"/>
            <a:ext cx="539115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F2705E"/>
                </a:solidFill>
                <a:latin typeface="微软雅黑"/>
                <a:ea typeface="微软雅黑"/>
                <a:cs typeface="微软雅黑"/>
              </a:defRPr>
            </a:pPr>
            <a:r>
              <a:rPr sz="863" b="0">
                <a:solidFill>
                  <a:srgbClr val="F2705E"/>
                </a:solidFill>
                <a:latin typeface="微软雅黑"/>
                <a:ea typeface="微软雅黑"/>
                <a:cs typeface="微软雅黑"/>
              </a:rPr>
              <a:t>全程不使用 </a:t>
            </a:r>
            <a:r>
              <a:rPr sz="863" b="0">
                <a:solidFill>
                  <a:srgbClr val="F2705E"/>
                </a:solidFill>
                <a:latin typeface="微软雅黑"/>
                <a:ea typeface="微软雅黑"/>
                <a:cs typeface="微软雅黑"/>
              </a:rPr>
              <a:t>SpEL / eval / </a:t>
            </a:r>
            <a:r>
              <a:rPr sz="863" b="0">
                <a:solidFill>
                  <a:srgbClr val="F2705E"/>
                </a:solidFill>
                <a:latin typeface="微软雅黑"/>
                <a:ea typeface="微软雅黑"/>
                <a:cs typeface="微软雅黑"/>
              </a:rPr>
              <a:t>脚本引擎 </a:t>
            </a:r>
            <a:r>
              <a:rPr sz="863" b="0">
                <a:solidFill>
                  <a:srgbClr val="F2705E"/>
                </a:solidFill>
                <a:latin typeface="微软雅黑"/>
                <a:ea typeface="微软雅黑"/>
                <a:cs typeface="微软雅黑"/>
              </a:rPr>
              <a:t>/ </a:t>
            </a:r>
            <a:r>
              <a:rPr sz="863" b="0">
                <a:solidFill>
                  <a:srgbClr val="F2705E"/>
                </a:solidFill>
                <a:latin typeface="微软雅黑"/>
                <a:ea typeface="微软雅黑"/>
                <a:cs typeface="微软雅黑"/>
              </a:rPr>
              <a:t>拼 </a:t>
            </a:r>
            <a:r>
              <a:rPr sz="863" b="0">
                <a:solidFill>
                  <a:srgbClr val="F2705E"/>
                </a:solidFill>
                <a:latin typeface="微软雅黑"/>
                <a:ea typeface="微软雅黑"/>
                <a:cs typeface="微软雅黑"/>
              </a:rPr>
              <a:t>SQL</a:t>
            </a:r>
            <a:r>
              <a:rPr sz="863" b="0">
                <a:solidFill>
                  <a:srgbClr val="F2705E"/>
                </a:solidFill>
                <a:latin typeface="微软雅黑"/>
                <a:ea typeface="微软雅黑"/>
                <a:cs typeface="微软雅黑"/>
              </a:rPr>
              <a:t>。</a:t>
            </a:r>
          </a:p>
        </p:txBody>
      </p:sp>
      <p:sp>
        <p:nvSpPr>
          <p:cNvPr id="90" name="">
            <a:extLst xmlns:a="http://schemas.openxmlformats.org/drawingml/2006/main">
              <a:ext uri="{FF2B5EF4-FFF2-40B4-BE49-F238E27FC236}">
                <a16:creationId xmlns:a16="http://schemas.microsoft.com/office/drawing/2014/main" id="{0DAF288C-1E90-42A2-BE86-A2982FC59922}"/>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输入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匹配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求值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分组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合并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输出</a:t>
            </a:r>
          </a:p>
        </p:txBody>
      </p:sp>
      <p:sp>
        <p:nvSpPr>
          <p:cNvPr id="91" name="">
            <a:extLst xmlns:a="http://schemas.openxmlformats.org/drawingml/2006/main">
              <a:ext uri="{FF2B5EF4-FFF2-40B4-BE49-F238E27FC236}">
                <a16:creationId xmlns:a16="http://schemas.microsoft.com/office/drawing/2014/main" id="{2406B33B-7049-4C46-908A-0A8EEBBB88CD}"/>
              </a:ext>
            </a:extLst>
          </p:cNvPr>
          <p:cNvSpPr>
            <a:spLocks xmlns:a="http://schemas.openxmlformats.org/drawingml/2006/main" noGrp="1"/>
          </p:cNvSpPr>
          <p:nvPr/>
        </p:nvSpPr>
        <p:spPr>
          <a:xfrm xmlns:a="http://schemas.openxmlformats.org/drawingml/2006/main">
            <a:off x="6229350" y="1619250"/>
            <a:ext cx="5676900" cy="571500"/>
          </a:xfrm>
          <a:prstGeom xmlns:a="http://schemas.openxmlformats.org/drawingml/2006/main" prst="roundRect">
            <a:avLst>
              <a:gd name="adj" fmla="val 150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92" name="">
            <a:extLst xmlns:a="http://schemas.openxmlformats.org/drawingml/2006/main">
              <a:ext uri="{FF2B5EF4-FFF2-40B4-BE49-F238E27FC236}">
                <a16:creationId xmlns:a16="http://schemas.microsoft.com/office/drawing/2014/main" id="{41ABE993-147A-436C-B3D1-2EAAB8C34FF1}"/>
              </a:ext>
            </a:extLst>
          </p:cNvPr>
          <p:cNvSpPr>
            <a:spLocks xmlns:a="http://schemas.openxmlformats.org/drawingml/2006/main" noGrp="1"/>
          </p:cNvSpPr>
          <p:nvPr/>
        </p:nvSpPr>
        <p:spPr>
          <a:xfrm xmlns:a="http://schemas.openxmlformats.org/drawingml/2006/main">
            <a:off x="6362700" y="1676400"/>
            <a:ext cx="8001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输入</a:t>
            </a:r>
          </a:p>
        </p:txBody>
      </p:sp>
      <p:sp>
        <p:nvSpPr>
          <p:cNvPr id="93" name="">
            <a:extLst xmlns:a="http://schemas.openxmlformats.org/drawingml/2006/main">
              <a:ext uri="{FF2B5EF4-FFF2-40B4-BE49-F238E27FC236}">
                <a16:creationId xmlns:a16="http://schemas.microsoft.com/office/drawing/2014/main" id="{C0AA16E7-E3F7-487C-A23D-DB3E1FAEF094}"/>
              </a:ext>
            </a:extLst>
          </p:cNvPr>
          <p:cNvSpPr>
            <a:spLocks xmlns:a="http://schemas.openxmlformats.org/drawingml/2006/main" noGrp="1"/>
          </p:cNvSpPr>
          <p:nvPr/>
        </p:nvSpPr>
        <p:spPr>
          <a:xfrm xmlns:a="http://schemas.openxmlformats.org/drawingml/2006/main">
            <a:off x="6362700" y="1866900"/>
            <a:ext cx="5448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场景 </a:t>
            </a:r>
            <a:r>
              <a:rPr sz="825" b="0">
                <a:solidFill>
                  <a:srgbClr val="D6E6F7"/>
                </a:solidFill>
                <a:latin typeface="微软雅黑"/>
                <a:ea typeface="微软雅黑"/>
                <a:cs typeface="微软雅黑"/>
              </a:rPr>
              <a:t>PERSONAL_GAP / EXAM_RESULT / TALENT_GAP / REPORT_GAS / REPORT_ANALYSIS</a:t>
            </a:r>
            <a:r>
              <a:rPr sz="825" b="0">
                <a:solidFill>
                  <a:srgbClr val="D6E6F7"/>
                </a:solidFill>
                <a:latin typeface="微软雅黑"/>
                <a:ea typeface="微软雅黑"/>
                <a:cs typeface="微软雅黑"/>
              </a:rPr>
              <a:t>；事实：考试分、技能等级、岗位要求、检测值、报告文本</a:t>
            </a:r>
          </a:p>
        </p:txBody>
      </p:sp>
      <p:sp>
        <p:nvSpPr>
          <p:cNvPr id="94" name="">
            <a:extLst xmlns:a="http://schemas.openxmlformats.org/drawingml/2006/main">
              <a:ext uri="{FF2B5EF4-FFF2-40B4-BE49-F238E27FC236}">
                <a16:creationId xmlns:a16="http://schemas.microsoft.com/office/drawing/2014/main" id="{223103F6-0A29-4F2C-9313-E98B5D5BFCA0}"/>
              </a:ext>
            </a:extLst>
          </p:cNvPr>
          <p:cNvSpPr>
            <a:spLocks xmlns:a="http://schemas.openxmlformats.org/drawingml/2006/main" noGrp="1"/>
          </p:cNvSpPr>
          <p:nvPr/>
        </p:nvSpPr>
        <p:spPr>
          <a:xfrm xmlns:a="http://schemas.openxmlformats.org/drawingml/2006/main">
            <a:off x="6229350" y="2266950"/>
            <a:ext cx="5676900" cy="571500"/>
          </a:xfrm>
          <a:prstGeom xmlns:a="http://schemas.openxmlformats.org/drawingml/2006/main" prst="roundRect">
            <a:avLst>
              <a:gd name="adj" fmla="val 150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95" name="">
            <a:extLst xmlns:a="http://schemas.openxmlformats.org/drawingml/2006/main">
              <a:ext uri="{FF2B5EF4-FFF2-40B4-BE49-F238E27FC236}">
                <a16:creationId xmlns:a16="http://schemas.microsoft.com/office/drawing/2014/main" id="{6BF84D9B-45E9-42E7-B1AE-98C3F819D634}"/>
              </a:ext>
            </a:extLst>
          </p:cNvPr>
          <p:cNvSpPr>
            <a:spLocks xmlns:a="http://schemas.openxmlformats.org/drawingml/2006/main" noGrp="1"/>
          </p:cNvSpPr>
          <p:nvPr/>
        </p:nvSpPr>
        <p:spPr>
          <a:xfrm xmlns:a="http://schemas.openxmlformats.org/drawingml/2006/main">
            <a:off x="6362700" y="2324100"/>
            <a:ext cx="8001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匹配</a:t>
            </a:r>
          </a:p>
        </p:txBody>
      </p:sp>
      <p:sp>
        <p:nvSpPr>
          <p:cNvPr id="96" name="">
            <a:extLst xmlns:a="http://schemas.openxmlformats.org/drawingml/2006/main">
              <a:ext uri="{FF2B5EF4-FFF2-40B4-BE49-F238E27FC236}">
                <a16:creationId xmlns:a16="http://schemas.microsoft.com/office/drawing/2014/main" id="{295C3503-9840-4F5D-99CA-1B3364825EEC}"/>
              </a:ext>
            </a:extLst>
          </p:cNvPr>
          <p:cNvSpPr>
            <a:spLocks xmlns:a="http://schemas.openxmlformats.org/drawingml/2006/main" noGrp="1"/>
          </p:cNvSpPr>
          <p:nvPr/>
        </p:nvSpPr>
        <p:spPr>
          <a:xfrm xmlns:a="http://schemas.openxmlformats.org/drawingml/2006/main">
            <a:off x="6362700" y="2514600"/>
            <a:ext cx="5448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取启用规则 </a:t>
            </a:r>
            <a:r>
              <a:rPr sz="825" b="0">
                <a:solidFill>
                  <a:srgbClr val="D6E6F7"/>
                </a:solidFill>
                <a:latin typeface="微软雅黑"/>
                <a:ea typeface="微软雅黑"/>
                <a:cs typeface="微软雅黑"/>
              </a:rPr>
              <a:t>→ priority </a:t>
            </a:r>
            <a:r>
              <a:rPr sz="825" b="0">
                <a:solidFill>
                  <a:srgbClr val="D6E6F7"/>
                </a:solidFill>
                <a:latin typeface="微软雅黑"/>
                <a:ea typeface="微软雅黑"/>
                <a:cs typeface="微软雅黑"/>
              </a:rPr>
              <a:t>降序 </a:t>
            </a:r>
            <a:r>
              <a:rPr sz="825" b="0">
                <a:solidFill>
                  <a:srgbClr val="D6E6F7"/>
                </a:solidFill>
                <a:latin typeface="微软雅黑"/>
                <a:ea typeface="微软雅黑"/>
                <a:cs typeface="微软雅黑"/>
              </a:rPr>
              <a:t>→ rule_code </a:t>
            </a:r>
            <a:r>
              <a:rPr sz="825" b="0">
                <a:solidFill>
                  <a:srgbClr val="D6E6F7"/>
                </a:solidFill>
                <a:latin typeface="微软雅黑"/>
                <a:ea typeface="微软雅黑"/>
                <a:cs typeface="微软雅黑"/>
              </a:rPr>
              <a:t>稳定排序</a:t>
            </a:r>
          </a:p>
        </p:txBody>
      </p:sp>
      <p:sp>
        <p:nvSpPr>
          <p:cNvPr id="97" name="">
            <a:extLst xmlns:a="http://schemas.openxmlformats.org/drawingml/2006/main">
              <a:ext uri="{FF2B5EF4-FFF2-40B4-BE49-F238E27FC236}">
                <a16:creationId xmlns:a16="http://schemas.microsoft.com/office/drawing/2014/main" id="{E591587A-84A8-4624-A361-BE1B4925444D}"/>
              </a:ext>
            </a:extLst>
          </p:cNvPr>
          <p:cNvSpPr>
            <a:spLocks xmlns:a="http://schemas.openxmlformats.org/drawingml/2006/main" noGrp="1"/>
          </p:cNvSpPr>
          <p:nvPr/>
        </p:nvSpPr>
        <p:spPr>
          <a:xfrm xmlns:a="http://schemas.openxmlformats.org/drawingml/2006/main">
            <a:off x="6229350" y="2914650"/>
            <a:ext cx="5676900" cy="571500"/>
          </a:xfrm>
          <a:prstGeom xmlns:a="http://schemas.openxmlformats.org/drawingml/2006/main" prst="roundRect">
            <a:avLst>
              <a:gd name="adj" fmla="val 150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98" name="">
            <a:extLst xmlns:a="http://schemas.openxmlformats.org/drawingml/2006/main">
              <a:ext uri="{FF2B5EF4-FFF2-40B4-BE49-F238E27FC236}">
                <a16:creationId xmlns:a16="http://schemas.microsoft.com/office/drawing/2014/main" id="{36EC45A1-618F-488C-8498-C9789720FE7D}"/>
              </a:ext>
            </a:extLst>
          </p:cNvPr>
          <p:cNvSpPr>
            <a:spLocks xmlns:a="http://schemas.openxmlformats.org/drawingml/2006/main" noGrp="1"/>
          </p:cNvSpPr>
          <p:nvPr/>
        </p:nvSpPr>
        <p:spPr>
          <a:xfrm xmlns:a="http://schemas.openxmlformats.org/drawingml/2006/main">
            <a:off x="6362700" y="2971800"/>
            <a:ext cx="8001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求值</a:t>
            </a:r>
          </a:p>
        </p:txBody>
      </p:sp>
      <p:sp>
        <p:nvSpPr>
          <p:cNvPr id="99" name="">
            <a:extLst xmlns:a="http://schemas.openxmlformats.org/drawingml/2006/main">
              <a:ext uri="{FF2B5EF4-FFF2-40B4-BE49-F238E27FC236}">
                <a16:creationId xmlns:a16="http://schemas.microsoft.com/office/drawing/2014/main" id="{3DF5D613-7901-4110-9F16-62F2E1846A51}"/>
              </a:ext>
            </a:extLst>
          </p:cNvPr>
          <p:cNvSpPr>
            <a:spLocks xmlns:a="http://schemas.openxmlformats.org/drawingml/2006/main" noGrp="1"/>
          </p:cNvSpPr>
          <p:nvPr/>
        </p:nvSpPr>
        <p:spPr>
          <a:xfrm xmlns:a="http://schemas.openxmlformats.org/drawingml/2006/main">
            <a:off x="6362700" y="3162300"/>
            <a:ext cx="5448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条件树逐节点求值，缺失字段或类型不符不抛错，计入 </a:t>
            </a:r>
            <a:r>
              <a:rPr sz="825" b="0">
                <a:solidFill>
                  <a:srgbClr val="D6E6F7"/>
                </a:solidFill>
                <a:latin typeface="微软雅黑"/>
                <a:ea typeface="微软雅黑"/>
                <a:cs typeface="微软雅黑"/>
              </a:rPr>
              <a:t>skipped </a:t>
            </a:r>
            <a:r>
              <a:rPr sz="825" b="0">
                <a:solidFill>
                  <a:srgbClr val="D6E6F7"/>
                </a:solidFill>
                <a:latin typeface="微软雅黑"/>
                <a:ea typeface="微软雅黑"/>
                <a:cs typeface="微软雅黑"/>
              </a:rPr>
              <a:t>并给出原因</a:t>
            </a:r>
          </a:p>
        </p:txBody>
      </p:sp>
      <p:sp>
        <p:nvSpPr>
          <p:cNvPr id="100" name="">
            <a:extLst xmlns:a="http://schemas.openxmlformats.org/drawingml/2006/main">
              <a:ext uri="{FF2B5EF4-FFF2-40B4-BE49-F238E27FC236}">
                <a16:creationId xmlns:a16="http://schemas.microsoft.com/office/drawing/2014/main" id="{4F7C6D37-810C-42DB-8727-D7F8CDB0D2CD}"/>
              </a:ext>
            </a:extLst>
          </p:cNvPr>
          <p:cNvSpPr>
            <a:spLocks xmlns:a="http://schemas.openxmlformats.org/drawingml/2006/main" noGrp="1"/>
          </p:cNvSpPr>
          <p:nvPr/>
        </p:nvSpPr>
        <p:spPr>
          <a:xfrm xmlns:a="http://schemas.openxmlformats.org/drawingml/2006/main">
            <a:off x="6229350" y="3562350"/>
            <a:ext cx="5676900" cy="571500"/>
          </a:xfrm>
          <a:prstGeom xmlns:a="http://schemas.openxmlformats.org/drawingml/2006/main" prst="roundRect">
            <a:avLst>
              <a:gd name="adj" fmla="val 150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1" name="">
            <a:extLst xmlns:a="http://schemas.openxmlformats.org/drawingml/2006/main">
              <a:ext uri="{FF2B5EF4-FFF2-40B4-BE49-F238E27FC236}">
                <a16:creationId xmlns:a16="http://schemas.microsoft.com/office/drawing/2014/main" id="{82B6B2A4-4092-4753-A316-645D2D4E6BD1}"/>
              </a:ext>
            </a:extLst>
          </p:cNvPr>
          <p:cNvSpPr>
            <a:spLocks xmlns:a="http://schemas.openxmlformats.org/drawingml/2006/main" noGrp="1"/>
          </p:cNvSpPr>
          <p:nvPr/>
        </p:nvSpPr>
        <p:spPr>
          <a:xfrm xmlns:a="http://schemas.openxmlformats.org/drawingml/2006/main">
            <a:off x="6362700" y="3619500"/>
            <a:ext cx="8001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分组</a:t>
            </a:r>
          </a:p>
        </p:txBody>
      </p:sp>
      <p:sp>
        <p:nvSpPr>
          <p:cNvPr id="102" name="">
            <a:extLst xmlns:a="http://schemas.openxmlformats.org/drawingml/2006/main">
              <a:ext uri="{FF2B5EF4-FFF2-40B4-BE49-F238E27FC236}">
                <a16:creationId xmlns:a16="http://schemas.microsoft.com/office/drawing/2014/main" id="{BCDA236D-06EB-4975-872E-49F363855AEB}"/>
              </a:ext>
            </a:extLst>
          </p:cNvPr>
          <p:cNvSpPr>
            <a:spLocks xmlns:a="http://schemas.openxmlformats.org/drawingml/2006/main" noGrp="1"/>
          </p:cNvSpPr>
          <p:nvPr/>
        </p:nvSpPr>
        <p:spPr>
          <a:xfrm xmlns:a="http://schemas.openxmlformats.org/drawingml/2006/main">
            <a:off x="6362700" y="3810000"/>
            <a:ext cx="5448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VALUE </a:t>
            </a:r>
            <a:r>
              <a:rPr sz="825" b="0">
                <a:solidFill>
                  <a:srgbClr val="D6E6F7"/>
                </a:solidFill>
                <a:latin typeface="微软雅黑"/>
                <a:ea typeface="微软雅黑"/>
                <a:cs typeface="微软雅黑"/>
              </a:rPr>
              <a:t>组定严重度、</a:t>
            </a:r>
            <a:r>
              <a:rPr sz="825" b="0">
                <a:solidFill>
                  <a:srgbClr val="D6E6F7"/>
                </a:solidFill>
                <a:latin typeface="微软雅黑"/>
                <a:ea typeface="微软雅黑"/>
                <a:cs typeface="微软雅黑"/>
              </a:rPr>
              <a:t>KEYWORD </a:t>
            </a:r>
            <a:r>
              <a:rPr sz="825" b="0">
                <a:solidFill>
                  <a:srgbClr val="D6E6F7"/>
                </a:solidFill>
                <a:latin typeface="微软雅黑"/>
                <a:ea typeface="微软雅黑"/>
                <a:cs typeface="微软雅黑"/>
              </a:rPr>
              <a:t>组补原因，两组独立，互不阻断</a:t>
            </a:r>
          </a:p>
        </p:txBody>
      </p:sp>
      <p:sp>
        <p:nvSpPr>
          <p:cNvPr id="103" name="">
            <a:extLst xmlns:a="http://schemas.openxmlformats.org/drawingml/2006/main">
              <a:ext uri="{FF2B5EF4-FFF2-40B4-BE49-F238E27FC236}">
                <a16:creationId xmlns:a16="http://schemas.microsoft.com/office/drawing/2014/main" id="{0436BE64-2771-4DBB-BEF2-383CEFDEAD56}"/>
              </a:ext>
            </a:extLst>
          </p:cNvPr>
          <p:cNvSpPr>
            <a:spLocks xmlns:a="http://schemas.openxmlformats.org/drawingml/2006/main" noGrp="1"/>
          </p:cNvSpPr>
          <p:nvPr/>
        </p:nvSpPr>
        <p:spPr>
          <a:xfrm xmlns:a="http://schemas.openxmlformats.org/drawingml/2006/main">
            <a:off x="6229350" y="4210050"/>
            <a:ext cx="5676900" cy="571500"/>
          </a:xfrm>
          <a:prstGeom xmlns:a="http://schemas.openxmlformats.org/drawingml/2006/main" prst="roundRect">
            <a:avLst>
              <a:gd name="adj" fmla="val 1500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F5C33B"/>
            </a:solidFill>
            <a:prstDash val="solid"/>
          </a:ln>
        </p:spPr>
      </p:sp>
      <p:sp>
        <p:nvSpPr>
          <p:cNvPr id="104" name="">
            <a:extLst xmlns:a="http://schemas.openxmlformats.org/drawingml/2006/main">
              <a:ext uri="{FF2B5EF4-FFF2-40B4-BE49-F238E27FC236}">
                <a16:creationId xmlns:a16="http://schemas.microsoft.com/office/drawing/2014/main" id="{89D4EA8E-D0E6-4935-90DC-AB4854A2B12F}"/>
              </a:ext>
            </a:extLst>
          </p:cNvPr>
          <p:cNvSpPr>
            <a:spLocks xmlns:a="http://schemas.openxmlformats.org/drawingml/2006/main" noGrp="1"/>
          </p:cNvSpPr>
          <p:nvPr/>
        </p:nvSpPr>
        <p:spPr>
          <a:xfrm xmlns:a="http://schemas.openxmlformats.org/drawingml/2006/main">
            <a:off x="6362700" y="4267200"/>
            <a:ext cx="8001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输出</a:t>
            </a:r>
          </a:p>
        </p:txBody>
      </p:sp>
      <p:sp>
        <p:nvSpPr>
          <p:cNvPr id="105" name="">
            <a:extLst xmlns:a="http://schemas.openxmlformats.org/drawingml/2006/main">
              <a:ext uri="{FF2B5EF4-FFF2-40B4-BE49-F238E27FC236}">
                <a16:creationId xmlns:a16="http://schemas.microsoft.com/office/drawing/2014/main" id="{17BC1A7F-652A-4165-9187-987047C7F91E}"/>
              </a:ext>
            </a:extLst>
          </p:cNvPr>
          <p:cNvSpPr>
            <a:spLocks xmlns:a="http://schemas.openxmlformats.org/drawingml/2006/main" noGrp="1"/>
          </p:cNvSpPr>
          <p:nvPr/>
        </p:nvSpPr>
        <p:spPr>
          <a:xfrm xmlns:a="http://schemas.openxmlformats.org/drawingml/2006/main">
            <a:off x="6362700" y="4457700"/>
            <a:ext cx="5448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matched / hits</a:t>
            </a:r>
            <a:r>
              <a:rPr sz="825" b="0">
                <a:solidFill>
                  <a:srgbClr val="D6E6F7"/>
                </a:solidFill>
                <a:latin typeface="微软雅黑"/>
                <a:ea typeface="微软雅黑"/>
                <a:cs typeface="微软雅黑"/>
              </a:rPr>
              <a:t>（命中规则与解释）</a:t>
            </a:r>
            <a:r>
              <a:rPr sz="825" b="0">
                <a:solidFill>
                  <a:srgbClr val="D6E6F7"/>
                </a:solidFill>
                <a:latin typeface="微软雅黑"/>
                <a:ea typeface="微软雅黑"/>
                <a:cs typeface="微软雅黑"/>
              </a:rPr>
              <a:t>/ skipped</a:t>
            </a:r>
            <a:r>
              <a:rPr sz="825" b="0">
                <a:solidFill>
                  <a:srgbClr val="D6E6F7"/>
                </a:solidFill>
                <a:latin typeface="微软雅黑"/>
                <a:ea typeface="微软雅黑"/>
                <a:cs typeface="微软雅黑"/>
              </a:rPr>
              <a:t>（无法判定及原因）</a:t>
            </a:r>
            <a:r>
              <a:rPr sz="825" b="0">
                <a:solidFill>
                  <a:srgbClr val="D6E6F7"/>
                </a:solidFill>
                <a:latin typeface="微软雅黑"/>
                <a:ea typeface="微软雅黑"/>
                <a:cs typeface="微软雅黑"/>
              </a:rPr>
              <a:t>/ verdict</a:t>
            </a:r>
            <a:r>
              <a:rPr sz="825" b="0">
                <a:solidFill>
                  <a:srgbClr val="D6E6F7"/>
                </a:solidFill>
                <a:latin typeface="微软雅黑"/>
                <a:ea typeface="微软雅黑"/>
                <a:cs typeface="微软雅黑"/>
              </a:rPr>
              <a:t>（动作、原因、严重度、</a:t>
            </a:r>
            <a:r>
              <a:rPr sz="825" b="0">
                <a:solidFill>
                  <a:srgbClr val="D6E6F7"/>
                </a:solidFill>
                <a:latin typeface="微软雅黑"/>
                <a:ea typeface="微软雅黑"/>
                <a:cs typeface="微软雅黑"/>
              </a:rPr>
              <a:t>rule_code</a:t>
            </a:r>
            <a:r>
              <a:rPr sz="825" b="0">
                <a:solidFill>
                  <a:srgbClr val="D6E6F7"/>
                </a:solidFill>
                <a:latin typeface="微软雅黑"/>
                <a:ea typeface="微软雅黑"/>
                <a:cs typeface="微软雅黑"/>
              </a:rPr>
              <a:t>、置信度）</a:t>
            </a:r>
          </a:p>
        </p:txBody>
      </p:sp>
      <p:sp>
        <p:nvSpPr>
          <p:cNvPr id="106" name="">
            <a:extLst xmlns:a="http://schemas.openxmlformats.org/drawingml/2006/main">
              <a:ext uri="{FF2B5EF4-FFF2-40B4-BE49-F238E27FC236}">
                <a16:creationId xmlns:a16="http://schemas.microsoft.com/office/drawing/2014/main" id="{4FA59208-C49F-44CB-B429-4DBED9AD62FB}"/>
              </a:ext>
            </a:extLst>
          </p:cNvPr>
          <p:cNvSpPr>
            <a:spLocks xmlns:a="http://schemas.openxmlformats.org/drawingml/2006/main" noGrp="1"/>
          </p:cNvSpPr>
          <p:nvPr/>
        </p:nvSpPr>
        <p:spPr>
          <a:xfrm xmlns:a="http://schemas.openxmlformats.org/drawingml/2006/main">
            <a:off x="6229350" y="4914900"/>
            <a:ext cx="5676900" cy="1333500"/>
          </a:xfrm>
          <a:prstGeom xmlns:a="http://schemas.openxmlformats.org/drawingml/2006/main" prst="roundRect">
            <a:avLst>
              <a:gd name="adj" fmla="val 642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07" name="">
            <a:extLst xmlns:a="http://schemas.openxmlformats.org/drawingml/2006/main">
              <a:ext uri="{FF2B5EF4-FFF2-40B4-BE49-F238E27FC236}">
                <a16:creationId xmlns:a16="http://schemas.microsoft.com/office/drawing/2014/main" id="{E6563CC2-0C7F-4D9A-86F9-39922EF769DC}"/>
              </a:ext>
            </a:extLst>
          </p:cNvPr>
          <p:cNvSpPr>
            <a:spLocks xmlns:a="http://schemas.openxmlformats.org/drawingml/2006/main" noGrp="1"/>
          </p:cNvSpPr>
          <p:nvPr/>
        </p:nvSpPr>
        <p:spPr>
          <a:xfrm xmlns:a="http://schemas.openxmlformats.org/drawingml/2006/main">
            <a:off x="6400800" y="50292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FD08A"/>
                </a:solidFill>
                <a:latin typeface="微软雅黑"/>
                <a:ea typeface="微软雅黑"/>
                <a:cs typeface="微软雅黑"/>
              </a:defRPr>
            </a:pPr>
            <a:r>
              <a:rPr sz="1050" b="1">
                <a:solidFill>
                  <a:srgbClr val="3FD08A"/>
                </a:solidFill>
                <a:latin typeface="微软雅黑"/>
                <a:ea typeface="微软雅黑"/>
                <a:cs typeface="微软雅黑"/>
              </a:rPr>
              <a:t>实测数据（演示数据集口径）</a:t>
            </a:r>
          </a:p>
        </p:txBody>
      </p:sp>
      <p:sp>
        <p:nvSpPr>
          <p:cNvPr id="108" name="">
            <a:extLst xmlns:a="http://schemas.openxmlformats.org/drawingml/2006/main">
              <a:ext uri="{FF2B5EF4-FFF2-40B4-BE49-F238E27FC236}">
                <a16:creationId xmlns:a16="http://schemas.microsoft.com/office/drawing/2014/main" id="{224F5C02-BDE8-47C1-99E4-6D3AC793622E}"/>
              </a:ext>
            </a:extLst>
          </p:cNvPr>
          <p:cNvSpPr>
            <a:spLocks xmlns:a="http://schemas.openxmlformats.org/drawingml/2006/main" noGrp="1"/>
          </p:cNvSpPr>
          <p:nvPr/>
        </p:nvSpPr>
        <p:spPr>
          <a:xfrm xmlns:a="http://schemas.openxmlformats.org/drawingml/2006/main">
            <a:off x="6400800" y="5314950"/>
            <a:ext cx="10287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Bahnschrift"/>
                <a:ea typeface="Bahnschrift"/>
                <a:cs typeface="Bahnschrift"/>
              </a:defRPr>
            </a:pPr>
            <a:r>
              <a:rPr sz="1425" b="1">
                <a:solidFill>
                  <a:srgbClr val="F5C33B"/>
                </a:solidFill>
                <a:latin typeface="Bahnschrift"/>
                <a:ea typeface="Bahnschrift"/>
                <a:cs typeface="Bahnschrift"/>
              </a:rPr>
              <a:t>18 </a:t>
            </a:r>
            <a:r>
              <a:rPr sz="1425" b="1">
                <a:solidFill>
                  <a:srgbClr val="F5C33B"/>
                </a:solidFill>
                <a:latin typeface="Bahnschrift"/>
                <a:ea typeface="Bahnschrift"/>
                <a:cs typeface="Bahnschrift"/>
              </a:rPr>
              <a:t>条</a:t>
            </a:r>
          </a:p>
        </p:txBody>
      </p:sp>
      <p:sp>
        <p:nvSpPr>
          <p:cNvPr id="109" name="">
            <a:extLst xmlns:a="http://schemas.openxmlformats.org/drawingml/2006/main">
              <a:ext uri="{FF2B5EF4-FFF2-40B4-BE49-F238E27FC236}">
                <a16:creationId xmlns:a16="http://schemas.microsoft.com/office/drawing/2014/main" id="{7A4B4101-FF6B-49F8-AC84-1A4B2D2A0C19}"/>
              </a:ext>
            </a:extLst>
          </p:cNvPr>
          <p:cNvSpPr>
            <a:spLocks xmlns:a="http://schemas.openxmlformats.org/drawingml/2006/main" noGrp="1"/>
          </p:cNvSpPr>
          <p:nvPr/>
        </p:nvSpPr>
        <p:spPr>
          <a:xfrm xmlns:a="http://schemas.openxmlformats.org/drawingml/2006/main">
            <a:off x="6400800" y="5619750"/>
            <a:ext cx="1028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规则总数</a:t>
            </a:r>
          </a:p>
        </p:txBody>
      </p:sp>
      <p:sp>
        <p:nvSpPr>
          <p:cNvPr id="110" name="">
            <a:extLst xmlns:a="http://schemas.openxmlformats.org/drawingml/2006/main">
              <a:ext uri="{FF2B5EF4-FFF2-40B4-BE49-F238E27FC236}">
                <a16:creationId xmlns:a16="http://schemas.microsoft.com/office/drawing/2014/main" id="{A5FC809A-389E-4690-9E82-3D1F408AAF48}"/>
              </a:ext>
            </a:extLst>
          </p:cNvPr>
          <p:cNvSpPr>
            <a:spLocks xmlns:a="http://schemas.openxmlformats.org/drawingml/2006/main" noGrp="1"/>
          </p:cNvSpPr>
          <p:nvPr/>
        </p:nvSpPr>
        <p:spPr>
          <a:xfrm xmlns:a="http://schemas.openxmlformats.org/drawingml/2006/main">
            <a:off x="7486650" y="5314950"/>
            <a:ext cx="10287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Bahnschrift"/>
                <a:ea typeface="Bahnschrift"/>
                <a:cs typeface="Bahnschrift"/>
              </a:defRPr>
            </a:pPr>
            <a:r>
              <a:rPr sz="1425" b="1">
                <a:solidFill>
                  <a:srgbClr val="F5C33B"/>
                </a:solidFill>
                <a:latin typeface="Bahnschrift"/>
                <a:ea typeface="Bahnschrift"/>
                <a:cs typeface="Bahnschrift"/>
              </a:rPr>
              <a:t>5 </a:t>
            </a:r>
            <a:r>
              <a:rPr sz="1425" b="1">
                <a:solidFill>
                  <a:srgbClr val="F5C33B"/>
                </a:solidFill>
                <a:latin typeface="Bahnschrift"/>
                <a:ea typeface="Bahnschrift"/>
                <a:cs typeface="Bahnschrift"/>
              </a:rPr>
              <a:t>个</a:t>
            </a:r>
          </a:p>
        </p:txBody>
      </p:sp>
      <p:sp>
        <p:nvSpPr>
          <p:cNvPr id="111" name="">
            <a:extLst xmlns:a="http://schemas.openxmlformats.org/drawingml/2006/main">
              <a:ext uri="{FF2B5EF4-FFF2-40B4-BE49-F238E27FC236}">
                <a16:creationId xmlns:a16="http://schemas.microsoft.com/office/drawing/2014/main" id="{50B1BC05-6228-4582-AA7A-084AEE5DAD58}"/>
              </a:ext>
            </a:extLst>
          </p:cNvPr>
          <p:cNvSpPr>
            <a:spLocks xmlns:a="http://schemas.openxmlformats.org/drawingml/2006/main" noGrp="1"/>
          </p:cNvSpPr>
          <p:nvPr/>
        </p:nvSpPr>
        <p:spPr>
          <a:xfrm xmlns:a="http://schemas.openxmlformats.org/drawingml/2006/main">
            <a:off x="7486650" y="5619750"/>
            <a:ext cx="1028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覆盖场景</a:t>
            </a:r>
          </a:p>
        </p:txBody>
      </p:sp>
      <p:sp>
        <p:nvSpPr>
          <p:cNvPr id="112" name="">
            <a:extLst xmlns:a="http://schemas.openxmlformats.org/drawingml/2006/main">
              <a:ext uri="{FF2B5EF4-FFF2-40B4-BE49-F238E27FC236}">
                <a16:creationId xmlns:a16="http://schemas.microsoft.com/office/drawing/2014/main" id="{4C621762-9B47-40D6-83B3-490CB160333C}"/>
              </a:ext>
            </a:extLst>
          </p:cNvPr>
          <p:cNvSpPr>
            <a:spLocks xmlns:a="http://schemas.openxmlformats.org/drawingml/2006/main" noGrp="1"/>
          </p:cNvSpPr>
          <p:nvPr/>
        </p:nvSpPr>
        <p:spPr>
          <a:xfrm xmlns:a="http://schemas.openxmlformats.org/drawingml/2006/main">
            <a:off x="8572500" y="5314950"/>
            <a:ext cx="10287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Bahnschrift"/>
                <a:ea typeface="Bahnschrift"/>
                <a:cs typeface="Bahnschrift"/>
              </a:defRPr>
            </a:pPr>
            <a:r>
              <a:rPr sz="1425" b="1">
                <a:solidFill>
                  <a:srgbClr val="F5C33B"/>
                </a:solidFill>
                <a:latin typeface="Bahnschrift"/>
                <a:ea typeface="Bahnschrift"/>
                <a:cs typeface="Bahnschrift"/>
              </a:rPr>
              <a:t>3 </a:t>
            </a:r>
            <a:r>
              <a:rPr sz="1425" b="1">
                <a:solidFill>
                  <a:srgbClr val="F5C33B"/>
                </a:solidFill>
                <a:latin typeface="Bahnschrift"/>
                <a:ea typeface="Bahnschrift"/>
                <a:cs typeface="Bahnschrift"/>
              </a:rPr>
              <a:t>组</a:t>
            </a:r>
          </a:p>
        </p:txBody>
      </p:sp>
      <p:sp>
        <p:nvSpPr>
          <p:cNvPr id="113" name="">
            <a:extLst xmlns:a="http://schemas.openxmlformats.org/drawingml/2006/main">
              <a:ext uri="{FF2B5EF4-FFF2-40B4-BE49-F238E27FC236}">
                <a16:creationId xmlns:a16="http://schemas.microsoft.com/office/drawing/2014/main" id="{C2B32B2B-31A5-44BF-BD2F-C54C8C6C81C2}"/>
              </a:ext>
            </a:extLst>
          </p:cNvPr>
          <p:cNvSpPr>
            <a:spLocks xmlns:a="http://schemas.openxmlformats.org/drawingml/2006/main" noGrp="1"/>
          </p:cNvSpPr>
          <p:nvPr/>
        </p:nvSpPr>
        <p:spPr>
          <a:xfrm xmlns:a="http://schemas.openxmlformats.org/drawingml/2006/main">
            <a:off x="8572500" y="5619750"/>
            <a:ext cx="1028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匹配分组</a:t>
            </a:r>
          </a:p>
        </p:txBody>
      </p:sp>
      <p:sp>
        <p:nvSpPr>
          <p:cNvPr id="114" name="">
            <a:extLst xmlns:a="http://schemas.openxmlformats.org/drawingml/2006/main">
              <a:ext uri="{FF2B5EF4-FFF2-40B4-BE49-F238E27FC236}">
                <a16:creationId xmlns:a16="http://schemas.microsoft.com/office/drawing/2014/main" id="{5055BC88-5C0B-4DC5-947F-0EC206F3C8B8}"/>
              </a:ext>
            </a:extLst>
          </p:cNvPr>
          <p:cNvSpPr>
            <a:spLocks xmlns:a="http://schemas.openxmlformats.org/drawingml/2006/main" noGrp="1"/>
          </p:cNvSpPr>
          <p:nvPr/>
        </p:nvSpPr>
        <p:spPr>
          <a:xfrm xmlns:a="http://schemas.openxmlformats.org/drawingml/2006/main">
            <a:off x="9658350" y="5314950"/>
            <a:ext cx="10287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Bahnschrift"/>
                <a:ea typeface="Bahnschrift"/>
                <a:cs typeface="Bahnschrift"/>
              </a:defRPr>
            </a:pPr>
            <a:r>
              <a:rPr sz="1425" b="1">
                <a:solidFill>
                  <a:srgbClr val="F5C33B"/>
                </a:solidFill>
                <a:latin typeface="Bahnschrift"/>
                <a:ea typeface="Bahnschrift"/>
                <a:cs typeface="Bahnschrift"/>
              </a:rPr>
              <a:t>200 </a:t>
            </a:r>
            <a:r>
              <a:rPr sz="1425" b="1">
                <a:solidFill>
                  <a:srgbClr val="F5C33B"/>
                </a:solidFill>
                <a:latin typeface="Bahnschrift"/>
                <a:ea typeface="Bahnschrift"/>
                <a:cs typeface="Bahnschrift"/>
              </a:rPr>
              <a:t>次</a:t>
            </a:r>
          </a:p>
        </p:txBody>
      </p:sp>
      <p:sp>
        <p:nvSpPr>
          <p:cNvPr id="115" name="">
            <a:extLst xmlns:a="http://schemas.openxmlformats.org/drawingml/2006/main">
              <a:ext uri="{FF2B5EF4-FFF2-40B4-BE49-F238E27FC236}">
                <a16:creationId xmlns:a16="http://schemas.microsoft.com/office/drawing/2014/main" id="{031AACF6-E299-4710-A7D1-D64C2CAAC7F5}"/>
              </a:ext>
            </a:extLst>
          </p:cNvPr>
          <p:cNvSpPr>
            <a:spLocks xmlns:a="http://schemas.openxmlformats.org/drawingml/2006/main" noGrp="1"/>
          </p:cNvSpPr>
          <p:nvPr/>
        </p:nvSpPr>
        <p:spPr>
          <a:xfrm xmlns:a="http://schemas.openxmlformats.org/drawingml/2006/main">
            <a:off x="9658350" y="5619750"/>
            <a:ext cx="1028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重复一致性 </a:t>
            </a:r>
            <a:r>
              <a:rPr sz="825" b="0">
                <a:solidFill>
                  <a:srgbClr val="9FC2E8"/>
                </a:solidFill>
                <a:latin typeface="微软雅黑"/>
                <a:ea typeface="微软雅黑"/>
                <a:cs typeface="微软雅黑"/>
              </a:rPr>
              <a:t>100%</a:t>
            </a:r>
          </a:p>
        </p:txBody>
      </p:sp>
      <p:sp>
        <p:nvSpPr>
          <p:cNvPr id="116" name="">
            <a:extLst xmlns:a="http://schemas.openxmlformats.org/drawingml/2006/main">
              <a:ext uri="{FF2B5EF4-FFF2-40B4-BE49-F238E27FC236}">
                <a16:creationId xmlns:a16="http://schemas.microsoft.com/office/drawing/2014/main" id="{9571E5AB-4288-4A57-9F35-E0A7547D7EE8}"/>
              </a:ext>
            </a:extLst>
          </p:cNvPr>
          <p:cNvSpPr>
            <a:spLocks xmlns:a="http://schemas.openxmlformats.org/drawingml/2006/main" noGrp="1"/>
          </p:cNvSpPr>
          <p:nvPr/>
        </p:nvSpPr>
        <p:spPr>
          <a:xfrm xmlns:a="http://schemas.openxmlformats.org/drawingml/2006/main">
            <a:off x="10744200" y="5314950"/>
            <a:ext cx="10287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Bahnschrift"/>
                <a:ea typeface="Bahnschrift"/>
                <a:cs typeface="Bahnschrift"/>
              </a:defRPr>
            </a:pPr>
            <a:r>
              <a:rPr sz="1425" b="1">
                <a:solidFill>
                  <a:srgbClr val="F5C33B"/>
                </a:solidFill>
                <a:latin typeface="Bahnschrift"/>
                <a:ea typeface="Bahnschrift"/>
                <a:cs typeface="Bahnschrift"/>
              </a:rPr>
              <a:t>11 </a:t>
            </a:r>
            <a:r>
              <a:rPr sz="1425" b="1">
                <a:solidFill>
                  <a:srgbClr val="F5C33B"/>
                </a:solidFill>
                <a:latin typeface="Bahnschrift"/>
                <a:ea typeface="Bahnschrift"/>
                <a:cs typeface="Bahnschrift"/>
              </a:rPr>
              <a:t>项</a:t>
            </a:r>
          </a:p>
        </p:txBody>
      </p:sp>
      <p:sp>
        <p:nvSpPr>
          <p:cNvPr id="117" name="">
            <a:extLst xmlns:a="http://schemas.openxmlformats.org/drawingml/2006/main">
              <a:ext uri="{FF2B5EF4-FFF2-40B4-BE49-F238E27FC236}">
                <a16:creationId xmlns:a16="http://schemas.microsoft.com/office/drawing/2014/main" id="{4BCE0F11-9169-4A9C-A8C7-46E8158D4E29}"/>
              </a:ext>
            </a:extLst>
          </p:cNvPr>
          <p:cNvSpPr>
            <a:spLocks xmlns:a="http://schemas.openxmlformats.org/drawingml/2006/main" noGrp="1"/>
          </p:cNvSpPr>
          <p:nvPr/>
        </p:nvSpPr>
        <p:spPr>
          <a:xfrm xmlns:a="http://schemas.openxmlformats.org/drawingml/2006/main">
            <a:off x="10744200" y="5619750"/>
            <a:ext cx="1028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规则测试场景通过</a:t>
            </a:r>
          </a:p>
        </p:txBody>
      </p:sp>
      <p:sp>
        <p:nvSpPr>
          <p:cNvPr id="118" name="">
            <a:extLst xmlns:a="http://schemas.openxmlformats.org/drawingml/2006/main">
              <a:ext uri="{FF2B5EF4-FFF2-40B4-BE49-F238E27FC236}">
                <a16:creationId xmlns:a16="http://schemas.microsoft.com/office/drawing/2014/main" id="{F4CD7076-75F5-4FB2-BD8C-8806EDB64559}"/>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19" name="">
            <a:extLst xmlns:a="http://schemas.openxmlformats.org/drawingml/2006/main">
              <a:ext uri="{FF2B5EF4-FFF2-40B4-BE49-F238E27FC236}">
                <a16:creationId xmlns:a16="http://schemas.microsoft.com/office/drawing/2014/main" id="{669AE4D4-93A3-406A-BBEE-48979405F6AC}"/>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C55E2994-348A-4870-9089-4B75BC136354}"/>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1" name="">
            <a:extLst xmlns:a="http://schemas.openxmlformats.org/drawingml/2006/main">
              <a:ext uri="{FF2B5EF4-FFF2-40B4-BE49-F238E27FC236}">
                <a16:creationId xmlns:a16="http://schemas.microsoft.com/office/drawing/2014/main" id="{399EA31B-0D5E-47F2-97E3-2CCC0BDDE8F5}"/>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2" name="">
            <a:extLst xmlns:a="http://schemas.openxmlformats.org/drawingml/2006/main">
              <a:ext uri="{FF2B5EF4-FFF2-40B4-BE49-F238E27FC236}">
                <a16:creationId xmlns:a16="http://schemas.microsoft.com/office/drawing/2014/main" id="{662684F7-0559-41CF-BAC8-8515C22167DB}"/>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3" name="">
            <a:extLst xmlns:a="http://schemas.openxmlformats.org/drawingml/2006/main">
              <a:ext uri="{FF2B5EF4-FFF2-40B4-BE49-F238E27FC236}">
                <a16:creationId xmlns:a16="http://schemas.microsoft.com/office/drawing/2014/main" id="{3EAE5A30-16EB-4E03-8A32-DB473C8D0A56}"/>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24" name="">
            <a:extLst xmlns:a="http://schemas.openxmlformats.org/drawingml/2006/main">
              <a:ext uri="{FF2B5EF4-FFF2-40B4-BE49-F238E27FC236}">
                <a16:creationId xmlns:a16="http://schemas.microsoft.com/office/drawing/2014/main" id="{C538FC1A-1E0B-4C2C-AF11-2F0BF13041FB}"/>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25" name="">
            <a:extLst xmlns:a="http://schemas.openxmlformats.org/drawingml/2006/main">
              <a:ext uri="{FF2B5EF4-FFF2-40B4-BE49-F238E27FC236}">
                <a16:creationId xmlns:a16="http://schemas.microsoft.com/office/drawing/2014/main" id="{CB36620B-CE8E-4F6C-8E99-982FAEC3E8C1}"/>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14</a:t>
            </a:r>
          </a:p>
        </p:txBody>
      </p:sp>
    </p:spTree>
    <p:extLst>
      <p:ext uri="{BB962C8B-B14F-4D97-AF65-F5344CB8AC3E}">
        <p14:creationId xmlns:p14="http://schemas.microsoft.com/office/powerpoint/2010/main" val="997990495"/>
      </p:ext>
    </p:extLst>
  </p:cSld>
</p:sld>
</file>

<file path=ppt/slides/slide15.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56" name=""/>
          <p:cNvPicPr>
            <a:picLocks xmlns:a="http://schemas.openxmlformats.org/drawingml/2006/main" noChangeAspect="1"/>
          </p:cNvPicPr>
          <p:nvPr/>
        </p:nvPicPr>
        <p:blipFill>
          <a:blip xmlns:r="http://schemas.openxmlformats.org/officeDocument/2006/relationships" xmlns:a="http://schemas.openxmlformats.org/drawingml/2006/main" r:embed="Raeb602fbb7d5494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3B1518A-BFDE-4DA2-B2DE-BB9A1A80E97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60153CAC-C790-487C-A528-E50C57597191}"/>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F5C33B">
                  <a:alpha val="15000"/>
                </a:srgbClr>
              </a:gs>
              <a:gs pos="45000">
                <a:srgbClr val="F5C33B">
                  <a:alpha val="6000"/>
                </a:srgbClr>
              </a:gs>
              <a:gs pos="100000">
                <a:srgbClr val="F5C33B">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02072D34-AE74-4CCA-8C87-8AD2370AC3C2}"/>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D799B0F2-71F0-477A-9B9E-04F6C156FF98}"/>
              </a:ext>
            </a:extLst>
          </p:cNvPr>
          <p:cNvSpPr>
            <a:spLocks xmlns:a="http://schemas.openxmlformats.org/drawingml/2006/main" noGrp="1"/>
          </p:cNvSpPr>
          <p:nvPr/>
        </p:nvSpPr>
        <p:spPr>
          <a:xfrm xmlns:a="http://schemas.openxmlformats.org/drawingml/2006/main">
            <a:off x="9658350"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5805DA94-0D95-4B7B-9FD9-386D139BB4C1}"/>
              </a:ext>
            </a:extLst>
          </p:cNvPr>
          <p:cNvSpPr>
            <a:spLocks xmlns:a="http://schemas.openxmlformats.org/drawingml/2006/main" noGrp="1"/>
          </p:cNvSpPr>
          <p:nvPr/>
        </p:nvSpPr>
        <p:spPr>
          <a:xfrm xmlns:a="http://schemas.openxmlformats.org/drawingml/2006/main">
            <a:off x="9658350"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BFAFA08F-3BD1-4DB1-9280-255191AD2102}"/>
              </a:ext>
            </a:extLst>
          </p:cNvPr>
          <p:cNvSpPr>
            <a:spLocks xmlns:a="http://schemas.openxmlformats.org/drawingml/2006/main" noGrp="1"/>
          </p:cNvSpPr>
          <p:nvPr/>
        </p:nvSpPr>
        <p:spPr>
          <a:xfrm xmlns:a="http://schemas.openxmlformats.org/drawingml/2006/main">
            <a:off x="9658350"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636F48D9-2AA8-452D-9C6F-39A3BF52864F}"/>
              </a:ext>
            </a:extLst>
          </p:cNvPr>
          <p:cNvSpPr>
            <a:spLocks xmlns:a="http://schemas.openxmlformats.org/drawingml/2006/main" noGrp="1"/>
          </p:cNvSpPr>
          <p:nvPr/>
        </p:nvSpPr>
        <p:spPr>
          <a:xfrm xmlns:a="http://schemas.openxmlformats.org/drawingml/2006/main">
            <a:off x="9782175"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1BF2F9B9-3383-4710-B026-C490BF46B68B}"/>
              </a:ext>
            </a:extLst>
          </p:cNvPr>
          <p:cNvSpPr>
            <a:spLocks xmlns:a="http://schemas.openxmlformats.org/drawingml/2006/main" noGrp="1"/>
          </p:cNvSpPr>
          <p:nvPr/>
        </p:nvSpPr>
        <p:spPr>
          <a:xfrm xmlns:a="http://schemas.openxmlformats.org/drawingml/2006/main">
            <a:off x="9782175"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83F6E3CA-E1EB-433F-9229-50E1EF8E2001}"/>
              </a:ext>
            </a:extLst>
          </p:cNvPr>
          <p:cNvSpPr>
            <a:spLocks xmlns:a="http://schemas.openxmlformats.org/drawingml/2006/main" noGrp="1"/>
          </p:cNvSpPr>
          <p:nvPr/>
        </p:nvSpPr>
        <p:spPr>
          <a:xfrm xmlns:a="http://schemas.openxmlformats.org/drawingml/2006/main">
            <a:off x="9782175"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50824D92-9F46-4C4A-9E1B-DE76370FD208}"/>
              </a:ext>
            </a:extLst>
          </p:cNvPr>
          <p:cNvSpPr>
            <a:spLocks xmlns:a="http://schemas.openxmlformats.org/drawingml/2006/main" noGrp="1"/>
          </p:cNvSpPr>
          <p:nvPr/>
        </p:nvSpPr>
        <p:spPr>
          <a:xfrm xmlns:a="http://schemas.openxmlformats.org/drawingml/2006/main">
            <a:off x="9906000"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E0D3A596-1DB6-468A-BEA3-E01CA2B846A2}"/>
              </a:ext>
            </a:extLst>
          </p:cNvPr>
          <p:cNvSpPr>
            <a:spLocks xmlns:a="http://schemas.openxmlformats.org/drawingml/2006/main" noGrp="1"/>
          </p:cNvSpPr>
          <p:nvPr/>
        </p:nvSpPr>
        <p:spPr>
          <a:xfrm xmlns:a="http://schemas.openxmlformats.org/drawingml/2006/main">
            <a:off x="9906000"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F3F428E4-658B-435E-A583-C0952F9C8BB8}"/>
              </a:ext>
            </a:extLst>
          </p:cNvPr>
          <p:cNvSpPr>
            <a:spLocks xmlns:a="http://schemas.openxmlformats.org/drawingml/2006/main" noGrp="1"/>
          </p:cNvSpPr>
          <p:nvPr/>
        </p:nvSpPr>
        <p:spPr>
          <a:xfrm xmlns:a="http://schemas.openxmlformats.org/drawingml/2006/main">
            <a:off x="9906000"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0E2014AE-3470-426B-ACC4-505A92564F68}"/>
              </a:ext>
            </a:extLst>
          </p:cNvPr>
          <p:cNvSpPr>
            <a:spLocks xmlns:a="http://schemas.openxmlformats.org/drawingml/2006/main" noGrp="1"/>
          </p:cNvSpPr>
          <p:nvPr/>
        </p:nvSpPr>
        <p:spPr>
          <a:xfrm xmlns:a="http://schemas.openxmlformats.org/drawingml/2006/main">
            <a:off x="10029825"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4A6FE3EF-AA91-44E0-86E3-F5B6D9401A41}"/>
              </a:ext>
            </a:extLst>
          </p:cNvPr>
          <p:cNvSpPr>
            <a:spLocks xmlns:a="http://schemas.openxmlformats.org/drawingml/2006/main" noGrp="1"/>
          </p:cNvSpPr>
          <p:nvPr/>
        </p:nvSpPr>
        <p:spPr>
          <a:xfrm xmlns:a="http://schemas.openxmlformats.org/drawingml/2006/main">
            <a:off x="10029825"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80751DF2-E768-4F0E-8BA9-3E045856A299}"/>
              </a:ext>
            </a:extLst>
          </p:cNvPr>
          <p:cNvSpPr>
            <a:spLocks xmlns:a="http://schemas.openxmlformats.org/drawingml/2006/main" noGrp="1"/>
          </p:cNvSpPr>
          <p:nvPr/>
        </p:nvSpPr>
        <p:spPr>
          <a:xfrm xmlns:a="http://schemas.openxmlformats.org/drawingml/2006/main">
            <a:off x="10029825"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BC26412B-5FA2-495F-8AB7-E0F391EA4675}"/>
              </a:ext>
            </a:extLst>
          </p:cNvPr>
          <p:cNvSpPr>
            <a:spLocks xmlns:a="http://schemas.openxmlformats.org/drawingml/2006/main" noGrp="1"/>
          </p:cNvSpPr>
          <p:nvPr/>
        </p:nvSpPr>
        <p:spPr>
          <a:xfrm xmlns:a="http://schemas.openxmlformats.org/drawingml/2006/main">
            <a:off x="10153650"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EFFC4732-F2D6-4710-9076-0EF764C4A969}"/>
              </a:ext>
            </a:extLst>
          </p:cNvPr>
          <p:cNvSpPr>
            <a:spLocks xmlns:a="http://schemas.openxmlformats.org/drawingml/2006/main" noGrp="1"/>
          </p:cNvSpPr>
          <p:nvPr/>
        </p:nvSpPr>
        <p:spPr>
          <a:xfrm xmlns:a="http://schemas.openxmlformats.org/drawingml/2006/main">
            <a:off x="10153650"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CC54BEC0-DE3A-4A62-9A8F-259350F90BB5}"/>
              </a:ext>
            </a:extLst>
          </p:cNvPr>
          <p:cNvSpPr>
            <a:spLocks xmlns:a="http://schemas.openxmlformats.org/drawingml/2006/main" noGrp="1"/>
          </p:cNvSpPr>
          <p:nvPr/>
        </p:nvSpPr>
        <p:spPr>
          <a:xfrm xmlns:a="http://schemas.openxmlformats.org/drawingml/2006/main">
            <a:off x="10153650"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F078FDA7-799D-4D0D-9406-B5C465D85D58}"/>
              </a:ext>
            </a:extLst>
          </p:cNvPr>
          <p:cNvSpPr>
            <a:spLocks xmlns:a="http://schemas.openxmlformats.org/drawingml/2006/main" noGrp="1"/>
          </p:cNvSpPr>
          <p:nvPr/>
        </p:nvSpPr>
        <p:spPr>
          <a:xfrm xmlns:a="http://schemas.openxmlformats.org/drawingml/2006/main">
            <a:off x="10277475"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E072451E-8080-4B55-A62D-B1EBE90FEDEA}"/>
              </a:ext>
            </a:extLst>
          </p:cNvPr>
          <p:cNvSpPr>
            <a:spLocks xmlns:a="http://schemas.openxmlformats.org/drawingml/2006/main" noGrp="1"/>
          </p:cNvSpPr>
          <p:nvPr/>
        </p:nvSpPr>
        <p:spPr>
          <a:xfrm xmlns:a="http://schemas.openxmlformats.org/drawingml/2006/main">
            <a:off x="10277475"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0FEAE651-1501-4EB7-9599-DB95C02B8710}"/>
              </a:ext>
            </a:extLst>
          </p:cNvPr>
          <p:cNvSpPr>
            <a:spLocks xmlns:a="http://schemas.openxmlformats.org/drawingml/2006/main" noGrp="1"/>
          </p:cNvSpPr>
          <p:nvPr/>
        </p:nvSpPr>
        <p:spPr>
          <a:xfrm xmlns:a="http://schemas.openxmlformats.org/drawingml/2006/main">
            <a:off x="10277475"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D8E26F0E-E03B-4829-B701-46BF53D1DE91}"/>
              </a:ext>
            </a:extLst>
          </p:cNvPr>
          <p:cNvSpPr>
            <a:spLocks xmlns:a="http://schemas.openxmlformats.org/drawingml/2006/main" noGrp="1"/>
          </p:cNvSpPr>
          <p:nvPr/>
        </p:nvSpPr>
        <p:spPr>
          <a:xfrm xmlns:a="http://schemas.openxmlformats.org/drawingml/2006/main">
            <a:off x="10401300"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750700BC-613D-4748-B8EE-24FAFED790C0}"/>
              </a:ext>
            </a:extLst>
          </p:cNvPr>
          <p:cNvSpPr>
            <a:spLocks xmlns:a="http://schemas.openxmlformats.org/drawingml/2006/main" noGrp="1"/>
          </p:cNvSpPr>
          <p:nvPr/>
        </p:nvSpPr>
        <p:spPr>
          <a:xfrm xmlns:a="http://schemas.openxmlformats.org/drawingml/2006/main">
            <a:off x="10401300"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48654D29-B9CC-419C-92EE-D611545540B2}"/>
              </a:ext>
            </a:extLst>
          </p:cNvPr>
          <p:cNvSpPr>
            <a:spLocks xmlns:a="http://schemas.openxmlformats.org/drawingml/2006/main" noGrp="1"/>
          </p:cNvSpPr>
          <p:nvPr/>
        </p:nvSpPr>
        <p:spPr>
          <a:xfrm xmlns:a="http://schemas.openxmlformats.org/drawingml/2006/main">
            <a:off x="10401300"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07F501DE-AB45-4585-8262-D69AC911F80E}"/>
              </a:ext>
            </a:extLst>
          </p:cNvPr>
          <p:cNvSpPr>
            <a:spLocks xmlns:a="http://schemas.openxmlformats.org/drawingml/2006/main" noGrp="1"/>
          </p:cNvSpPr>
          <p:nvPr/>
        </p:nvSpPr>
        <p:spPr>
          <a:xfrm xmlns:a="http://schemas.openxmlformats.org/drawingml/2006/main">
            <a:off x="10525125"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D08E2CCF-2E58-48EA-9A72-D840FB9104A6}"/>
              </a:ext>
            </a:extLst>
          </p:cNvPr>
          <p:cNvSpPr>
            <a:spLocks xmlns:a="http://schemas.openxmlformats.org/drawingml/2006/main" noGrp="1"/>
          </p:cNvSpPr>
          <p:nvPr/>
        </p:nvSpPr>
        <p:spPr>
          <a:xfrm xmlns:a="http://schemas.openxmlformats.org/drawingml/2006/main">
            <a:off x="10525125"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2EABA76C-F5E8-48BB-B5DE-D8761B07FF6F}"/>
              </a:ext>
            </a:extLst>
          </p:cNvPr>
          <p:cNvSpPr>
            <a:spLocks xmlns:a="http://schemas.openxmlformats.org/drawingml/2006/main" noGrp="1"/>
          </p:cNvSpPr>
          <p:nvPr/>
        </p:nvSpPr>
        <p:spPr>
          <a:xfrm xmlns:a="http://schemas.openxmlformats.org/drawingml/2006/main">
            <a:off x="10525125"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0CE76E42-6A64-4BB5-AD39-3AAF516E6136}"/>
              </a:ext>
            </a:extLst>
          </p:cNvPr>
          <p:cNvSpPr>
            <a:spLocks xmlns:a="http://schemas.openxmlformats.org/drawingml/2006/main" noGrp="1"/>
          </p:cNvSpPr>
          <p:nvPr/>
        </p:nvSpPr>
        <p:spPr>
          <a:xfrm xmlns:a="http://schemas.openxmlformats.org/drawingml/2006/main">
            <a:off x="10648950"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670929CB-84C0-4BCE-AE95-61F8EB2BA0D5}"/>
              </a:ext>
            </a:extLst>
          </p:cNvPr>
          <p:cNvSpPr>
            <a:spLocks xmlns:a="http://schemas.openxmlformats.org/drawingml/2006/main" noGrp="1"/>
          </p:cNvSpPr>
          <p:nvPr/>
        </p:nvSpPr>
        <p:spPr>
          <a:xfrm xmlns:a="http://schemas.openxmlformats.org/drawingml/2006/main">
            <a:off x="10648950"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E8AD0C0A-96F7-48B8-ABF4-0B51B29B7729}"/>
              </a:ext>
            </a:extLst>
          </p:cNvPr>
          <p:cNvSpPr>
            <a:spLocks xmlns:a="http://schemas.openxmlformats.org/drawingml/2006/main" noGrp="1"/>
          </p:cNvSpPr>
          <p:nvPr/>
        </p:nvSpPr>
        <p:spPr>
          <a:xfrm xmlns:a="http://schemas.openxmlformats.org/drawingml/2006/main">
            <a:off x="10648950"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0F1BC794-1E62-473F-89C7-890F10FCAB08}"/>
              </a:ext>
            </a:extLst>
          </p:cNvPr>
          <p:cNvSpPr>
            <a:spLocks xmlns:a="http://schemas.openxmlformats.org/drawingml/2006/main" noGrp="1"/>
          </p:cNvSpPr>
          <p:nvPr/>
        </p:nvSpPr>
        <p:spPr>
          <a:xfrm xmlns:a="http://schemas.openxmlformats.org/drawingml/2006/main">
            <a:off x="10772775"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A36906D2-D217-4A4D-8528-6F3F00D53CEA}"/>
              </a:ext>
            </a:extLst>
          </p:cNvPr>
          <p:cNvSpPr>
            <a:spLocks xmlns:a="http://schemas.openxmlformats.org/drawingml/2006/main" noGrp="1"/>
          </p:cNvSpPr>
          <p:nvPr/>
        </p:nvSpPr>
        <p:spPr>
          <a:xfrm xmlns:a="http://schemas.openxmlformats.org/drawingml/2006/main">
            <a:off x="10772775"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A232400E-EAB7-4634-85C0-95DDAE4A00FB}"/>
              </a:ext>
            </a:extLst>
          </p:cNvPr>
          <p:cNvSpPr>
            <a:spLocks xmlns:a="http://schemas.openxmlformats.org/drawingml/2006/main" noGrp="1"/>
          </p:cNvSpPr>
          <p:nvPr/>
        </p:nvSpPr>
        <p:spPr>
          <a:xfrm xmlns:a="http://schemas.openxmlformats.org/drawingml/2006/main">
            <a:off x="10772775"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2B3E564D-F3CE-40DB-8AD9-F445FFFD9599}"/>
              </a:ext>
            </a:extLst>
          </p:cNvPr>
          <p:cNvSpPr>
            <a:spLocks xmlns:a="http://schemas.openxmlformats.org/drawingml/2006/main" noGrp="1"/>
          </p:cNvSpPr>
          <p:nvPr/>
        </p:nvSpPr>
        <p:spPr>
          <a:xfrm xmlns:a="http://schemas.openxmlformats.org/drawingml/2006/main">
            <a:off x="10896600"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A2D8FD5B-45B3-4ABA-B145-2E01BC52C432}"/>
              </a:ext>
            </a:extLst>
          </p:cNvPr>
          <p:cNvSpPr>
            <a:spLocks xmlns:a="http://schemas.openxmlformats.org/drawingml/2006/main" noGrp="1"/>
          </p:cNvSpPr>
          <p:nvPr/>
        </p:nvSpPr>
        <p:spPr>
          <a:xfrm xmlns:a="http://schemas.openxmlformats.org/drawingml/2006/main">
            <a:off x="10896600"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5D163BF2-5656-4E9E-AB37-01CB5E4DECAA}"/>
              </a:ext>
            </a:extLst>
          </p:cNvPr>
          <p:cNvSpPr>
            <a:spLocks xmlns:a="http://schemas.openxmlformats.org/drawingml/2006/main" noGrp="1"/>
          </p:cNvSpPr>
          <p:nvPr/>
        </p:nvSpPr>
        <p:spPr>
          <a:xfrm xmlns:a="http://schemas.openxmlformats.org/drawingml/2006/main">
            <a:off x="10896600"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E98339B8-D6EC-4531-ADF7-03536F886D2E}"/>
              </a:ext>
            </a:extLst>
          </p:cNvPr>
          <p:cNvSpPr>
            <a:spLocks xmlns:a="http://schemas.openxmlformats.org/drawingml/2006/main" noGrp="1"/>
          </p:cNvSpPr>
          <p:nvPr/>
        </p:nvSpPr>
        <p:spPr>
          <a:xfrm xmlns:a="http://schemas.openxmlformats.org/drawingml/2006/main">
            <a:off x="11020425"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A96BA9EA-8791-4B57-917D-6E3B2BD9FAF6}"/>
              </a:ext>
            </a:extLst>
          </p:cNvPr>
          <p:cNvSpPr>
            <a:spLocks xmlns:a="http://schemas.openxmlformats.org/drawingml/2006/main" noGrp="1"/>
          </p:cNvSpPr>
          <p:nvPr/>
        </p:nvSpPr>
        <p:spPr>
          <a:xfrm xmlns:a="http://schemas.openxmlformats.org/drawingml/2006/main">
            <a:off x="11020425"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81169ABF-A52C-4FAB-B902-C0B5C99EEA0E}"/>
              </a:ext>
            </a:extLst>
          </p:cNvPr>
          <p:cNvSpPr>
            <a:spLocks xmlns:a="http://schemas.openxmlformats.org/drawingml/2006/main" noGrp="1"/>
          </p:cNvSpPr>
          <p:nvPr/>
        </p:nvSpPr>
        <p:spPr>
          <a:xfrm xmlns:a="http://schemas.openxmlformats.org/drawingml/2006/main">
            <a:off x="11020425"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B134EE3A-19F3-4F18-A33D-D5BDF6DE5F21}"/>
              </a:ext>
            </a:extLst>
          </p:cNvPr>
          <p:cNvSpPr>
            <a:spLocks xmlns:a="http://schemas.openxmlformats.org/drawingml/2006/main" noGrp="1"/>
          </p:cNvSpPr>
          <p:nvPr/>
        </p:nvSpPr>
        <p:spPr>
          <a:xfrm xmlns:a="http://schemas.openxmlformats.org/drawingml/2006/main">
            <a:off x="11144250"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459F6726-A614-4DC8-8837-991D2C00647B}"/>
              </a:ext>
            </a:extLst>
          </p:cNvPr>
          <p:cNvSpPr>
            <a:spLocks xmlns:a="http://schemas.openxmlformats.org/drawingml/2006/main" noGrp="1"/>
          </p:cNvSpPr>
          <p:nvPr/>
        </p:nvSpPr>
        <p:spPr>
          <a:xfrm xmlns:a="http://schemas.openxmlformats.org/drawingml/2006/main">
            <a:off x="11144250"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B16CB819-8B76-4830-8807-F16E192F7221}"/>
              </a:ext>
            </a:extLst>
          </p:cNvPr>
          <p:cNvSpPr>
            <a:spLocks xmlns:a="http://schemas.openxmlformats.org/drawingml/2006/main" noGrp="1"/>
          </p:cNvSpPr>
          <p:nvPr/>
        </p:nvSpPr>
        <p:spPr>
          <a:xfrm xmlns:a="http://schemas.openxmlformats.org/drawingml/2006/main">
            <a:off x="11144250"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ECEBB68-22E0-43B8-82B0-5235196563F5}"/>
              </a:ext>
            </a:extLst>
          </p:cNvPr>
          <p:cNvSpPr>
            <a:spLocks xmlns:a="http://schemas.openxmlformats.org/drawingml/2006/main" noGrp="1"/>
          </p:cNvSpPr>
          <p:nvPr/>
        </p:nvSpPr>
        <p:spPr>
          <a:xfrm xmlns:a="http://schemas.openxmlformats.org/drawingml/2006/main">
            <a:off x="11268075"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6999D045-3530-48F5-A9D9-24E0AF74CBE0}"/>
              </a:ext>
            </a:extLst>
          </p:cNvPr>
          <p:cNvSpPr>
            <a:spLocks xmlns:a="http://schemas.openxmlformats.org/drawingml/2006/main" noGrp="1"/>
          </p:cNvSpPr>
          <p:nvPr/>
        </p:nvSpPr>
        <p:spPr>
          <a:xfrm xmlns:a="http://schemas.openxmlformats.org/drawingml/2006/main">
            <a:off x="11268075"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B046FBDC-FED7-4C02-973C-A23AC30A94E4}"/>
              </a:ext>
            </a:extLst>
          </p:cNvPr>
          <p:cNvSpPr>
            <a:spLocks xmlns:a="http://schemas.openxmlformats.org/drawingml/2006/main" noGrp="1"/>
          </p:cNvSpPr>
          <p:nvPr/>
        </p:nvSpPr>
        <p:spPr>
          <a:xfrm xmlns:a="http://schemas.openxmlformats.org/drawingml/2006/main">
            <a:off x="11268075"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BBF27D9B-D052-4031-BAB2-B8D5488652DF}"/>
              </a:ext>
            </a:extLst>
          </p:cNvPr>
          <p:cNvSpPr>
            <a:spLocks xmlns:a="http://schemas.openxmlformats.org/drawingml/2006/main" noGrp="1"/>
          </p:cNvSpPr>
          <p:nvPr/>
        </p:nvSpPr>
        <p:spPr>
          <a:xfrm xmlns:a="http://schemas.openxmlformats.org/drawingml/2006/main">
            <a:off x="9658350" y="1409700"/>
            <a:ext cx="1905000" cy="24003"/>
          </a:xfrm>
          <a:prstGeom xmlns:a="http://schemas.openxmlformats.org/drawingml/2006/main" prst="rect">
            <a:avLst/>
          </a:prstGeom>
          <a:gradFill xmlns:a="http://schemas.openxmlformats.org/drawingml/2006/main">
            <a:gsLst>
              <a:gs pos="0">
                <a:srgbClr val="F5C33B">
                  <a:alpha val="0"/>
                </a:srgbClr>
              </a:gs>
              <a:gs pos="45000">
                <a:srgbClr val="F5C33B"/>
              </a:gs>
              <a:gs pos="100000">
                <a:srgbClr val="F5C33B">
                  <a:alpha val="0"/>
                </a:srgbClr>
              </a:gs>
            </a:gsLst>
            <a:lin ang="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97BE6656-A61F-43C4-9AE8-B878F739272D}"/>
              </a:ext>
            </a:extLst>
          </p:cNvPr>
          <p:cNvSpPr>
            <a:spLocks xmlns:a="http://schemas.openxmlformats.org/drawingml/2006/main" noGrp="1"/>
          </p:cNvSpPr>
          <p:nvPr/>
        </p:nvSpPr>
        <p:spPr>
          <a:xfrm xmlns:a="http://schemas.openxmlformats.org/drawingml/2006/main">
            <a:off x="11582400" y="1333500"/>
            <a:ext cx="190500" cy="190500"/>
          </a:xfrm>
          <a:prstGeom xmlns:a="http://schemas.openxmlformats.org/drawingml/2006/main" prst="chevron">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25BDD678-E973-49EA-B5D8-9357607D9C23}"/>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C46F9DCA-73EA-4D9F-9311-C968FEB8B990}"/>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B988598A-82C9-451D-AF96-FF8EFE5B312A}"/>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E7156A55-A2CF-48CE-AE6D-2FD4B63C3441}"/>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25A9F0DB-E5A5-49F4-8EB8-7BEB8178DB8A}"/>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16B88BD4-A9DA-4065-BA17-015351512366}"/>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DE4A17BF-A0E8-4D0A-BB27-6FD092B8B058}"/>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AC6C771F-6543-4577-ADF8-5CCAF228469B}"/>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6CDCE181-321D-4966-9BD9-DA6A89E39DEF}"/>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FFFC1D7B-7C98-4B00-85A8-5EFCB7EF62BD}"/>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B5A5F59F-9919-43C9-AADF-8A1D50F7B12C}"/>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2367D3C2-7A1C-4248-B474-3AECA376BAC2}"/>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D52AB752-6880-4C72-88E9-5D776F11E62E}"/>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62" name="">
            <a:extLst xmlns:a="http://schemas.openxmlformats.org/drawingml/2006/main">
              <a:ext uri="{FF2B5EF4-FFF2-40B4-BE49-F238E27FC236}">
                <a16:creationId xmlns:a16="http://schemas.microsoft.com/office/drawing/2014/main" id="{EF6D8E95-1DAF-420F-8072-0E832600B3BA}"/>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63" name="">
            <a:extLst xmlns:a="http://schemas.openxmlformats.org/drawingml/2006/main">
              <a:ext uri="{FF2B5EF4-FFF2-40B4-BE49-F238E27FC236}">
                <a16:creationId xmlns:a16="http://schemas.microsoft.com/office/drawing/2014/main" id="{AA96BBEF-5566-415A-B0FF-F16D5CECCD51}"/>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83CE3752-E27A-4127-AAE5-80EBF6D7FCAA}"/>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75540A3A-4D9A-47C5-BBA0-00A257EBF48F}"/>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7A86BA0F-354A-460F-A4D5-193BA7A1535B}"/>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F740F9B6-A61A-4E8B-A5F9-E1EA77D7253F}"/>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FA05191B-5C4D-4619-99F3-CD1235F98449}"/>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7E4A05E1-E872-4813-A84C-85823C23B40A}"/>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2B577AFD-9D7C-4D6F-9F50-6C024C423E33}"/>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F075320E-86A4-42C3-8D7F-F6565232722D}"/>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953F65F6-3D8A-4656-BAFB-A7DDC435C3F6}"/>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40D842FC-8886-4852-94B0-CCECC6275420}"/>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238BDEC3-A69C-4064-AD47-D18C668EC5C7}"/>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63603E24-FF34-4CC6-B04E-E7A718DED335}"/>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27A8D16F-F913-4441-A08B-ED1312FB8A21}"/>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F3010928-175C-4BCD-BB3B-31B3A850F53C}"/>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02C85854-6BB4-4F02-8B32-821C652D3BC4}"/>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5F034916-43F1-4A9B-96A8-5770C800613E}"/>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F86C0E79-62C0-43C0-A615-BBF6D3BFEAC5}"/>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F5C33B"/>
              </a:gs>
              <a:gs pos="100000">
                <a:srgbClr val="F5C33B">
                  <a:alpha val="0"/>
                </a:srgbClr>
              </a:gs>
            </a:gsLst>
            <a:lin ang="5400000"/>
          </a:gra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DD960087-23AA-45BF-9A29-FC9C163A517F}"/>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F5C33B">
                  <a:alpha val="45000"/>
                </a:srgbClr>
              </a:gs>
              <a:gs pos="100000">
                <a:srgbClr val="F5C33B">
                  <a:alpha val="0"/>
                </a:srgbClr>
              </a:gs>
            </a:gsLst>
            <a:lin ang="0"/>
          </a:gra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C124EF35-04C1-4809-866D-BF38EEE0B919}"/>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83" name="">
            <a:extLst xmlns:a="http://schemas.openxmlformats.org/drawingml/2006/main">
              <a:ext uri="{FF2B5EF4-FFF2-40B4-BE49-F238E27FC236}">
                <a16:creationId xmlns:a16="http://schemas.microsoft.com/office/drawing/2014/main" id="{6DB0064B-7D8F-42C1-B668-FFC2E8F73CFF}"/>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CB5AEE20-98FF-43D7-9E41-13D3B5958DBC}"/>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16725E19-61C2-4FC7-BCD2-98A118C28918}"/>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F5C33B">
                  <a:alpha val="26000"/>
                </a:srgbClr>
              </a:gs>
              <a:gs pos="45000">
                <a:srgbClr val="F5C33B">
                  <a:alpha val="10000"/>
                </a:srgbClr>
              </a:gs>
              <a:gs pos="100000">
                <a:srgbClr val="F5C33B">
                  <a:alpha val="0"/>
                </a:srgbClr>
              </a:gs>
            </a:gsLst>
            <a:path path="shape"/>
          </a:gra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9EF3A013-FB93-4EF1-995F-7D230AE6E01A}"/>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F5C33B"/>
              </a:gs>
              <a:gs pos="100000">
                <a:srgbClr val="7B621E"/>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03</a:t>
            </a:r>
          </a:p>
        </p:txBody>
      </p:sp>
      <p:sp>
        <p:nvSpPr>
          <p:cNvPr id="87" name="">
            <a:extLst xmlns:a="http://schemas.openxmlformats.org/drawingml/2006/main">
              <a:ext uri="{FF2B5EF4-FFF2-40B4-BE49-F238E27FC236}">
                <a16:creationId xmlns:a16="http://schemas.microsoft.com/office/drawing/2014/main" id="{730EF53F-AE13-4E73-BBA9-F8D1532EF90C}"/>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核心算法</a:t>
            </a:r>
          </a:p>
        </p:txBody>
      </p:sp>
      <p:sp>
        <p:nvSpPr>
          <p:cNvPr id="88" name="">
            <a:extLst xmlns:a="http://schemas.openxmlformats.org/drawingml/2006/main">
              <a:ext uri="{FF2B5EF4-FFF2-40B4-BE49-F238E27FC236}">
                <a16:creationId xmlns:a16="http://schemas.microsoft.com/office/drawing/2014/main" id="{A5B1FD54-E535-400D-B5DF-710BA5E3489F}"/>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F5C33B"/>
              </a:gs>
              <a:gs pos="100000">
                <a:srgbClr val="F5C33B">
                  <a:alpha val="20000"/>
                </a:srgbClr>
              </a:gs>
            </a:gsLst>
            <a:lin ang="540000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19E32B74-6EE6-4931-AFDE-A384FB3D546D}"/>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算法二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气体检测报告双组匹配与引用事实</a:t>
            </a:r>
          </a:p>
        </p:txBody>
      </p:sp>
      <p:sp>
        <p:nvSpPr>
          <p:cNvPr id="90" name="">
            <a:extLst xmlns:a="http://schemas.openxmlformats.org/drawingml/2006/main">
              <a:ext uri="{FF2B5EF4-FFF2-40B4-BE49-F238E27FC236}">
                <a16:creationId xmlns:a16="http://schemas.microsoft.com/office/drawing/2014/main" id="{7F1987C4-416A-4186-92B5-6FA3F156F182}"/>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01CC67B5-F436-4D4A-A813-367EE3236228}"/>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158EC9DC-4F4C-4E58-BAE5-0EC4AC6C702F}"/>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AE9D0AF4-A2BD-4815-8511-077B6BD6D98A}"/>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C06ACD07-082F-4727-9A83-E98BEB84FCE3}"/>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95" name="">
            <a:extLst xmlns:a="http://schemas.openxmlformats.org/drawingml/2006/main">
              <a:ext uri="{FF2B5EF4-FFF2-40B4-BE49-F238E27FC236}">
                <a16:creationId xmlns:a16="http://schemas.microsoft.com/office/drawing/2014/main" id="{75ED7367-8377-4A5C-8182-30D19D561347}"/>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96" name="">
            <a:extLst xmlns:a="http://schemas.openxmlformats.org/drawingml/2006/main">
              <a:ext uri="{FF2B5EF4-FFF2-40B4-BE49-F238E27FC236}">
                <a16:creationId xmlns:a16="http://schemas.microsoft.com/office/drawing/2014/main" id="{D57B14D6-0200-4F6B-B345-F849DC3C9FA1}"/>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B3A648AD-B880-476E-8D1D-813D4F9E5503}"/>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98" name="">
            <a:extLst xmlns:a="http://schemas.openxmlformats.org/drawingml/2006/main">
              <a:ext uri="{FF2B5EF4-FFF2-40B4-BE49-F238E27FC236}">
                <a16:creationId xmlns:a16="http://schemas.microsoft.com/office/drawing/2014/main" id="{35DDD5F3-C0D5-4D45-9F1F-396BF3EDC46C}"/>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0984B90F-4D57-42BC-8556-BD2F1A078456}"/>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0" name="">
            <a:extLst xmlns:a="http://schemas.openxmlformats.org/drawingml/2006/main">
              <a:ext uri="{FF2B5EF4-FFF2-40B4-BE49-F238E27FC236}">
                <a16:creationId xmlns:a16="http://schemas.microsoft.com/office/drawing/2014/main" id="{DDFFE6ED-2AC9-4B8F-AB36-D5D3C8285A62}"/>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480AEB59-8B97-4BFB-A641-0A4F09246EFF}"/>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9E44C587-944C-4937-AC36-255CBCA01B93}"/>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BE06D2E0-CC5A-472F-BD35-BECB0FA66787}"/>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DBC04471-729D-4B19-BBD6-51DB3880DEA2}"/>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用「双组匹配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引用事实」把规则条数从「气体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档位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现象」压到 </a:t>
            </a:r>
            <a:r>
              <a:rPr sz="1238">
                <a:solidFill>
                  <a:srgbClr val="FFFFFF"/>
                </a:solidFill>
                <a:latin typeface="微软雅黑"/>
                <a:ea typeface="微软雅黑"/>
                <a:cs typeface="微软雅黑"/>
              </a:rPr>
              <a:t>12 </a:t>
            </a:r>
            <a:r>
              <a:rPr sz="1238">
                <a:solidFill>
                  <a:srgbClr val="FFFFFF"/>
                </a:solidFill>
                <a:latin typeface="微软雅黑"/>
                <a:ea typeface="微软雅黑"/>
                <a:cs typeface="微软雅黑"/>
              </a:rPr>
              <a:t>条，且两组互不阻断。</a:t>
            </a:r>
          </a:p>
        </p:txBody>
      </p:sp>
      <p:sp>
        <p:nvSpPr>
          <p:cNvPr id="105" name="">
            <a:extLst xmlns:a="http://schemas.openxmlformats.org/drawingml/2006/main">
              <a:ext uri="{FF2B5EF4-FFF2-40B4-BE49-F238E27FC236}">
                <a16:creationId xmlns:a16="http://schemas.microsoft.com/office/drawing/2014/main" id="{D9ED44A4-1E93-47E2-81E5-121AD5E45AE3}"/>
              </a:ext>
            </a:extLst>
          </p:cNvPr>
          <p:cNvSpPr>
            <a:spLocks xmlns:a="http://schemas.openxmlformats.org/drawingml/2006/main" noGrp="1"/>
          </p:cNvSpPr>
          <p:nvPr/>
        </p:nvSpPr>
        <p:spPr>
          <a:xfrm xmlns:a="http://schemas.openxmlformats.org/drawingml/2006/main">
            <a:off x="285750" y="1333500"/>
            <a:ext cx="3771900" cy="2381250"/>
          </a:xfrm>
          <a:prstGeom xmlns:a="http://schemas.openxmlformats.org/drawingml/2006/main" prst="roundRect">
            <a:avLst>
              <a:gd name="adj" fmla="val 360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106" name="">
            <a:extLst xmlns:a="http://schemas.openxmlformats.org/drawingml/2006/main">
              <a:ext uri="{FF2B5EF4-FFF2-40B4-BE49-F238E27FC236}">
                <a16:creationId xmlns:a16="http://schemas.microsoft.com/office/drawing/2014/main" id="{84E0A040-B97D-46F1-AAFB-13611ACC7418}"/>
              </a:ext>
            </a:extLst>
          </p:cNvPr>
          <p:cNvSpPr>
            <a:spLocks xmlns:a="http://schemas.openxmlformats.org/drawingml/2006/main" noGrp="1"/>
          </p:cNvSpPr>
          <p:nvPr/>
        </p:nvSpPr>
        <p:spPr>
          <a:xfrm xmlns:a="http://schemas.openxmlformats.org/drawingml/2006/main">
            <a:off x="457200" y="14478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输入：一份真实填报的报告</a:t>
            </a:r>
          </a:p>
        </p:txBody>
      </p:sp>
      <p:sp>
        <p:nvSpPr>
          <p:cNvPr id="107" name="">
            <a:extLst xmlns:a="http://schemas.openxmlformats.org/drawingml/2006/main">
              <a:ext uri="{FF2B5EF4-FFF2-40B4-BE49-F238E27FC236}">
                <a16:creationId xmlns:a16="http://schemas.microsoft.com/office/drawing/2014/main" id="{E42531BD-E0B7-46F2-8505-C3EFE5DFD911}"/>
              </a:ext>
            </a:extLst>
          </p:cNvPr>
          <p:cNvSpPr>
            <a:spLocks xmlns:a="http://schemas.openxmlformats.org/drawingml/2006/main" noGrp="1"/>
          </p:cNvSpPr>
          <p:nvPr/>
        </p:nvSpPr>
        <p:spPr>
          <a:xfrm xmlns:a="http://schemas.openxmlformats.org/drawingml/2006/main">
            <a:off x="457200" y="1733550"/>
            <a:ext cx="3448050" cy="1866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报告编号　</a:t>
            </a:r>
            <a:r>
              <a:rPr sz="938">
                <a:solidFill>
                  <a:srgbClr val="D6E6F7"/>
                </a:solidFill>
                <a:latin typeface="微软雅黑"/>
                <a:ea typeface="微软雅黑"/>
                <a:cs typeface="微软雅黑"/>
              </a:rPr>
              <a:t>RPT-20260919-0003</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检测地点　</a:t>
            </a:r>
            <a:r>
              <a:rPr sz="938">
                <a:solidFill>
                  <a:srgbClr val="D6E6F7"/>
                </a:solidFill>
                <a:latin typeface="微软雅黑"/>
                <a:ea typeface="微软雅黑"/>
                <a:cs typeface="微软雅黑"/>
              </a:rPr>
              <a:t>110kV </a:t>
            </a:r>
            <a:r>
              <a:rPr sz="938">
                <a:solidFill>
                  <a:srgbClr val="D6E6F7"/>
                </a:solidFill>
                <a:latin typeface="微软雅黑"/>
                <a:ea typeface="微软雅黑"/>
                <a:cs typeface="微软雅黑"/>
              </a:rPr>
              <a:t>城北变电所电缆沟 </a:t>
            </a:r>
            <a:r>
              <a:rPr sz="938">
                <a:solidFill>
                  <a:srgbClr val="D6E6F7"/>
                </a:solidFill>
                <a:latin typeface="微软雅黑"/>
                <a:ea typeface="微软雅黑"/>
                <a:cs typeface="微软雅黑"/>
              </a:rPr>
              <a:t>A </a:t>
            </a:r>
            <a:r>
              <a:rPr sz="938">
                <a:solidFill>
                  <a:srgbClr val="D6E6F7"/>
                </a:solidFill>
                <a:latin typeface="微软雅黑"/>
                <a:ea typeface="微软雅黑"/>
                <a:cs typeface="微软雅黑"/>
              </a:rPr>
              <a:t>段 </a:t>
            </a:r>
            <a:r>
              <a:rPr sz="938">
                <a:solidFill>
                  <a:srgbClr val="D6E6F7"/>
                </a:solidFill>
                <a:latin typeface="微软雅黑"/>
                <a:ea typeface="微软雅黑"/>
                <a:cs typeface="微软雅黑"/>
              </a:rPr>
              <a:t>#1 </a:t>
            </a:r>
            <a:r>
              <a:rPr sz="938">
                <a:solidFill>
                  <a:srgbClr val="D6E6F7"/>
                </a:solidFill>
                <a:latin typeface="微软雅黑"/>
                <a:ea typeface="微软雅黑"/>
                <a:cs typeface="微软雅黑"/>
              </a:rPr>
              <a:t>检查井</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气体类型　</a:t>
            </a:r>
            <a:r>
              <a:rPr sz="938">
                <a:solidFill>
                  <a:srgbClr val="D6E6F7"/>
                </a:solidFill>
                <a:latin typeface="微软雅黑"/>
                <a:ea typeface="微软雅黑"/>
                <a:cs typeface="微软雅黑"/>
              </a:rPr>
              <a:t>氧气 </a:t>
            </a:r>
            <a:r>
              <a:rPr sz="938">
                <a:solidFill>
                  <a:srgbClr val="D6E6F7"/>
                </a:solidFill>
                <a:latin typeface="微软雅黑"/>
                <a:ea typeface="微软雅黑"/>
                <a:cs typeface="微软雅黑"/>
              </a:rPr>
              <a:t>O2</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检测值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阈值　</a:t>
            </a:r>
            <a:r>
              <a:rPr sz="938" b="1">
                <a:solidFill>
                  <a:srgbClr val="D6E6F7"/>
                </a:solidFill>
                <a:latin typeface="微软雅黑"/>
                <a:ea typeface="微软雅黑"/>
                <a:cs typeface="微软雅黑"/>
              </a:rPr>
              <a:t>18.2 %VOL / 19.5 %VOL</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异常现象　</a:t>
            </a:r>
            <a:r>
              <a:rPr sz="938">
                <a:solidFill>
                  <a:srgbClr val="D6E6F7"/>
                </a:solidFill>
                <a:latin typeface="微软雅黑"/>
                <a:ea typeface="微软雅黑"/>
                <a:cs typeface="微软雅黑"/>
              </a:rPr>
              <a:t>作业人员出现头晕、胸闷不适，已撤出并通风</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SOP </a:t>
            </a:r>
            <a:r>
              <a:rPr sz="938">
                <a:solidFill>
                  <a:srgbClr val="D6E6F7"/>
                </a:solidFill>
                <a:latin typeface="微软雅黑"/>
                <a:ea typeface="微软雅黑"/>
                <a:cs typeface="微软雅黑"/>
              </a:rPr>
              <a:t>执行　</a:t>
            </a:r>
            <a:r>
              <a:rPr sz="938" b="1">
                <a:solidFill>
                  <a:srgbClr val="D6E6F7"/>
                </a:solidFill>
                <a:latin typeface="微软雅黑"/>
                <a:ea typeface="微软雅黑"/>
                <a:cs typeface="微软雅黑"/>
              </a:rPr>
              <a:t>未按 </a:t>
            </a:r>
            <a:r>
              <a:rPr sz="938" b="1">
                <a:solidFill>
                  <a:srgbClr val="D6E6F7"/>
                </a:solidFill>
                <a:latin typeface="微软雅黑"/>
                <a:ea typeface="微软雅黑"/>
                <a:cs typeface="微软雅黑"/>
              </a:rPr>
              <a:t>SOP </a:t>
            </a:r>
            <a:r>
              <a:rPr sz="938" b="1">
                <a:solidFill>
                  <a:srgbClr val="D6E6F7"/>
                </a:solidFill>
                <a:latin typeface="微软雅黑"/>
                <a:ea typeface="微软雅黑"/>
                <a:cs typeface="微软雅黑"/>
              </a:rPr>
              <a:t>执行</a:t>
            </a:r>
          </a:p>
        </p:txBody>
      </p:sp>
      <p:sp>
        <p:nvSpPr>
          <p:cNvPr id="108" name="">
            <a:extLst xmlns:a="http://schemas.openxmlformats.org/drawingml/2006/main">
              <a:ext uri="{FF2B5EF4-FFF2-40B4-BE49-F238E27FC236}">
                <a16:creationId xmlns:a16="http://schemas.microsoft.com/office/drawing/2014/main" id="{C96245F5-F5E1-458F-A57F-DD028413C122}"/>
              </a:ext>
            </a:extLst>
          </p:cNvPr>
          <p:cNvSpPr>
            <a:spLocks xmlns:a="http://schemas.openxmlformats.org/drawingml/2006/main" noGrp="1"/>
          </p:cNvSpPr>
          <p:nvPr/>
        </p:nvSpPr>
        <p:spPr>
          <a:xfrm xmlns:a="http://schemas.openxmlformats.org/drawingml/2006/main">
            <a:off x="285750" y="3848100"/>
            <a:ext cx="3771900" cy="2400300"/>
          </a:xfrm>
          <a:prstGeom xmlns:a="http://schemas.openxmlformats.org/drawingml/2006/main" prst="roundRect">
            <a:avLst>
              <a:gd name="adj" fmla="val 3571"/>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9" name="">
            <a:extLst xmlns:a="http://schemas.openxmlformats.org/drawingml/2006/main">
              <a:ext uri="{FF2B5EF4-FFF2-40B4-BE49-F238E27FC236}">
                <a16:creationId xmlns:a16="http://schemas.microsoft.com/office/drawing/2014/main" id="{F072A23C-F21D-41BB-83E0-514CE93391A6}"/>
              </a:ext>
            </a:extLst>
          </p:cNvPr>
          <p:cNvSpPr>
            <a:spLocks xmlns:a="http://schemas.openxmlformats.org/drawingml/2006/main" noGrp="1"/>
          </p:cNvSpPr>
          <p:nvPr/>
        </p:nvSpPr>
        <p:spPr>
          <a:xfrm xmlns:a="http://schemas.openxmlformats.org/drawingml/2006/main">
            <a:off x="457200" y="39624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设计要点：为什么只写一条</a:t>
            </a:r>
          </a:p>
        </p:txBody>
      </p:sp>
      <p:sp>
        <p:nvSpPr>
          <p:cNvPr id="110" name="">
            <a:extLst xmlns:a="http://schemas.openxmlformats.org/drawingml/2006/main">
              <a:ext uri="{FF2B5EF4-FFF2-40B4-BE49-F238E27FC236}">
                <a16:creationId xmlns:a16="http://schemas.microsoft.com/office/drawing/2014/main" id="{540FE5F0-CD1D-4D2F-B085-2C74F8D6AE2E}"/>
              </a:ext>
            </a:extLst>
          </p:cNvPr>
          <p:cNvSpPr>
            <a:spLocks xmlns:a="http://schemas.openxmlformats.org/drawingml/2006/main" noGrp="1"/>
          </p:cNvSpPr>
          <p:nvPr/>
        </p:nvSpPr>
        <p:spPr>
          <a:xfrm xmlns:a="http://schemas.openxmlformats.org/drawingml/2006/main">
            <a:off x="457200" y="4248150"/>
            <a:ext cx="3448050" cy="1905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问题　</a:t>
            </a:r>
            <a:r>
              <a:rPr sz="938">
                <a:solidFill>
                  <a:srgbClr val="D6E6F7"/>
                </a:solidFill>
                <a:latin typeface="微软雅黑"/>
                <a:ea typeface="微软雅黑"/>
                <a:cs typeface="微软雅黑"/>
              </a:rPr>
              <a:t>每种气体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每个档位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每条现象都写规则，规则库会迅速膨胀。</a:t>
            </a:r>
          </a:p>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做法一　</a:t>
            </a:r>
            <a:r>
              <a:rPr sz="938">
                <a:solidFill>
                  <a:srgbClr val="D6E6F7"/>
                </a:solidFill>
                <a:latin typeface="微软雅黑"/>
                <a:ea typeface="微软雅黑"/>
                <a:cs typeface="微软雅黑"/>
              </a:rPr>
              <a:t>VALUE </a:t>
            </a:r>
            <a:r>
              <a:rPr sz="938">
                <a:solidFill>
                  <a:srgbClr val="D6E6F7"/>
                </a:solidFill>
                <a:latin typeface="微软雅黑"/>
                <a:ea typeface="微软雅黑"/>
                <a:cs typeface="微软雅黑"/>
              </a:rPr>
              <a:t>组只判「超没超、余量多少」，一套规则服务全部 </a:t>
            </a:r>
            <a:r>
              <a:rPr sz="938">
                <a:solidFill>
                  <a:srgbClr val="D6E6F7"/>
                </a:solidFill>
                <a:latin typeface="微软雅黑"/>
                <a:ea typeface="微软雅黑"/>
                <a:cs typeface="微软雅黑"/>
              </a:rPr>
              <a:t>5 </a:t>
            </a:r>
            <a:r>
              <a:rPr sz="938">
                <a:solidFill>
                  <a:srgbClr val="D6E6F7"/>
                </a:solidFill>
                <a:latin typeface="微软雅黑"/>
                <a:ea typeface="微软雅黑"/>
                <a:cs typeface="微软雅黑"/>
              </a:rPr>
              <a:t>类气体。</a:t>
            </a:r>
          </a:p>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做法二　</a:t>
            </a:r>
            <a:r>
              <a:rPr sz="938">
                <a:solidFill>
                  <a:srgbClr val="D6E6F7"/>
                </a:solidFill>
                <a:latin typeface="微软雅黑"/>
                <a:ea typeface="微软雅黑"/>
                <a:cs typeface="微软雅黑"/>
              </a:rPr>
              <a:t>KEYWORD </a:t>
            </a:r>
            <a:r>
              <a:rPr sz="938">
                <a:solidFill>
                  <a:srgbClr val="D6E6F7"/>
                </a:solidFill>
                <a:latin typeface="微软雅黑"/>
                <a:ea typeface="微软雅黑"/>
                <a:cs typeface="微软雅黑"/>
              </a:rPr>
              <a:t>组只判现象文本，</a:t>
            </a:r>
            <a:r>
              <a:rPr sz="938">
                <a:solidFill>
                  <a:srgbClr val="D6E6F7"/>
                </a:solidFill>
                <a:latin typeface="微软雅黑"/>
                <a:ea typeface="微软雅黑"/>
                <a:cs typeface="微软雅黑"/>
              </a:rPr>
              <a:t>7 </a:t>
            </a:r>
            <a:r>
              <a:rPr sz="938">
                <a:solidFill>
                  <a:srgbClr val="D6E6F7"/>
                </a:solidFill>
                <a:latin typeface="微软雅黑"/>
                <a:ea typeface="微软雅黑"/>
                <a:cs typeface="微软雅黑"/>
              </a:rPr>
              <a:t>条规则覆盖 </a:t>
            </a:r>
            <a:r>
              <a:rPr sz="938">
                <a:solidFill>
                  <a:srgbClr val="D6E6F7"/>
                </a:solidFill>
                <a:latin typeface="微软雅黑"/>
                <a:ea typeface="微软雅黑"/>
                <a:cs typeface="微软雅黑"/>
              </a:rPr>
              <a:t>7 </a:t>
            </a:r>
            <a:r>
              <a:rPr sz="938">
                <a:solidFill>
                  <a:srgbClr val="D6E6F7"/>
                </a:solidFill>
                <a:latin typeface="微软雅黑"/>
                <a:ea typeface="微软雅黑"/>
                <a:cs typeface="微软雅黑"/>
              </a:rPr>
              <a:t>类典型缺陷。</a:t>
            </a:r>
          </a:p>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做法三　</a:t>
            </a:r>
            <a:r>
              <a:rPr sz="938">
                <a:solidFill>
                  <a:srgbClr val="D6E6F7"/>
                </a:solidFill>
                <a:latin typeface="微软雅黑"/>
                <a:ea typeface="微软雅黑"/>
                <a:cs typeface="微软雅黑"/>
              </a:rPr>
              <a:t>action_json </a:t>
            </a:r>
            <a:r>
              <a:rPr sz="938">
                <a:solidFill>
                  <a:srgbClr val="D6E6F7"/>
                </a:solidFill>
                <a:latin typeface="微软雅黑"/>
                <a:ea typeface="微软雅黑"/>
                <a:cs typeface="微软雅黑"/>
              </a:rPr>
              <a:t>用 </a:t>
            </a:r>
            <a:r>
              <a:rPr sz="938">
                <a:solidFill>
                  <a:srgbClr val="D6E6F7"/>
                </a:solidFill>
                <a:latin typeface="微软雅黑"/>
                <a:ea typeface="微软雅黑"/>
                <a:cs typeface="微软雅黑"/>
              </a:rPr>
              <a:t>*_from </a:t>
            </a:r>
            <a:r>
              <a:rPr sz="938">
                <a:solidFill>
                  <a:srgbClr val="D6E6F7"/>
                </a:solidFill>
                <a:latin typeface="微软雅黑"/>
                <a:ea typeface="微软雅黑"/>
                <a:cs typeface="微软雅黑"/>
              </a:rPr>
              <a:t>引用事实（如 </a:t>
            </a:r>
            <a:r>
              <a:rPr sz="938">
                <a:solidFill>
                  <a:srgbClr val="D6E6F7"/>
                </a:solidFill>
                <a:latin typeface="微软雅黑"/>
                <a:ea typeface="微软雅黑"/>
                <a:cs typeface="微软雅黑"/>
              </a:rPr>
              <a:t>cause_from=gas_attribution</a:t>
            </a:r>
            <a:r>
              <a:rPr sz="938">
                <a:solidFill>
                  <a:srgbClr val="D6E6F7"/>
                </a:solidFill>
                <a:latin typeface="微软雅黑"/>
                <a:ea typeface="微软雅黑"/>
                <a:cs typeface="微软雅黑"/>
              </a:rPr>
              <a:t>），输出时替换为当前值。</a:t>
            </a:r>
          </a:p>
        </p:txBody>
      </p:sp>
      <p:sp>
        <p:nvSpPr>
          <p:cNvPr id="111" name="">
            <a:extLst xmlns:a="http://schemas.openxmlformats.org/drawingml/2006/main">
              <a:ext uri="{FF2B5EF4-FFF2-40B4-BE49-F238E27FC236}">
                <a16:creationId xmlns:a16="http://schemas.microsoft.com/office/drawing/2014/main" id="{5DDCAF7A-CCD6-40CF-B132-EDF836135247}"/>
              </a:ext>
            </a:extLst>
          </p:cNvPr>
          <p:cNvSpPr>
            <a:spLocks xmlns:a="http://schemas.openxmlformats.org/drawingml/2006/main" noGrp="1"/>
          </p:cNvSpPr>
          <p:nvPr/>
        </p:nvSpPr>
        <p:spPr>
          <a:xfrm xmlns:a="http://schemas.openxmlformats.org/drawingml/2006/main">
            <a:off x="4286250" y="1333500"/>
            <a:ext cx="3810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双组匹配结果</a:t>
            </a:r>
          </a:p>
        </p:txBody>
      </p:sp>
      <p:sp>
        <p:nvSpPr>
          <p:cNvPr id="112" name="">
            <a:extLst xmlns:a="http://schemas.openxmlformats.org/drawingml/2006/main">
              <a:ext uri="{FF2B5EF4-FFF2-40B4-BE49-F238E27FC236}">
                <a16:creationId xmlns:a16="http://schemas.microsoft.com/office/drawing/2014/main" id="{9107E235-9956-46B5-B97A-C4239AE532F5}"/>
              </a:ext>
            </a:extLst>
          </p:cNvPr>
          <p:cNvSpPr>
            <a:spLocks xmlns:a="http://schemas.openxmlformats.org/drawingml/2006/main" noGrp="1"/>
          </p:cNvSpPr>
          <p:nvPr/>
        </p:nvSpPr>
        <p:spPr>
          <a:xfrm xmlns:a="http://schemas.openxmlformats.org/drawingml/2006/main">
            <a:off x="4286250" y="1619250"/>
            <a:ext cx="3676650" cy="1485900"/>
          </a:xfrm>
          <a:prstGeom xmlns:a="http://schemas.openxmlformats.org/drawingml/2006/main" prst="roundRect">
            <a:avLst>
              <a:gd name="adj" fmla="val 5769"/>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2E86E8"/>
            </a:solidFill>
            <a:prstDash val="solid"/>
          </a:ln>
        </p:spPr>
      </p:sp>
      <p:sp>
        <p:nvSpPr>
          <p:cNvPr id="113" name="">
            <a:extLst xmlns:a="http://schemas.openxmlformats.org/drawingml/2006/main">
              <a:ext uri="{FF2B5EF4-FFF2-40B4-BE49-F238E27FC236}">
                <a16:creationId xmlns:a16="http://schemas.microsoft.com/office/drawing/2014/main" id="{3A790B02-A03F-4AD8-A2F0-FFB85DD7B34E}"/>
              </a:ext>
            </a:extLst>
          </p:cNvPr>
          <p:cNvSpPr>
            <a:spLocks xmlns:a="http://schemas.openxmlformats.org/drawingml/2006/main" noGrp="1"/>
          </p:cNvSpPr>
          <p:nvPr/>
        </p:nvSpPr>
        <p:spPr>
          <a:xfrm xmlns:a="http://schemas.openxmlformats.org/drawingml/2006/main">
            <a:off x="4286250" y="1619250"/>
            <a:ext cx="3676650" cy="381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114" name="">
            <a:extLst xmlns:a="http://schemas.openxmlformats.org/drawingml/2006/main">
              <a:ext uri="{FF2B5EF4-FFF2-40B4-BE49-F238E27FC236}">
                <a16:creationId xmlns:a16="http://schemas.microsoft.com/office/drawing/2014/main" id="{B97A1EE8-54F8-4D27-8BDF-0C8E816C53D5}"/>
              </a:ext>
            </a:extLst>
          </p:cNvPr>
          <p:cNvSpPr>
            <a:spLocks xmlns:a="http://schemas.openxmlformats.org/drawingml/2006/main" noGrp="1"/>
          </p:cNvSpPr>
          <p:nvPr/>
        </p:nvSpPr>
        <p:spPr>
          <a:xfrm xmlns:a="http://schemas.openxmlformats.org/drawingml/2006/main">
            <a:off x="4438650" y="17526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2E86E8"/>
                </a:solidFill>
                <a:latin typeface="微软雅黑"/>
                <a:ea typeface="微软雅黑"/>
                <a:cs typeface="微软雅黑"/>
              </a:defRPr>
            </a:pPr>
            <a:r>
              <a:rPr sz="1050" b="1">
                <a:solidFill>
                  <a:srgbClr val="2E86E8"/>
                </a:solidFill>
                <a:latin typeface="微软雅黑"/>
                <a:ea typeface="微软雅黑"/>
                <a:cs typeface="微软雅黑"/>
              </a:rPr>
              <a:t>VALUE </a:t>
            </a:r>
            <a:r>
              <a:rPr sz="1050" b="1">
                <a:solidFill>
                  <a:srgbClr val="2E86E8"/>
                </a:solidFill>
                <a:latin typeface="微软雅黑"/>
                <a:ea typeface="微软雅黑"/>
                <a:cs typeface="微软雅黑"/>
              </a:rPr>
              <a:t>组 </a:t>
            </a:r>
            <a:r>
              <a:rPr sz="1050" b="1">
                <a:solidFill>
                  <a:srgbClr val="2E86E8"/>
                </a:solidFill>
                <a:latin typeface="微软雅黑"/>
                <a:ea typeface="微软雅黑"/>
                <a:cs typeface="微软雅黑"/>
              </a:rPr>
              <a:t>· </a:t>
            </a:r>
            <a:r>
              <a:rPr sz="1050" b="1">
                <a:solidFill>
                  <a:srgbClr val="2E86E8"/>
                </a:solidFill>
                <a:latin typeface="微软雅黑"/>
                <a:ea typeface="微软雅黑"/>
                <a:cs typeface="微软雅黑"/>
              </a:rPr>
              <a:t>定档</a:t>
            </a:r>
          </a:p>
        </p:txBody>
      </p:sp>
      <p:sp>
        <p:nvSpPr>
          <p:cNvPr id="115" name="">
            <a:extLst xmlns:a="http://schemas.openxmlformats.org/drawingml/2006/main">
              <a:ext uri="{FF2B5EF4-FFF2-40B4-BE49-F238E27FC236}">
                <a16:creationId xmlns:a16="http://schemas.microsoft.com/office/drawing/2014/main" id="{4B929A37-BE8C-4748-8015-D78DCE3665A0}"/>
              </a:ext>
            </a:extLst>
          </p:cNvPr>
          <p:cNvSpPr>
            <a:spLocks xmlns:a="http://schemas.openxmlformats.org/drawingml/2006/main" noGrp="1"/>
          </p:cNvSpPr>
          <p:nvPr/>
        </p:nvSpPr>
        <p:spPr>
          <a:xfrm xmlns:a="http://schemas.openxmlformats.org/drawingml/2006/main">
            <a:off x="4438650" y="20193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命中规则</a:t>
            </a:r>
          </a:p>
        </p:txBody>
      </p:sp>
      <p:sp>
        <p:nvSpPr>
          <p:cNvPr id="116" name="">
            <a:extLst xmlns:a="http://schemas.openxmlformats.org/drawingml/2006/main">
              <a:ext uri="{FF2B5EF4-FFF2-40B4-BE49-F238E27FC236}">
                <a16:creationId xmlns:a16="http://schemas.microsoft.com/office/drawing/2014/main" id="{986841CD-B33C-4723-9A36-EDF45D6BD1BE}"/>
              </a:ext>
            </a:extLst>
          </p:cNvPr>
          <p:cNvSpPr>
            <a:spLocks xmlns:a="http://schemas.openxmlformats.org/drawingml/2006/main" noGrp="1"/>
          </p:cNvSpPr>
          <p:nvPr/>
        </p:nvSpPr>
        <p:spPr>
          <a:xfrm xmlns:a="http://schemas.openxmlformats.org/drawingml/2006/main">
            <a:off x="5124450" y="20193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Bahnschrift"/>
                <a:ea typeface="Bahnschrift"/>
                <a:cs typeface="Bahnschrift"/>
              </a:defRPr>
            </a:pPr>
            <a:r>
              <a:rPr sz="825" b="0">
                <a:solidFill>
                  <a:srgbClr val="FFFFFF"/>
                </a:solidFill>
                <a:latin typeface="Bahnschrift"/>
                <a:ea typeface="Bahnschrift"/>
                <a:cs typeface="Bahnschrift"/>
              </a:rPr>
              <a:t>REPORT_GAS_OVER_MARGIN_MID</a:t>
            </a:r>
            <a:r>
              <a:rPr sz="825" b="0">
                <a:solidFill>
                  <a:srgbClr val="FFFFFF"/>
                </a:solidFill>
                <a:latin typeface="Bahnschrift"/>
                <a:ea typeface="Bahnschrift"/>
                <a:cs typeface="Bahnschrift"/>
              </a:rPr>
              <a:t>（优先级 </a:t>
            </a:r>
            <a:r>
              <a:rPr sz="825" b="0">
                <a:solidFill>
                  <a:srgbClr val="FFFFFF"/>
                </a:solidFill>
                <a:latin typeface="Bahnschrift"/>
                <a:ea typeface="Bahnschrift"/>
                <a:cs typeface="Bahnschrift"/>
              </a:rPr>
              <a:t>140</a:t>
            </a:r>
            <a:r>
              <a:rPr sz="825" b="0">
                <a:solidFill>
                  <a:srgbClr val="FFFFFF"/>
                </a:solidFill>
                <a:latin typeface="Bahnschrift"/>
                <a:ea typeface="Bahnschrift"/>
                <a:cs typeface="Bahnschrift"/>
              </a:rPr>
              <a:t>）</a:t>
            </a:r>
          </a:p>
        </p:txBody>
      </p:sp>
      <p:sp>
        <p:nvSpPr>
          <p:cNvPr id="117" name="">
            <a:extLst xmlns:a="http://schemas.openxmlformats.org/drawingml/2006/main">
              <a:ext uri="{FF2B5EF4-FFF2-40B4-BE49-F238E27FC236}">
                <a16:creationId xmlns:a16="http://schemas.microsoft.com/office/drawing/2014/main" id="{1357C7D3-C607-43F5-A52F-10C1520E5A7A}"/>
              </a:ext>
            </a:extLst>
          </p:cNvPr>
          <p:cNvSpPr>
            <a:spLocks xmlns:a="http://schemas.openxmlformats.org/drawingml/2006/main" noGrp="1"/>
          </p:cNvSpPr>
          <p:nvPr/>
        </p:nvSpPr>
        <p:spPr>
          <a:xfrm xmlns:a="http://schemas.openxmlformats.org/drawingml/2006/main">
            <a:off x="4438650" y="23622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判定依据</a:t>
            </a:r>
          </a:p>
        </p:txBody>
      </p:sp>
      <p:sp>
        <p:nvSpPr>
          <p:cNvPr id="118" name="">
            <a:extLst xmlns:a="http://schemas.openxmlformats.org/drawingml/2006/main">
              <a:ext uri="{FF2B5EF4-FFF2-40B4-BE49-F238E27FC236}">
                <a16:creationId xmlns:a16="http://schemas.microsoft.com/office/drawing/2014/main" id="{820A4456-2254-40BD-B2BF-BAC822CDD418}"/>
              </a:ext>
            </a:extLst>
          </p:cNvPr>
          <p:cNvSpPr>
            <a:spLocks xmlns:a="http://schemas.openxmlformats.org/drawingml/2006/main" noGrp="1"/>
          </p:cNvSpPr>
          <p:nvPr/>
        </p:nvSpPr>
        <p:spPr>
          <a:xfrm xmlns:a="http://schemas.openxmlformats.org/drawingml/2006/main">
            <a:off x="5124450" y="23622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over_threshold = true → is_true</a:t>
            </a:r>
            <a:r>
              <a:rPr sz="825" b="0">
                <a:solidFill>
                  <a:srgbClr val="FFFFFF"/>
                </a:solidFill>
                <a:latin typeface="微软雅黑"/>
                <a:ea typeface="微软雅黑"/>
                <a:cs typeface="微软雅黑"/>
              </a:rPr>
              <a:t>；</a:t>
            </a:r>
            <a:r>
              <a:rPr sz="825" b="0">
                <a:solidFill>
                  <a:srgbClr val="FFFFFF"/>
                </a:solidFill>
                <a:latin typeface="微软雅黑"/>
                <a:ea typeface="微软雅黑"/>
                <a:cs typeface="微软雅黑"/>
              </a:rPr>
              <a:t>ratio = 0.0667 → gte 0.05</a:t>
            </a:r>
          </a:p>
        </p:txBody>
      </p:sp>
      <p:sp>
        <p:nvSpPr>
          <p:cNvPr id="119" name="">
            <a:extLst xmlns:a="http://schemas.openxmlformats.org/drawingml/2006/main">
              <a:ext uri="{FF2B5EF4-FFF2-40B4-BE49-F238E27FC236}">
                <a16:creationId xmlns:a16="http://schemas.microsoft.com/office/drawing/2014/main" id="{B35A3165-8C22-4918-AF22-C1EA471F555E}"/>
              </a:ext>
            </a:extLst>
          </p:cNvPr>
          <p:cNvSpPr>
            <a:spLocks xmlns:a="http://schemas.openxmlformats.org/drawingml/2006/main" noGrp="1"/>
          </p:cNvSpPr>
          <p:nvPr/>
        </p:nvSpPr>
        <p:spPr>
          <a:xfrm xmlns:a="http://schemas.openxmlformats.org/drawingml/2006/main">
            <a:off x="4438650" y="27051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命中条数</a:t>
            </a:r>
          </a:p>
        </p:txBody>
      </p:sp>
      <p:sp>
        <p:nvSpPr>
          <p:cNvPr id="120" name="">
            <a:extLst xmlns:a="http://schemas.openxmlformats.org/drawingml/2006/main">
              <a:ext uri="{FF2B5EF4-FFF2-40B4-BE49-F238E27FC236}">
                <a16:creationId xmlns:a16="http://schemas.microsoft.com/office/drawing/2014/main" id="{7610D19F-70D4-4C35-B858-244FBD82CE38}"/>
              </a:ext>
            </a:extLst>
          </p:cNvPr>
          <p:cNvSpPr>
            <a:spLocks xmlns:a="http://schemas.openxmlformats.org/drawingml/2006/main" noGrp="1"/>
          </p:cNvSpPr>
          <p:nvPr/>
        </p:nvSpPr>
        <p:spPr>
          <a:xfrm xmlns:a="http://schemas.openxmlformats.org/drawingml/2006/main">
            <a:off x="5124450" y="27051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1 </a:t>
            </a:r>
            <a:r>
              <a:rPr sz="825" b="0">
                <a:solidFill>
                  <a:srgbClr val="FFFFFF"/>
                </a:solidFill>
                <a:latin typeface="微软雅黑"/>
                <a:ea typeface="微软雅黑"/>
                <a:cs typeface="微软雅黑"/>
              </a:rPr>
              <a:t>条</a:t>
            </a:r>
          </a:p>
        </p:txBody>
      </p:sp>
      <p:sp>
        <p:nvSpPr>
          <p:cNvPr id="121" name="">
            <a:extLst xmlns:a="http://schemas.openxmlformats.org/drawingml/2006/main">
              <a:ext uri="{FF2B5EF4-FFF2-40B4-BE49-F238E27FC236}">
                <a16:creationId xmlns:a16="http://schemas.microsoft.com/office/drawing/2014/main" id="{FB7B143B-77F5-419B-A1FB-C74F1AF78A1A}"/>
              </a:ext>
            </a:extLst>
          </p:cNvPr>
          <p:cNvSpPr>
            <a:spLocks xmlns:a="http://schemas.openxmlformats.org/drawingml/2006/main" noGrp="1"/>
          </p:cNvSpPr>
          <p:nvPr/>
        </p:nvSpPr>
        <p:spPr>
          <a:xfrm xmlns:a="http://schemas.openxmlformats.org/drawingml/2006/main">
            <a:off x="4286250" y="3181350"/>
            <a:ext cx="3676650" cy="1485900"/>
          </a:xfrm>
          <a:prstGeom xmlns:a="http://schemas.openxmlformats.org/drawingml/2006/main" prst="roundRect">
            <a:avLst>
              <a:gd name="adj" fmla="val 5769"/>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31C7F0"/>
            </a:solidFill>
            <a:prstDash val="solid"/>
          </a:ln>
        </p:spPr>
      </p:sp>
      <p:sp>
        <p:nvSpPr>
          <p:cNvPr id="122" name="">
            <a:extLst xmlns:a="http://schemas.openxmlformats.org/drawingml/2006/main">
              <a:ext uri="{FF2B5EF4-FFF2-40B4-BE49-F238E27FC236}">
                <a16:creationId xmlns:a16="http://schemas.microsoft.com/office/drawing/2014/main" id="{5217C088-8042-434F-9B58-9184B38E22CB}"/>
              </a:ext>
            </a:extLst>
          </p:cNvPr>
          <p:cNvSpPr>
            <a:spLocks xmlns:a="http://schemas.openxmlformats.org/drawingml/2006/main" noGrp="1"/>
          </p:cNvSpPr>
          <p:nvPr/>
        </p:nvSpPr>
        <p:spPr>
          <a:xfrm xmlns:a="http://schemas.openxmlformats.org/drawingml/2006/main">
            <a:off x="4286250" y="3181350"/>
            <a:ext cx="3676650" cy="3810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23" name="">
            <a:extLst xmlns:a="http://schemas.openxmlformats.org/drawingml/2006/main">
              <a:ext uri="{FF2B5EF4-FFF2-40B4-BE49-F238E27FC236}">
                <a16:creationId xmlns:a16="http://schemas.microsoft.com/office/drawing/2014/main" id="{EF9560D8-2BF4-41C6-BE5A-9B5E7C2C15CA}"/>
              </a:ext>
            </a:extLst>
          </p:cNvPr>
          <p:cNvSpPr>
            <a:spLocks xmlns:a="http://schemas.openxmlformats.org/drawingml/2006/main" noGrp="1"/>
          </p:cNvSpPr>
          <p:nvPr/>
        </p:nvSpPr>
        <p:spPr>
          <a:xfrm xmlns:a="http://schemas.openxmlformats.org/drawingml/2006/main">
            <a:off x="4438650" y="3314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KEYWORD </a:t>
            </a:r>
            <a:r>
              <a:rPr sz="1050" b="1">
                <a:solidFill>
                  <a:srgbClr val="31C7F0"/>
                </a:solidFill>
                <a:latin typeface="微软雅黑"/>
                <a:ea typeface="微软雅黑"/>
                <a:cs typeface="微软雅黑"/>
              </a:rPr>
              <a:t>组 </a:t>
            </a:r>
            <a:r>
              <a:rPr sz="1050" b="1">
                <a:solidFill>
                  <a:srgbClr val="31C7F0"/>
                </a:solidFill>
                <a:latin typeface="微软雅黑"/>
                <a:ea typeface="微软雅黑"/>
                <a:cs typeface="微软雅黑"/>
              </a:rPr>
              <a:t>· </a:t>
            </a:r>
            <a:r>
              <a:rPr sz="1050" b="1">
                <a:solidFill>
                  <a:srgbClr val="31C7F0"/>
                </a:solidFill>
                <a:latin typeface="微软雅黑"/>
                <a:ea typeface="微软雅黑"/>
                <a:cs typeface="微软雅黑"/>
              </a:rPr>
              <a:t>补充</a:t>
            </a:r>
          </a:p>
        </p:txBody>
      </p:sp>
      <p:sp>
        <p:nvSpPr>
          <p:cNvPr id="124" name="">
            <a:extLst xmlns:a="http://schemas.openxmlformats.org/drawingml/2006/main">
              <a:ext uri="{FF2B5EF4-FFF2-40B4-BE49-F238E27FC236}">
                <a16:creationId xmlns:a16="http://schemas.microsoft.com/office/drawing/2014/main" id="{BBDD7CD6-C79B-434F-91CD-1CA053449D66}"/>
              </a:ext>
            </a:extLst>
          </p:cNvPr>
          <p:cNvSpPr>
            <a:spLocks xmlns:a="http://schemas.openxmlformats.org/drawingml/2006/main" noGrp="1"/>
          </p:cNvSpPr>
          <p:nvPr/>
        </p:nvSpPr>
        <p:spPr>
          <a:xfrm xmlns:a="http://schemas.openxmlformats.org/drawingml/2006/main">
            <a:off x="4438650" y="35814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命中规则</a:t>
            </a:r>
          </a:p>
        </p:txBody>
      </p:sp>
      <p:sp>
        <p:nvSpPr>
          <p:cNvPr id="125" name="">
            <a:extLst xmlns:a="http://schemas.openxmlformats.org/drawingml/2006/main">
              <a:ext uri="{FF2B5EF4-FFF2-40B4-BE49-F238E27FC236}">
                <a16:creationId xmlns:a16="http://schemas.microsoft.com/office/drawing/2014/main" id="{E70B7148-59E5-460E-96D9-A80A9E2AB6D9}"/>
              </a:ext>
            </a:extLst>
          </p:cNvPr>
          <p:cNvSpPr>
            <a:spLocks xmlns:a="http://schemas.openxmlformats.org/drawingml/2006/main" noGrp="1"/>
          </p:cNvSpPr>
          <p:nvPr/>
        </p:nvSpPr>
        <p:spPr>
          <a:xfrm xmlns:a="http://schemas.openxmlformats.org/drawingml/2006/main">
            <a:off x="5124450" y="35814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Bahnschrift"/>
                <a:ea typeface="Bahnschrift"/>
                <a:cs typeface="Bahnschrift"/>
              </a:defRPr>
            </a:pPr>
            <a:r>
              <a:rPr sz="825" b="0">
                <a:solidFill>
                  <a:srgbClr val="FFFFFF"/>
                </a:solidFill>
                <a:latin typeface="Bahnschrift"/>
                <a:ea typeface="Bahnschrift"/>
                <a:cs typeface="Bahnschrift"/>
              </a:rPr>
              <a:t>RULE-KW-HEALTH</a:t>
            </a:r>
            <a:r>
              <a:rPr sz="825" b="0">
                <a:solidFill>
                  <a:srgbClr val="FFFFFF"/>
                </a:solidFill>
                <a:latin typeface="Bahnschrift"/>
                <a:ea typeface="Bahnschrift"/>
                <a:cs typeface="Bahnschrift"/>
              </a:rPr>
              <a:t>（优先级 </a:t>
            </a:r>
            <a:r>
              <a:rPr sz="825" b="0">
                <a:solidFill>
                  <a:srgbClr val="FFFFFF"/>
                </a:solidFill>
                <a:latin typeface="Bahnschrift"/>
                <a:ea typeface="Bahnschrift"/>
                <a:cs typeface="Bahnschrift"/>
              </a:rPr>
              <a:t>95</a:t>
            </a:r>
            <a:r>
              <a:rPr sz="825" b="0">
                <a:solidFill>
                  <a:srgbClr val="FFFFFF"/>
                </a:solidFill>
                <a:latin typeface="Bahnschrift"/>
                <a:ea typeface="Bahnschrift"/>
                <a:cs typeface="Bahnschrift"/>
              </a:rPr>
              <a:t>）</a:t>
            </a:r>
          </a:p>
        </p:txBody>
      </p:sp>
      <p:sp>
        <p:nvSpPr>
          <p:cNvPr id="126" name="">
            <a:extLst xmlns:a="http://schemas.openxmlformats.org/drawingml/2006/main">
              <a:ext uri="{FF2B5EF4-FFF2-40B4-BE49-F238E27FC236}">
                <a16:creationId xmlns:a16="http://schemas.microsoft.com/office/drawing/2014/main" id="{B25A96DA-6195-4EC3-9BBC-8839B2299C01}"/>
              </a:ext>
            </a:extLst>
          </p:cNvPr>
          <p:cNvSpPr>
            <a:spLocks xmlns:a="http://schemas.openxmlformats.org/drawingml/2006/main" noGrp="1"/>
          </p:cNvSpPr>
          <p:nvPr/>
        </p:nvSpPr>
        <p:spPr>
          <a:xfrm xmlns:a="http://schemas.openxmlformats.org/drawingml/2006/main">
            <a:off x="4438650" y="39243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判定依据</a:t>
            </a:r>
          </a:p>
        </p:txBody>
      </p:sp>
      <p:sp>
        <p:nvSpPr>
          <p:cNvPr id="127" name="">
            <a:extLst xmlns:a="http://schemas.openxmlformats.org/drawingml/2006/main">
              <a:ext uri="{FF2B5EF4-FFF2-40B4-BE49-F238E27FC236}">
                <a16:creationId xmlns:a16="http://schemas.microsoft.com/office/drawing/2014/main" id="{6BC733D1-42EE-4560-A073-D682EC2012EA}"/>
              </a:ext>
            </a:extLst>
          </p:cNvPr>
          <p:cNvSpPr>
            <a:spLocks xmlns:a="http://schemas.openxmlformats.org/drawingml/2006/main" noGrp="1"/>
          </p:cNvSpPr>
          <p:nvPr/>
        </p:nvSpPr>
        <p:spPr>
          <a:xfrm xmlns:a="http://schemas.openxmlformats.org/drawingml/2006/main">
            <a:off x="5124450" y="39243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报告正文包含「头晕、胸闷、不适」</a:t>
            </a:r>
          </a:p>
        </p:txBody>
      </p:sp>
      <p:sp>
        <p:nvSpPr>
          <p:cNvPr id="128" name="">
            <a:extLst xmlns:a="http://schemas.openxmlformats.org/drawingml/2006/main">
              <a:ext uri="{FF2B5EF4-FFF2-40B4-BE49-F238E27FC236}">
                <a16:creationId xmlns:a16="http://schemas.microsoft.com/office/drawing/2014/main" id="{8C2BB6B5-EC0B-47C2-A416-568AF9A6BE80}"/>
              </a:ext>
            </a:extLst>
          </p:cNvPr>
          <p:cNvSpPr>
            <a:spLocks xmlns:a="http://schemas.openxmlformats.org/drawingml/2006/main" noGrp="1"/>
          </p:cNvSpPr>
          <p:nvPr/>
        </p:nvSpPr>
        <p:spPr>
          <a:xfrm xmlns:a="http://schemas.openxmlformats.org/drawingml/2006/main">
            <a:off x="4438650" y="42672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命中条数</a:t>
            </a:r>
          </a:p>
        </p:txBody>
      </p:sp>
      <p:sp>
        <p:nvSpPr>
          <p:cNvPr id="129" name="">
            <a:extLst xmlns:a="http://schemas.openxmlformats.org/drawingml/2006/main">
              <a:ext uri="{FF2B5EF4-FFF2-40B4-BE49-F238E27FC236}">
                <a16:creationId xmlns:a16="http://schemas.microsoft.com/office/drawing/2014/main" id="{E53596B0-6C01-4972-9A22-F61D8CA55698}"/>
              </a:ext>
            </a:extLst>
          </p:cNvPr>
          <p:cNvSpPr>
            <a:spLocks xmlns:a="http://schemas.openxmlformats.org/drawingml/2006/main" noGrp="1"/>
          </p:cNvSpPr>
          <p:nvPr/>
        </p:nvSpPr>
        <p:spPr>
          <a:xfrm xmlns:a="http://schemas.openxmlformats.org/drawingml/2006/main">
            <a:off x="5124450" y="42672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1 </a:t>
            </a:r>
            <a:r>
              <a:rPr sz="825" b="0">
                <a:solidFill>
                  <a:srgbClr val="FFFFFF"/>
                </a:solidFill>
                <a:latin typeface="微软雅黑"/>
                <a:ea typeface="微软雅黑"/>
                <a:cs typeface="微软雅黑"/>
              </a:rPr>
              <a:t>条（</a:t>
            </a:r>
            <a:r>
              <a:rPr sz="825" b="0">
                <a:solidFill>
                  <a:srgbClr val="FFFFFF"/>
                </a:solidFill>
                <a:latin typeface="微软雅黑"/>
                <a:ea typeface="微软雅黑"/>
                <a:cs typeface="微软雅黑"/>
              </a:rPr>
              <a:t>max_hits </a:t>
            </a:r>
            <a:r>
              <a:rPr sz="825" b="0">
                <a:solidFill>
                  <a:srgbClr val="FFFFFF"/>
                </a:solidFill>
                <a:latin typeface="微软雅黑"/>
                <a:ea typeface="微软雅黑"/>
                <a:cs typeface="微软雅黑"/>
              </a:rPr>
              <a:t>限本组）</a:t>
            </a:r>
          </a:p>
        </p:txBody>
      </p:sp>
      <p:sp>
        <p:nvSpPr>
          <p:cNvPr id="130" name="">
            <a:extLst xmlns:a="http://schemas.openxmlformats.org/drawingml/2006/main">
              <a:ext uri="{FF2B5EF4-FFF2-40B4-BE49-F238E27FC236}">
                <a16:creationId xmlns:a16="http://schemas.microsoft.com/office/drawing/2014/main" id="{EE6190DE-8417-4B26-8A74-144871568ADC}"/>
              </a:ext>
            </a:extLst>
          </p:cNvPr>
          <p:cNvSpPr>
            <a:spLocks xmlns:a="http://schemas.openxmlformats.org/drawingml/2006/main" noGrp="1"/>
          </p:cNvSpPr>
          <p:nvPr/>
        </p:nvSpPr>
        <p:spPr>
          <a:xfrm xmlns:a="http://schemas.openxmlformats.org/drawingml/2006/main">
            <a:off x="4286250" y="4724400"/>
            <a:ext cx="3676650" cy="1524000"/>
          </a:xfrm>
          <a:prstGeom xmlns:a="http://schemas.openxmlformats.org/drawingml/2006/main" prst="roundRect">
            <a:avLst>
              <a:gd name="adj" fmla="val 5625"/>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3FD08A"/>
            </a:solidFill>
            <a:prstDash val="solid"/>
          </a:ln>
        </p:spPr>
      </p:sp>
      <p:sp>
        <p:nvSpPr>
          <p:cNvPr id="131" name="">
            <a:extLst xmlns:a="http://schemas.openxmlformats.org/drawingml/2006/main">
              <a:ext uri="{FF2B5EF4-FFF2-40B4-BE49-F238E27FC236}">
                <a16:creationId xmlns:a16="http://schemas.microsoft.com/office/drawing/2014/main" id="{D81BA433-33A0-444A-B6EE-35ECDEEE5193}"/>
              </a:ext>
            </a:extLst>
          </p:cNvPr>
          <p:cNvSpPr>
            <a:spLocks xmlns:a="http://schemas.openxmlformats.org/drawingml/2006/main" noGrp="1"/>
          </p:cNvSpPr>
          <p:nvPr/>
        </p:nvSpPr>
        <p:spPr>
          <a:xfrm xmlns:a="http://schemas.openxmlformats.org/drawingml/2006/main">
            <a:off x="4438650" y="4838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FD08A"/>
                </a:solidFill>
                <a:latin typeface="微软雅黑"/>
                <a:ea typeface="微软雅黑"/>
                <a:cs typeface="微软雅黑"/>
              </a:defRPr>
            </a:pPr>
            <a:r>
              <a:rPr sz="938" b="1">
                <a:solidFill>
                  <a:srgbClr val="3FD08A"/>
                </a:solidFill>
                <a:latin typeface="微软雅黑"/>
                <a:ea typeface="微软雅黑"/>
                <a:cs typeface="微软雅黑"/>
              </a:rPr>
              <a:t>两组独立：一组命中不会阻断另一组</a:t>
            </a:r>
          </a:p>
        </p:txBody>
      </p:sp>
      <p:sp>
        <p:nvSpPr>
          <p:cNvPr id="132" name="">
            <a:extLst xmlns:a="http://schemas.openxmlformats.org/drawingml/2006/main">
              <a:ext uri="{FF2B5EF4-FFF2-40B4-BE49-F238E27FC236}">
                <a16:creationId xmlns:a16="http://schemas.microsoft.com/office/drawing/2014/main" id="{CC29CB0A-17E0-48C7-8970-A9672F276219}"/>
              </a:ext>
            </a:extLst>
          </p:cNvPr>
          <p:cNvSpPr>
            <a:spLocks xmlns:a="http://schemas.openxmlformats.org/drawingml/2006/main" noGrp="1"/>
          </p:cNvSpPr>
          <p:nvPr/>
        </p:nvSpPr>
        <p:spPr>
          <a:xfrm xmlns:a="http://schemas.openxmlformats.org/drawingml/2006/main">
            <a:off x="4438650" y="5105400"/>
            <a:ext cx="3429000" cy="1047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旧实现用 </a:t>
            </a:r>
            <a:r>
              <a:rPr sz="863" b="0">
                <a:solidFill>
                  <a:srgbClr val="D6E6F7"/>
                </a:solidFill>
                <a:latin typeface="微软雅黑"/>
                <a:ea typeface="微软雅黑"/>
                <a:cs typeface="微软雅黑"/>
              </a:rPr>
              <a:t>Java </a:t>
            </a:r>
            <a:r>
              <a:rPr sz="863" b="0">
                <a:solidFill>
                  <a:srgbClr val="D6E6F7"/>
                </a:solidFill>
                <a:latin typeface="微软雅黑"/>
                <a:ea typeface="微软雅黑"/>
                <a:cs typeface="微软雅黑"/>
              </a:rPr>
              <a:t>拼出 </a:t>
            </a:r>
            <a:r>
              <a:rPr sz="863" b="0">
                <a:solidFill>
                  <a:srgbClr val="D6E6F7"/>
                </a:solidFill>
                <a:latin typeface="微软雅黑"/>
                <a:ea typeface="微软雅黑"/>
                <a:cs typeface="微软雅黑"/>
              </a:rPr>
              <a:t>RULE-GAS-ABOVE </a:t>
            </a:r>
            <a:r>
              <a:rPr sz="863" b="0">
                <a:solidFill>
                  <a:srgbClr val="D6E6F7"/>
                </a:solidFill>
                <a:latin typeface="微软雅黑"/>
                <a:ea typeface="微软雅黑"/>
                <a:cs typeface="微软雅黑"/>
              </a:rPr>
              <a:t>这类【假规则编号】，无法与数据库对应；改造后 </a:t>
            </a:r>
            <a:r>
              <a:rPr sz="863" b="0">
                <a:solidFill>
                  <a:srgbClr val="D6E6F7"/>
                </a:solidFill>
                <a:latin typeface="微软雅黑"/>
                <a:ea typeface="微软雅黑"/>
                <a:cs typeface="微软雅黑"/>
              </a:rPr>
              <a:t>rule_refs </a:t>
            </a:r>
            <a:r>
              <a:rPr sz="863" b="0">
                <a:solidFill>
                  <a:srgbClr val="D6E6F7"/>
                </a:solidFill>
                <a:latin typeface="微软雅黑"/>
                <a:ea typeface="微软雅黑"/>
                <a:cs typeface="微软雅黑"/>
              </a:rPr>
              <a:t>输出的是真实存在的 </a:t>
            </a:r>
            <a:r>
              <a:rPr sz="863" b="0">
                <a:solidFill>
                  <a:srgbClr val="D6E6F7"/>
                </a:solidFill>
                <a:latin typeface="微软雅黑"/>
                <a:ea typeface="微软雅黑"/>
                <a:cs typeface="微软雅黑"/>
              </a:rPr>
              <a:t>rule_code</a:t>
            </a:r>
            <a:r>
              <a:rPr sz="863" b="0">
                <a:solidFill>
                  <a:srgbClr val="D6E6F7"/>
                </a:solidFill>
                <a:latin typeface="微软雅黑"/>
                <a:ea typeface="微软雅黑"/>
                <a:cs typeface="微软雅黑"/>
              </a:rPr>
              <a:t>，可直接回表核对。</a:t>
            </a:r>
          </a:p>
        </p:txBody>
      </p:sp>
      <p:sp>
        <p:nvSpPr>
          <p:cNvPr id="133" name="">
            <a:extLst xmlns:a="http://schemas.openxmlformats.org/drawingml/2006/main">
              <a:ext uri="{FF2B5EF4-FFF2-40B4-BE49-F238E27FC236}">
                <a16:creationId xmlns:a16="http://schemas.microsoft.com/office/drawing/2014/main" id="{1DC06F74-FE2E-4424-B143-4CB59BC21E53}"/>
              </a:ext>
            </a:extLst>
          </p:cNvPr>
          <p:cNvSpPr>
            <a:spLocks xmlns:a="http://schemas.openxmlformats.org/drawingml/2006/main" noGrp="1"/>
          </p:cNvSpPr>
          <p:nvPr/>
        </p:nvSpPr>
        <p:spPr>
          <a:xfrm xmlns:a="http://schemas.openxmlformats.org/drawingml/2006/main">
            <a:off x="8172450" y="1333500"/>
            <a:ext cx="3733800" cy="2857500"/>
          </a:xfrm>
          <a:prstGeom xmlns:a="http://schemas.openxmlformats.org/drawingml/2006/main" prst="roundRect">
            <a:avLst>
              <a:gd name="adj" fmla="val 300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13335">
            <a:solidFill>
              <a:srgbClr val="F5C33B"/>
            </a:solidFill>
            <a:prstDash val="solid"/>
          </a:ln>
        </p:spPr>
      </p:sp>
      <p:sp>
        <p:nvSpPr>
          <p:cNvPr id="134" name="">
            <a:extLst xmlns:a="http://schemas.openxmlformats.org/drawingml/2006/main">
              <a:ext uri="{FF2B5EF4-FFF2-40B4-BE49-F238E27FC236}">
                <a16:creationId xmlns:a16="http://schemas.microsoft.com/office/drawing/2014/main" id="{45B657D5-C657-444A-94FE-06CE693D3C97}"/>
              </a:ext>
            </a:extLst>
          </p:cNvPr>
          <p:cNvSpPr>
            <a:spLocks xmlns:a="http://schemas.openxmlformats.org/drawingml/2006/main" noGrp="1"/>
          </p:cNvSpPr>
          <p:nvPr/>
        </p:nvSpPr>
        <p:spPr>
          <a:xfrm xmlns:a="http://schemas.openxmlformats.org/drawingml/2006/main">
            <a:off x="8343900" y="14478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输出：一次归因的完整结论</a:t>
            </a:r>
          </a:p>
        </p:txBody>
      </p:sp>
      <p:sp>
        <p:nvSpPr>
          <p:cNvPr id="135" name="">
            <a:extLst xmlns:a="http://schemas.openxmlformats.org/drawingml/2006/main">
              <a:ext uri="{FF2B5EF4-FFF2-40B4-BE49-F238E27FC236}">
                <a16:creationId xmlns:a16="http://schemas.microsoft.com/office/drawing/2014/main" id="{7A40125A-FABA-466D-9FA6-0DC7071B4460}"/>
              </a:ext>
            </a:extLst>
          </p:cNvPr>
          <p:cNvSpPr>
            <a:spLocks xmlns:a="http://schemas.openxmlformats.org/drawingml/2006/main" noGrp="1"/>
          </p:cNvSpPr>
          <p:nvPr/>
        </p:nvSpPr>
        <p:spPr>
          <a:xfrm xmlns:a="http://schemas.openxmlformats.org/drawingml/2006/main">
            <a:off x="8343900" y="1752600"/>
            <a:ext cx="9144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最终严重度</a:t>
            </a:r>
          </a:p>
        </p:txBody>
      </p:sp>
      <p:sp>
        <p:nvSpPr>
          <p:cNvPr id="136" name="">
            <a:extLst xmlns:a="http://schemas.openxmlformats.org/drawingml/2006/main">
              <a:ext uri="{FF2B5EF4-FFF2-40B4-BE49-F238E27FC236}">
                <a16:creationId xmlns:a16="http://schemas.microsoft.com/office/drawing/2014/main" id="{F4908F56-6708-42BD-AA76-39225D258894}"/>
              </a:ext>
            </a:extLst>
          </p:cNvPr>
          <p:cNvSpPr>
            <a:spLocks xmlns:a="http://schemas.openxmlformats.org/drawingml/2006/main" noGrp="1"/>
          </p:cNvSpPr>
          <p:nvPr/>
        </p:nvSpPr>
        <p:spPr>
          <a:xfrm xmlns:a="http://schemas.openxmlformats.org/drawingml/2006/main">
            <a:off x="9296400" y="1676400"/>
            <a:ext cx="2552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1">
                <a:solidFill>
                  <a:srgbClr val="F2705E"/>
                </a:solidFill>
                <a:latin typeface="微软雅黑"/>
                <a:ea typeface="微软雅黑"/>
                <a:cs typeface="微软雅黑"/>
              </a:defRPr>
            </a:pPr>
            <a:r>
              <a:rPr sz="900" b="1">
                <a:solidFill>
                  <a:srgbClr val="F2705E"/>
                </a:solidFill>
                <a:latin typeface="微软雅黑"/>
                <a:ea typeface="微软雅黑"/>
                <a:cs typeface="微软雅黑"/>
              </a:rPr>
              <a:t>高</a:t>
            </a:r>
          </a:p>
        </p:txBody>
      </p:sp>
      <p:sp>
        <p:nvSpPr>
          <p:cNvPr id="137" name="">
            <a:extLst xmlns:a="http://schemas.openxmlformats.org/drawingml/2006/main">
              <a:ext uri="{FF2B5EF4-FFF2-40B4-BE49-F238E27FC236}">
                <a16:creationId xmlns:a16="http://schemas.microsoft.com/office/drawing/2014/main" id="{57CB0770-4819-4D41-836F-A3D2EAA3C3FB}"/>
              </a:ext>
            </a:extLst>
          </p:cNvPr>
          <p:cNvSpPr>
            <a:spLocks xmlns:a="http://schemas.openxmlformats.org/drawingml/2006/main" noGrp="1"/>
          </p:cNvSpPr>
          <p:nvPr/>
        </p:nvSpPr>
        <p:spPr>
          <a:xfrm xmlns:a="http://schemas.openxmlformats.org/drawingml/2006/main">
            <a:off x="8343900" y="2266950"/>
            <a:ext cx="9144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综合原因</a:t>
            </a:r>
          </a:p>
        </p:txBody>
      </p:sp>
      <p:sp>
        <p:nvSpPr>
          <p:cNvPr id="138" name="">
            <a:extLst xmlns:a="http://schemas.openxmlformats.org/drawingml/2006/main">
              <a:ext uri="{FF2B5EF4-FFF2-40B4-BE49-F238E27FC236}">
                <a16:creationId xmlns:a16="http://schemas.microsoft.com/office/drawing/2014/main" id="{C3D64142-EE67-4379-B8F1-8315FBAE2E17}"/>
              </a:ext>
            </a:extLst>
          </p:cNvPr>
          <p:cNvSpPr>
            <a:spLocks xmlns:a="http://schemas.openxmlformats.org/drawingml/2006/main" noGrp="1"/>
          </p:cNvSpPr>
          <p:nvPr/>
        </p:nvSpPr>
        <p:spPr>
          <a:xfrm xmlns:a="http://schemas.openxmlformats.org/drawingml/2006/main">
            <a:off x="9296400" y="2190750"/>
            <a:ext cx="2552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通风不足或 </a:t>
            </a:r>
            <a:r>
              <a:rPr sz="900" b="0">
                <a:solidFill>
                  <a:srgbClr val="D6E6F7"/>
                </a:solidFill>
                <a:latin typeface="微软雅黑"/>
                <a:ea typeface="微软雅黑"/>
                <a:cs typeface="微软雅黑"/>
              </a:rPr>
              <a:t>SF6 </a:t>
            </a:r>
            <a:r>
              <a:rPr sz="900" b="0">
                <a:solidFill>
                  <a:srgbClr val="D6E6F7"/>
                </a:solidFill>
                <a:latin typeface="微软雅黑"/>
                <a:ea typeface="微软雅黑"/>
                <a:cs typeface="微软雅黑"/>
              </a:rPr>
              <a:t>聚集导致氧含量下降，人员出现身体不适</a:t>
            </a:r>
          </a:p>
        </p:txBody>
      </p:sp>
      <p:sp>
        <p:nvSpPr>
          <p:cNvPr id="139" name="">
            <a:extLst xmlns:a="http://schemas.openxmlformats.org/drawingml/2006/main">
              <a:ext uri="{FF2B5EF4-FFF2-40B4-BE49-F238E27FC236}">
                <a16:creationId xmlns:a16="http://schemas.microsoft.com/office/drawing/2014/main" id="{4D9AF62E-CAA1-488B-B847-859339D46B6A}"/>
              </a:ext>
            </a:extLst>
          </p:cNvPr>
          <p:cNvSpPr>
            <a:spLocks xmlns:a="http://schemas.openxmlformats.org/drawingml/2006/main" noGrp="1"/>
          </p:cNvSpPr>
          <p:nvPr/>
        </p:nvSpPr>
        <p:spPr>
          <a:xfrm xmlns:a="http://schemas.openxmlformats.org/drawingml/2006/main">
            <a:off x="8343900" y="2781300"/>
            <a:ext cx="9144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建议措施</a:t>
            </a:r>
          </a:p>
        </p:txBody>
      </p:sp>
      <p:sp>
        <p:nvSpPr>
          <p:cNvPr id="140" name="">
            <a:extLst xmlns:a="http://schemas.openxmlformats.org/drawingml/2006/main">
              <a:ext uri="{FF2B5EF4-FFF2-40B4-BE49-F238E27FC236}">
                <a16:creationId xmlns:a16="http://schemas.microsoft.com/office/drawing/2014/main" id="{572D7F2D-3E64-417E-BCE2-B69D008DE209}"/>
              </a:ext>
            </a:extLst>
          </p:cNvPr>
          <p:cNvSpPr>
            <a:spLocks xmlns:a="http://schemas.openxmlformats.org/drawingml/2006/main" noGrp="1"/>
          </p:cNvSpPr>
          <p:nvPr/>
        </p:nvSpPr>
        <p:spPr>
          <a:xfrm xmlns:a="http://schemas.openxmlformats.org/drawingml/2006/main">
            <a:off x="9296400" y="2705100"/>
            <a:ext cx="2552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停止作业、撤出人员、强制通风、复测合格后再进入</a:t>
            </a:r>
          </a:p>
        </p:txBody>
      </p:sp>
      <p:sp>
        <p:nvSpPr>
          <p:cNvPr id="141" name="">
            <a:extLst xmlns:a="http://schemas.openxmlformats.org/drawingml/2006/main">
              <a:ext uri="{FF2B5EF4-FFF2-40B4-BE49-F238E27FC236}">
                <a16:creationId xmlns:a16="http://schemas.microsoft.com/office/drawing/2014/main" id="{C21FA5BA-4EE5-4042-BF7C-5AB3C49F5128}"/>
              </a:ext>
            </a:extLst>
          </p:cNvPr>
          <p:cNvSpPr>
            <a:spLocks xmlns:a="http://schemas.openxmlformats.org/drawingml/2006/main" noGrp="1"/>
          </p:cNvSpPr>
          <p:nvPr/>
        </p:nvSpPr>
        <p:spPr>
          <a:xfrm xmlns:a="http://schemas.openxmlformats.org/drawingml/2006/main">
            <a:off x="8343900" y="3295650"/>
            <a:ext cx="9144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规则编号</a:t>
            </a:r>
          </a:p>
        </p:txBody>
      </p:sp>
      <p:sp>
        <p:nvSpPr>
          <p:cNvPr id="142" name="">
            <a:extLst xmlns:a="http://schemas.openxmlformats.org/drawingml/2006/main">
              <a:ext uri="{FF2B5EF4-FFF2-40B4-BE49-F238E27FC236}">
                <a16:creationId xmlns:a16="http://schemas.microsoft.com/office/drawing/2014/main" id="{E8F4E61B-41A3-4F36-ADA2-C42135753232}"/>
              </a:ext>
            </a:extLst>
          </p:cNvPr>
          <p:cNvSpPr>
            <a:spLocks xmlns:a="http://schemas.openxmlformats.org/drawingml/2006/main" noGrp="1"/>
          </p:cNvSpPr>
          <p:nvPr/>
        </p:nvSpPr>
        <p:spPr>
          <a:xfrm xmlns:a="http://schemas.openxmlformats.org/drawingml/2006/main">
            <a:off x="9296400" y="3219450"/>
            <a:ext cx="2552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31C7F0"/>
                </a:solidFill>
                <a:latin typeface="微软雅黑"/>
                <a:ea typeface="微软雅黑"/>
                <a:cs typeface="微软雅黑"/>
              </a:defRPr>
            </a:pPr>
            <a:r>
              <a:rPr sz="900" b="0">
                <a:solidFill>
                  <a:srgbClr val="31C7F0"/>
                </a:solidFill>
                <a:latin typeface="微软雅黑"/>
                <a:ea typeface="微软雅黑"/>
                <a:cs typeface="微软雅黑"/>
              </a:rPr>
              <a:t>REPORT_GAS_OVER_MARGIN_MID</a:t>
            </a:r>
            <a:r>
              <a:rPr sz="900" b="0">
                <a:solidFill>
                  <a:srgbClr val="31C7F0"/>
                </a:solidFill>
                <a:latin typeface="微软雅黑"/>
                <a:ea typeface="微软雅黑"/>
                <a:cs typeface="微软雅黑"/>
              </a:rPr>
              <a:t>、</a:t>
            </a:r>
            <a:r>
              <a:rPr sz="900" b="0">
                <a:solidFill>
                  <a:srgbClr val="31C7F0"/>
                </a:solidFill>
                <a:latin typeface="微软雅黑"/>
                <a:ea typeface="微软雅黑"/>
                <a:cs typeface="微软雅黑"/>
              </a:rPr>
              <a:t>RULE-KW-HEALTH</a:t>
            </a:r>
          </a:p>
        </p:txBody>
      </p:sp>
      <p:sp>
        <p:nvSpPr>
          <p:cNvPr id="143" name="">
            <a:extLst xmlns:a="http://schemas.openxmlformats.org/drawingml/2006/main">
              <a:ext uri="{FF2B5EF4-FFF2-40B4-BE49-F238E27FC236}">
                <a16:creationId xmlns:a16="http://schemas.microsoft.com/office/drawing/2014/main" id="{E0B32E5A-3662-4734-88A2-A455898C4C8A}"/>
              </a:ext>
            </a:extLst>
          </p:cNvPr>
          <p:cNvSpPr>
            <a:spLocks xmlns:a="http://schemas.openxmlformats.org/drawingml/2006/main" noGrp="1"/>
          </p:cNvSpPr>
          <p:nvPr/>
        </p:nvSpPr>
        <p:spPr>
          <a:xfrm xmlns:a="http://schemas.openxmlformats.org/drawingml/2006/main">
            <a:off x="8343900" y="3810000"/>
            <a:ext cx="9144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置信度 </a:t>
            </a:r>
            <a:r>
              <a:rPr sz="863" b="0">
                <a:solidFill>
                  <a:srgbClr val="7A9CC4"/>
                </a:solidFill>
                <a:latin typeface="微软雅黑"/>
                <a:ea typeface="微软雅黑"/>
                <a:cs typeface="微软雅黑"/>
              </a:rPr>
              <a:t>/ </a:t>
            </a:r>
            <a:r>
              <a:rPr sz="863" b="0">
                <a:solidFill>
                  <a:srgbClr val="7A9CC4"/>
                </a:solidFill>
                <a:latin typeface="微软雅黑"/>
                <a:ea typeface="微软雅黑"/>
                <a:cs typeface="微软雅黑"/>
              </a:rPr>
              <a:t>来源</a:t>
            </a:r>
          </a:p>
        </p:txBody>
      </p:sp>
      <p:sp>
        <p:nvSpPr>
          <p:cNvPr id="144" name="">
            <a:extLst xmlns:a="http://schemas.openxmlformats.org/drawingml/2006/main">
              <a:ext uri="{FF2B5EF4-FFF2-40B4-BE49-F238E27FC236}">
                <a16:creationId xmlns:a16="http://schemas.microsoft.com/office/drawing/2014/main" id="{5CAC76B3-1553-4D5A-80D3-C58ACD8483CC}"/>
              </a:ext>
            </a:extLst>
          </p:cNvPr>
          <p:cNvSpPr>
            <a:spLocks xmlns:a="http://schemas.openxmlformats.org/drawingml/2006/main" noGrp="1"/>
          </p:cNvSpPr>
          <p:nvPr/>
        </p:nvSpPr>
        <p:spPr>
          <a:xfrm xmlns:a="http://schemas.openxmlformats.org/drawingml/2006/main">
            <a:off x="9296400" y="3733800"/>
            <a:ext cx="2552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FFFFFF"/>
                </a:solidFill>
                <a:latin typeface="微软雅黑"/>
                <a:ea typeface="微软雅黑"/>
                <a:cs typeface="微软雅黑"/>
              </a:defRPr>
            </a:pPr>
            <a:r>
              <a:rPr sz="900" b="0">
                <a:solidFill>
                  <a:srgbClr val="FFFFFF"/>
                </a:solidFill>
                <a:latin typeface="微软雅黑"/>
                <a:ea typeface="微软雅黑"/>
                <a:cs typeface="微软雅黑"/>
              </a:rPr>
              <a:t>0.8 / rule</a:t>
            </a:r>
          </a:p>
        </p:txBody>
      </p:sp>
      <p:sp>
        <p:nvSpPr>
          <p:cNvPr id="145" name="">
            <a:extLst xmlns:a="http://schemas.openxmlformats.org/drawingml/2006/main">
              <a:ext uri="{FF2B5EF4-FFF2-40B4-BE49-F238E27FC236}">
                <a16:creationId xmlns:a16="http://schemas.microsoft.com/office/drawing/2014/main" id="{D57EC2F7-D31F-4E3D-9451-72DF5007302A}"/>
              </a:ext>
            </a:extLst>
          </p:cNvPr>
          <p:cNvSpPr>
            <a:spLocks xmlns:a="http://schemas.openxmlformats.org/drawingml/2006/main" noGrp="1"/>
          </p:cNvSpPr>
          <p:nvPr/>
        </p:nvSpPr>
        <p:spPr>
          <a:xfrm xmlns:a="http://schemas.openxmlformats.org/drawingml/2006/main">
            <a:off x="8172450" y="4343400"/>
            <a:ext cx="3733800" cy="1905000"/>
          </a:xfrm>
          <a:prstGeom xmlns:a="http://schemas.openxmlformats.org/drawingml/2006/main" prst="roundRect">
            <a:avLst>
              <a:gd name="adj" fmla="val 45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46" name="">
            <a:extLst xmlns:a="http://schemas.openxmlformats.org/drawingml/2006/main">
              <a:ext uri="{FF2B5EF4-FFF2-40B4-BE49-F238E27FC236}">
                <a16:creationId xmlns:a16="http://schemas.microsoft.com/office/drawing/2014/main" id="{41B27BE3-AA62-4FD1-A4D8-D452E3D76C06}"/>
              </a:ext>
            </a:extLst>
          </p:cNvPr>
          <p:cNvSpPr>
            <a:spLocks xmlns:a="http://schemas.openxmlformats.org/drawingml/2006/main" noGrp="1"/>
          </p:cNvSpPr>
          <p:nvPr/>
        </p:nvSpPr>
        <p:spPr>
          <a:xfrm xmlns:a="http://schemas.openxmlformats.org/drawingml/2006/main">
            <a:off x="8343900" y="4457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9B8CFF"/>
                </a:solidFill>
                <a:latin typeface="微软雅黑"/>
                <a:ea typeface="微软雅黑"/>
                <a:cs typeface="微软雅黑"/>
              </a:defRPr>
            </a:pPr>
            <a:r>
              <a:rPr sz="1013" b="1">
                <a:solidFill>
                  <a:srgbClr val="9B8CFF"/>
                </a:solidFill>
                <a:latin typeface="微软雅黑"/>
                <a:ea typeface="微软雅黑"/>
                <a:cs typeface="微软雅黑"/>
              </a:rPr>
              <a:t>人工确认（</a:t>
            </a:r>
            <a:r>
              <a:rPr sz="1013" b="1">
                <a:solidFill>
                  <a:srgbClr val="9B8CFF"/>
                </a:solidFill>
                <a:latin typeface="微软雅黑"/>
                <a:ea typeface="微软雅黑"/>
                <a:cs typeface="微软雅黑"/>
              </a:rPr>
              <a:t>need_human_confirm = true</a:t>
            </a:r>
            <a:r>
              <a:rPr sz="1013" b="1">
                <a:solidFill>
                  <a:srgbClr val="9B8CFF"/>
                </a:solidFill>
                <a:latin typeface="微软雅黑"/>
                <a:ea typeface="微软雅黑"/>
                <a:cs typeface="微软雅黑"/>
              </a:rPr>
              <a:t>）</a:t>
            </a:r>
          </a:p>
        </p:txBody>
      </p:sp>
      <p:sp>
        <p:nvSpPr>
          <p:cNvPr id="147" name="">
            <a:extLst xmlns:a="http://schemas.openxmlformats.org/drawingml/2006/main">
              <a:ext uri="{FF2B5EF4-FFF2-40B4-BE49-F238E27FC236}">
                <a16:creationId xmlns:a16="http://schemas.microsoft.com/office/drawing/2014/main" id="{23E826C6-C813-4ADB-9540-B7244F06C6B5}"/>
              </a:ext>
            </a:extLst>
          </p:cNvPr>
          <p:cNvSpPr>
            <a:spLocks xmlns:a="http://schemas.openxmlformats.org/drawingml/2006/main" noGrp="1"/>
          </p:cNvSpPr>
          <p:nvPr/>
        </p:nvSpPr>
        <p:spPr>
          <a:xfrm xmlns:a="http://schemas.openxmlformats.org/drawingml/2006/main">
            <a:off x="8343900" y="4762500"/>
            <a:ext cx="3448050" cy="1390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确认人　</a:t>
            </a:r>
            <a:r>
              <a:rPr sz="900">
                <a:solidFill>
                  <a:srgbClr val="D6E6F7"/>
                </a:solidFill>
                <a:latin typeface="微软雅黑"/>
                <a:ea typeface="微软雅黑"/>
                <a:cs typeface="微软雅黑"/>
              </a:rPr>
              <a:t>limin</a:t>
            </a:r>
            <a:r>
              <a:rPr sz="900">
                <a:solidFill>
                  <a:srgbClr val="D6E6F7"/>
                </a:solidFill>
                <a:latin typeface="微软雅黑"/>
                <a:ea typeface="微软雅黑"/>
                <a:cs typeface="微软雅黑"/>
              </a:rPr>
              <a:t>（班组长）</a:t>
            </a:r>
          </a:p>
          <a:p xmlns:a="http://schemas.openxmlformats.org/drawingml/2006/main">
            <a:pPr algn="l">
              <a:lnSpc>
                <a:spcPct val="15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决定　</a:t>
            </a:r>
            <a:r>
              <a:rPr sz="900" b="1">
                <a:solidFill>
                  <a:srgbClr val="D6E6F7"/>
                </a:solidFill>
                <a:latin typeface="微软雅黑"/>
                <a:ea typeface="微软雅黑"/>
                <a:cs typeface="微软雅黑"/>
              </a:rPr>
              <a:t>ACCEPTED</a:t>
            </a:r>
            <a:r>
              <a:rPr sz="900" b="1">
                <a:solidFill>
                  <a:srgbClr val="D6E6F7"/>
                </a:solidFill>
                <a:latin typeface="微软雅黑"/>
                <a:ea typeface="微软雅黑"/>
                <a:cs typeface="微软雅黑"/>
              </a:rPr>
              <a:t>（采纳）</a:t>
            </a:r>
          </a:p>
          <a:p xmlns:a="http://schemas.openxmlformats.org/drawingml/2006/main">
            <a:pPr algn="l">
              <a:lnSpc>
                <a:spcPct val="15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理由　</a:t>
            </a:r>
            <a:r>
              <a:rPr sz="900">
                <a:solidFill>
                  <a:srgbClr val="D6E6F7"/>
                </a:solidFill>
                <a:latin typeface="微软雅黑"/>
                <a:ea typeface="微软雅黑"/>
                <a:cs typeface="微软雅黑"/>
              </a:rPr>
              <a:t>结论与现场情况一致，按建议补充 </a:t>
            </a:r>
            <a:r>
              <a:rPr sz="900">
                <a:solidFill>
                  <a:srgbClr val="D6E6F7"/>
                </a:solidFill>
                <a:latin typeface="微软雅黑"/>
                <a:ea typeface="微软雅黑"/>
                <a:cs typeface="微软雅黑"/>
              </a:rPr>
              <a:t>SOP </a:t>
            </a:r>
            <a:r>
              <a:rPr sz="900">
                <a:solidFill>
                  <a:srgbClr val="D6E6F7"/>
                </a:solidFill>
                <a:latin typeface="微软雅黑"/>
                <a:ea typeface="微软雅黑"/>
                <a:cs typeface="微软雅黑"/>
              </a:rPr>
              <a:t>卡并跟踪隐患</a:t>
            </a:r>
          </a:p>
          <a:p xmlns:a="http://schemas.openxmlformats.org/drawingml/2006/main">
            <a:pPr algn="l">
              <a:lnSpc>
                <a:spcPct val="15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说明　</a:t>
            </a:r>
            <a:r>
              <a:rPr sz="900">
                <a:solidFill>
                  <a:srgbClr val="D6E6F7"/>
                </a:solidFill>
                <a:latin typeface="微软雅黑"/>
                <a:ea typeface="微软雅黑"/>
                <a:cs typeface="微软雅黑"/>
              </a:rPr>
              <a:t>确认接口只改建议状态，不改任何业务数据。</a:t>
            </a:r>
          </a:p>
        </p:txBody>
      </p:sp>
      <p:sp>
        <p:nvSpPr>
          <p:cNvPr id="148" name="">
            <a:extLst xmlns:a="http://schemas.openxmlformats.org/drawingml/2006/main">
              <a:ext uri="{FF2B5EF4-FFF2-40B4-BE49-F238E27FC236}">
                <a16:creationId xmlns:a16="http://schemas.microsoft.com/office/drawing/2014/main" id="{405B3AD8-288B-460C-8724-E305BC980931}"/>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49" name="">
            <a:extLst xmlns:a="http://schemas.openxmlformats.org/drawingml/2006/main">
              <a:ext uri="{FF2B5EF4-FFF2-40B4-BE49-F238E27FC236}">
                <a16:creationId xmlns:a16="http://schemas.microsoft.com/office/drawing/2014/main" id="{6A13FA63-CA78-41DB-BF45-27FE8A3E1417}"/>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50" name="">
            <a:extLst xmlns:a="http://schemas.openxmlformats.org/drawingml/2006/main">
              <a:ext uri="{FF2B5EF4-FFF2-40B4-BE49-F238E27FC236}">
                <a16:creationId xmlns:a16="http://schemas.microsoft.com/office/drawing/2014/main" id="{73F50CA2-B6B7-42B0-B88C-1019E9EB92D5}"/>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51" name="">
            <a:extLst xmlns:a="http://schemas.openxmlformats.org/drawingml/2006/main">
              <a:ext uri="{FF2B5EF4-FFF2-40B4-BE49-F238E27FC236}">
                <a16:creationId xmlns:a16="http://schemas.microsoft.com/office/drawing/2014/main" id="{7786E617-249F-4F6F-B46C-D6917669C5B3}"/>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52" name="">
            <a:extLst xmlns:a="http://schemas.openxmlformats.org/drawingml/2006/main">
              <a:ext uri="{FF2B5EF4-FFF2-40B4-BE49-F238E27FC236}">
                <a16:creationId xmlns:a16="http://schemas.microsoft.com/office/drawing/2014/main" id="{0FC954A6-BE1F-4837-AFC5-BA83E0CDA8AC}"/>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53" name="">
            <a:extLst xmlns:a="http://schemas.openxmlformats.org/drawingml/2006/main">
              <a:ext uri="{FF2B5EF4-FFF2-40B4-BE49-F238E27FC236}">
                <a16:creationId xmlns:a16="http://schemas.microsoft.com/office/drawing/2014/main" id="{82B127F6-49A7-4558-A9D5-3A45BBD2088D}"/>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54" name="">
            <a:extLst xmlns:a="http://schemas.openxmlformats.org/drawingml/2006/main">
              <a:ext uri="{FF2B5EF4-FFF2-40B4-BE49-F238E27FC236}">
                <a16:creationId xmlns:a16="http://schemas.microsoft.com/office/drawing/2014/main" id="{63AB72C2-5B31-4B42-8883-AA89756B9106}"/>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55" name="">
            <a:extLst xmlns:a="http://schemas.openxmlformats.org/drawingml/2006/main">
              <a:ext uri="{FF2B5EF4-FFF2-40B4-BE49-F238E27FC236}">
                <a16:creationId xmlns:a16="http://schemas.microsoft.com/office/drawing/2014/main" id="{8428856A-3361-4D4A-B74C-E44E501AD7F3}"/>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15</a:t>
            </a:r>
          </a:p>
        </p:txBody>
      </p:sp>
    </p:spTree>
    <p:extLst>
      <p:ext uri="{BB962C8B-B14F-4D97-AF65-F5344CB8AC3E}">
        <p14:creationId xmlns:p14="http://schemas.microsoft.com/office/powerpoint/2010/main" val="1844926090"/>
      </p:ext>
    </p:extLst>
  </p:cSld>
</p:sld>
</file>

<file path=ppt/slides/slide16.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cc7cc28c8e1c497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6146C99-C652-4FB9-83DE-EB387ED2A52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5349F4C1-DED5-46D8-9D67-6907549E642A}"/>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F5C33B">
                  <a:alpha val="15000"/>
                </a:srgbClr>
              </a:gs>
              <a:gs pos="45000">
                <a:srgbClr val="F5C33B">
                  <a:alpha val="6000"/>
                </a:srgbClr>
              </a:gs>
              <a:gs pos="100000">
                <a:srgbClr val="F5C33B">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ED998325-6C30-4C4B-B4EE-52455A778EE7}"/>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F7678F63-85BF-4E1B-BAEA-584B6BCD51A0}"/>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pattFill xmlns:a="http://schemas.openxmlformats.org/drawingml/2006/main" prst="dotGrid">
            <a:fgClr>
              <a:srgbClr val="2A6BAE">
                <a:alpha val="50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8B30118B-6F5E-4A7D-BD77-CF04DB29D543}"/>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noFill xmlns:a="http://schemas.openxmlformats.org/drawingml/2006/main"/>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FB0B8467-2E9A-406F-8B42-6545C2787619}"/>
              </a:ext>
            </a:extLst>
          </p:cNvPr>
          <p:cNvSpPr>
            <a:spLocks xmlns:a="http://schemas.openxmlformats.org/drawingml/2006/main" noGrp="1"/>
          </p:cNvSpPr>
          <p:nvPr/>
        </p:nvSpPr>
        <p:spPr>
          <a:xfrm xmlns:a="http://schemas.openxmlformats.org/drawingml/2006/main">
            <a:off x="9601200" y="914400"/>
            <a:ext cx="5905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F5685C02-1270-4EB6-85D2-C275A0D722CC}"/>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B8BA4E53-CB81-465F-A428-8CD21A20B0EE}"/>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B0318E52-0602-4251-AD83-2CA15E77A015}"/>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A5842A67-3A52-4E2C-BE35-57AD85129654}"/>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817B26FF-18A9-4115-9702-4726835C15D2}"/>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B238CA17-B3A2-486E-B174-BFE0199E0FA0}"/>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9EFC5009-51DA-4288-840A-6CDB5DD445F1}"/>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7F486534-8200-4710-8527-72D3253FF007}"/>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28B1E4E4-42B5-45FA-8E86-8FA9D5F46B0D}"/>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7219AC19-BE9B-4CC6-AECA-15C0B7E397CA}"/>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2C8B3D98-39D6-4BAF-9065-2821563B3203}"/>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364FA0E7-2F6C-441C-ADD1-1284E40C6399}"/>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5ADF6877-6077-45BB-908B-3BC2039E73C7}"/>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1" name="">
            <a:extLst xmlns:a="http://schemas.openxmlformats.org/drawingml/2006/main">
              <a:ext uri="{FF2B5EF4-FFF2-40B4-BE49-F238E27FC236}">
                <a16:creationId xmlns:a16="http://schemas.microsoft.com/office/drawing/2014/main" id="{E6D22FEF-4E10-41CF-929C-81EE53216E6F}"/>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2" name="">
            <a:extLst xmlns:a="http://schemas.openxmlformats.org/drawingml/2006/main">
              <a:ext uri="{FF2B5EF4-FFF2-40B4-BE49-F238E27FC236}">
                <a16:creationId xmlns:a16="http://schemas.microsoft.com/office/drawing/2014/main" id="{86753F25-EEE4-4E90-BFAB-7ADE5791E64D}"/>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8BCB0027-22F6-4966-9939-F20AC47ED349}"/>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022D293D-BF8F-47E8-BADD-3DEE034B4235}"/>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87D73051-2244-40D1-9CAC-C12437C2ED7C}"/>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676BCBF8-725E-4ADB-9D6D-46BAB6721046}"/>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C20F8555-DB6B-4E46-BA27-1188F60B7D5F}"/>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005095E2-14ED-4466-851E-1CF63E7A150E}"/>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ABB3574A-5CA4-446D-9483-5EFFD14B4A6E}"/>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BD6904AA-C448-4E1A-AB4B-FB96BC189BE0}"/>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B82363C4-EAAD-4FB9-B3FE-9C43EBEEE324}"/>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DBDD29B1-D572-41B9-AF8B-509BFE2E19AE}"/>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132D458D-F5C3-47EE-8E9E-8C5D550DC1CB}"/>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302867B0-91FF-4201-A902-0D67CD34AEE7}"/>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458743B1-7EC5-4D0B-9188-DD27AAB6E1F9}"/>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C392D609-F43A-42F7-82B6-A7061FE06633}"/>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B5B78086-7F40-435A-B54D-4246EB2500F1}"/>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034A4B49-FBFC-416B-8915-E0587AB22E9C}"/>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EBC65005-315E-4E8C-BAF8-7E81D9A2B150}"/>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F5C33B"/>
              </a:gs>
              <a:gs pos="100000">
                <a:srgbClr val="F5C33B">
                  <a:alpha val="0"/>
                </a:srgbClr>
              </a:gs>
            </a:gsLst>
            <a:lin ang="540000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C3F09802-F731-4C2B-A231-FD21A67FDB8A}"/>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F5C33B">
                  <a:alpha val="45000"/>
                </a:srgbClr>
              </a:gs>
              <a:gs pos="100000">
                <a:srgbClr val="F5C33B">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1C3E3D73-5045-4372-93F4-948D480BBF49}"/>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2" name="">
            <a:extLst xmlns:a="http://schemas.openxmlformats.org/drawingml/2006/main">
              <a:ext uri="{FF2B5EF4-FFF2-40B4-BE49-F238E27FC236}">
                <a16:creationId xmlns:a16="http://schemas.microsoft.com/office/drawing/2014/main" id="{8D13FDF2-E7FF-4606-BE7B-041A03BA75F3}"/>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D826A49C-FACB-40BB-9839-1762FB4888E9}"/>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EF664B45-D98E-434A-987C-01564CC00989}"/>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F5C33B">
                  <a:alpha val="26000"/>
                </a:srgbClr>
              </a:gs>
              <a:gs pos="45000">
                <a:srgbClr val="F5C33B">
                  <a:alpha val="10000"/>
                </a:srgbClr>
              </a:gs>
              <a:gs pos="100000">
                <a:srgbClr val="F5C33B">
                  <a:alpha val="0"/>
                </a:srgbClr>
              </a:gs>
            </a:gsLst>
            <a:path path="shape"/>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8DDA0E17-82F3-418C-B01A-0CAD914245AC}"/>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F5C33B"/>
              </a:gs>
              <a:gs pos="100000">
                <a:srgbClr val="7B621E"/>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03</a:t>
            </a:r>
          </a:p>
        </p:txBody>
      </p:sp>
      <p:sp>
        <p:nvSpPr>
          <p:cNvPr id="46" name="">
            <a:extLst xmlns:a="http://schemas.openxmlformats.org/drawingml/2006/main">
              <a:ext uri="{FF2B5EF4-FFF2-40B4-BE49-F238E27FC236}">
                <a16:creationId xmlns:a16="http://schemas.microsoft.com/office/drawing/2014/main" id="{61D02642-DADA-4736-A370-D5127C844AF9}"/>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核心算法</a:t>
            </a:r>
          </a:p>
        </p:txBody>
      </p:sp>
      <p:sp>
        <p:nvSpPr>
          <p:cNvPr id="47" name="">
            <a:extLst xmlns:a="http://schemas.openxmlformats.org/drawingml/2006/main">
              <a:ext uri="{FF2B5EF4-FFF2-40B4-BE49-F238E27FC236}">
                <a16:creationId xmlns:a16="http://schemas.microsoft.com/office/drawing/2014/main" id="{06B26458-B682-4137-8BDC-73F8EF25FA7E}"/>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F5C33B"/>
              </a:gs>
              <a:gs pos="100000">
                <a:srgbClr val="F5C33B">
                  <a:alpha val="2000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D2DDC15B-B7D3-4899-80CB-7DE95FF9EB41}"/>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算法三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个性化组卷与题量分配</a:t>
            </a:r>
          </a:p>
        </p:txBody>
      </p:sp>
      <p:sp>
        <p:nvSpPr>
          <p:cNvPr id="49" name="">
            <a:extLst xmlns:a="http://schemas.openxmlformats.org/drawingml/2006/main">
              <a:ext uri="{FF2B5EF4-FFF2-40B4-BE49-F238E27FC236}">
                <a16:creationId xmlns:a16="http://schemas.microsoft.com/office/drawing/2014/main" id="{66AC2292-9A52-40D3-A386-ED24AA9D8C76}"/>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C9351EA5-6D90-4879-BFBB-ED1085249729}"/>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C0486DBB-72DD-41A9-B504-B69658D2ADA1}"/>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E5B0690A-EB0E-4C69-AD20-7158EF05E7FC}"/>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F8707419-EA44-4477-8CA7-6B496D5EA69F}"/>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4" name="">
            <a:extLst xmlns:a="http://schemas.openxmlformats.org/drawingml/2006/main">
              <a:ext uri="{FF2B5EF4-FFF2-40B4-BE49-F238E27FC236}">
                <a16:creationId xmlns:a16="http://schemas.microsoft.com/office/drawing/2014/main" id="{6FFFCCEA-4FD8-4EC1-B97A-4C30401CC41A}"/>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5" name="">
            <a:extLst xmlns:a="http://schemas.openxmlformats.org/drawingml/2006/main">
              <a:ext uri="{FF2B5EF4-FFF2-40B4-BE49-F238E27FC236}">
                <a16:creationId xmlns:a16="http://schemas.microsoft.com/office/drawing/2014/main" id="{35724119-5130-403F-BB94-CF0D9EB614FD}"/>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9D9671AC-353A-4EDC-97A1-08D9A2BD3867}"/>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7" name="">
            <a:extLst xmlns:a="http://schemas.openxmlformats.org/drawingml/2006/main">
              <a:ext uri="{FF2B5EF4-FFF2-40B4-BE49-F238E27FC236}">
                <a16:creationId xmlns:a16="http://schemas.microsoft.com/office/drawing/2014/main" id="{21D517BA-F591-49FD-A8D8-CB3A773F40C6}"/>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B0D55DC2-34B2-4E75-8740-1295EFCA2C11}"/>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321FA2A3-0539-4AE3-B3A4-F202D4ED19E8}"/>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BBF77FFE-0BDB-41F1-BCBC-85DD11CB0C5D}"/>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E6375F7A-E3FA-4120-9CF0-FCCA05F76EAC}"/>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643B8DCD-6B53-403F-904F-3C8F3A4CC001}"/>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90EBFAE9-5304-45B9-BB93-E05332A61FCD}"/>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题目按「缺口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历史正确率」分配，练完回流正确率</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让每一道题都打在当前的短板上。</a:t>
            </a:r>
          </a:p>
        </p:txBody>
      </p:sp>
      <p:sp>
        <p:nvSpPr>
          <p:cNvPr id="64" name="">
            <a:extLst xmlns:a="http://schemas.openxmlformats.org/drawingml/2006/main">
              <a:ext uri="{FF2B5EF4-FFF2-40B4-BE49-F238E27FC236}">
                <a16:creationId xmlns:a16="http://schemas.microsoft.com/office/drawing/2014/main" id="{E731161E-B8E3-4EDA-BC19-480E1E9E867C}"/>
              </a:ext>
            </a:extLst>
          </p:cNvPr>
          <p:cNvSpPr>
            <a:spLocks xmlns:a="http://schemas.openxmlformats.org/drawingml/2006/main" noGrp="1"/>
          </p:cNvSpPr>
          <p:nvPr/>
        </p:nvSpPr>
        <p:spPr>
          <a:xfrm xmlns:a="http://schemas.openxmlformats.org/drawingml/2006/main">
            <a:off x="285750" y="1333500"/>
            <a:ext cx="5905500" cy="1238250"/>
          </a:xfrm>
          <a:prstGeom xmlns:a="http://schemas.openxmlformats.org/drawingml/2006/main" prst="roundRect">
            <a:avLst>
              <a:gd name="adj" fmla="val 6923"/>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13335">
            <a:solidFill>
              <a:srgbClr val="F5C33B"/>
            </a:solidFill>
            <a:prstDash val="solid"/>
          </a:ln>
        </p:spPr>
      </p:sp>
      <p:sp>
        <p:nvSpPr>
          <p:cNvPr id="65" name="">
            <a:extLst xmlns:a="http://schemas.openxmlformats.org/drawingml/2006/main">
              <a:ext uri="{FF2B5EF4-FFF2-40B4-BE49-F238E27FC236}">
                <a16:creationId xmlns:a16="http://schemas.microsoft.com/office/drawing/2014/main" id="{BAE0333F-EEB1-494B-9BBC-715E0137D980}"/>
              </a:ext>
            </a:extLst>
          </p:cNvPr>
          <p:cNvSpPr>
            <a:spLocks xmlns:a="http://schemas.openxmlformats.org/drawingml/2006/main" noGrp="1"/>
          </p:cNvSpPr>
          <p:nvPr/>
        </p:nvSpPr>
        <p:spPr>
          <a:xfrm xmlns:a="http://schemas.openxmlformats.org/drawingml/2006/main">
            <a:off x="457200" y="14478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核心公式</a:t>
            </a:r>
          </a:p>
        </p:txBody>
      </p:sp>
      <p:sp>
        <p:nvSpPr>
          <p:cNvPr id="66" name="">
            <a:extLst xmlns:a="http://schemas.openxmlformats.org/drawingml/2006/main">
              <a:ext uri="{FF2B5EF4-FFF2-40B4-BE49-F238E27FC236}">
                <a16:creationId xmlns:a16="http://schemas.microsoft.com/office/drawing/2014/main" id="{A6DC1516-A849-4595-846C-0A1B8B4BF5D5}"/>
              </a:ext>
            </a:extLst>
          </p:cNvPr>
          <p:cNvSpPr>
            <a:spLocks xmlns:a="http://schemas.openxmlformats.org/drawingml/2006/main" noGrp="1"/>
          </p:cNvSpPr>
          <p:nvPr/>
        </p:nvSpPr>
        <p:spPr>
          <a:xfrm xmlns:a="http://schemas.openxmlformats.org/drawingml/2006/main">
            <a:off x="457200" y="1733550"/>
            <a:ext cx="5581650" cy="762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75">
                <a:solidFill>
                  <a:srgbClr val="D6E6F7"/>
                </a:solidFill>
                <a:latin typeface="微软雅黑"/>
                <a:ea typeface="微软雅黑"/>
                <a:cs typeface="微软雅黑"/>
              </a:defRPr>
            </a:pPr>
            <a:r>
              <a:rPr sz="975" b="1">
                <a:solidFill>
                  <a:srgbClr val="D6E6F7"/>
                </a:solidFill>
                <a:latin typeface="微软雅黑"/>
                <a:ea typeface="微软雅黑"/>
                <a:cs typeface="微软雅黑"/>
              </a:rPr>
              <a:t>effort(</a:t>
            </a:r>
            <a:r>
              <a:rPr sz="975" b="1">
                <a:solidFill>
                  <a:srgbClr val="D6E6F7"/>
                </a:solidFill>
                <a:latin typeface="微软雅黑"/>
                <a:ea typeface="微软雅黑"/>
                <a:cs typeface="微软雅黑"/>
              </a:rPr>
              <a:t>技能</a:t>
            </a:r>
            <a:r>
              <a:rPr sz="975" b="1">
                <a:solidFill>
                  <a:srgbClr val="D6E6F7"/>
                </a:solidFill>
                <a:latin typeface="微软雅黑"/>
                <a:ea typeface="微软雅黑"/>
                <a:cs typeface="微软雅黑"/>
              </a:rPr>
              <a:t>) = </a:t>
            </a:r>
            <a:r>
              <a:rPr sz="975" b="1">
                <a:solidFill>
                  <a:srgbClr val="D6E6F7"/>
                </a:solidFill>
                <a:latin typeface="微软雅黑"/>
                <a:ea typeface="微软雅黑"/>
                <a:cs typeface="微软雅黑"/>
              </a:rPr>
              <a:t>缺口权重 </a:t>
            </a:r>
            <a:r>
              <a:rPr sz="975" b="1">
                <a:solidFill>
                  <a:srgbClr val="D6E6F7"/>
                </a:solidFill>
                <a:latin typeface="微软雅黑"/>
                <a:ea typeface="微软雅黑"/>
                <a:cs typeface="微软雅黑"/>
              </a:rPr>
              <a:t>× max(0.2, 1.6 − </a:t>
            </a:r>
            <a:r>
              <a:rPr sz="975" b="1">
                <a:solidFill>
                  <a:srgbClr val="D6E6F7"/>
                </a:solidFill>
                <a:latin typeface="微软雅黑"/>
                <a:ea typeface="微软雅黑"/>
                <a:cs typeface="微软雅黑"/>
              </a:rPr>
              <a:t>历史正确率</a:t>
            </a:r>
            <a:r>
              <a:rPr sz="975" b="1">
                <a:solidFill>
                  <a:srgbClr val="D6E6F7"/>
                </a:solidFill>
                <a:latin typeface="微软雅黑"/>
                <a:ea typeface="微软雅黑"/>
                <a:cs typeface="微软雅黑"/>
              </a:rPr>
              <a:t>)</a:t>
            </a:r>
          </a:p>
          <a:p xmlns:a="http://schemas.openxmlformats.org/drawingml/2006/main">
            <a:pPr algn="l">
              <a:lnSpc>
                <a:spcPct val="16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题量分配量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总题量 </a:t>
            </a:r>
            <a:r>
              <a:rPr sz="975">
                <a:solidFill>
                  <a:srgbClr val="D6E6F7"/>
                </a:solidFill>
                <a:latin typeface="微软雅黑"/>
                <a:ea typeface="微软雅黑"/>
                <a:cs typeface="微软雅黑"/>
              </a:rPr>
              <a:t>× effort / Σ effort</a:t>
            </a:r>
            <a:r>
              <a:rPr sz="975">
                <a:solidFill>
                  <a:srgbClr val="D6E6F7"/>
                </a:solidFill>
                <a:latin typeface="微软雅黑"/>
                <a:ea typeface="微软雅黑"/>
                <a:cs typeface="微软雅黑"/>
              </a:rPr>
              <a:t>；实际分配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向下取整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余量按 </a:t>
            </a:r>
            <a:r>
              <a:rPr sz="975">
                <a:solidFill>
                  <a:srgbClr val="D6E6F7"/>
                </a:solidFill>
                <a:latin typeface="微软雅黑"/>
                <a:ea typeface="微软雅黑"/>
                <a:cs typeface="微软雅黑"/>
              </a:rPr>
              <a:t>effort </a:t>
            </a:r>
            <a:r>
              <a:rPr sz="975">
                <a:solidFill>
                  <a:srgbClr val="D6E6F7"/>
                </a:solidFill>
                <a:latin typeface="微软雅黑"/>
                <a:ea typeface="微软雅黑"/>
                <a:cs typeface="微软雅黑"/>
              </a:rPr>
              <a:t>补足</a:t>
            </a:r>
          </a:p>
        </p:txBody>
      </p:sp>
      <p:sp>
        <p:nvSpPr>
          <p:cNvPr id="67" name="">
            <a:extLst xmlns:a="http://schemas.openxmlformats.org/drawingml/2006/main">
              <a:ext uri="{FF2B5EF4-FFF2-40B4-BE49-F238E27FC236}">
                <a16:creationId xmlns:a16="http://schemas.microsoft.com/office/drawing/2014/main" id="{3E481BAF-D359-4EF3-80AD-C1BFB08BF9AD}"/>
              </a:ext>
            </a:extLst>
          </p:cNvPr>
          <p:cNvSpPr>
            <a:spLocks xmlns:a="http://schemas.openxmlformats.org/drawingml/2006/main" noGrp="1"/>
          </p:cNvSpPr>
          <p:nvPr/>
        </p:nvSpPr>
        <p:spPr>
          <a:xfrm xmlns:a="http://schemas.openxmlformats.org/drawingml/2006/main">
            <a:off x="285750" y="2705100"/>
            <a:ext cx="5905500" cy="1504950"/>
          </a:xfrm>
          <a:prstGeom xmlns:a="http://schemas.openxmlformats.org/drawingml/2006/main" prst="roundRect">
            <a:avLst>
              <a:gd name="adj" fmla="val 569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8" name="">
            <a:extLst xmlns:a="http://schemas.openxmlformats.org/drawingml/2006/main">
              <a:ext uri="{FF2B5EF4-FFF2-40B4-BE49-F238E27FC236}">
                <a16:creationId xmlns:a16="http://schemas.microsoft.com/office/drawing/2014/main" id="{4DA6CA8A-DDAE-4D6D-A02D-7FE6B032846E}"/>
              </a:ext>
            </a:extLst>
          </p:cNvPr>
          <p:cNvSpPr>
            <a:spLocks xmlns:a="http://schemas.openxmlformats.org/drawingml/2006/main" noGrp="1"/>
          </p:cNvSpPr>
          <p:nvPr/>
        </p:nvSpPr>
        <p:spPr>
          <a:xfrm xmlns:a="http://schemas.openxmlformats.org/drawingml/2006/main">
            <a:off x="457200" y="28194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算法流程（</a:t>
            </a:r>
            <a:r>
              <a:rPr sz="1050" b="1">
                <a:solidFill>
                  <a:srgbClr val="31C7F0"/>
                </a:solidFill>
                <a:latin typeface="微软雅黑"/>
                <a:ea typeface="微软雅黑"/>
                <a:cs typeface="微软雅黑"/>
              </a:rPr>
              <a:t>5 </a:t>
            </a:r>
            <a:r>
              <a:rPr sz="1050" b="1">
                <a:solidFill>
                  <a:srgbClr val="31C7F0"/>
                </a:solidFill>
                <a:latin typeface="微软雅黑"/>
                <a:ea typeface="微软雅黑"/>
                <a:cs typeface="微软雅黑"/>
              </a:rPr>
              <a:t>步）</a:t>
            </a:r>
          </a:p>
        </p:txBody>
      </p:sp>
      <p:sp>
        <p:nvSpPr>
          <p:cNvPr id="69" name="">
            <a:extLst xmlns:a="http://schemas.openxmlformats.org/drawingml/2006/main">
              <a:ext uri="{FF2B5EF4-FFF2-40B4-BE49-F238E27FC236}">
                <a16:creationId xmlns:a16="http://schemas.microsoft.com/office/drawing/2014/main" id="{C43DE1C1-3A11-4F83-A0BF-0331A127A700}"/>
              </a:ext>
            </a:extLst>
          </p:cNvPr>
          <p:cNvSpPr>
            <a:spLocks xmlns:a="http://schemas.openxmlformats.org/drawingml/2006/main" noGrp="1"/>
          </p:cNvSpPr>
          <p:nvPr/>
        </p:nvSpPr>
        <p:spPr>
          <a:xfrm xmlns:a="http://schemas.openxmlformats.org/drawingml/2006/main">
            <a:off x="457200" y="3105150"/>
            <a:ext cx="5581650" cy="1028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1　</a:t>
            </a:r>
            <a:r>
              <a:rPr sz="938">
                <a:solidFill>
                  <a:srgbClr val="D6E6F7"/>
                </a:solidFill>
                <a:latin typeface="微软雅黑"/>
                <a:ea typeface="微软雅黑"/>
                <a:cs typeface="微软雅黑"/>
              </a:rPr>
              <a:t>计算每个技能的 </a:t>
            </a:r>
            <a:r>
              <a:rPr sz="938">
                <a:solidFill>
                  <a:srgbClr val="D6E6F7"/>
                </a:solidFill>
                <a:latin typeface="微软雅黑"/>
                <a:ea typeface="微软雅黑"/>
                <a:cs typeface="微软雅黑"/>
              </a:rPr>
              <a:t>effort = </a:t>
            </a:r>
            <a:r>
              <a:rPr sz="938">
                <a:solidFill>
                  <a:srgbClr val="D6E6F7"/>
                </a:solidFill>
                <a:latin typeface="微软雅黑"/>
                <a:ea typeface="微软雅黑"/>
                <a:cs typeface="微软雅黑"/>
              </a:rPr>
              <a:t>缺口权重 </a:t>
            </a:r>
            <a:r>
              <a:rPr sz="938">
                <a:solidFill>
                  <a:srgbClr val="D6E6F7"/>
                </a:solidFill>
                <a:latin typeface="微软雅黑"/>
                <a:ea typeface="微软雅黑"/>
                <a:cs typeface="微软雅黑"/>
              </a:rPr>
              <a:t>× max(0.2, 1.6 − </a:t>
            </a:r>
            <a:r>
              <a:rPr sz="938">
                <a:solidFill>
                  <a:srgbClr val="D6E6F7"/>
                </a:solidFill>
                <a:latin typeface="微软雅黑"/>
                <a:ea typeface="微软雅黑"/>
                <a:cs typeface="微软雅黑"/>
              </a:rPr>
              <a:t>历史正确率</a:t>
            </a:r>
            <a:r>
              <a:rPr sz="938">
                <a:solidFill>
                  <a:srgbClr val="D6E6F7"/>
                </a:solidFill>
                <a:latin typeface="微软雅黑"/>
                <a:ea typeface="微软雅黑"/>
                <a:cs typeface="微软雅黑"/>
              </a:rPr>
              <a:t>)</a:t>
            </a:r>
            <a:r>
              <a:rPr sz="938">
                <a:solidFill>
                  <a:srgbClr val="D6E6F7"/>
                </a:solidFill>
                <a:latin typeface="微软雅黑"/>
                <a:ea typeface="微软雅黑"/>
                <a:cs typeface="微软雅黑"/>
              </a:rPr>
              <a:t>；</a:t>
            </a:r>
          </a:p>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2　</a:t>
            </a:r>
            <a:r>
              <a:rPr sz="938">
                <a:solidFill>
                  <a:srgbClr val="D6E6F7"/>
                </a:solidFill>
                <a:latin typeface="微软雅黑"/>
                <a:ea typeface="微软雅黑"/>
                <a:cs typeface="微软雅黑"/>
              </a:rPr>
              <a:t>按 </a:t>
            </a:r>
            <a:r>
              <a:rPr sz="938">
                <a:solidFill>
                  <a:srgbClr val="D6E6F7"/>
                </a:solidFill>
                <a:latin typeface="微软雅黑"/>
                <a:ea typeface="微软雅黑"/>
                <a:cs typeface="微软雅黑"/>
              </a:rPr>
              <a:t>effort </a:t>
            </a:r>
            <a:r>
              <a:rPr sz="938">
                <a:solidFill>
                  <a:srgbClr val="D6E6F7"/>
                </a:solidFill>
                <a:latin typeface="微软雅黑"/>
                <a:ea typeface="微软雅黑"/>
                <a:cs typeface="微软雅黑"/>
              </a:rPr>
              <a:t>降序排列，并按权重占比把本次题量分配到各技能；</a:t>
            </a:r>
          </a:p>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3　</a:t>
            </a:r>
            <a:r>
              <a:rPr sz="938">
                <a:solidFill>
                  <a:srgbClr val="D6E6F7"/>
                </a:solidFill>
                <a:latin typeface="微软雅黑"/>
                <a:ea typeface="微软雅黑"/>
                <a:cs typeface="微软雅黑"/>
              </a:rPr>
              <a:t>每个实际分配到的技能至少 </a:t>
            </a:r>
            <a:r>
              <a:rPr sz="938">
                <a:solidFill>
                  <a:srgbClr val="D6E6F7"/>
                </a:solidFill>
                <a:latin typeface="微软雅黑"/>
                <a:ea typeface="微软雅黑"/>
                <a:cs typeface="微软雅黑"/>
              </a:rPr>
              <a:t>1 </a:t>
            </a:r>
            <a:r>
              <a:rPr sz="938">
                <a:solidFill>
                  <a:srgbClr val="D6E6F7"/>
                </a:solidFill>
                <a:latin typeface="微软雅黑"/>
                <a:ea typeface="微软雅黑"/>
                <a:cs typeface="微软雅黑"/>
              </a:rPr>
              <a:t>题，且不超过题库存量与本次剩余题量，题量耗尽后不再分配；</a:t>
            </a:r>
          </a:p>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4　</a:t>
            </a:r>
            <a:r>
              <a:rPr sz="938">
                <a:solidFill>
                  <a:srgbClr val="D6E6F7"/>
                </a:solidFill>
                <a:latin typeface="微软雅黑"/>
                <a:ea typeface="微软雅黑"/>
                <a:cs typeface="微软雅黑"/>
              </a:rPr>
              <a:t>技能内部按 </a:t>
            </a:r>
            <a:r>
              <a:rPr sz="938">
                <a:solidFill>
                  <a:srgbClr val="D6E6F7"/>
                </a:solidFill>
                <a:latin typeface="微软雅黑"/>
                <a:ea typeface="微软雅黑"/>
                <a:cs typeface="微软雅黑"/>
              </a:rPr>
              <a:t>used_count </a:t>
            </a:r>
            <a:r>
              <a:rPr sz="938">
                <a:solidFill>
                  <a:srgbClr val="D6E6F7"/>
                </a:solidFill>
                <a:latin typeface="微软雅黑"/>
                <a:ea typeface="微软雅黑"/>
                <a:cs typeface="微软雅黑"/>
              </a:rPr>
              <a:t>升序、题目等级升序取题；</a:t>
            </a:r>
          </a:p>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5　</a:t>
            </a:r>
            <a:r>
              <a:rPr sz="938">
                <a:solidFill>
                  <a:srgbClr val="D6E6F7"/>
                </a:solidFill>
                <a:latin typeface="微软雅黑"/>
                <a:ea typeface="微软雅黑"/>
                <a:cs typeface="微软雅黑"/>
              </a:rPr>
              <a:t>交卷后更新 </a:t>
            </a:r>
            <a:r>
              <a:rPr sz="938">
                <a:solidFill>
                  <a:srgbClr val="D6E6F7"/>
                </a:solidFill>
                <a:latin typeface="微软雅黑"/>
                <a:ea typeface="微软雅黑"/>
                <a:cs typeface="微软雅黑"/>
              </a:rPr>
              <a:t>practice_stat</a:t>
            </a:r>
            <a:r>
              <a:rPr sz="938">
                <a:solidFill>
                  <a:srgbClr val="D6E6F7"/>
                </a:solidFill>
                <a:latin typeface="微软雅黑"/>
                <a:ea typeface="微软雅黑"/>
                <a:cs typeface="微软雅黑"/>
              </a:rPr>
              <a:t>，错题写入 </a:t>
            </a:r>
            <a:r>
              <a:rPr sz="938">
                <a:solidFill>
                  <a:srgbClr val="D6E6F7"/>
                </a:solidFill>
                <a:latin typeface="微软雅黑"/>
                <a:ea typeface="微软雅黑"/>
                <a:cs typeface="微软雅黑"/>
              </a:rPr>
              <a:t>memory_item</a:t>
            </a:r>
            <a:r>
              <a:rPr sz="938">
                <a:solidFill>
                  <a:srgbClr val="D6E6F7"/>
                </a:solidFill>
                <a:latin typeface="微软雅黑"/>
                <a:ea typeface="微软雅黑"/>
                <a:cs typeface="微软雅黑"/>
              </a:rPr>
              <a:t>，由历史正确率影响后续组卷权重。</a:t>
            </a:r>
          </a:p>
        </p:txBody>
      </p:sp>
      <p:sp>
        <p:nvSpPr>
          <p:cNvPr id="70" name="">
            <a:extLst xmlns:a="http://schemas.openxmlformats.org/drawingml/2006/main">
              <a:ext uri="{FF2B5EF4-FFF2-40B4-BE49-F238E27FC236}">
                <a16:creationId xmlns:a16="http://schemas.microsoft.com/office/drawing/2014/main" id="{1CEE6826-0743-40EA-8405-6EA65A2838AE}"/>
              </a:ext>
            </a:extLst>
          </p:cNvPr>
          <p:cNvSpPr>
            <a:spLocks xmlns:a="http://schemas.openxmlformats.org/drawingml/2006/main" noGrp="1"/>
          </p:cNvSpPr>
          <p:nvPr/>
        </p:nvSpPr>
        <p:spPr>
          <a:xfrm xmlns:a="http://schemas.openxmlformats.org/drawingml/2006/main">
            <a:off x="285750" y="4343400"/>
            <a:ext cx="5905500" cy="1905000"/>
          </a:xfrm>
          <a:prstGeom xmlns:a="http://schemas.openxmlformats.org/drawingml/2006/main" prst="roundRect">
            <a:avLst>
              <a:gd name="adj" fmla="val 450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71" name="">
            <a:extLst xmlns:a="http://schemas.openxmlformats.org/drawingml/2006/main">
              <a:ext uri="{FF2B5EF4-FFF2-40B4-BE49-F238E27FC236}">
                <a16:creationId xmlns:a16="http://schemas.microsoft.com/office/drawing/2014/main" id="{259FEAD1-1500-430D-BA82-66EBC7E90984}"/>
              </a:ext>
            </a:extLst>
          </p:cNvPr>
          <p:cNvSpPr>
            <a:spLocks xmlns:a="http://schemas.openxmlformats.org/drawingml/2006/main" noGrp="1"/>
          </p:cNvSpPr>
          <p:nvPr/>
        </p:nvSpPr>
        <p:spPr>
          <a:xfrm xmlns:a="http://schemas.openxmlformats.org/drawingml/2006/main">
            <a:off x="457200" y="44577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输入参数（演示数据口径）</a:t>
            </a:r>
          </a:p>
        </p:txBody>
      </p:sp>
      <p:sp>
        <p:nvSpPr>
          <p:cNvPr id="72" name="">
            <a:extLst xmlns:a="http://schemas.openxmlformats.org/drawingml/2006/main">
              <a:ext uri="{FF2B5EF4-FFF2-40B4-BE49-F238E27FC236}">
                <a16:creationId xmlns:a16="http://schemas.microsoft.com/office/drawing/2014/main" id="{2107884B-C4E3-4A01-BEF6-E2F7C657A12A}"/>
              </a:ext>
            </a:extLst>
          </p:cNvPr>
          <p:cNvSpPr>
            <a:spLocks xmlns:a="http://schemas.openxmlformats.org/drawingml/2006/main" noGrp="1"/>
          </p:cNvSpPr>
          <p:nvPr/>
        </p:nvSpPr>
        <p:spPr>
          <a:xfrm xmlns:a="http://schemas.openxmlformats.org/drawingml/2006/main">
            <a:off x="457200" y="478155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缺口权重</a:t>
            </a:r>
          </a:p>
        </p:txBody>
      </p:sp>
      <p:sp>
        <p:nvSpPr>
          <p:cNvPr id="73" name="">
            <a:extLst xmlns:a="http://schemas.openxmlformats.org/drawingml/2006/main">
              <a:ext uri="{FF2B5EF4-FFF2-40B4-BE49-F238E27FC236}">
                <a16:creationId xmlns:a16="http://schemas.microsoft.com/office/drawing/2014/main" id="{F924CE8A-4225-42C1-9D87-1B72F14279E6}"/>
              </a:ext>
            </a:extLst>
          </p:cNvPr>
          <p:cNvSpPr>
            <a:spLocks xmlns:a="http://schemas.openxmlformats.org/drawingml/2006/main" noGrp="1"/>
          </p:cNvSpPr>
          <p:nvPr/>
        </p:nvSpPr>
        <p:spPr>
          <a:xfrm xmlns:a="http://schemas.openxmlformats.org/drawingml/2006/main">
            <a:off x="1447800" y="4781550"/>
            <a:ext cx="45910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继电保护 </a:t>
            </a:r>
            <a:r>
              <a:rPr sz="863" b="0">
                <a:solidFill>
                  <a:srgbClr val="D6E6F7"/>
                </a:solidFill>
                <a:latin typeface="微软雅黑"/>
                <a:ea typeface="微软雅黑"/>
                <a:cs typeface="微软雅黑"/>
              </a:rPr>
              <a:t>3.0 / </a:t>
            </a:r>
            <a:r>
              <a:rPr sz="863" b="0">
                <a:solidFill>
                  <a:srgbClr val="D6E6F7"/>
                </a:solidFill>
                <a:latin typeface="微软雅黑"/>
                <a:ea typeface="微软雅黑"/>
                <a:cs typeface="微软雅黑"/>
              </a:rPr>
              <a:t>高压试验 </a:t>
            </a:r>
            <a:r>
              <a:rPr sz="863" b="0">
                <a:solidFill>
                  <a:srgbClr val="D6E6F7"/>
                </a:solidFill>
                <a:latin typeface="微软雅黑"/>
                <a:ea typeface="微软雅黑"/>
                <a:cs typeface="微软雅黑"/>
              </a:rPr>
              <a:t>2.0 / </a:t>
            </a:r>
            <a:r>
              <a:rPr sz="863" b="0">
                <a:solidFill>
                  <a:srgbClr val="D6E6F7"/>
                </a:solidFill>
                <a:latin typeface="微软雅黑"/>
                <a:ea typeface="微软雅黑"/>
                <a:cs typeface="微软雅黑"/>
              </a:rPr>
              <a:t>故障录波 </a:t>
            </a:r>
            <a:r>
              <a:rPr sz="863" b="0">
                <a:solidFill>
                  <a:srgbClr val="D6E6F7"/>
                </a:solidFill>
                <a:latin typeface="微软雅黑"/>
                <a:ea typeface="微软雅黑"/>
                <a:cs typeface="微软雅黑"/>
              </a:rPr>
              <a:t>2.0 / </a:t>
            </a:r>
            <a:r>
              <a:rPr sz="863" b="0">
                <a:solidFill>
                  <a:srgbClr val="D6E6F7"/>
                </a:solidFill>
                <a:latin typeface="微软雅黑"/>
                <a:ea typeface="微软雅黑"/>
                <a:cs typeface="微软雅黑"/>
              </a:rPr>
              <a:t>倒闸操作 </a:t>
            </a:r>
            <a:r>
              <a:rPr sz="863" b="0">
                <a:solidFill>
                  <a:srgbClr val="D6E6F7"/>
                </a:solidFill>
                <a:latin typeface="微软雅黑"/>
                <a:ea typeface="微软雅黑"/>
                <a:cs typeface="微软雅黑"/>
              </a:rPr>
              <a:t>1.0 / </a:t>
            </a:r>
            <a:r>
              <a:rPr sz="863" b="0">
                <a:solidFill>
                  <a:srgbClr val="D6E6F7"/>
                </a:solidFill>
                <a:latin typeface="微软雅黑"/>
                <a:ea typeface="微软雅黑"/>
                <a:cs typeface="微软雅黑"/>
              </a:rPr>
              <a:t>安全规程 </a:t>
            </a:r>
            <a:r>
              <a:rPr sz="863" b="0">
                <a:solidFill>
                  <a:srgbClr val="D6E6F7"/>
                </a:solidFill>
                <a:latin typeface="微软雅黑"/>
                <a:ea typeface="微软雅黑"/>
                <a:cs typeface="微软雅黑"/>
              </a:rPr>
              <a:t>1.0</a:t>
            </a:r>
          </a:p>
        </p:txBody>
      </p:sp>
      <p:sp>
        <p:nvSpPr>
          <p:cNvPr id="74" name="">
            <a:extLst xmlns:a="http://schemas.openxmlformats.org/drawingml/2006/main">
              <a:ext uri="{FF2B5EF4-FFF2-40B4-BE49-F238E27FC236}">
                <a16:creationId xmlns:a16="http://schemas.microsoft.com/office/drawing/2014/main" id="{315CC4C1-385F-4089-813B-3EB48CD7C98F}"/>
              </a:ext>
            </a:extLst>
          </p:cNvPr>
          <p:cNvSpPr>
            <a:spLocks xmlns:a="http://schemas.openxmlformats.org/drawingml/2006/main" noGrp="1"/>
          </p:cNvSpPr>
          <p:nvPr/>
        </p:nvSpPr>
        <p:spPr>
          <a:xfrm xmlns:a="http://schemas.openxmlformats.org/drawingml/2006/main">
            <a:off x="457200" y="514350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历史正确率</a:t>
            </a:r>
          </a:p>
        </p:txBody>
      </p:sp>
      <p:sp>
        <p:nvSpPr>
          <p:cNvPr id="75" name="">
            <a:extLst xmlns:a="http://schemas.openxmlformats.org/drawingml/2006/main">
              <a:ext uri="{FF2B5EF4-FFF2-40B4-BE49-F238E27FC236}">
                <a16:creationId xmlns:a16="http://schemas.microsoft.com/office/drawing/2014/main" id="{8ADD2EE9-3F36-403D-819E-E822C5DB9A01}"/>
              </a:ext>
            </a:extLst>
          </p:cNvPr>
          <p:cNvSpPr>
            <a:spLocks xmlns:a="http://schemas.openxmlformats.org/drawingml/2006/main" noGrp="1"/>
          </p:cNvSpPr>
          <p:nvPr/>
        </p:nvSpPr>
        <p:spPr>
          <a:xfrm xmlns:a="http://schemas.openxmlformats.org/drawingml/2006/main">
            <a:off x="1447800" y="5143500"/>
            <a:ext cx="45910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正确题数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已答题数；没有练习记录时按 </a:t>
            </a:r>
            <a:r>
              <a:rPr sz="863" b="0">
                <a:solidFill>
                  <a:srgbClr val="D6E6F7"/>
                </a:solidFill>
                <a:latin typeface="微软雅黑"/>
                <a:ea typeface="微软雅黑"/>
                <a:cs typeface="微软雅黑"/>
              </a:rPr>
              <a:t>0.70 </a:t>
            </a:r>
            <a:r>
              <a:rPr sz="863" b="0">
                <a:solidFill>
                  <a:srgbClr val="D6E6F7"/>
                </a:solidFill>
                <a:latin typeface="微软雅黑"/>
                <a:ea typeface="微软雅黑"/>
                <a:cs typeface="微软雅黑"/>
              </a:rPr>
              <a:t>冷启动</a:t>
            </a:r>
          </a:p>
        </p:txBody>
      </p:sp>
      <p:sp>
        <p:nvSpPr>
          <p:cNvPr id="76" name="">
            <a:extLst xmlns:a="http://schemas.openxmlformats.org/drawingml/2006/main">
              <a:ext uri="{FF2B5EF4-FFF2-40B4-BE49-F238E27FC236}">
                <a16:creationId xmlns:a16="http://schemas.microsoft.com/office/drawing/2014/main" id="{4B60AF5E-5AA4-48E0-B93D-732420F6FEA1}"/>
              </a:ext>
            </a:extLst>
          </p:cNvPr>
          <p:cNvSpPr>
            <a:spLocks xmlns:a="http://schemas.openxmlformats.org/drawingml/2006/main" noGrp="1"/>
          </p:cNvSpPr>
          <p:nvPr/>
        </p:nvSpPr>
        <p:spPr>
          <a:xfrm xmlns:a="http://schemas.openxmlformats.org/drawingml/2006/main">
            <a:off x="457200" y="550545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题库存量</a:t>
            </a:r>
          </a:p>
        </p:txBody>
      </p:sp>
      <p:sp>
        <p:nvSpPr>
          <p:cNvPr id="77" name="">
            <a:extLst xmlns:a="http://schemas.openxmlformats.org/drawingml/2006/main">
              <a:ext uri="{FF2B5EF4-FFF2-40B4-BE49-F238E27FC236}">
                <a16:creationId xmlns:a16="http://schemas.microsoft.com/office/drawing/2014/main" id="{E85DC1E9-86FC-47A6-9AC5-AEC2C5578FB6}"/>
              </a:ext>
            </a:extLst>
          </p:cNvPr>
          <p:cNvSpPr>
            <a:spLocks xmlns:a="http://schemas.openxmlformats.org/drawingml/2006/main" noGrp="1"/>
          </p:cNvSpPr>
          <p:nvPr/>
        </p:nvSpPr>
        <p:spPr>
          <a:xfrm xmlns:a="http://schemas.openxmlformats.org/drawingml/2006/main">
            <a:off x="1447800" y="5505450"/>
            <a:ext cx="45910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按技能统计可抽题数，并从 </a:t>
            </a:r>
            <a:r>
              <a:rPr sz="863" b="0">
                <a:solidFill>
                  <a:srgbClr val="D6E6F7"/>
                </a:solidFill>
                <a:latin typeface="微软雅黑"/>
                <a:ea typeface="微软雅黑"/>
                <a:cs typeface="微软雅黑"/>
              </a:rPr>
              <a:t>used_count </a:t>
            </a:r>
            <a:r>
              <a:rPr sz="863" b="0">
                <a:solidFill>
                  <a:srgbClr val="D6E6F7"/>
                </a:solidFill>
                <a:latin typeface="微软雅黑"/>
                <a:ea typeface="微软雅黑"/>
                <a:cs typeface="微软雅黑"/>
              </a:rPr>
              <a:t>少的题开始选，避免反复抽同一题</a:t>
            </a:r>
          </a:p>
        </p:txBody>
      </p:sp>
      <p:sp>
        <p:nvSpPr>
          <p:cNvPr id="78" name="">
            <a:extLst xmlns:a="http://schemas.openxmlformats.org/drawingml/2006/main">
              <a:ext uri="{FF2B5EF4-FFF2-40B4-BE49-F238E27FC236}">
                <a16:creationId xmlns:a16="http://schemas.microsoft.com/office/drawing/2014/main" id="{5E25CFB7-C36E-4140-95D3-879427B0A911}"/>
              </a:ext>
            </a:extLst>
          </p:cNvPr>
          <p:cNvSpPr>
            <a:spLocks xmlns:a="http://schemas.openxmlformats.org/drawingml/2006/main" noGrp="1"/>
          </p:cNvSpPr>
          <p:nvPr/>
        </p:nvSpPr>
        <p:spPr>
          <a:xfrm xmlns:a="http://schemas.openxmlformats.org/drawingml/2006/main">
            <a:off x="457200" y="586740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已实现入口</a:t>
            </a:r>
          </a:p>
        </p:txBody>
      </p:sp>
      <p:sp>
        <p:nvSpPr>
          <p:cNvPr id="79" name="">
            <a:extLst xmlns:a="http://schemas.openxmlformats.org/drawingml/2006/main">
              <a:ext uri="{FF2B5EF4-FFF2-40B4-BE49-F238E27FC236}">
                <a16:creationId xmlns:a16="http://schemas.microsoft.com/office/drawing/2014/main" id="{EB801B3B-8AAB-4192-8848-A565BBD87405}"/>
              </a:ext>
            </a:extLst>
          </p:cNvPr>
          <p:cNvSpPr>
            <a:spLocks xmlns:a="http://schemas.openxmlformats.org/drawingml/2006/main" noGrp="1"/>
          </p:cNvSpPr>
          <p:nvPr/>
        </p:nvSpPr>
        <p:spPr>
          <a:xfrm xmlns:a="http://schemas.openxmlformats.org/drawingml/2006/main">
            <a:off x="1447800" y="5867400"/>
            <a:ext cx="45910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员工端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学习与考试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练习题；已落库：缺口权重、逐技能正确率、题目使用次数、抽题与练习记录</a:t>
            </a:r>
          </a:p>
        </p:txBody>
      </p:sp>
      <p:sp>
        <p:nvSpPr>
          <p:cNvPr id="80" name="">
            <a:extLst xmlns:a="http://schemas.openxmlformats.org/drawingml/2006/main">
              <a:ext uri="{FF2B5EF4-FFF2-40B4-BE49-F238E27FC236}">
                <a16:creationId xmlns:a16="http://schemas.microsoft.com/office/drawing/2014/main" id="{F527AC7E-C832-43E4-95CD-23EC28DD62AE}"/>
              </a:ext>
            </a:extLst>
          </p:cNvPr>
          <p:cNvSpPr>
            <a:spLocks xmlns:a="http://schemas.openxmlformats.org/drawingml/2006/main" noGrp="1"/>
          </p:cNvSpPr>
          <p:nvPr/>
        </p:nvSpPr>
        <p:spPr>
          <a:xfrm xmlns:a="http://schemas.openxmlformats.org/drawingml/2006/main">
            <a:off x="6419850" y="13335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闭环：抽题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作答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正确率更新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错题入记忆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重新分配题量</a:t>
            </a:r>
          </a:p>
        </p:txBody>
      </p:sp>
      <p:sp>
        <p:nvSpPr>
          <p:cNvPr id="81" name="">
            <a:extLst xmlns:a="http://schemas.openxmlformats.org/drawingml/2006/main">
              <a:ext uri="{FF2B5EF4-FFF2-40B4-BE49-F238E27FC236}">
                <a16:creationId xmlns:a16="http://schemas.microsoft.com/office/drawing/2014/main" id="{5EA8D1B1-437F-4BA6-98CC-820D0026ECC9}"/>
              </a:ext>
            </a:extLst>
          </p:cNvPr>
          <p:cNvSpPr>
            <a:spLocks xmlns:a="http://schemas.openxmlformats.org/drawingml/2006/main" noGrp="1"/>
          </p:cNvSpPr>
          <p:nvPr/>
        </p:nvSpPr>
        <p:spPr>
          <a:xfrm xmlns:a="http://schemas.openxmlformats.org/drawingml/2006/main">
            <a:off x="6419850" y="1638300"/>
            <a:ext cx="5486400" cy="609600"/>
          </a:xfrm>
          <a:prstGeom xmlns:a="http://schemas.openxmlformats.org/drawingml/2006/main" prst="roundRect">
            <a:avLst>
              <a:gd name="adj" fmla="val 1406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2" name="">
            <a:extLst xmlns:a="http://schemas.openxmlformats.org/drawingml/2006/main">
              <a:ext uri="{FF2B5EF4-FFF2-40B4-BE49-F238E27FC236}">
                <a16:creationId xmlns:a16="http://schemas.microsoft.com/office/drawing/2014/main" id="{8B9204AE-2747-47EE-96DB-32EE679D5DD0}"/>
              </a:ext>
            </a:extLst>
          </p:cNvPr>
          <p:cNvSpPr>
            <a:spLocks xmlns:a="http://schemas.openxmlformats.org/drawingml/2006/main" noGrp="1"/>
          </p:cNvSpPr>
          <p:nvPr/>
        </p:nvSpPr>
        <p:spPr>
          <a:xfrm xmlns:a="http://schemas.openxmlformats.org/drawingml/2006/main">
            <a:off x="6572250" y="1828800"/>
            <a:ext cx="228600" cy="228600"/>
          </a:xfrm>
          <a:prstGeom xmlns:a="http://schemas.openxmlformats.org/drawingml/2006/main" prst="ellipse">
            <a:avLst/>
          </a:prstGeom>
          <a:solidFill xmlns:a="http://schemas.openxmlformats.org/drawingml/2006/main">
            <a:srgbClr val="2E86E8"/>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BF01B6F6-079C-4BC7-8E27-8DB3D27BFEB6}"/>
              </a:ext>
            </a:extLst>
          </p:cNvPr>
          <p:cNvSpPr>
            <a:spLocks xmlns:a="http://schemas.openxmlformats.org/drawingml/2006/main" noGrp="1"/>
          </p:cNvSpPr>
          <p:nvPr/>
        </p:nvSpPr>
        <p:spPr>
          <a:xfrm xmlns:a="http://schemas.openxmlformats.org/drawingml/2006/main">
            <a:off x="6572250" y="1828800"/>
            <a:ext cx="2286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1</a:t>
            </a:r>
          </a:p>
        </p:txBody>
      </p:sp>
      <p:sp>
        <p:nvSpPr>
          <p:cNvPr id="84" name="">
            <a:extLst xmlns:a="http://schemas.openxmlformats.org/drawingml/2006/main">
              <a:ext uri="{FF2B5EF4-FFF2-40B4-BE49-F238E27FC236}">
                <a16:creationId xmlns:a16="http://schemas.microsoft.com/office/drawing/2014/main" id="{486D7EAC-32A8-4B3A-A53F-7B43081CB50F}"/>
              </a:ext>
            </a:extLst>
          </p:cNvPr>
          <p:cNvSpPr>
            <a:spLocks xmlns:a="http://schemas.openxmlformats.org/drawingml/2006/main" noGrp="1"/>
          </p:cNvSpPr>
          <p:nvPr/>
        </p:nvSpPr>
        <p:spPr>
          <a:xfrm xmlns:a="http://schemas.openxmlformats.org/drawingml/2006/main">
            <a:off x="6915150" y="17335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抽题</a:t>
            </a:r>
          </a:p>
        </p:txBody>
      </p:sp>
      <p:sp>
        <p:nvSpPr>
          <p:cNvPr id="85" name="">
            <a:extLst xmlns:a="http://schemas.openxmlformats.org/drawingml/2006/main">
              <a:ext uri="{FF2B5EF4-FFF2-40B4-BE49-F238E27FC236}">
                <a16:creationId xmlns:a16="http://schemas.microsoft.com/office/drawing/2014/main" id="{1F30E576-BFDF-442D-A099-F3FE24E033C9}"/>
              </a:ext>
            </a:extLst>
          </p:cNvPr>
          <p:cNvSpPr>
            <a:spLocks xmlns:a="http://schemas.openxmlformats.org/drawingml/2006/main" noGrp="1"/>
          </p:cNvSpPr>
          <p:nvPr/>
        </p:nvSpPr>
        <p:spPr>
          <a:xfrm xmlns:a="http://schemas.openxmlformats.org/drawingml/2006/main">
            <a:off x="6915150" y="1962150"/>
            <a:ext cx="48768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 </a:t>
            </a:r>
            <a:r>
              <a:rPr sz="863" b="0">
                <a:solidFill>
                  <a:srgbClr val="D6E6F7"/>
                </a:solidFill>
                <a:latin typeface="微软雅黑"/>
                <a:ea typeface="微软雅黑"/>
                <a:cs typeface="微软雅黑"/>
              </a:rPr>
              <a:t>effort </a:t>
            </a:r>
            <a:r>
              <a:rPr sz="863" b="0">
                <a:solidFill>
                  <a:srgbClr val="D6E6F7"/>
                </a:solidFill>
                <a:latin typeface="微软雅黑"/>
                <a:ea typeface="微软雅黑"/>
                <a:cs typeface="微软雅黑"/>
              </a:rPr>
              <a:t>分配题量，</a:t>
            </a:r>
            <a:r>
              <a:rPr sz="863" b="0">
                <a:solidFill>
                  <a:srgbClr val="D6E6F7"/>
                </a:solidFill>
                <a:latin typeface="微软雅黑"/>
                <a:ea typeface="微软雅黑"/>
                <a:cs typeface="微软雅黑"/>
              </a:rPr>
              <a:t>used_count </a:t>
            </a:r>
            <a:r>
              <a:rPr sz="863" b="0">
                <a:solidFill>
                  <a:srgbClr val="D6E6F7"/>
                </a:solidFill>
                <a:latin typeface="微软雅黑"/>
                <a:ea typeface="微软雅黑"/>
                <a:cs typeface="微软雅黑"/>
              </a:rPr>
              <a:t>少的题优先</a:t>
            </a:r>
          </a:p>
        </p:txBody>
      </p:sp>
      <p:sp>
        <p:nvSpPr>
          <p:cNvPr id="86" name="">
            <a:extLst xmlns:a="http://schemas.openxmlformats.org/drawingml/2006/main">
              <a:ext uri="{FF2B5EF4-FFF2-40B4-BE49-F238E27FC236}">
                <a16:creationId xmlns:a16="http://schemas.microsoft.com/office/drawing/2014/main" id="{AB0E936F-219F-4377-93C0-0E0B7D5FAD61}"/>
              </a:ext>
            </a:extLst>
          </p:cNvPr>
          <p:cNvSpPr>
            <a:spLocks xmlns:a="http://schemas.openxmlformats.org/drawingml/2006/main" noGrp="1"/>
          </p:cNvSpPr>
          <p:nvPr/>
        </p:nvSpPr>
        <p:spPr>
          <a:xfrm xmlns:a="http://schemas.openxmlformats.org/drawingml/2006/main">
            <a:off x="6610350" y="2266950"/>
            <a:ext cx="228600" cy="114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50" b="0">
                <a:solidFill>
                  <a:srgbClr val="F5C33B"/>
                </a:solidFill>
                <a:latin typeface="微软雅黑"/>
                <a:ea typeface="微软雅黑"/>
                <a:cs typeface="微软雅黑"/>
              </a:defRPr>
            </a:pPr>
            <a:r>
              <a:rPr sz="750" b="0">
                <a:solidFill>
                  <a:srgbClr val="F5C33B"/>
                </a:solidFill>
                <a:latin typeface="微软雅黑"/>
                <a:ea typeface="微软雅黑"/>
                <a:cs typeface="微软雅黑"/>
              </a:rPr>
              <a:t>▼</a:t>
            </a:r>
          </a:p>
        </p:txBody>
      </p:sp>
      <p:sp>
        <p:nvSpPr>
          <p:cNvPr id="87" name="">
            <a:extLst xmlns:a="http://schemas.openxmlformats.org/drawingml/2006/main">
              <a:ext uri="{FF2B5EF4-FFF2-40B4-BE49-F238E27FC236}">
                <a16:creationId xmlns:a16="http://schemas.microsoft.com/office/drawing/2014/main" id="{1918C124-2D3C-4DE0-8FD5-3AA683C9EC3E}"/>
              </a:ext>
            </a:extLst>
          </p:cNvPr>
          <p:cNvSpPr>
            <a:spLocks xmlns:a="http://schemas.openxmlformats.org/drawingml/2006/main" noGrp="1"/>
          </p:cNvSpPr>
          <p:nvPr/>
        </p:nvSpPr>
        <p:spPr>
          <a:xfrm xmlns:a="http://schemas.openxmlformats.org/drawingml/2006/main">
            <a:off x="6419850" y="2362200"/>
            <a:ext cx="5486400" cy="609600"/>
          </a:xfrm>
          <a:prstGeom xmlns:a="http://schemas.openxmlformats.org/drawingml/2006/main" prst="roundRect">
            <a:avLst>
              <a:gd name="adj" fmla="val 1406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8" name="">
            <a:extLst xmlns:a="http://schemas.openxmlformats.org/drawingml/2006/main">
              <a:ext uri="{FF2B5EF4-FFF2-40B4-BE49-F238E27FC236}">
                <a16:creationId xmlns:a16="http://schemas.microsoft.com/office/drawing/2014/main" id="{C3795A24-EA45-4C7D-B007-AA7604137F33}"/>
              </a:ext>
            </a:extLst>
          </p:cNvPr>
          <p:cNvSpPr>
            <a:spLocks xmlns:a="http://schemas.openxmlformats.org/drawingml/2006/main" noGrp="1"/>
          </p:cNvSpPr>
          <p:nvPr/>
        </p:nvSpPr>
        <p:spPr>
          <a:xfrm xmlns:a="http://schemas.openxmlformats.org/drawingml/2006/main">
            <a:off x="6572250" y="2552700"/>
            <a:ext cx="228600" cy="228600"/>
          </a:xfrm>
          <a:prstGeom xmlns:a="http://schemas.openxmlformats.org/drawingml/2006/main" prst="ellipse">
            <a:avLst/>
          </a:prstGeom>
          <a:solidFill xmlns:a="http://schemas.openxmlformats.org/drawingml/2006/main">
            <a:srgbClr val="2E86E8"/>
          </a:soli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45B511AC-9B70-446C-89EC-68F72B8ECF2D}"/>
              </a:ext>
            </a:extLst>
          </p:cNvPr>
          <p:cNvSpPr>
            <a:spLocks xmlns:a="http://schemas.openxmlformats.org/drawingml/2006/main" noGrp="1"/>
          </p:cNvSpPr>
          <p:nvPr/>
        </p:nvSpPr>
        <p:spPr>
          <a:xfrm xmlns:a="http://schemas.openxmlformats.org/drawingml/2006/main">
            <a:off x="6572250" y="2552700"/>
            <a:ext cx="2286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2</a:t>
            </a:r>
          </a:p>
        </p:txBody>
      </p:sp>
      <p:sp>
        <p:nvSpPr>
          <p:cNvPr id="90" name="">
            <a:extLst xmlns:a="http://schemas.openxmlformats.org/drawingml/2006/main">
              <a:ext uri="{FF2B5EF4-FFF2-40B4-BE49-F238E27FC236}">
                <a16:creationId xmlns:a16="http://schemas.microsoft.com/office/drawing/2014/main" id="{FD0B1E3C-F830-4421-B2E6-D737979E959B}"/>
              </a:ext>
            </a:extLst>
          </p:cNvPr>
          <p:cNvSpPr>
            <a:spLocks xmlns:a="http://schemas.openxmlformats.org/drawingml/2006/main" noGrp="1"/>
          </p:cNvSpPr>
          <p:nvPr/>
        </p:nvSpPr>
        <p:spPr>
          <a:xfrm xmlns:a="http://schemas.openxmlformats.org/drawingml/2006/main">
            <a:off x="6915150" y="24574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作答</a:t>
            </a:r>
          </a:p>
        </p:txBody>
      </p:sp>
      <p:sp>
        <p:nvSpPr>
          <p:cNvPr id="91" name="">
            <a:extLst xmlns:a="http://schemas.openxmlformats.org/drawingml/2006/main">
              <a:ext uri="{FF2B5EF4-FFF2-40B4-BE49-F238E27FC236}">
                <a16:creationId xmlns:a16="http://schemas.microsoft.com/office/drawing/2014/main" id="{D84EE0B9-EF6A-4A20-AB00-93513CE5C903}"/>
              </a:ext>
            </a:extLst>
          </p:cNvPr>
          <p:cNvSpPr>
            <a:spLocks xmlns:a="http://schemas.openxmlformats.org/drawingml/2006/main" noGrp="1"/>
          </p:cNvSpPr>
          <p:nvPr/>
        </p:nvSpPr>
        <p:spPr>
          <a:xfrm xmlns:a="http://schemas.openxmlformats.org/drawingml/2006/main">
            <a:off x="6915150" y="2686050"/>
            <a:ext cx="48768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员工端在线作答，客观题自动判分</a:t>
            </a:r>
          </a:p>
        </p:txBody>
      </p:sp>
      <p:sp>
        <p:nvSpPr>
          <p:cNvPr id="92" name="">
            <a:extLst xmlns:a="http://schemas.openxmlformats.org/drawingml/2006/main">
              <a:ext uri="{FF2B5EF4-FFF2-40B4-BE49-F238E27FC236}">
                <a16:creationId xmlns:a16="http://schemas.microsoft.com/office/drawing/2014/main" id="{839789F6-B6C4-41C2-8F2F-BADAC8EC8E70}"/>
              </a:ext>
            </a:extLst>
          </p:cNvPr>
          <p:cNvSpPr>
            <a:spLocks xmlns:a="http://schemas.openxmlformats.org/drawingml/2006/main" noGrp="1"/>
          </p:cNvSpPr>
          <p:nvPr/>
        </p:nvSpPr>
        <p:spPr>
          <a:xfrm xmlns:a="http://schemas.openxmlformats.org/drawingml/2006/main">
            <a:off x="6610350" y="2990850"/>
            <a:ext cx="228600" cy="114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50" b="0">
                <a:solidFill>
                  <a:srgbClr val="F5C33B"/>
                </a:solidFill>
                <a:latin typeface="微软雅黑"/>
                <a:ea typeface="微软雅黑"/>
                <a:cs typeface="微软雅黑"/>
              </a:defRPr>
            </a:pPr>
            <a:r>
              <a:rPr sz="750" b="0">
                <a:solidFill>
                  <a:srgbClr val="F5C33B"/>
                </a:solidFill>
                <a:latin typeface="微软雅黑"/>
                <a:ea typeface="微软雅黑"/>
                <a:cs typeface="微软雅黑"/>
              </a:rPr>
              <a:t>▼</a:t>
            </a:r>
          </a:p>
        </p:txBody>
      </p:sp>
      <p:sp>
        <p:nvSpPr>
          <p:cNvPr id="93" name="">
            <a:extLst xmlns:a="http://schemas.openxmlformats.org/drawingml/2006/main">
              <a:ext uri="{FF2B5EF4-FFF2-40B4-BE49-F238E27FC236}">
                <a16:creationId xmlns:a16="http://schemas.microsoft.com/office/drawing/2014/main" id="{41029EB5-B4A9-4956-8EF1-ED364B7F406C}"/>
              </a:ext>
            </a:extLst>
          </p:cNvPr>
          <p:cNvSpPr>
            <a:spLocks xmlns:a="http://schemas.openxmlformats.org/drawingml/2006/main" noGrp="1"/>
          </p:cNvSpPr>
          <p:nvPr/>
        </p:nvSpPr>
        <p:spPr>
          <a:xfrm xmlns:a="http://schemas.openxmlformats.org/drawingml/2006/main">
            <a:off x="6419850" y="3086100"/>
            <a:ext cx="5486400" cy="609600"/>
          </a:xfrm>
          <a:prstGeom xmlns:a="http://schemas.openxmlformats.org/drawingml/2006/main" prst="roundRect">
            <a:avLst>
              <a:gd name="adj" fmla="val 1406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94" name="">
            <a:extLst xmlns:a="http://schemas.openxmlformats.org/drawingml/2006/main">
              <a:ext uri="{FF2B5EF4-FFF2-40B4-BE49-F238E27FC236}">
                <a16:creationId xmlns:a16="http://schemas.microsoft.com/office/drawing/2014/main" id="{6181D7E9-1FA2-4521-BA0D-637A0D70FD9E}"/>
              </a:ext>
            </a:extLst>
          </p:cNvPr>
          <p:cNvSpPr>
            <a:spLocks xmlns:a="http://schemas.openxmlformats.org/drawingml/2006/main" noGrp="1"/>
          </p:cNvSpPr>
          <p:nvPr/>
        </p:nvSpPr>
        <p:spPr>
          <a:xfrm xmlns:a="http://schemas.openxmlformats.org/drawingml/2006/main">
            <a:off x="6572250" y="3276600"/>
            <a:ext cx="228600" cy="228600"/>
          </a:xfrm>
          <a:prstGeom xmlns:a="http://schemas.openxmlformats.org/drawingml/2006/main" prst="ellipse">
            <a:avLst/>
          </a:prstGeom>
          <a:solidFill xmlns:a="http://schemas.openxmlformats.org/drawingml/2006/main">
            <a:srgbClr val="2E86E8"/>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1F192628-12A4-4160-B6F1-57B27C9E919C}"/>
              </a:ext>
            </a:extLst>
          </p:cNvPr>
          <p:cNvSpPr>
            <a:spLocks xmlns:a="http://schemas.openxmlformats.org/drawingml/2006/main" noGrp="1"/>
          </p:cNvSpPr>
          <p:nvPr/>
        </p:nvSpPr>
        <p:spPr>
          <a:xfrm xmlns:a="http://schemas.openxmlformats.org/drawingml/2006/main">
            <a:off x="6572250" y="3276600"/>
            <a:ext cx="2286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3</a:t>
            </a:r>
          </a:p>
        </p:txBody>
      </p:sp>
      <p:sp>
        <p:nvSpPr>
          <p:cNvPr id="96" name="">
            <a:extLst xmlns:a="http://schemas.openxmlformats.org/drawingml/2006/main">
              <a:ext uri="{FF2B5EF4-FFF2-40B4-BE49-F238E27FC236}">
                <a16:creationId xmlns:a16="http://schemas.microsoft.com/office/drawing/2014/main" id="{ED4EC710-127B-4FEC-BBA1-ED8492D996C0}"/>
              </a:ext>
            </a:extLst>
          </p:cNvPr>
          <p:cNvSpPr>
            <a:spLocks xmlns:a="http://schemas.openxmlformats.org/drawingml/2006/main" noGrp="1"/>
          </p:cNvSpPr>
          <p:nvPr/>
        </p:nvSpPr>
        <p:spPr>
          <a:xfrm xmlns:a="http://schemas.openxmlformats.org/drawingml/2006/main">
            <a:off x="6915150" y="31813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正确率更新</a:t>
            </a:r>
          </a:p>
        </p:txBody>
      </p:sp>
      <p:sp>
        <p:nvSpPr>
          <p:cNvPr id="97" name="">
            <a:extLst xmlns:a="http://schemas.openxmlformats.org/drawingml/2006/main">
              <a:ext uri="{FF2B5EF4-FFF2-40B4-BE49-F238E27FC236}">
                <a16:creationId xmlns:a16="http://schemas.microsoft.com/office/drawing/2014/main" id="{FA1DAEFC-CE0C-4635-BB5C-0A19B2876FDF}"/>
              </a:ext>
            </a:extLst>
          </p:cNvPr>
          <p:cNvSpPr>
            <a:spLocks xmlns:a="http://schemas.openxmlformats.org/drawingml/2006/main" noGrp="1"/>
          </p:cNvSpPr>
          <p:nvPr/>
        </p:nvSpPr>
        <p:spPr>
          <a:xfrm xmlns:a="http://schemas.openxmlformats.org/drawingml/2006/main">
            <a:off x="6915150" y="3409950"/>
            <a:ext cx="48768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写回 </a:t>
            </a:r>
            <a:r>
              <a:rPr sz="863" b="0">
                <a:solidFill>
                  <a:srgbClr val="D6E6F7"/>
                </a:solidFill>
                <a:latin typeface="微软雅黑"/>
                <a:ea typeface="微软雅黑"/>
                <a:cs typeface="微软雅黑"/>
              </a:rPr>
              <a:t>practice_stat</a:t>
            </a:r>
            <a:r>
              <a:rPr sz="863" b="0">
                <a:solidFill>
                  <a:srgbClr val="D6E6F7"/>
                </a:solidFill>
                <a:latin typeface="微软雅黑"/>
                <a:ea typeface="微软雅黑"/>
                <a:cs typeface="微软雅黑"/>
              </a:rPr>
              <a:t>，形成逐技能正确率</a:t>
            </a:r>
          </a:p>
        </p:txBody>
      </p:sp>
      <p:sp>
        <p:nvSpPr>
          <p:cNvPr id="98" name="">
            <a:extLst xmlns:a="http://schemas.openxmlformats.org/drawingml/2006/main">
              <a:ext uri="{FF2B5EF4-FFF2-40B4-BE49-F238E27FC236}">
                <a16:creationId xmlns:a16="http://schemas.microsoft.com/office/drawing/2014/main" id="{B78BEA04-2C45-49CB-9E89-A3DE06DB17EB}"/>
              </a:ext>
            </a:extLst>
          </p:cNvPr>
          <p:cNvSpPr>
            <a:spLocks xmlns:a="http://schemas.openxmlformats.org/drawingml/2006/main" noGrp="1"/>
          </p:cNvSpPr>
          <p:nvPr/>
        </p:nvSpPr>
        <p:spPr>
          <a:xfrm xmlns:a="http://schemas.openxmlformats.org/drawingml/2006/main">
            <a:off x="6610350" y="3714750"/>
            <a:ext cx="228600" cy="114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50" b="0">
                <a:solidFill>
                  <a:srgbClr val="F5C33B"/>
                </a:solidFill>
                <a:latin typeface="微软雅黑"/>
                <a:ea typeface="微软雅黑"/>
                <a:cs typeface="微软雅黑"/>
              </a:defRPr>
            </a:pPr>
            <a:r>
              <a:rPr sz="750" b="0">
                <a:solidFill>
                  <a:srgbClr val="F5C33B"/>
                </a:solidFill>
                <a:latin typeface="微软雅黑"/>
                <a:ea typeface="微软雅黑"/>
                <a:cs typeface="微软雅黑"/>
              </a:rPr>
              <a:t>▼</a:t>
            </a:r>
          </a:p>
        </p:txBody>
      </p:sp>
      <p:sp>
        <p:nvSpPr>
          <p:cNvPr id="99" name="">
            <a:extLst xmlns:a="http://schemas.openxmlformats.org/drawingml/2006/main">
              <a:ext uri="{FF2B5EF4-FFF2-40B4-BE49-F238E27FC236}">
                <a16:creationId xmlns:a16="http://schemas.microsoft.com/office/drawing/2014/main" id="{C89A6716-67ED-4A78-9630-A1058CC53480}"/>
              </a:ext>
            </a:extLst>
          </p:cNvPr>
          <p:cNvSpPr>
            <a:spLocks xmlns:a="http://schemas.openxmlformats.org/drawingml/2006/main" noGrp="1"/>
          </p:cNvSpPr>
          <p:nvPr/>
        </p:nvSpPr>
        <p:spPr>
          <a:xfrm xmlns:a="http://schemas.openxmlformats.org/drawingml/2006/main">
            <a:off x="6419850" y="3810000"/>
            <a:ext cx="5486400" cy="609600"/>
          </a:xfrm>
          <a:prstGeom xmlns:a="http://schemas.openxmlformats.org/drawingml/2006/main" prst="roundRect">
            <a:avLst>
              <a:gd name="adj" fmla="val 1406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0" name="">
            <a:extLst xmlns:a="http://schemas.openxmlformats.org/drawingml/2006/main">
              <a:ext uri="{FF2B5EF4-FFF2-40B4-BE49-F238E27FC236}">
                <a16:creationId xmlns:a16="http://schemas.microsoft.com/office/drawing/2014/main" id="{04D92C25-5B02-4D12-9960-A8EE919D643C}"/>
              </a:ext>
            </a:extLst>
          </p:cNvPr>
          <p:cNvSpPr>
            <a:spLocks xmlns:a="http://schemas.openxmlformats.org/drawingml/2006/main" noGrp="1"/>
          </p:cNvSpPr>
          <p:nvPr/>
        </p:nvSpPr>
        <p:spPr>
          <a:xfrm xmlns:a="http://schemas.openxmlformats.org/drawingml/2006/main">
            <a:off x="6572250" y="4000500"/>
            <a:ext cx="228600" cy="228600"/>
          </a:xfrm>
          <a:prstGeom xmlns:a="http://schemas.openxmlformats.org/drawingml/2006/main" prst="ellipse">
            <a:avLst/>
          </a:prstGeom>
          <a:solidFill xmlns:a="http://schemas.openxmlformats.org/drawingml/2006/main">
            <a:srgbClr val="2E86E8"/>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524B34AA-E5BA-4CE4-A0D2-1D27B53BFDB3}"/>
              </a:ext>
            </a:extLst>
          </p:cNvPr>
          <p:cNvSpPr>
            <a:spLocks xmlns:a="http://schemas.openxmlformats.org/drawingml/2006/main" noGrp="1"/>
          </p:cNvSpPr>
          <p:nvPr/>
        </p:nvSpPr>
        <p:spPr>
          <a:xfrm xmlns:a="http://schemas.openxmlformats.org/drawingml/2006/main">
            <a:off x="6572250" y="4000500"/>
            <a:ext cx="2286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4</a:t>
            </a:r>
          </a:p>
        </p:txBody>
      </p:sp>
      <p:sp>
        <p:nvSpPr>
          <p:cNvPr id="102" name="">
            <a:extLst xmlns:a="http://schemas.openxmlformats.org/drawingml/2006/main">
              <a:ext uri="{FF2B5EF4-FFF2-40B4-BE49-F238E27FC236}">
                <a16:creationId xmlns:a16="http://schemas.microsoft.com/office/drawing/2014/main" id="{FE6E362E-C654-48A4-B0CB-FD4FB77D5D3D}"/>
              </a:ext>
            </a:extLst>
          </p:cNvPr>
          <p:cNvSpPr>
            <a:spLocks xmlns:a="http://schemas.openxmlformats.org/drawingml/2006/main" noGrp="1"/>
          </p:cNvSpPr>
          <p:nvPr/>
        </p:nvSpPr>
        <p:spPr>
          <a:xfrm xmlns:a="http://schemas.openxmlformats.org/drawingml/2006/main">
            <a:off x="6915150" y="39052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错题入记忆</a:t>
            </a:r>
          </a:p>
        </p:txBody>
      </p:sp>
      <p:sp>
        <p:nvSpPr>
          <p:cNvPr id="103" name="">
            <a:extLst xmlns:a="http://schemas.openxmlformats.org/drawingml/2006/main">
              <a:ext uri="{FF2B5EF4-FFF2-40B4-BE49-F238E27FC236}">
                <a16:creationId xmlns:a16="http://schemas.microsoft.com/office/drawing/2014/main" id="{0301C770-48F7-4726-9711-A96AE04B04F2}"/>
              </a:ext>
            </a:extLst>
          </p:cNvPr>
          <p:cNvSpPr>
            <a:spLocks xmlns:a="http://schemas.openxmlformats.org/drawingml/2006/main" noGrp="1"/>
          </p:cNvSpPr>
          <p:nvPr/>
        </p:nvSpPr>
        <p:spPr>
          <a:xfrm xmlns:a="http://schemas.openxmlformats.org/drawingml/2006/main">
            <a:off x="6915150" y="4133850"/>
            <a:ext cx="48768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错题写 </a:t>
            </a:r>
            <a:r>
              <a:rPr sz="863" b="0">
                <a:solidFill>
                  <a:srgbClr val="D6E6F7"/>
                </a:solidFill>
                <a:latin typeface="微软雅黑"/>
                <a:ea typeface="微软雅黑"/>
                <a:cs typeface="微软雅黑"/>
              </a:rPr>
              <a:t>memory_item</a:t>
            </a:r>
            <a:r>
              <a:rPr sz="863" b="0">
                <a:solidFill>
                  <a:srgbClr val="D6E6F7"/>
                </a:solidFill>
                <a:latin typeface="微软雅黑"/>
                <a:ea typeface="微软雅黑"/>
                <a:cs typeface="微软雅黑"/>
              </a:rPr>
              <a:t>，归因到知识点与技能</a:t>
            </a:r>
          </a:p>
        </p:txBody>
      </p:sp>
      <p:sp>
        <p:nvSpPr>
          <p:cNvPr id="104" name="">
            <a:extLst xmlns:a="http://schemas.openxmlformats.org/drawingml/2006/main">
              <a:ext uri="{FF2B5EF4-FFF2-40B4-BE49-F238E27FC236}">
                <a16:creationId xmlns:a16="http://schemas.microsoft.com/office/drawing/2014/main" id="{E96EEEFB-2EB7-4FAC-8039-DC0FDFE5A6C8}"/>
              </a:ext>
            </a:extLst>
          </p:cNvPr>
          <p:cNvSpPr>
            <a:spLocks xmlns:a="http://schemas.openxmlformats.org/drawingml/2006/main" noGrp="1"/>
          </p:cNvSpPr>
          <p:nvPr/>
        </p:nvSpPr>
        <p:spPr>
          <a:xfrm xmlns:a="http://schemas.openxmlformats.org/drawingml/2006/main">
            <a:off x="6610350" y="4438650"/>
            <a:ext cx="228600" cy="114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50" b="0">
                <a:solidFill>
                  <a:srgbClr val="F5C33B"/>
                </a:solidFill>
                <a:latin typeface="微软雅黑"/>
                <a:ea typeface="微软雅黑"/>
                <a:cs typeface="微软雅黑"/>
              </a:defRPr>
            </a:pPr>
            <a:r>
              <a:rPr sz="750" b="0">
                <a:solidFill>
                  <a:srgbClr val="F5C33B"/>
                </a:solidFill>
                <a:latin typeface="微软雅黑"/>
                <a:ea typeface="微软雅黑"/>
                <a:cs typeface="微软雅黑"/>
              </a:rPr>
              <a:t>▼</a:t>
            </a:r>
          </a:p>
        </p:txBody>
      </p:sp>
      <p:sp>
        <p:nvSpPr>
          <p:cNvPr id="105" name="">
            <a:extLst xmlns:a="http://schemas.openxmlformats.org/drawingml/2006/main">
              <a:ext uri="{FF2B5EF4-FFF2-40B4-BE49-F238E27FC236}">
                <a16:creationId xmlns:a16="http://schemas.microsoft.com/office/drawing/2014/main" id="{6C1D759C-3BAD-462F-8FFC-F258A48A2C83}"/>
              </a:ext>
            </a:extLst>
          </p:cNvPr>
          <p:cNvSpPr>
            <a:spLocks xmlns:a="http://schemas.openxmlformats.org/drawingml/2006/main" noGrp="1"/>
          </p:cNvSpPr>
          <p:nvPr/>
        </p:nvSpPr>
        <p:spPr>
          <a:xfrm xmlns:a="http://schemas.openxmlformats.org/drawingml/2006/main">
            <a:off x="6419850" y="4533900"/>
            <a:ext cx="5486400" cy="609600"/>
          </a:xfrm>
          <a:prstGeom xmlns:a="http://schemas.openxmlformats.org/drawingml/2006/main" prst="roundRect">
            <a:avLst>
              <a:gd name="adj" fmla="val 14063"/>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F5C33B"/>
            </a:solidFill>
            <a:prstDash val="solid"/>
          </a:ln>
        </p:spPr>
      </p:sp>
      <p:sp>
        <p:nvSpPr>
          <p:cNvPr id="106" name="">
            <a:extLst xmlns:a="http://schemas.openxmlformats.org/drawingml/2006/main">
              <a:ext uri="{FF2B5EF4-FFF2-40B4-BE49-F238E27FC236}">
                <a16:creationId xmlns:a16="http://schemas.microsoft.com/office/drawing/2014/main" id="{DA8E8CAC-DBEE-46C3-ABDC-9549F05B0A89}"/>
              </a:ext>
            </a:extLst>
          </p:cNvPr>
          <p:cNvSpPr>
            <a:spLocks xmlns:a="http://schemas.openxmlformats.org/drawingml/2006/main" noGrp="1"/>
          </p:cNvSpPr>
          <p:nvPr/>
        </p:nvSpPr>
        <p:spPr>
          <a:xfrm xmlns:a="http://schemas.openxmlformats.org/drawingml/2006/main">
            <a:off x="6572250" y="4724400"/>
            <a:ext cx="228600" cy="228600"/>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07" name="">
            <a:extLst xmlns:a="http://schemas.openxmlformats.org/drawingml/2006/main">
              <a:ext uri="{FF2B5EF4-FFF2-40B4-BE49-F238E27FC236}">
                <a16:creationId xmlns:a16="http://schemas.microsoft.com/office/drawing/2014/main" id="{1206B4AA-1418-4279-84AF-DA5A01C99006}"/>
              </a:ext>
            </a:extLst>
          </p:cNvPr>
          <p:cNvSpPr>
            <a:spLocks xmlns:a="http://schemas.openxmlformats.org/drawingml/2006/main" noGrp="1"/>
          </p:cNvSpPr>
          <p:nvPr/>
        </p:nvSpPr>
        <p:spPr>
          <a:xfrm xmlns:a="http://schemas.openxmlformats.org/drawingml/2006/main">
            <a:off x="6572250" y="4724400"/>
            <a:ext cx="2286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08243F"/>
                </a:solidFill>
                <a:latin typeface="Bahnschrift"/>
                <a:ea typeface="Bahnschrift"/>
                <a:cs typeface="Bahnschrift"/>
              </a:defRPr>
            </a:pPr>
            <a:r>
              <a:rPr sz="900" b="1">
                <a:solidFill>
                  <a:srgbClr val="08243F"/>
                </a:solidFill>
                <a:latin typeface="Bahnschrift"/>
                <a:ea typeface="Bahnschrift"/>
                <a:cs typeface="Bahnschrift"/>
              </a:rPr>
              <a:t>5</a:t>
            </a:r>
          </a:p>
        </p:txBody>
      </p:sp>
      <p:sp>
        <p:nvSpPr>
          <p:cNvPr id="108" name="">
            <a:extLst xmlns:a="http://schemas.openxmlformats.org/drawingml/2006/main">
              <a:ext uri="{FF2B5EF4-FFF2-40B4-BE49-F238E27FC236}">
                <a16:creationId xmlns:a16="http://schemas.microsoft.com/office/drawing/2014/main" id="{1AAE0A53-F6AB-41D9-AFEF-E75B26A65A7D}"/>
              </a:ext>
            </a:extLst>
          </p:cNvPr>
          <p:cNvSpPr>
            <a:spLocks xmlns:a="http://schemas.openxmlformats.org/drawingml/2006/main" noGrp="1"/>
          </p:cNvSpPr>
          <p:nvPr/>
        </p:nvSpPr>
        <p:spPr>
          <a:xfrm xmlns:a="http://schemas.openxmlformats.org/drawingml/2006/main">
            <a:off x="6915150" y="46291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微软雅黑"/>
                <a:ea typeface="微软雅黑"/>
                <a:cs typeface="微软雅黑"/>
              </a:defRPr>
            </a:pPr>
            <a:r>
              <a:rPr sz="1013" b="1">
                <a:solidFill>
                  <a:srgbClr val="F5C33B"/>
                </a:solidFill>
                <a:latin typeface="微软雅黑"/>
                <a:ea typeface="微软雅黑"/>
                <a:cs typeface="微软雅黑"/>
              </a:rPr>
              <a:t>重新分配题量</a:t>
            </a:r>
          </a:p>
        </p:txBody>
      </p:sp>
      <p:sp>
        <p:nvSpPr>
          <p:cNvPr id="109" name="">
            <a:extLst xmlns:a="http://schemas.openxmlformats.org/drawingml/2006/main">
              <a:ext uri="{FF2B5EF4-FFF2-40B4-BE49-F238E27FC236}">
                <a16:creationId xmlns:a16="http://schemas.microsoft.com/office/drawing/2014/main" id="{D3F4C250-A79A-428E-B6BC-44B1AE4D7899}"/>
              </a:ext>
            </a:extLst>
          </p:cNvPr>
          <p:cNvSpPr>
            <a:spLocks xmlns:a="http://schemas.openxmlformats.org/drawingml/2006/main" noGrp="1"/>
          </p:cNvSpPr>
          <p:nvPr/>
        </p:nvSpPr>
        <p:spPr>
          <a:xfrm xmlns:a="http://schemas.openxmlformats.org/drawingml/2006/main">
            <a:off x="6915150" y="4857750"/>
            <a:ext cx="48768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下一轮组卷按新的正确率重新计算 </a:t>
            </a:r>
            <a:r>
              <a:rPr sz="863" b="0">
                <a:solidFill>
                  <a:srgbClr val="D6E6F7"/>
                </a:solidFill>
                <a:latin typeface="微软雅黑"/>
                <a:ea typeface="微软雅黑"/>
                <a:cs typeface="微软雅黑"/>
              </a:rPr>
              <a:t>effort</a:t>
            </a:r>
          </a:p>
        </p:txBody>
      </p:sp>
      <p:sp>
        <p:nvSpPr>
          <p:cNvPr id="110" name="">
            <a:extLst xmlns:a="http://schemas.openxmlformats.org/drawingml/2006/main">
              <a:ext uri="{FF2B5EF4-FFF2-40B4-BE49-F238E27FC236}">
                <a16:creationId xmlns:a16="http://schemas.microsoft.com/office/drawing/2014/main" id="{68A4EDC2-6EAC-4567-B2F6-AE1FC0B85FFF}"/>
              </a:ext>
            </a:extLst>
          </p:cNvPr>
          <p:cNvSpPr>
            <a:spLocks xmlns:a="http://schemas.openxmlformats.org/drawingml/2006/main" noGrp="1"/>
          </p:cNvSpPr>
          <p:nvPr/>
        </p:nvSpPr>
        <p:spPr>
          <a:xfrm xmlns:a="http://schemas.openxmlformats.org/drawingml/2006/main">
            <a:off x="6419850" y="5257800"/>
            <a:ext cx="5486400" cy="990600"/>
          </a:xfrm>
          <a:prstGeom xmlns:a="http://schemas.openxmlformats.org/drawingml/2006/main" prst="roundRect">
            <a:avLst>
              <a:gd name="adj" fmla="val 8654"/>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11" name="">
            <a:extLst xmlns:a="http://schemas.openxmlformats.org/drawingml/2006/main">
              <a:ext uri="{FF2B5EF4-FFF2-40B4-BE49-F238E27FC236}">
                <a16:creationId xmlns:a16="http://schemas.microsoft.com/office/drawing/2014/main" id="{9D43A6CF-180E-454F-8653-82510C6DA1D1}"/>
              </a:ext>
            </a:extLst>
          </p:cNvPr>
          <p:cNvSpPr>
            <a:spLocks xmlns:a="http://schemas.openxmlformats.org/drawingml/2006/main" noGrp="1"/>
          </p:cNvSpPr>
          <p:nvPr/>
        </p:nvSpPr>
        <p:spPr>
          <a:xfrm xmlns:a="http://schemas.openxmlformats.org/drawingml/2006/main">
            <a:off x="6591300" y="5372100"/>
            <a:ext cx="5143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3FD08A"/>
                </a:solidFill>
                <a:latin typeface="微软雅黑"/>
                <a:ea typeface="微软雅黑"/>
                <a:cs typeface="微软雅黑"/>
              </a:defRPr>
            </a:pPr>
            <a:r>
              <a:rPr sz="1013" b="1">
                <a:solidFill>
                  <a:srgbClr val="3FD08A"/>
                </a:solidFill>
                <a:latin typeface="微软雅黑"/>
                <a:ea typeface="微软雅黑"/>
                <a:cs typeface="微软雅黑"/>
              </a:rPr>
              <a:t>与「固定套卷」的差异</a:t>
            </a:r>
          </a:p>
        </p:txBody>
      </p:sp>
      <p:sp>
        <p:nvSpPr>
          <p:cNvPr id="112" name="">
            <a:extLst xmlns:a="http://schemas.openxmlformats.org/drawingml/2006/main">
              <a:ext uri="{FF2B5EF4-FFF2-40B4-BE49-F238E27FC236}">
                <a16:creationId xmlns:a16="http://schemas.microsoft.com/office/drawing/2014/main" id="{4ACD0CFA-E9D2-42CB-9ADA-84ED425760FC}"/>
              </a:ext>
            </a:extLst>
          </p:cNvPr>
          <p:cNvSpPr>
            <a:spLocks xmlns:a="http://schemas.openxmlformats.org/drawingml/2006/main" noGrp="1"/>
          </p:cNvSpPr>
          <p:nvPr/>
        </p:nvSpPr>
        <p:spPr>
          <a:xfrm xmlns:a="http://schemas.openxmlformats.org/drawingml/2006/main">
            <a:off x="6591300" y="5638800"/>
            <a:ext cx="5162550" cy="571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00">
                <a:solidFill>
                  <a:srgbClr val="D6E6F7"/>
                </a:solidFill>
                <a:latin typeface="微软雅黑"/>
                <a:ea typeface="微软雅黑"/>
                <a:cs typeface="微软雅黑"/>
              </a:defRPr>
            </a:pPr>
            <a:r>
              <a:rPr sz="900" b="1">
                <a:solidFill>
                  <a:srgbClr val="D6E6F7"/>
                </a:solidFill>
                <a:latin typeface="微软雅黑"/>
                <a:ea typeface="微软雅黑"/>
                <a:cs typeface="微软雅黑"/>
              </a:rPr>
              <a:t>固定套卷：</a:t>
            </a:r>
            <a:r>
              <a:rPr sz="900">
                <a:solidFill>
                  <a:srgbClr val="D6E6F7"/>
                </a:solidFill>
                <a:latin typeface="微软雅黑"/>
                <a:ea typeface="微软雅黑"/>
                <a:cs typeface="微软雅黑"/>
              </a:rPr>
              <a:t>所有人做同一套题，会的人重复做、不会的人永远练不到。</a:t>
            </a:r>
          </a:p>
          <a:p xmlns:a="http://schemas.openxmlformats.org/drawingml/2006/main">
            <a:pPr algn="l">
              <a:lnSpc>
                <a:spcPct val="145000"/>
              </a:lnSpc>
              <a:buNone/>
              <a:defRPr sz="900">
                <a:solidFill>
                  <a:srgbClr val="D6E6F7"/>
                </a:solidFill>
                <a:latin typeface="微软雅黑"/>
                <a:ea typeface="微软雅黑"/>
                <a:cs typeface="微软雅黑"/>
              </a:defRPr>
            </a:pPr>
            <a:r>
              <a:rPr sz="900" b="1">
                <a:solidFill>
                  <a:srgbClr val="D6E6F7"/>
                </a:solidFill>
                <a:latin typeface="微软雅黑"/>
                <a:ea typeface="微软雅黑"/>
                <a:cs typeface="微软雅黑"/>
              </a:rPr>
              <a:t>本算法：</a:t>
            </a:r>
            <a:r>
              <a:rPr sz="900">
                <a:solidFill>
                  <a:srgbClr val="D6E6F7"/>
                </a:solidFill>
                <a:latin typeface="微软雅黑"/>
                <a:ea typeface="微软雅黑"/>
                <a:cs typeface="微软雅黑"/>
              </a:rPr>
              <a:t>题量随缺口与正确率动态变化，一次交卷即改变下一轮权重。</a:t>
            </a:r>
          </a:p>
        </p:txBody>
      </p:sp>
      <p:sp>
        <p:nvSpPr>
          <p:cNvPr id="113" name="">
            <a:extLst xmlns:a="http://schemas.openxmlformats.org/drawingml/2006/main">
              <a:ext uri="{FF2B5EF4-FFF2-40B4-BE49-F238E27FC236}">
                <a16:creationId xmlns:a16="http://schemas.microsoft.com/office/drawing/2014/main" id="{1C6718C2-ACBB-4713-BEBA-AB712775B466}"/>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14" name="">
            <a:extLst xmlns:a="http://schemas.openxmlformats.org/drawingml/2006/main">
              <a:ext uri="{FF2B5EF4-FFF2-40B4-BE49-F238E27FC236}">
                <a16:creationId xmlns:a16="http://schemas.microsoft.com/office/drawing/2014/main" id="{1109284B-6291-4FD7-89E4-7F373284A85F}"/>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FE250C3E-ACF3-4CF2-ACAA-DA639EC1C2B0}"/>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6" name="">
            <a:extLst xmlns:a="http://schemas.openxmlformats.org/drawingml/2006/main">
              <a:ext uri="{FF2B5EF4-FFF2-40B4-BE49-F238E27FC236}">
                <a16:creationId xmlns:a16="http://schemas.microsoft.com/office/drawing/2014/main" id="{11A35BEC-62F4-4B85-AB83-24587E5ED8E2}"/>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7" name="">
            <a:extLst xmlns:a="http://schemas.openxmlformats.org/drawingml/2006/main">
              <a:ext uri="{FF2B5EF4-FFF2-40B4-BE49-F238E27FC236}">
                <a16:creationId xmlns:a16="http://schemas.microsoft.com/office/drawing/2014/main" id="{C26B24F0-D497-43A8-A2FA-76B8513F3D9F}"/>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8" name="">
            <a:extLst xmlns:a="http://schemas.openxmlformats.org/drawingml/2006/main">
              <a:ext uri="{FF2B5EF4-FFF2-40B4-BE49-F238E27FC236}">
                <a16:creationId xmlns:a16="http://schemas.microsoft.com/office/drawing/2014/main" id="{708156E8-00A0-4BF0-8D66-586A88FCF42E}"/>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19" name="">
            <a:extLst xmlns:a="http://schemas.openxmlformats.org/drawingml/2006/main">
              <a:ext uri="{FF2B5EF4-FFF2-40B4-BE49-F238E27FC236}">
                <a16:creationId xmlns:a16="http://schemas.microsoft.com/office/drawing/2014/main" id="{F83FCF23-F515-4308-A173-514D5C5DDCEC}"/>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2FF6AA65-688A-4E13-B722-7A21A5D850ED}"/>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16</a:t>
            </a:r>
          </a:p>
        </p:txBody>
      </p:sp>
    </p:spTree>
    <p:extLst>
      <p:ext uri="{BB962C8B-B14F-4D97-AF65-F5344CB8AC3E}">
        <p14:creationId xmlns:p14="http://schemas.microsoft.com/office/powerpoint/2010/main" val="798121897"/>
      </p:ext>
    </p:extLst>
  </p:cSld>
</p:sld>
</file>

<file path=ppt/slides/slide17.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99f246239eb44ca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B200A1-E6A7-488A-9DC8-AFBB802AE8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C256088A-B67B-4ECA-9D62-BB1A96855962}"/>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F5C33B">
                  <a:alpha val="15000"/>
                </a:srgbClr>
              </a:gs>
              <a:gs pos="45000">
                <a:srgbClr val="F5C33B">
                  <a:alpha val="6000"/>
                </a:srgbClr>
              </a:gs>
              <a:gs pos="100000">
                <a:srgbClr val="F5C33B">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750908FD-3E0B-4E50-9633-94F6B6BE3693}"/>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A02E137F-9173-4365-8423-C036A21D5EBF}"/>
              </a:ext>
            </a:extLst>
          </p:cNvPr>
          <p:cNvSpPr>
            <a:spLocks xmlns:a="http://schemas.openxmlformats.org/drawingml/2006/main" noGrp="1"/>
          </p:cNvSpPr>
          <p:nvPr/>
        </p:nvSpPr>
        <p:spPr>
          <a:xfrm xmlns:a="http://schemas.openxmlformats.org/drawingml/2006/main">
            <a:off x="9925050" y="952500"/>
            <a:ext cx="533400" cy="480060"/>
          </a:xfrm>
          <a:prstGeom xmlns:a="http://schemas.openxmlformats.org/drawingml/2006/main" prst="hexagon">
            <a:avLst/>
          </a:prstGeom>
          <a:noFill xmlns:a="http://schemas.openxmlformats.org/drawingml/2006/main"/>
          <a:ln xmlns:a="http://schemas.openxmlformats.org/drawingml/2006/main">
            <a:solidFill>
              <a:srgbClr val="F5C33B">
                <a:alpha val="28000"/>
              </a:srgbClr>
            </a:solidFill>
            <a:prstDash val="solid"/>
          </a:ln>
        </p:spPr>
      </p:sp>
      <p:sp>
        <p:nvSpPr>
          <p:cNvPr id="6" name="">
            <a:extLst xmlns:a="http://schemas.openxmlformats.org/drawingml/2006/main">
              <a:ext uri="{FF2B5EF4-FFF2-40B4-BE49-F238E27FC236}">
                <a16:creationId xmlns:a16="http://schemas.microsoft.com/office/drawing/2014/main" id="{3CDF44C3-308C-4140-98C7-0EE7DC58357B}"/>
              </a:ext>
            </a:extLst>
          </p:cNvPr>
          <p:cNvSpPr>
            <a:spLocks xmlns:a="http://schemas.openxmlformats.org/drawingml/2006/main" noGrp="1"/>
          </p:cNvSpPr>
          <p:nvPr/>
        </p:nvSpPr>
        <p:spPr>
          <a:xfrm xmlns:a="http://schemas.openxmlformats.org/drawingml/2006/main">
            <a:off x="10479024" y="1101852"/>
            <a:ext cx="533400" cy="480060"/>
          </a:xfrm>
          <a:prstGeom xmlns:a="http://schemas.openxmlformats.org/drawingml/2006/main" prst="hexagon">
            <a:avLst/>
          </a:prstGeom>
          <a:noFill xmlns:a="http://schemas.openxmlformats.org/drawingml/2006/main"/>
          <a:ln xmlns:a="http://schemas.openxmlformats.org/drawingml/2006/main">
            <a:solidFill>
              <a:srgbClr val="F5C33B">
                <a:alpha val="28000"/>
              </a:srgbClr>
            </a:solidFill>
            <a:prstDash val="solid"/>
          </a:ln>
        </p:spPr>
      </p:sp>
      <p:sp>
        <p:nvSpPr>
          <p:cNvPr id="7" name="">
            <a:extLst xmlns:a="http://schemas.openxmlformats.org/drawingml/2006/main">
              <a:ext uri="{FF2B5EF4-FFF2-40B4-BE49-F238E27FC236}">
                <a16:creationId xmlns:a16="http://schemas.microsoft.com/office/drawing/2014/main" id="{90F61D29-090A-4DD3-90D8-4E2550AF8C51}"/>
              </a:ext>
            </a:extLst>
          </p:cNvPr>
          <p:cNvSpPr>
            <a:spLocks xmlns:a="http://schemas.openxmlformats.org/drawingml/2006/main" noGrp="1"/>
          </p:cNvSpPr>
          <p:nvPr/>
        </p:nvSpPr>
        <p:spPr>
          <a:xfrm xmlns:a="http://schemas.openxmlformats.org/drawingml/2006/main">
            <a:off x="11032998" y="952500"/>
            <a:ext cx="533400" cy="480060"/>
          </a:xfrm>
          <a:prstGeom xmlns:a="http://schemas.openxmlformats.org/drawingml/2006/main" prst="hexagon">
            <a:avLst/>
          </a:prstGeom>
          <a:noFill xmlns:a="http://schemas.openxmlformats.org/drawingml/2006/main"/>
          <a:ln xmlns:a="http://schemas.openxmlformats.org/drawingml/2006/main">
            <a:solidFill>
              <a:srgbClr val="F5C33B">
                <a:alpha val="28000"/>
              </a:srgbClr>
            </a:solidFill>
            <a:prstDash val="solid"/>
          </a:ln>
        </p:spPr>
      </p:sp>
      <p:sp>
        <p:nvSpPr>
          <p:cNvPr id="8" name="">
            <a:extLst xmlns:a="http://schemas.openxmlformats.org/drawingml/2006/main">
              <a:ext uri="{FF2B5EF4-FFF2-40B4-BE49-F238E27FC236}">
                <a16:creationId xmlns:a16="http://schemas.microsoft.com/office/drawing/2014/main" id="{14C01C87-A4C4-4CA3-8D5F-14625D024B7C}"/>
              </a:ext>
            </a:extLst>
          </p:cNvPr>
          <p:cNvSpPr>
            <a:spLocks xmlns:a="http://schemas.openxmlformats.org/drawingml/2006/main" noGrp="1"/>
          </p:cNvSpPr>
          <p:nvPr/>
        </p:nvSpPr>
        <p:spPr>
          <a:xfrm xmlns:a="http://schemas.openxmlformats.org/drawingml/2006/main">
            <a:off x="9925050" y="1657350"/>
            <a:ext cx="1143000" cy="19050"/>
          </a:xfrm>
          <a:prstGeom xmlns:a="http://schemas.openxmlformats.org/drawingml/2006/main" prst="rect">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03DA8B9D-F23F-44FB-B221-B4E516BE62D0}"/>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1B94AAD5-C327-472D-AFFF-77B1B2382C3C}"/>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2A6D2C4F-93E8-4282-826D-D636AFB10E5B}"/>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3EDAB081-8B35-4756-85B9-D54670F1CFD9}"/>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7D18DE35-0D85-45AE-9125-BE7BE9CFAFBE}"/>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C6B58C88-DA02-4331-9A77-2710B9B1C698}"/>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ABAC4D8C-8F2D-4AB5-A2E7-7E9347B275B3}"/>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505EADDC-8C22-495A-BB29-9DF6241335E3}"/>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34388174-3739-49A7-8549-93B018CD6465}"/>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582FCB3F-2B89-492F-9864-81A9B73FADFF}"/>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C1B3C171-6897-42CA-A07F-30AE135017A3}"/>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9E35983E-D778-4D6B-B6BA-2D74D6D548F8}"/>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9DE5914B-4850-49E5-A4B0-0720B1C09455}"/>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2" name="">
            <a:extLst xmlns:a="http://schemas.openxmlformats.org/drawingml/2006/main">
              <a:ext uri="{FF2B5EF4-FFF2-40B4-BE49-F238E27FC236}">
                <a16:creationId xmlns:a16="http://schemas.microsoft.com/office/drawing/2014/main" id="{BDB44112-89EF-451D-827B-F99A66DD591F}"/>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3" name="">
            <a:extLst xmlns:a="http://schemas.openxmlformats.org/drawingml/2006/main">
              <a:ext uri="{FF2B5EF4-FFF2-40B4-BE49-F238E27FC236}">
                <a16:creationId xmlns:a16="http://schemas.microsoft.com/office/drawing/2014/main" id="{418F9B55-A13E-4A6B-ADD5-C95D394BDD1C}"/>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FE39BD0C-1831-49B7-9D0C-9AB0C7B41832}"/>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37649EE8-23A8-4E69-A864-B921748E56A1}"/>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164B3B8E-B2F3-435F-A45D-312D2386671B}"/>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60F50CCD-222D-4CBF-B117-77A34C1E0700}"/>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8F30E8BC-E94B-4BF6-ACED-2DAE87E11E7F}"/>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C47A946B-6A68-4346-B747-C761F5E58823}"/>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6C84F8F6-7731-49A4-A97E-2F4C1BA8BBB3}"/>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30E7F18D-C687-4F34-899D-9EF1DD8C7B7F}"/>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CE004720-1D52-4431-BFE2-08CDED93765B}"/>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457A2E7C-44AE-43BA-BD29-7BD34EB951E0}"/>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B8927F89-B7E3-411C-A2B5-B0EE3C0421C9}"/>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C0ACA822-2BF2-4E61-A15E-1BE4B19504E9}"/>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C5AE732D-FA3A-41BB-89C3-558269102EF9}"/>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E5C1C6C8-D0D4-4460-97B0-541975A15793}"/>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A84356E5-D2AA-4DF6-9D15-DCD6E9407BF6}"/>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DBDF8F47-B7A4-4BA6-9B95-C092BE5E4986}"/>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2166AB9D-9176-43B5-AE59-8DB46C0C44DB}"/>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F5C33B"/>
              </a:gs>
              <a:gs pos="100000">
                <a:srgbClr val="F5C33B">
                  <a:alpha val="0"/>
                </a:srgbClr>
              </a:gs>
            </a:gsLst>
            <a:lin ang="540000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C28659B4-7D05-410F-B4CE-3B14A9500DF9}"/>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F5C33B">
                  <a:alpha val="45000"/>
                </a:srgbClr>
              </a:gs>
              <a:gs pos="100000">
                <a:srgbClr val="F5C33B">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E3A36650-9449-4ADB-B9F6-81ED433FA9A9}"/>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3" name="">
            <a:extLst xmlns:a="http://schemas.openxmlformats.org/drawingml/2006/main">
              <a:ext uri="{FF2B5EF4-FFF2-40B4-BE49-F238E27FC236}">
                <a16:creationId xmlns:a16="http://schemas.microsoft.com/office/drawing/2014/main" id="{CBB3FD7F-7B6A-4CE1-BDE0-D6C31354C641}"/>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1E9C4CB1-562C-43F9-99CB-CD61F0906C82}"/>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FCF850F1-C558-42FF-9EC9-96C8C54859E3}"/>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F5C33B">
                  <a:alpha val="26000"/>
                </a:srgbClr>
              </a:gs>
              <a:gs pos="45000">
                <a:srgbClr val="F5C33B">
                  <a:alpha val="10000"/>
                </a:srgbClr>
              </a:gs>
              <a:gs pos="100000">
                <a:srgbClr val="F5C33B">
                  <a:alpha val="0"/>
                </a:srgbClr>
              </a:gs>
            </a:gsLst>
            <a:path path="shape"/>
          </a:gra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5CFA8A66-7949-4732-AE79-8EF5D2B1371D}"/>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F5C33B"/>
              </a:gs>
              <a:gs pos="100000">
                <a:srgbClr val="7B621E"/>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03</a:t>
            </a:r>
          </a:p>
        </p:txBody>
      </p:sp>
      <p:sp>
        <p:nvSpPr>
          <p:cNvPr id="47" name="">
            <a:extLst xmlns:a="http://schemas.openxmlformats.org/drawingml/2006/main">
              <a:ext uri="{FF2B5EF4-FFF2-40B4-BE49-F238E27FC236}">
                <a16:creationId xmlns:a16="http://schemas.microsoft.com/office/drawing/2014/main" id="{2EEB5D1F-93D0-4924-BFB6-F0BEC67A5C37}"/>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核心算法</a:t>
            </a:r>
          </a:p>
        </p:txBody>
      </p:sp>
      <p:sp>
        <p:nvSpPr>
          <p:cNvPr id="48" name="">
            <a:extLst xmlns:a="http://schemas.openxmlformats.org/drawingml/2006/main">
              <a:ext uri="{FF2B5EF4-FFF2-40B4-BE49-F238E27FC236}">
                <a16:creationId xmlns:a16="http://schemas.microsoft.com/office/drawing/2014/main" id="{7F942F07-7EE7-4200-B1A5-C67B36F86A07}"/>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F5C33B"/>
              </a:gs>
              <a:gs pos="100000">
                <a:srgbClr val="F5C33B">
                  <a:alpha val="20000"/>
                </a:srgbClr>
              </a:gs>
            </a:gsLst>
            <a:lin ang="540000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73D4442E-034B-48BF-8CD0-0A25F269905F}"/>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算法四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课程内容匹配与缺口优先排序</a:t>
            </a:r>
          </a:p>
        </p:txBody>
      </p:sp>
      <p:sp>
        <p:nvSpPr>
          <p:cNvPr id="50" name="">
            <a:extLst xmlns:a="http://schemas.openxmlformats.org/drawingml/2006/main">
              <a:ext uri="{FF2B5EF4-FFF2-40B4-BE49-F238E27FC236}">
                <a16:creationId xmlns:a16="http://schemas.microsoft.com/office/drawing/2014/main" id="{D26DCDF7-B2D2-4183-99FF-676036C9A7A5}"/>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5EA4430B-8483-4F70-883B-1DBD890AEF79}"/>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8F3E36A5-9294-478F-93F7-4B01C73CA995}"/>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B9DC1217-E919-4D54-90D0-10486A8F882D}"/>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AF2E7F45-DB90-4667-82D9-0F84A3715D9A}"/>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5" name="">
            <a:extLst xmlns:a="http://schemas.openxmlformats.org/drawingml/2006/main">
              <a:ext uri="{FF2B5EF4-FFF2-40B4-BE49-F238E27FC236}">
                <a16:creationId xmlns:a16="http://schemas.microsoft.com/office/drawing/2014/main" id="{AD6BBD15-F72D-4B00-8C3F-EB4958131D97}"/>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6" name="">
            <a:extLst xmlns:a="http://schemas.openxmlformats.org/drawingml/2006/main">
              <a:ext uri="{FF2B5EF4-FFF2-40B4-BE49-F238E27FC236}">
                <a16:creationId xmlns:a16="http://schemas.microsoft.com/office/drawing/2014/main" id="{CA1669CD-5F76-4B6F-B439-E665B102DFBA}"/>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6BFA9898-B2AE-4F8E-B533-664BDABC131D}"/>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8" name="">
            <a:extLst xmlns:a="http://schemas.openxmlformats.org/drawingml/2006/main">
              <a:ext uri="{FF2B5EF4-FFF2-40B4-BE49-F238E27FC236}">
                <a16:creationId xmlns:a16="http://schemas.microsoft.com/office/drawing/2014/main" id="{790EC287-B986-409D-BCD5-E80335892303}"/>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0507A2EB-6301-4076-A134-5CC782392AAA}"/>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AFC13A46-9C51-420E-AA56-FCC237D6AC16}"/>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91CF04BA-F637-40AD-9514-796C53FBEE93}"/>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B55BAFC0-2C08-45B3-8EDF-CCAAC0D94F43}"/>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390C1FFE-2C9A-46DA-85EB-DE7A111B1292}"/>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EE0EFC3F-0C11-4822-B292-840663CEBD6B}"/>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「搜到课程」不等于「该学这门课」</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先算内容命中分，再用岗位缺口做二次排序。</a:t>
            </a:r>
          </a:p>
        </p:txBody>
      </p:sp>
      <p:sp>
        <p:nvSpPr>
          <p:cNvPr id="65" name="">
            <a:extLst xmlns:a="http://schemas.openxmlformats.org/drawingml/2006/main">
              <a:ext uri="{FF2B5EF4-FFF2-40B4-BE49-F238E27FC236}">
                <a16:creationId xmlns:a16="http://schemas.microsoft.com/office/drawing/2014/main" id="{A581655C-DA6D-42B8-9ED1-A5DE731302C3}"/>
              </a:ext>
            </a:extLst>
          </p:cNvPr>
          <p:cNvSpPr>
            <a:spLocks xmlns:a="http://schemas.openxmlformats.org/drawingml/2006/main" noGrp="1"/>
          </p:cNvSpPr>
          <p:nvPr/>
        </p:nvSpPr>
        <p:spPr>
          <a:xfrm xmlns:a="http://schemas.openxmlformats.org/drawingml/2006/main">
            <a:off x="285750" y="1333500"/>
            <a:ext cx="5905500" cy="952500"/>
          </a:xfrm>
          <a:prstGeom xmlns:a="http://schemas.openxmlformats.org/drawingml/2006/main" prst="roundRect">
            <a:avLst>
              <a:gd name="adj" fmla="val 90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13335">
            <a:solidFill>
              <a:srgbClr val="F5C33B"/>
            </a:solidFill>
            <a:prstDash val="solid"/>
          </a:ln>
        </p:spPr>
      </p:sp>
      <p:sp>
        <p:nvSpPr>
          <p:cNvPr id="66" name="">
            <a:extLst xmlns:a="http://schemas.openxmlformats.org/drawingml/2006/main">
              <a:ext uri="{FF2B5EF4-FFF2-40B4-BE49-F238E27FC236}">
                <a16:creationId xmlns:a16="http://schemas.microsoft.com/office/drawing/2014/main" id="{2915F4D7-321C-4BD2-9322-D42EE822F3AF}"/>
              </a:ext>
            </a:extLst>
          </p:cNvPr>
          <p:cNvSpPr>
            <a:spLocks xmlns:a="http://schemas.openxmlformats.org/drawingml/2006/main" noGrp="1"/>
          </p:cNvSpPr>
          <p:nvPr/>
        </p:nvSpPr>
        <p:spPr>
          <a:xfrm xmlns:a="http://schemas.openxmlformats.org/drawingml/2006/main">
            <a:off x="457200" y="14478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问题定义</a:t>
            </a:r>
          </a:p>
        </p:txBody>
      </p:sp>
      <p:sp>
        <p:nvSpPr>
          <p:cNvPr id="67" name="">
            <a:extLst xmlns:a="http://schemas.openxmlformats.org/drawingml/2006/main">
              <a:ext uri="{FF2B5EF4-FFF2-40B4-BE49-F238E27FC236}">
                <a16:creationId xmlns:a16="http://schemas.microsoft.com/office/drawing/2014/main" id="{35C00B0C-D5D1-41BA-A699-EFDD2689D1BB}"/>
              </a:ext>
            </a:extLst>
          </p:cNvPr>
          <p:cNvSpPr>
            <a:spLocks xmlns:a="http://schemas.openxmlformats.org/drawingml/2006/main" noGrp="1"/>
          </p:cNvSpPr>
          <p:nvPr/>
        </p:nvSpPr>
        <p:spPr>
          <a:xfrm xmlns:a="http://schemas.openxmlformats.org/drawingml/2006/main">
            <a:off x="457200" y="1714500"/>
            <a:ext cx="55816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外网课程数量多，关键词出现不代表课程对当前员工有价值。系统同时判断「内容与检索词匹配得多准」和「课程技能是否对应该员工的岗位缺口」。</a:t>
            </a:r>
          </a:p>
        </p:txBody>
      </p:sp>
      <p:sp>
        <p:nvSpPr>
          <p:cNvPr id="68" name="">
            <a:extLst xmlns:a="http://schemas.openxmlformats.org/drawingml/2006/main">
              <a:ext uri="{FF2B5EF4-FFF2-40B4-BE49-F238E27FC236}">
                <a16:creationId xmlns:a16="http://schemas.microsoft.com/office/drawing/2014/main" id="{6D3D79D2-CD1A-40A2-AAF7-DA8BEBD4B28A}"/>
              </a:ext>
            </a:extLst>
          </p:cNvPr>
          <p:cNvSpPr>
            <a:spLocks xmlns:a="http://schemas.openxmlformats.org/drawingml/2006/main" noGrp="1"/>
          </p:cNvSpPr>
          <p:nvPr/>
        </p:nvSpPr>
        <p:spPr>
          <a:xfrm xmlns:a="http://schemas.openxmlformats.org/drawingml/2006/main">
            <a:off x="285750" y="2419350"/>
            <a:ext cx="5905500" cy="2019300"/>
          </a:xfrm>
          <a:prstGeom xmlns:a="http://schemas.openxmlformats.org/drawingml/2006/main" prst="roundRect">
            <a:avLst>
              <a:gd name="adj" fmla="val 424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9" name="">
            <a:extLst xmlns:a="http://schemas.openxmlformats.org/drawingml/2006/main">
              <a:ext uri="{FF2B5EF4-FFF2-40B4-BE49-F238E27FC236}">
                <a16:creationId xmlns:a16="http://schemas.microsoft.com/office/drawing/2014/main" id="{0FF0D1D0-A6E8-4772-A120-3877E9394272}"/>
              </a:ext>
            </a:extLst>
          </p:cNvPr>
          <p:cNvSpPr>
            <a:spLocks xmlns:a="http://schemas.openxmlformats.org/drawingml/2006/main" noGrp="1"/>
          </p:cNvSpPr>
          <p:nvPr/>
        </p:nvSpPr>
        <p:spPr>
          <a:xfrm xmlns:a="http://schemas.openxmlformats.org/drawingml/2006/main">
            <a:off x="457200" y="253365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打分公式（命中即加分，可叠加）</a:t>
            </a:r>
          </a:p>
        </p:txBody>
      </p:sp>
      <p:sp>
        <p:nvSpPr>
          <p:cNvPr id="70" name="">
            <a:extLst xmlns:a="http://schemas.openxmlformats.org/drawingml/2006/main">
              <a:ext uri="{FF2B5EF4-FFF2-40B4-BE49-F238E27FC236}">
                <a16:creationId xmlns:a16="http://schemas.microsoft.com/office/drawing/2014/main" id="{F79026C4-46BF-4A21-9779-1D2D90566620}"/>
              </a:ext>
            </a:extLst>
          </p:cNvPr>
          <p:cNvSpPr>
            <a:spLocks xmlns:a="http://schemas.openxmlformats.org/drawingml/2006/main" noGrp="1"/>
          </p:cNvSpPr>
          <p:nvPr/>
        </p:nvSpPr>
        <p:spPr>
          <a:xfrm xmlns:a="http://schemas.openxmlformats.org/drawingml/2006/main">
            <a:off x="457200" y="281940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标题命中</a:t>
            </a:r>
          </a:p>
        </p:txBody>
      </p:sp>
      <p:sp>
        <p:nvSpPr>
          <p:cNvPr id="71" name="">
            <a:extLst xmlns:a="http://schemas.openxmlformats.org/drawingml/2006/main">
              <a:ext uri="{FF2B5EF4-FFF2-40B4-BE49-F238E27FC236}">
                <a16:creationId xmlns:a16="http://schemas.microsoft.com/office/drawing/2014/main" id="{BDA326D7-C0A8-4ECC-B103-7F69C071EBB2}"/>
              </a:ext>
            </a:extLst>
          </p:cNvPr>
          <p:cNvSpPr>
            <a:spLocks xmlns:a="http://schemas.openxmlformats.org/drawingml/2006/main" noGrp="1"/>
          </p:cNvSpPr>
          <p:nvPr/>
        </p:nvSpPr>
        <p:spPr>
          <a:xfrm xmlns:a="http://schemas.openxmlformats.org/drawingml/2006/main">
            <a:off x="1733550" y="2819400"/>
            <a:ext cx="133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+6 / </a:t>
            </a:r>
            <a:r>
              <a:rPr sz="938" b="1">
                <a:solidFill>
                  <a:srgbClr val="F5C33B"/>
                </a:solidFill>
                <a:latin typeface="微软雅黑"/>
                <a:ea typeface="微软雅黑"/>
                <a:cs typeface="微软雅黑"/>
              </a:rPr>
              <a:t>每个检索词</a:t>
            </a:r>
          </a:p>
        </p:txBody>
      </p:sp>
      <p:sp>
        <p:nvSpPr>
          <p:cNvPr id="72" name="">
            <a:extLst xmlns:a="http://schemas.openxmlformats.org/drawingml/2006/main">
              <a:ext uri="{FF2B5EF4-FFF2-40B4-BE49-F238E27FC236}">
                <a16:creationId xmlns:a16="http://schemas.microsoft.com/office/drawing/2014/main" id="{BD045A1C-12A2-41C6-A7A5-FFABEA74FE76}"/>
              </a:ext>
            </a:extLst>
          </p:cNvPr>
          <p:cNvSpPr>
            <a:spLocks xmlns:a="http://schemas.openxmlformats.org/drawingml/2006/main" noGrp="1"/>
          </p:cNvSpPr>
          <p:nvPr/>
        </p:nvSpPr>
        <p:spPr>
          <a:xfrm xmlns:a="http://schemas.openxmlformats.org/drawingml/2006/main">
            <a:off x="3143250" y="2819400"/>
            <a:ext cx="29146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最高权重，标题最能代表课程主题</a:t>
            </a:r>
          </a:p>
        </p:txBody>
      </p:sp>
      <p:sp>
        <p:nvSpPr>
          <p:cNvPr id="73" name="">
            <a:extLst xmlns:a="http://schemas.openxmlformats.org/drawingml/2006/main">
              <a:ext uri="{FF2B5EF4-FFF2-40B4-BE49-F238E27FC236}">
                <a16:creationId xmlns:a16="http://schemas.microsoft.com/office/drawing/2014/main" id="{34706FBC-174A-4F32-8BD8-0D5F25921D7D}"/>
              </a:ext>
            </a:extLst>
          </p:cNvPr>
          <p:cNvSpPr>
            <a:spLocks xmlns:a="http://schemas.openxmlformats.org/drawingml/2006/main" noGrp="1"/>
          </p:cNvSpPr>
          <p:nvPr/>
        </p:nvSpPr>
        <p:spPr>
          <a:xfrm xmlns:a="http://schemas.openxmlformats.org/drawingml/2006/main">
            <a:off x="457200" y="3133725"/>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平台检索词命中</a:t>
            </a:r>
          </a:p>
        </p:txBody>
      </p:sp>
      <p:sp>
        <p:nvSpPr>
          <p:cNvPr id="74" name="">
            <a:extLst xmlns:a="http://schemas.openxmlformats.org/drawingml/2006/main">
              <a:ext uri="{FF2B5EF4-FFF2-40B4-BE49-F238E27FC236}">
                <a16:creationId xmlns:a16="http://schemas.microsoft.com/office/drawing/2014/main" id="{E30021E2-70C0-4478-AC13-972BB061DBC8}"/>
              </a:ext>
            </a:extLst>
          </p:cNvPr>
          <p:cNvSpPr>
            <a:spLocks xmlns:a="http://schemas.openxmlformats.org/drawingml/2006/main" noGrp="1"/>
          </p:cNvSpPr>
          <p:nvPr/>
        </p:nvSpPr>
        <p:spPr>
          <a:xfrm xmlns:a="http://schemas.openxmlformats.org/drawingml/2006/main">
            <a:off x="1733550" y="3133725"/>
            <a:ext cx="133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+4 / </a:t>
            </a:r>
            <a:r>
              <a:rPr sz="938" b="1">
                <a:solidFill>
                  <a:srgbClr val="F5C33B"/>
                </a:solidFill>
                <a:latin typeface="微软雅黑"/>
                <a:ea typeface="微软雅黑"/>
                <a:cs typeface="微软雅黑"/>
              </a:rPr>
              <a:t>每个检索词</a:t>
            </a:r>
          </a:p>
        </p:txBody>
      </p:sp>
      <p:sp>
        <p:nvSpPr>
          <p:cNvPr id="75" name="">
            <a:extLst xmlns:a="http://schemas.openxmlformats.org/drawingml/2006/main">
              <a:ext uri="{FF2B5EF4-FFF2-40B4-BE49-F238E27FC236}">
                <a16:creationId xmlns:a16="http://schemas.microsoft.com/office/drawing/2014/main" id="{986286DC-34E5-4C54-9942-5EDE1905C32B}"/>
              </a:ext>
            </a:extLst>
          </p:cNvPr>
          <p:cNvSpPr>
            <a:spLocks xmlns:a="http://schemas.openxmlformats.org/drawingml/2006/main" noGrp="1"/>
          </p:cNvSpPr>
          <p:nvPr/>
        </p:nvSpPr>
        <p:spPr>
          <a:xfrm xmlns:a="http://schemas.openxmlformats.org/drawingml/2006/main">
            <a:off x="3143250" y="3133725"/>
            <a:ext cx="29146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课程在各平台的实际检索入口</a:t>
            </a:r>
          </a:p>
        </p:txBody>
      </p:sp>
      <p:sp>
        <p:nvSpPr>
          <p:cNvPr id="76" name="">
            <a:extLst xmlns:a="http://schemas.openxmlformats.org/drawingml/2006/main">
              <a:ext uri="{FF2B5EF4-FFF2-40B4-BE49-F238E27FC236}">
                <a16:creationId xmlns:a16="http://schemas.microsoft.com/office/drawing/2014/main" id="{6C3C49F8-69C6-4101-A253-BB2F81D48A6F}"/>
              </a:ext>
            </a:extLst>
          </p:cNvPr>
          <p:cNvSpPr>
            <a:spLocks xmlns:a="http://schemas.openxmlformats.org/drawingml/2006/main" noGrp="1"/>
          </p:cNvSpPr>
          <p:nvPr/>
        </p:nvSpPr>
        <p:spPr>
          <a:xfrm xmlns:a="http://schemas.openxmlformats.org/drawingml/2006/main">
            <a:off x="457200" y="344805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标签命中</a:t>
            </a:r>
          </a:p>
        </p:txBody>
      </p:sp>
      <p:sp>
        <p:nvSpPr>
          <p:cNvPr id="77" name="">
            <a:extLst xmlns:a="http://schemas.openxmlformats.org/drawingml/2006/main">
              <a:ext uri="{FF2B5EF4-FFF2-40B4-BE49-F238E27FC236}">
                <a16:creationId xmlns:a16="http://schemas.microsoft.com/office/drawing/2014/main" id="{AA1DB9D6-AEE6-4092-9972-B8E00DDCB37A}"/>
              </a:ext>
            </a:extLst>
          </p:cNvPr>
          <p:cNvSpPr>
            <a:spLocks xmlns:a="http://schemas.openxmlformats.org/drawingml/2006/main" noGrp="1"/>
          </p:cNvSpPr>
          <p:nvPr/>
        </p:nvSpPr>
        <p:spPr>
          <a:xfrm xmlns:a="http://schemas.openxmlformats.org/drawingml/2006/main">
            <a:off x="1733550" y="3448050"/>
            <a:ext cx="133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+3 / </a:t>
            </a:r>
            <a:r>
              <a:rPr sz="938" b="1">
                <a:solidFill>
                  <a:srgbClr val="F5C33B"/>
                </a:solidFill>
                <a:latin typeface="微软雅黑"/>
                <a:ea typeface="微软雅黑"/>
                <a:cs typeface="微软雅黑"/>
              </a:rPr>
              <a:t>每个检索词</a:t>
            </a:r>
          </a:p>
        </p:txBody>
      </p:sp>
      <p:sp>
        <p:nvSpPr>
          <p:cNvPr id="78" name="">
            <a:extLst xmlns:a="http://schemas.openxmlformats.org/drawingml/2006/main">
              <a:ext uri="{FF2B5EF4-FFF2-40B4-BE49-F238E27FC236}">
                <a16:creationId xmlns:a16="http://schemas.microsoft.com/office/drawing/2014/main" id="{F6AAF911-6B2F-42A8-AAAF-580BA98C8891}"/>
              </a:ext>
            </a:extLst>
          </p:cNvPr>
          <p:cNvSpPr>
            <a:spLocks xmlns:a="http://schemas.openxmlformats.org/drawingml/2006/main" noGrp="1"/>
          </p:cNvSpPr>
          <p:nvPr/>
        </p:nvSpPr>
        <p:spPr>
          <a:xfrm xmlns:a="http://schemas.openxmlformats.org/drawingml/2006/main">
            <a:off x="3143250" y="3448050"/>
            <a:ext cx="29146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技能命中再加 </a:t>
            </a:r>
            <a:r>
              <a:rPr sz="863" b="0">
                <a:solidFill>
                  <a:srgbClr val="9FC2E8"/>
                </a:solidFill>
                <a:latin typeface="微软雅黑"/>
                <a:ea typeface="微软雅黑"/>
                <a:cs typeface="微软雅黑"/>
              </a:rPr>
              <a:t>+3</a:t>
            </a:r>
          </a:p>
        </p:txBody>
      </p:sp>
      <p:sp>
        <p:nvSpPr>
          <p:cNvPr id="79" name="">
            <a:extLst xmlns:a="http://schemas.openxmlformats.org/drawingml/2006/main">
              <a:ext uri="{FF2B5EF4-FFF2-40B4-BE49-F238E27FC236}">
                <a16:creationId xmlns:a16="http://schemas.microsoft.com/office/drawing/2014/main" id="{6A40C8F6-67EE-436F-8037-B49E3A2D5C0C}"/>
              </a:ext>
            </a:extLst>
          </p:cNvPr>
          <p:cNvSpPr>
            <a:spLocks xmlns:a="http://schemas.openxmlformats.org/drawingml/2006/main" noGrp="1"/>
          </p:cNvSpPr>
          <p:nvPr/>
        </p:nvSpPr>
        <p:spPr>
          <a:xfrm xmlns:a="http://schemas.openxmlformats.org/drawingml/2006/main">
            <a:off x="457200" y="3762375"/>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机构命中</a:t>
            </a:r>
          </a:p>
        </p:txBody>
      </p:sp>
      <p:sp>
        <p:nvSpPr>
          <p:cNvPr id="80" name="">
            <a:extLst xmlns:a="http://schemas.openxmlformats.org/drawingml/2006/main">
              <a:ext uri="{FF2B5EF4-FFF2-40B4-BE49-F238E27FC236}">
                <a16:creationId xmlns:a16="http://schemas.microsoft.com/office/drawing/2014/main" id="{F2E57822-D25B-4332-ABC5-078E7A1D21B9}"/>
              </a:ext>
            </a:extLst>
          </p:cNvPr>
          <p:cNvSpPr>
            <a:spLocks xmlns:a="http://schemas.openxmlformats.org/drawingml/2006/main" noGrp="1"/>
          </p:cNvSpPr>
          <p:nvPr/>
        </p:nvSpPr>
        <p:spPr>
          <a:xfrm xmlns:a="http://schemas.openxmlformats.org/drawingml/2006/main">
            <a:off x="1733550" y="3762375"/>
            <a:ext cx="133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+2</a:t>
            </a:r>
          </a:p>
        </p:txBody>
      </p:sp>
      <p:sp>
        <p:nvSpPr>
          <p:cNvPr id="81" name="">
            <a:extLst xmlns:a="http://schemas.openxmlformats.org/drawingml/2006/main">
              <a:ext uri="{FF2B5EF4-FFF2-40B4-BE49-F238E27FC236}">
                <a16:creationId xmlns:a16="http://schemas.microsoft.com/office/drawing/2014/main" id="{8227BFBE-50D8-4442-9CE6-F1D4DF793230}"/>
              </a:ext>
            </a:extLst>
          </p:cNvPr>
          <p:cNvSpPr>
            <a:spLocks xmlns:a="http://schemas.openxmlformats.org/drawingml/2006/main" noGrp="1"/>
          </p:cNvSpPr>
          <p:nvPr/>
        </p:nvSpPr>
        <p:spPr>
          <a:xfrm xmlns:a="http://schemas.openxmlformats.org/drawingml/2006/main">
            <a:off x="3143250" y="3762375"/>
            <a:ext cx="29146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机构权威度作为弱信号</a:t>
            </a:r>
          </a:p>
        </p:txBody>
      </p:sp>
      <p:sp>
        <p:nvSpPr>
          <p:cNvPr id="82" name="">
            <a:extLst xmlns:a="http://schemas.openxmlformats.org/drawingml/2006/main">
              <a:ext uri="{FF2B5EF4-FFF2-40B4-BE49-F238E27FC236}">
                <a16:creationId xmlns:a16="http://schemas.microsoft.com/office/drawing/2014/main" id="{7E5317BF-DBCD-4773-9E3B-DA7AFBAE35CB}"/>
              </a:ext>
            </a:extLst>
          </p:cNvPr>
          <p:cNvSpPr>
            <a:spLocks xmlns:a="http://schemas.openxmlformats.org/drawingml/2006/main" noGrp="1"/>
          </p:cNvSpPr>
          <p:nvPr/>
        </p:nvSpPr>
        <p:spPr>
          <a:xfrm xmlns:a="http://schemas.openxmlformats.org/drawingml/2006/main">
            <a:off x="457200" y="407670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匹配理由命中</a:t>
            </a:r>
          </a:p>
        </p:txBody>
      </p:sp>
      <p:sp>
        <p:nvSpPr>
          <p:cNvPr id="83" name="">
            <a:extLst xmlns:a="http://schemas.openxmlformats.org/drawingml/2006/main">
              <a:ext uri="{FF2B5EF4-FFF2-40B4-BE49-F238E27FC236}">
                <a16:creationId xmlns:a16="http://schemas.microsoft.com/office/drawing/2014/main" id="{E8328A81-A6B1-4CF0-9987-68373A102073}"/>
              </a:ext>
            </a:extLst>
          </p:cNvPr>
          <p:cNvSpPr>
            <a:spLocks xmlns:a="http://schemas.openxmlformats.org/drawingml/2006/main" noGrp="1"/>
          </p:cNvSpPr>
          <p:nvPr/>
        </p:nvSpPr>
        <p:spPr>
          <a:xfrm xmlns:a="http://schemas.openxmlformats.org/drawingml/2006/main">
            <a:off x="1733550" y="4076700"/>
            <a:ext cx="133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+1</a:t>
            </a:r>
          </a:p>
        </p:txBody>
      </p:sp>
      <p:sp>
        <p:nvSpPr>
          <p:cNvPr id="84" name="">
            <a:extLst xmlns:a="http://schemas.openxmlformats.org/drawingml/2006/main">
              <a:ext uri="{FF2B5EF4-FFF2-40B4-BE49-F238E27FC236}">
                <a16:creationId xmlns:a16="http://schemas.microsoft.com/office/drawing/2014/main" id="{9AFF125C-DC95-4FD5-92EA-2A6B05B82A3A}"/>
              </a:ext>
            </a:extLst>
          </p:cNvPr>
          <p:cNvSpPr>
            <a:spLocks xmlns:a="http://schemas.openxmlformats.org/drawingml/2006/main" noGrp="1"/>
          </p:cNvSpPr>
          <p:nvPr/>
        </p:nvSpPr>
        <p:spPr>
          <a:xfrm xmlns:a="http://schemas.openxmlformats.org/drawingml/2006/main">
            <a:off x="3143250" y="4076700"/>
            <a:ext cx="29146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课程自带的匹配理由文本</a:t>
            </a:r>
          </a:p>
        </p:txBody>
      </p:sp>
      <p:sp>
        <p:nvSpPr>
          <p:cNvPr id="85" name="">
            <a:extLst xmlns:a="http://schemas.openxmlformats.org/drawingml/2006/main">
              <a:ext uri="{FF2B5EF4-FFF2-40B4-BE49-F238E27FC236}">
                <a16:creationId xmlns:a16="http://schemas.microsoft.com/office/drawing/2014/main" id="{23643AB3-0E71-4657-A678-66E7E8B88AED}"/>
              </a:ext>
            </a:extLst>
          </p:cNvPr>
          <p:cNvSpPr>
            <a:spLocks xmlns:a="http://schemas.openxmlformats.org/drawingml/2006/main" noGrp="1"/>
          </p:cNvSpPr>
          <p:nvPr/>
        </p:nvSpPr>
        <p:spPr>
          <a:xfrm xmlns:a="http://schemas.openxmlformats.org/drawingml/2006/main">
            <a:off x="285750" y="4572000"/>
            <a:ext cx="5905500" cy="1771650"/>
          </a:xfrm>
          <a:prstGeom xmlns:a="http://schemas.openxmlformats.org/drawingml/2006/main" prst="roundRect">
            <a:avLst>
              <a:gd name="adj" fmla="val 4839"/>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86" name="">
            <a:extLst xmlns:a="http://schemas.openxmlformats.org/drawingml/2006/main">
              <a:ext uri="{FF2B5EF4-FFF2-40B4-BE49-F238E27FC236}">
                <a16:creationId xmlns:a16="http://schemas.microsoft.com/office/drawing/2014/main" id="{9379A18E-428B-4C84-A3C5-18A4EC73D35F}"/>
              </a:ext>
            </a:extLst>
          </p:cNvPr>
          <p:cNvSpPr>
            <a:spLocks xmlns:a="http://schemas.openxmlformats.org/drawingml/2006/main" noGrp="1"/>
          </p:cNvSpPr>
          <p:nvPr/>
        </p:nvSpPr>
        <p:spPr>
          <a:xfrm xmlns:a="http://schemas.openxmlformats.org/drawingml/2006/main">
            <a:off x="457200" y="46863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输入与输出</a:t>
            </a:r>
          </a:p>
        </p:txBody>
      </p:sp>
      <p:sp>
        <p:nvSpPr>
          <p:cNvPr id="87" name="">
            <a:extLst xmlns:a="http://schemas.openxmlformats.org/drawingml/2006/main">
              <a:ext uri="{FF2B5EF4-FFF2-40B4-BE49-F238E27FC236}">
                <a16:creationId xmlns:a16="http://schemas.microsoft.com/office/drawing/2014/main" id="{7B2AA5EE-F6D5-4972-A674-0348D415E5FA}"/>
              </a:ext>
            </a:extLst>
          </p:cNvPr>
          <p:cNvSpPr>
            <a:spLocks xmlns:a="http://schemas.openxmlformats.org/drawingml/2006/main" noGrp="1"/>
          </p:cNvSpPr>
          <p:nvPr/>
        </p:nvSpPr>
        <p:spPr>
          <a:xfrm xmlns:a="http://schemas.openxmlformats.org/drawingml/2006/main">
            <a:off x="457200" y="4972050"/>
            <a:ext cx="5581650" cy="1257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a:solidFill>
                  <a:srgbClr val="D6E6F7"/>
                </a:solidFill>
                <a:latin typeface="微软雅黑"/>
                <a:ea typeface="微软雅黑"/>
                <a:cs typeface="微软雅黑"/>
              </a:defRPr>
            </a:pPr>
            <a:r>
              <a:rPr sz="900" b="1">
                <a:solidFill>
                  <a:srgbClr val="D6E6F7"/>
                </a:solidFill>
                <a:latin typeface="微软雅黑"/>
                <a:ea typeface="微软雅黑"/>
                <a:cs typeface="微软雅黑"/>
              </a:rPr>
              <a:t>输入　</a:t>
            </a:r>
            <a:r>
              <a:rPr sz="900">
                <a:solidFill>
                  <a:srgbClr val="D6E6F7"/>
                </a:solidFill>
                <a:latin typeface="微软雅黑"/>
                <a:ea typeface="微软雅黑"/>
                <a:cs typeface="微软雅黑"/>
              </a:rPr>
              <a:t>检索词（按空格 </a:t>
            </a: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逗号拆分去重）；课程字段（标题、平台检索词、标签、技能、机构、匹配理由）；个人缺口（</a:t>
            </a:r>
            <a:r>
              <a:rPr sz="900">
                <a:solidFill>
                  <a:srgbClr val="D6E6F7"/>
                </a:solidFill>
                <a:latin typeface="微软雅黑"/>
                <a:ea typeface="微软雅黑"/>
                <a:cs typeface="微软雅黑"/>
              </a:rPr>
              <a:t>employee_skill.level </a:t>
            </a:r>
            <a:r>
              <a:rPr sz="900">
                <a:solidFill>
                  <a:srgbClr val="D6E6F7"/>
                </a:solidFill>
                <a:latin typeface="微软雅黑"/>
                <a:ea typeface="微软雅黑"/>
                <a:cs typeface="微软雅黑"/>
              </a:rPr>
              <a:t>与 </a:t>
            </a:r>
            <a:r>
              <a:rPr sz="900">
                <a:solidFill>
                  <a:srgbClr val="D6E6F7"/>
                </a:solidFill>
                <a:latin typeface="微软雅黑"/>
                <a:ea typeface="微软雅黑"/>
                <a:cs typeface="微软雅黑"/>
              </a:rPr>
              <a:t>required_level</a:t>
            </a:r>
            <a:r>
              <a:rPr sz="900">
                <a:solidFill>
                  <a:srgbClr val="D6E6F7"/>
                </a:solidFill>
                <a:latin typeface="微软雅黑"/>
                <a:ea typeface="微软雅黑"/>
                <a:cs typeface="微软雅黑"/>
              </a:rPr>
              <a:t>）。</a:t>
            </a:r>
          </a:p>
          <a:p xmlns:a="http://schemas.openxmlformats.org/drawingml/2006/main">
            <a:pPr algn="l">
              <a:lnSpc>
                <a:spcPct val="150000"/>
              </a:lnSpc>
              <a:buNone/>
              <a:defRPr sz="900">
                <a:solidFill>
                  <a:srgbClr val="D6E6F7"/>
                </a:solidFill>
                <a:latin typeface="微软雅黑"/>
                <a:ea typeface="微软雅黑"/>
                <a:cs typeface="微软雅黑"/>
              </a:defRPr>
            </a:pPr>
            <a:r>
              <a:rPr sz="900" b="1">
                <a:solidFill>
                  <a:srgbClr val="D6E6F7"/>
                </a:solidFill>
                <a:latin typeface="微软雅黑"/>
                <a:ea typeface="微软雅黑"/>
                <a:cs typeface="微软雅黑"/>
              </a:rPr>
              <a:t>输出　</a:t>
            </a:r>
            <a:r>
              <a:rPr sz="900">
                <a:solidFill>
                  <a:srgbClr val="D6E6F7"/>
                </a:solidFill>
                <a:latin typeface="微软雅黑"/>
                <a:ea typeface="微软雅黑"/>
                <a:cs typeface="微软雅黑"/>
              </a:rPr>
              <a:t>按内容命中分降序的课程列表；内容分相同时，对口个人缺口的课程再加 </a:t>
            </a:r>
            <a:r>
              <a:rPr sz="900">
                <a:solidFill>
                  <a:srgbClr val="D6E6F7"/>
                </a:solidFill>
                <a:latin typeface="微软雅黑"/>
                <a:ea typeface="微软雅黑"/>
                <a:cs typeface="微软雅黑"/>
              </a:rPr>
              <a:t>5 </a:t>
            </a:r>
            <a:r>
              <a:rPr sz="900">
                <a:solidFill>
                  <a:srgbClr val="D6E6F7"/>
                </a:solidFill>
                <a:latin typeface="微软雅黑"/>
                <a:ea typeface="微软雅黑"/>
                <a:cs typeface="微软雅黑"/>
              </a:rPr>
              <a:t>分并优先排列。</a:t>
            </a:r>
          </a:p>
          <a:p xmlns:a="http://schemas.openxmlformats.org/drawingml/2006/main">
            <a:pPr algn="l">
              <a:lnSpc>
                <a:spcPct val="150000"/>
              </a:lnSpc>
              <a:buNone/>
              <a:defRPr sz="900">
                <a:solidFill>
                  <a:srgbClr val="D6E6F7"/>
                </a:solidFill>
                <a:latin typeface="微软雅黑"/>
                <a:ea typeface="微软雅黑"/>
                <a:cs typeface="微软雅黑"/>
              </a:defRPr>
            </a:pPr>
            <a:r>
              <a:rPr sz="900" b="1">
                <a:solidFill>
                  <a:srgbClr val="D6E6F7"/>
                </a:solidFill>
                <a:latin typeface="微软雅黑"/>
                <a:ea typeface="微软雅黑"/>
                <a:cs typeface="微软雅黑"/>
              </a:rPr>
              <a:t>落库　</a:t>
            </a:r>
            <a:r>
              <a:rPr sz="900">
                <a:solidFill>
                  <a:srgbClr val="D6E6F7"/>
                </a:solidFill>
                <a:latin typeface="微软雅黑"/>
                <a:ea typeface="微软雅黑"/>
                <a:cs typeface="微软雅黑"/>
              </a:rPr>
              <a:t>external_course</a:t>
            </a:r>
            <a:r>
              <a:rPr sz="900">
                <a:solidFill>
                  <a:srgbClr val="D6E6F7"/>
                </a:solidFill>
                <a:latin typeface="微软雅黑"/>
                <a:ea typeface="微软雅黑"/>
                <a:cs typeface="微软雅黑"/>
              </a:rPr>
              <a:t>、</a:t>
            </a:r>
            <a:r>
              <a:rPr sz="900">
                <a:solidFill>
                  <a:srgbClr val="D6E6F7"/>
                </a:solidFill>
                <a:latin typeface="微软雅黑"/>
                <a:ea typeface="微软雅黑"/>
                <a:cs typeface="微软雅黑"/>
              </a:rPr>
              <a:t>external_course_source</a:t>
            </a:r>
            <a:r>
              <a:rPr sz="900">
                <a:solidFill>
                  <a:srgbClr val="D6E6F7"/>
                </a:solidFill>
                <a:latin typeface="微软雅黑"/>
                <a:ea typeface="微软雅黑"/>
                <a:cs typeface="微软雅黑"/>
              </a:rPr>
              <a:t>、</a:t>
            </a:r>
            <a:r>
              <a:rPr sz="900">
                <a:solidFill>
                  <a:srgbClr val="D6E6F7"/>
                </a:solidFill>
                <a:latin typeface="微软雅黑"/>
                <a:ea typeface="微软雅黑"/>
                <a:cs typeface="微软雅黑"/>
              </a:rPr>
              <a:t>employee_skill </a:t>
            </a:r>
            <a:r>
              <a:rPr sz="900">
                <a:solidFill>
                  <a:srgbClr val="D6E6F7"/>
                </a:solidFill>
                <a:latin typeface="微软雅黑"/>
                <a:ea typeface="微软雅黑"/>
                <a:cs typeface="微软雅黑"/>
              </a:rPr>
              <a:t>三张表。</a:t>
            </a:r>
          </a:p>
        </p:txBody>
      </p:sp>
      <p:sp>
        <p:nvSpPr>
          <p:cNvPr id="88" name="">
            <a:extLst xmlns:a="http://schemas.openxmlformats.org/drawingml/2006/main">
              <a:ext uri="{FF2B5EF4-FFF2-40B4-BE49-F238E27FC236}">
                <a16:creationId xmlns:a16="http://schemas.microsoft.com/office/drawing/2014/main" id="{4C5F0A12-244D-4E65-989A-1B8F661F3CFC}"/>
              </a:ext>
            </a:extLst>
          </p:cNvPr>
          <p:cNvSpPr>
            <a:spLocks xmlns:a="http://schemas.openxmlformats.org/drawingml/2006/main" noGrp="1"/>
          </p:cNvSpPr>
          <p:nvPr/>
        </p:nvSpPr>
        <p:spPr>
          <a:xfrm xmlns:a="http://schemas.openxmlformats.org/drawingml/2006/main">
            <a:off x="6419850" y="1333500"/>
            <a:ext cx="5486400" cy="5010150"/>
          </a:xfrm>
          <a:prstGeom xmlns:a="http://schemas.openxmlformats.org/drawingml/2006/main" prst="roundRect">
            <a:avLst>
              <a:gd name="adj" fmla="val 1711"/>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9" name="">
            <a:extLst xmlns:a="http://schemas.openxmlformats.org/drawingml/2006/main">
              <a:ext uri="{FF2B5EF4-FFF2-40B4-BE49-F238E27FC236}">
                <a16:creationId xmlns:a16="http://schemas.microsoft.com/office/drawing/2014/main" id="{D3598240-21A8-404F-9A27-63D07AA5F010}"/>
              </a:ext>
            </a:extLst>
          </p:cNvPr>
          <p:cNvSpPr>
            <a:spLocks xmlns:a="http://schemas.openxmlformats.org/drawingml/2006/main" noGrp="1"/>
          </p:cNvSpPr>
          <p:nvPr/>
        </p:nvSpPr>
        <p:spPr>
          <a:xfrm xmlns:a="http://schemas.openxmlformats.org/drawingml/2006/main">
            <a:off x="6591300" y="1447800"/>
            <a:ext cx="5143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微软雅黑"/>
                <a:ea typeface="微软雅黑"/>
                <a:cs typeface="微软雅黑"/>
              </a:defRPr>
            </a:pPr>
            <a:r>
              <a:rPr sz="1013" b="1">
                <a:solidFill>
                  <a:srgbClr val="F5C33B"/>
                </a:solidFill>
                <a:latin typeface="微软雅黑"/>
                <a:ea typeface="微软雅黑"/>
                <a:cs typeface="微软雅黑"/>
              </a:rPr>
              <a:t>案例：继电保护 </a:t>
            </a:r>
            <a:r>
              <a:rPr sz="1013" b="1">
                <a:solidFill>
                  <a:srgbClr val="F5C33B"/>
                </a:solidFill>
                <a:latin typeface="微软雅黑"/>
                <a:ea typeface="微软雅黑"/>
                <a:cs typeface="微软雅黑"/>
              </a:rPr>
              <a:t>L1 → </a:t>
            </a:r>
            <a:r>
              <a:rPr sz="1013" b="1">
                <a:solidFill>
                  <a:srgbClr val="F5C33B"/>
                </a:solidFill>
                <a:latin typeface="微软雅黑"/>
                <a:ea typeface="微软雅黑"/>
                <a:cs typeface="微软雅黑"/>
              </a:rPr>
              <a:t>要求 </a:t>
            </a:r>
            <a:r>
              <a:rPr sz="1013" b="1">
                <a:solidFill>
                  <a:srgbClr val="F5C33B"/>
                </a:solidFill>
                <a:latin typeface="微软雅黑"/>
                <a:ea typeface="微软雅黑"/>
                <a:cs typeface="微软雅黑"/>
              </a:rPr>
              <a:t>L3 </a:t>
            </a:r>
            <a:r>
              <a:rPr sz="1013" b="1">
                <a:solidFill>
                  <a:srgbClr val="F5C33B"/>
                </a:solidFill>
                <a:latin typeface="微软雅黑"/>
                <a:ea typeface="微软雅黑"/>
                <a:cs typeface="微软雅黑"/>
              </a:rPr>
              <a:t>的员工检索「软压板」</a:t>
            </a:r>
          </a:p>
        </p:txBody>
      </p:sp>
      <p:sp>
        <p:nvSpPr>
          <p:cNvPr id="90" name="">
            <a:extLst xmlns:a="http://schemas.openxmlformats.org/drawingml/2006/main">
              <a:ext uri="{FF2B5EF4-FFF2-40B4-BE49-F238E27FC236}">
                <a16:creationId xmlns:a16="http://schemas.microsoft.com/office/drawing/2014/main" id="{F601BB5D-D20A-4018-89A5-2089BB471761}"/>
              </a:ext>
            </a:extLst>
          </p:cNvPr>
          <p:cNvSpPr>
            <a:spLocks xmlns:a="http://schemas.openxmlformats.org/drawingml/2006/main" noGrp="1"/>
          </p:cNvSpPr>
          <p:nvPr/>
        </p:nvSpPr>
        <p:spPr>
          <a:xfrm xmlns:a="http://schemas.openxmlformats.org/drawingml/2006/main">
            <a:off x="6591300" y="1809750"/>
            <a:ext cx="5143500" cy="685800"/>
          </a:xfrm>
          <a:prstGeom xmlns:a="http://schemas.openxmlformats.org/drawingml/2006/main" prst="roundRect">
            <a:avLst>
              <a:gd name="adj" fmla="val 1250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3FD08A"/>
            </a:solidFill>
            <a:prstDash val="solid"/>
          </a:ln>
        </p:spPr>
      </p:sp>
      <p:sp>
        <p:nvSpPr>
          <p:cNvPr id="91" name="">
            <a:extLst xmlns:a="http://schemas.openxmlformats.org/drawingml/2006/main">
              <a:ext uri="{FF2B5EF4-FFF2-40B4-BE49-F238E27FC236}">
                <a16:creationId xmlns:a16="http://schemas.microsoft.com/office/drawing/2014/main" id="{123E3C3C-3F46-4C7F-8315-37BAB46FA0E6}"/>
              </a:ext>
            </a:extLst>
          </p:cNvPr>
          <p:cNvSpPr>
            <a:spLocks xmlns:a="http://schemas.openxmlformats.org/drawingml/2006/main" noGrp="1"/>
          </p:cNvSpPr>
          <p:nvPr/>
        </p:nvSpPr>
        <p:spPr>
          <a:xfrm xmlns:a="http://schemas.openxmlformats.org/drawingml/2006/main">
            <a:off x="6724650" y="2009775"/>
            <a:ext cx="285750" cy="28575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F7343AAF-D97A-46B2-902E-743BDAC15E1D}"/>
              </a:ext>
            </a:extLst>
          </p:cNvPr>
          <p:cNvSpPr>
            <a:spLocks xmlns:a="http://schemas.openxmlformats.org/drawingml/2006/main" noGrp="1"/>
          </p:cNvSpPr>
          <p:nvPr/>
        </p:nvSpPr>
        <p:spPr>
          <a:xfrm xmlns:a="http://schemas.openxmlformats.org/drawingml/2006/main">
            <a:off x="6724650" y="2009775"/>
            <a:ext cx="285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8243F"/>
                </a:solidFill>
                <a:latin typeface="Bahnschrift"/>
                <a:ea typeface="Bahnschrift"/>
                <a:cs typeface="Bahnschrift"/>
              </a:defRPr>
            </a:pPr>
            <a:r>
              <a:rPr sz="975" b="1">
                <a:solidFill>
                  <a:srgbClr val="08243F"/>
                </a:solidFill>
                <a:latin typeface="Bahnschrift"/>
                <a:ea typeface="Bahnschrift"/>
                <a:cs typeface="Bahnschrift"/>
              </a:rPr>
              <a:t>1</a:t>
            </a:r>
          </a:p>
        </p:txBody>
      </p:sp>
      <p:sp>
        <p:nvSpPr>
          <p:cNvPr id="93" name="">
            <a:extLst xmlns:a="http://schemas.openxmlformats.org/drawingml/2006/main">
              <a:ext uri="{FF2B5EF4-FFF2-40B4-BE49-F238E27FC236}">
                <a16:creationId xmlns:a16="http://schemas.microsoft.com/office/drawing/2014/main" id="{AC2DA920-E021-4D3F-AA5A-64BCC17A2D93}"/>
              </a:ext>
            </a:extLst>
          </p:cNvPr>
          <p:cNvSpPr>
            <a:spLocks xmlns:a="http://schemas.openxmlformats.org/drawingml/2006/main" noGrp="1"/>
          </p:cNvSpPr>
          <p:nvPr/>
        </p:nvSpPr>
        <p:spPr>
          <a:xfrm xmlns:a="http://schemas.openxmlformats.org/drawingml/2006/main">
            <a:off x="7124700" y="1914525"/>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《继电保护软压板投退与定值核对》</a:t>
            </a:r>
          </a:p>
        </p:txBody>
      </p:sp>
      <p:sp>
        <p:nvSpPr>
          <p:cNvPr id="94" name="">
            <a:extLst xmlns:a="http://schemas.openxmlformats.org/drawingml/2006/main">
              <a:ext uri="{FF2B5EF4-FFF2-40B4-BE49-F238E27FC236}">
                <a16:creationId xmlns:a16="http://schemas.microsoft.com/office/drawing/2014/main" id="{D948F80B-2F94-40C6-9D54-BC8D7EB15566}"/>
              </a:ext>
            </a:extLst>
          </p:cNvPr>
          <p:cNvSpPr>
            <a:spLocks xmlns:a="http://schemas.openxmlformats.org/drawingml/2006/main" noGrp="1"/>
          </p:cNvSpPr>
          <p:nvPr/>
        </p:nvSpPr>
        <p:spPr>
          <a:xfrm xmlns:a="http://schemas.openxmlformats.org/drawingml/2006/main">
            <a:off x="7124700" y="2152650"/>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标题 </a:t>
            </a:r>
            <a:r>
              <a:rPr sz="825" b="0">
                <a:solidFill>
                  <a:srgbClr val="9FC2E8"/>
                </a:solidFill>
                <a:latin typeface="微软雅黑"/>
                <a:ea typeface="微软雅黑"/>
                <a:cs typeface="微软雅黑"/>
              </a:rPr>
              <a:t>+6 · </a:t>
            </a:r>
            <a:r>
              <a:rPr sz="825" b="0">
                <a:solidFill>
                  <a:srgbClr val="9FC2E8"/>
                </a:solidFill>
                <a:latin typeface="微软雅黑"/>
                <a:ea typeface="微软雅黑"/>
                <a:cs typeface="微软雅黑"/>
              </a:rPr>
              <a:t>技能 </a:t>
            </a:r>
            <a:r>
              <a:rPr sz="825" b="0">
                <a:solidFill>
                  <a:srgbClr val="9FC2E8"/>
                </a:solidFill>
                <a:latin typeface="微软雅黑"/>
                <a:ea typeface="微软雅黑"/>
                <a:cs typeface="微软雅黑"/>
              </a:rPr>
              <a:t>+3 · </a:t>
            </a:r>
            <a:r>
              <a:rPr sz="825" b="0">
                <a:solidFill>
                  <a:srgbClr val="9FC2E8"/>
                </a:solidFill>
                <a:latin typeface="微软雅黑"/>
                <a:ea typeface="微软雅黑"/>
                <a:cs typeface="微软雅黑"/>
              </a:rPr>
              <a:t>缺口 </a:t>
            </a:r>
            <a:r>
              <a:rPr sz="825" b="0">
                <a:solidFill>
                  <a:srgbClr val="9FC2E8"/>
                </a:solidFill>
                <a:latin typeface="微软雅黑"/>
                <a:ea typeface="微软雅黑"/>
                <a:cs typeface="微软雅黑"/>
              </a:rPr>
              <a:t>+5</a:t>
            </a:r>
          </a:p>
        </p:txBody>
      </p:sp>
      <p:sp>
        <p:nvSpPr>
          <p:cNvPr id="95" name="">
            <a:extLst xmlns:a="http://schemas.openxmlformats.org/drawingml/2006/main">
              <a:ext uri="{FF2B5EF4-FFF2-40B4-BE49-F238E27FC236}">
                <a16:creationId xmlns:a16="http://schemas.microsoft.com/office/drawing/2014/main" id="{AED37078-E884-46C3-B668-27577BF12943}"/>
              </a:ext>
            </a:extLst>
          </p:cNvPr>
          <p:cNvSpPr>
            <a:spLocks xmlns:a="http://schemas.openxmlformats.org/drawingml/2006/main" noGrp="1"/>
          </p:cNvSpPr>
          <p:nvPr/>
        </p:nvSpPr>
        <p:spPr>
          <a:xfrm xmlns:a="http://schemas.openxmlformats.org/drawingml/2006/main">
            <a:off x="10477500" y="1990725"/>
            <a:ext cx="1047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1200" b="1">
                <a:solidFill>
                  <a:srgbClr val="3FD08A"/>
                </a:solidFill>
                <a:latin typeface="Bahnschrift"/>
                <a:ea typeface="Bahnschrift"/>
                <a:cs typeface="Bahnschrift"/>
              </a:defRPr>
            </a:pPr>
            <a:r>
              <a:rPr sz="1200" b="1">
                <a:solidFill>
                  <a:srgbClr val="3FD08A"/>
                </a:solidFill>
                <a:latin typeface="Bahnschrift"/>
                <a:ea typeface="Bahnschrift"/>
                <a:cs typeface="Bahnschrift"/>
              </a:rPr>
              <a:t>14 </a:t>
            </a:r>
            <a:r>
              <a:rPr sz="1200" b="1">
                <a:solidFill>
                  <a:srgbClr val="3FD08A"/>
                </a:solidFill>
                <a:latin typeface="Bahnschrift"/>
                <a:ea typeface="Bahnschrift"/>
                <a:cs typeface="Bahnschrift"/>
              </a:rPr>
              <a:t>分</a:t>
            </a:r>
          </a:p>
        </p:txBody>
      </p:sp>
      <p:sp>
        <p:nvSpPr>
          <p:cNvPr id="96" name="">
            <a:extLst xmlns:a="http://schemas.openxmlformats.org/drawingml/2006/main">
              <a:ext uri="{FF2B5EF4-FFF2-40B4-BE49-F238E27FC236}">
                <a16:creationId xmlns:a16="http://schemas.microsoft.com/office/drawing/2014/main" id="{2B9500DB-E33C-48F9-8A39-A6060E073D5A}"/>
              </a:ext>
            </a:extLst>
          </p:cNvPr>
          <p:cNvSpPr>
            <a:spLocks xmlns:a="http://schemas.openxmlformats.org/drawingml/2006/main" noGrp="1"/>
          </p:cNvSpPr>
          <p:nvPr/>
        </p:nvSpPr>
        <p:spPr>
          <a:xfrm xmlns:a="http://schemas.openxmlformats.org/drawingml/2006/main">
            <a:off x="6591300" y="2609850"/>
            <a:ext cx="5143500" cy="685800"/>
          </a:xfrm>
          <a:prstGeom xmlns:a="http://schemas.openxmlformats.org/drawingml/2006/main" prst="roundRect">
            <a:avLst>
              <a:gd name="adj" fmla="val 1250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3FD08A"/>
            </a:solidFill>
            <a:prstDash val="solid"/>
          </a:ln>
        </p:spPr>
      </p:sp>
      <p:sp>
        <p:nvSpPr>
          <p:cNvPr id="97" name="">
            <a:extLst xmlns:a="http://schemas.openxmlformats.org/drawingml/2006/main">
              <a:ext uri="{FF2B5EF4-FFF2-40B4-BE49-F238E27FC236}">
                <a16:creationId xmlns:a16="http://schemas.microsoft.com/office/drawing/2014/main" id="{9748549C-7059-40F0-B679-B7D3783CFDB4}"/>
              </a:ext>
            </a:extLst>
          </p:cNvPr>
          <p:cNvSpPr>
            <a:spLocks xmlns:a="http://schemas.openxmlformats.org/drawingml/2006/main" noGrp="1"/>
          </p:cNvSpPr>
          <p:nvPr/>
        </p:nvSpPr>
        <p:spPr>
          <a:xfrm xmlns:a="http://schemas.openxmlformats.org/drawingml/2006/main">
            <a:off x="6724650" y="2809875"/>
            <a:ext cx="285750" cy="28575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98" name="">
            <a:extLst xmlns:a="http://schemas.openxmlformats.org/drawingml/2006/main">
              <a:ext uri="{FF2B5EF4-FFF2-40B4-BE49-F238E27FC236}">
                <a16:creationId xmlns:a16="http://schemas.microsoft.com/office/drawing/2014/main" id="{BCA3D54D-A8D4-48CA-A1BD-CA886037AFDA}"/>
              </a:ext>
            </a:extLst>
          </p:cNvPr>
          <p:cNvSpPr>
            <a:spLocks xmlns:a="http://schemas.openxmlformats.org/drawingml/2006/main" noGrp="1"/>
          </p:cNvSpPr>
          <p:nvPr/>
        </p:nvSpPr>
        <p:spPr>
          <a:xfrm xmlns:a="http://schemas.openxmlformats.org/drawingml/2006/main">
            <a:off x="6724650" y="2809875"/>
            <a:ext cx="285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8243F"/>
                </a:solidFill>
                <a:latin typeface="Bahnschrift"/>
                <a:ea typeface="Bahnschrift"/>
                <a:cs typeface="Bahnschrift"/>
              </a:defRPr>
            </a:pPr>
            <a:r>
              <a:rPr sz="975" b="1">
                <a:solidFill>
                  <a:srgbClr val="08243F"/>
                </a:solidFill>
                <a:latin typeface="Bahnschrift"/>
                <a:ea typeface="Bahnschrift"/>
                <a:cs typeface="Bahnschrift"/>
              </a:rPr>
              <a:t>2</a:t>
            </a:r>
          </a:p>
        </p:txBody>
      </p:sp>
      <p:sp>
        <p:nvSpPr>
          <p:cNvPr id="99" name="">
            <a:extLst xmlns:a="http://schemas.openxmlformats.org/drawingml/2006/main">
              <a:ext uri="{FF2B5EF4-FFF2-40B4-BE49-F238E27FC236}">
                <a16:creationId xmlns:a16="http://schemas.microsoft.com/office/drawing/2014/main" id="{2FB5DC25-24CF-4D94-BD97-4121C89C6F31}"/>
              </a:ext>
            </a:extLst>
          </p:cNvPr>
          <p:cNvSpPr>
            <a:spLocks xmlns:a="http://schemas.openxmlformats.org/drawingml/2006/main" noGrp="1"/>
          </p:cNvSpPr>
          <p:nvPr/>
        </p:nvSpPr>
        <p:spPr>
          <a:xfrm xmlns:a="http://schemas.openxmlformats.org/drawingml/2006/main">
            <a:off x="7124700" y="2714625"/>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《软压板逻辑与保护定值整定》</a:t>
            </a:r>
          </a:p>
        </p:txBody>
      </p:sp>
      <p:sp>
        <p:nvSpPr>
          <p:cNvPr id="100" name="">
            <a:extLst xmlns:a="http://schemas.openxmlformats.org/drawingml/2006/main">
              <a:ext uri="{FF2B5EF4-FFF2-40B4-BE49-F238E27FC236}">
                <a16:creationId xmlns:a16="http://schemas.microsoft.com/office/drawing/2014/main" id="{A28CB979-235B-47DE-8FA2-16A43F374F3B}"/>
              </a:ext>
            </a:extLst>
          </p:cNvPr>
          <p:cNvSpPr>
            <a:spLocks xmlns:a="http://schemas.openxmlformats.org/drawingml/2006/main" noGrp="1"/>
          </p:cNvSpPr>
          <p:nvPr/>
        </p:nvSpPr>
        <p:spPr>
          <a:xfrm xmlns:a="http://schemas.openxmlformats.org/drawingml/2006/main">
            <a:off x="7124700" y="2952750"/>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标题 </a:t>
            </a:r>
            <a:r>
              <a:rPr sz="825" b="0">
                <a:solidFill>
                  <a:srgbClr val="9FC2E8"/>
                </a:solidFill>
                <a:latin typeface="微软雅黑"/>
                <a:ea typeface="微软雅黑"/>
                <a:cs typeface="微软雅黑"/>
              </a:rPr>
              <a:t>+6 · </a:t>
            </a:r>
            <a:r>
              <a:rPr sz="825" b="0">
                <a:solidFill>
                  <a:srgbClr val="9FC2E8"/>
                </a:solidFill>
                <a:latin typeface="微软雅黑"/>
                <a:ea typeface="微软雅黑"/>
                <a:cs typeface="微软雅黑"/>
              </a:rPr>
              <a:t>平台词 </a:t>
            </a:r>
            <a:r>
              <a:rPr sz="825" b="0">
                <a:solidFill>
                  <a:srgbClr val="9FC2E8"/>
                </a:solidFill>
                <a:latin typeface="微软雅黑"/>
                <a:ea typeface="微软雅黑"/>
                <a:cs typeface="微软雅黑"/>
              </a:rPr>
              <a:t>+4</a:t>
            </a:r>
          </a:p>
        </p:txBody>
      </p:sp>
      <p:sp>
        <p:nvSpPr>
          <p:cNvPr id="101" name="">
            <a:extLst xmlns:a="http://schemas.openxmlformats.org/drawingml/2006/main">
              <a:ext uri="{FF2B5EF4-FFF2-40B4-BE49-F238E27FC236}">
                <a16:creationId xmlns:a16="http://schemas.microsoft.com/office/drawing/2014/main" id="{AD3625D8-B498-4C95-BE88-DEFE46013DD7}"/>
              </a:ext>
            </a:extLst>
          </p:cNvPr>
          <p:cNvSpPr>
            <a:spLocks xmlns:a="http://schemas.openxmlformats.org/drawingml/2006/main" noGrp="1"/>
          </p:cNvSpPr>
          <p:nvPr/>
        </p:nvSpPr>
        <p:spPr>
          <a:xfrm xmlns:a="http://schemas.openxmlformats.org/drawingml/2006/main">
            <a:off x="10477500" y="2790825"/>
            <a:ext cx="1047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1200" b="1">
                <a:solidFill>
                  <a:srgbClr val="3FD08A"/>
                </a:solidFill>
                <a:latin typeface="Bahnschrift"/>
                <a:ea typeface="Bahnschrift"/>
                <a:cs typeface="Bahnschrift"/>
              </a:defRPr>
            </a:pPr>
            <a:r>
              <a:rPr sz="1200" b="1">
                <a:solidFill>
                  <a:srgbClr val="3FD08A"/>
                </a:solidFill>
                <a:latin typeface="Bahnschrift"/>
                <a:ea typeface="Bahnschrift"/>
                <a:cs typeface="Bahnschrift"/>
              </a:rPr>
              <a:t>10 </a:t>
            </a:r>
            <a:r>
              <a:rPr sz="1200" b="1">
                <a:solidFill>
                  <a:srgbClr val="3FD08A"/>
                </a:solidFill>
                <a:latin typeface="Bahnschrift"/>
                <a:ea typeface="Bahnschrift"/>
                <a:cs typeface="Bahnschrift"/>
              </a:rPr>
              <a:t>分</a:t>
            </a:r>
          </a:p>
        </p:txBody>
      </p:sp>
      <p:sp>
        <p:nvSpPr>
          <p:cNvPr id="102" name="">
            <a:extLst xmlns:a="http://schemas.openxmlformats.org/drawingml/2006/main">
              <a:ext uri="{FF2B5EF4-FFF2-40B4-BE49-F238E27FC236}">
                <a16:creationId xmlns:a16="http://schemas.microsoft.com/office/drawing/2014/main" id="{AE2300DC-0E98-4C99-97BB-06CD64D5E6AF}"/>
              </a:ext>
            </a:extLst>
          </p:cNvPr>
          <p:cNvSpPr>
            <a:spLocks xmlns:a="http://schemas.openxmlformats.org/drawingml/2006/main" noGrp="1"/>
          </p:cNvSpPr>
          <p:nvPr/>
        </p:nvSpPr>
        <p:spPr>
          <a:xfrm xmlns:a="http://schemas.openxmlformats.org/drawingml/2006/main">
            <a:off x="6591300" y="3409950"/>
            <a:ext cx="5143500" cy="685800"/>
          </a:xfrm>
          <a:prstGeom xmlns:a="http://schemas.openxmlformats.org/drawingml/2006/main" prst="roundRect">
            <a:avLst>
              <a:gd name="adj" fmla="val 12500"/>
            </a:avLst>
          </a:prstGeom>
          <a:gradFill xmlns:a="http://schemas.openxmlformats.org/drawingml/2006/main">
            <a:gsLst>
              <a:gs pos="0">
                <a:srgbClr val="253C59"/>
              </a:gs>
              <a:gs pos="62000">
                <a:srgbClr val="0A2444"/>
              </a:gs>
              <a:gs pos="100000">
                <a:srgbClr val="081C35"/>
              </a:gs>
            </a:gsLst>
            <a:lin ang="8100000"/>
          </a:gradFill>
          <a:ln xmlns:a="http://schemas.openxmlformats.org/drawingml/2006/main" w="9525">
            <a:solidFill>
              <a:srgbClr val="173D68"/>
            </a:solidFill>
            <a:prstDash val="solid"/>
          </a:ln>
        </p:spPr>
      </p:sp>
      <p:sp>
        <p:nvSpPr>
          <p:cNvPr id="103" name="">
            <a:extLst xmlns:a="http://schemas.openxmlformats.org/drawingml/2006/main">
              <a:ext uri="{FF2B5EF4-FFF2-40B4-BE49-F238E27FC236}">
                <a16:creationId xmlns:a16="http://schemas.microsoft.com/office/drawing/2014/main" id="{9CE043A5-F00D-46AE-8F68-152FB5C756A1}"/>
              </a:ext>
            </a:extLst>
          </p:cNvPr>
          <p:cNvSpPr>
            <a:spLocks xmlns:a="http://schemas.openxmlformats.org/drawingml/2006/main" noGrp="1"/>
          </p:cNvSpPr>
          <p:nvPr/>
        </p:nvSpPr>
        <p:spPr>
          <a:xfrm xmlns:a="http://schemas.openxmlformats.org/drawingml/2006/main">
            <a:off x="6724650" y="3609975"/>
            <a:ext cx="285750" cy="285750"/>
          </a:xfrm>
          <a:prstGeom xmlns:a="http://schemas.openxmlformats.org/drawingml/2006/main" prst="ellipse">
            <a:avLst/>
          </a:prstGeom>
          <a:solidFill xmlns:a="http://schemas.openxmlformats.org/drawingml/2006/main">
            <a:srgbClr val="1B4C8A"/>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EB12F4F1-2DAC-4357-805B-E9802C5306ED}"/>
              </a:ext>
            </a:extLst>
          </p:cNvPr>
          <p:cNvSpPr>
            <a:spLocks xmlns:a="http://schemas.openxmlformats.org/drawingml/2006/main" noGrp="1"/>
          </p:cNvSpPr>
          <p:nvPr/>
        </p:nvSpPr>
        <p:spPr>
          <a:xfrm xmlns:a="http://schemas.openxmlformats.org/drawingml/2006/main">
            <a:off x="6724650" y="3609975"/>
            <a:ext cx="285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8243F"/>
                </a:solidFill>
                <a:latin typeface="Bahnschrift"/>
                <a:ea typeface="Bahnschrift"/>
                <a:cs typeface="Bahnschrift"/>
              </a:defRPr>
            </a:pPr>
            <a:r>
              <a:rPr sz="975" b="1">
                <a:solidFill>
                  <a:srgbClr val="08243F"/>
                </a:solidFill>
                <a:latin typeface="Bahnschrift"/>
                <a:ea typeface="Bahnschrift"/>
                <a:cs typeface="Bahnschrift"/>
              </a:rPr>
              <a:t>3</a:t>
            </a:r>
          </a:p>
        </p:txBody>
      </p:sp>
      <p:sp>
        <p:nvSpPr>
          <p:cNvPr id="105" name="">
            <a:extLst xmlns:a="http://schemas.openxmlformats.org/drawingml/2006/main">
              <a:ext uri="{FF2B5EF4-FFF2-40B4-BE49-F238E27FC236}">
                <a16:creationId xmlns:a16="http://schemas.microsoft.com/office/drawing/2014/main" id="{E9EC14C5-41BB-4528-A325-5F4D80B35353}"/>
              </a:ext>
            </a:extLst>
          </p:cNvPr>
          <p:cNvSpPr>
            <a:spLocks xmlns:a="http://schemas.openxmlformats.org/drawingml/2006/main" noGrp="1"/>
          </p:cNvSpPr>
          <p:nvPr/>
        </p:nvSpPr>
        <p:spPr>
          <a:xfrm xmlns:a="http://schemas.openxmlformats.org/drawingml/2006/main">
            <a:off x="7124700" y="3514725"/>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《变电站二次回路识图》</a:t>
            </a:r>
          </a:p>
        </p:txBody>
      </p:sp>
      <p:sp>
        <p:nvSpPr>
          <p:cNvPr id="106" name="">
            <a:extLst xmlns:a="http://schemas.openxmlformats.org/drawingml/2006/main">
              <a:ext uri="{FF2B5EF4-FFF2-40B4-BE49-F238E27FC236}">
                <a16:creationId xmlns:a16="http://schemas.microsoft.com/office/drawing/2014/main" id="{397560AD-0176-4E2A-B81A-CEC24B7824A3}"/>
              </a:ext>
            </a:extLst>
          </p:cNvPr>
          <p:cNvSpPr>
            <a:spLocks xmlns:a="http://schemas.openxmlformats.org/drawingml/2006/main" noGrp="1"/>
          </p:cNvSpPr>
          <p:nvPr/>
        </p:nvSpPr>
        <p:spPr>
          <a:xfrm xmlns:a="http://schemas.openxmlformats.org/drawingml/2006/main">
            <a:off x="7124700" y="3752850"/>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标签 </a:t>
            </a:r>
            <a:r>
              <a:rPr sz="825" b="0">
                <a:solidFill>
                  <a:srgbClr val="9FC2E8"/>
                </a:solidFill>
                <a:latin typeface="微软雅黑"/>
                <a:ea typeface="微软雅黑"/>
                <a:cs typeface="微软雅黑"/>
              </a:rPr>
              <a:t>+3 · </a:t>
            </a:r>
            <a:r>
              <a:rPr sz="825" b="0">
                <a:solidFill>
                  <a:srgbClr val="9FC2E8"/>
                </a:solidFill>
                <a:latin typeface="微软雅黑"/>
                <a:ea typeface="微软雅黑"/>
                <a:cs typeface="微软雅黑"/>
              </a:rPr>
              <a:t>机构 </a:t>
            </a:r>
            <a:r>
              <a:rPr sz="825" b="0">
                <a:solidFill>
                  <a:srgbClr val="9FC2E8"/>
                </a:solidFill>
                <a:latin typeface="微软雅黑"/>
                <a:ea typeface="微软雅黑"/>
                <a:cs typeface="微软雅黑"/>
              </a:rPr>
              <a:t>+2</a:t>
            </a:r>
          </a:p>
        </p:txBody>
      </p:sp>
      <p:sp>
        <p:nvSpPr>
          <p:cNvPr id="107" name="">
            <a:extLst xmlns:a="http://schemas.openxmlformats.org/drawingml/2006/main">
              <a:ext uri="{FF2B5EF4-FFF2-40B4-BE49-F238E27FC236}">
                <a16:creationId xmlns:a16="http://schemas.microsoft.com/office/drawing/2014/main" id="{CA94AA32-B67E-4035-BC28-5B26B06DE99F}"/>
              </a:ext>
            </a:extLst>
          </p:cNvPr>
          <p:cNvSpPr>
            <a:spLocks xmlns:a="http://schemas.openxmlformats.org/drawingml/2006/main" noGrp="1"/>
          </p:cNvSpPr>
          <p:nvPr/>
        </p:nvSpPr>
        <p:spPr>
          <a:xfrm xmlns:a="http://schemas.openxmlformats.org/drawingml/2006/main">
            <a:off x="10477500" y="3590925"/>
            <a:ext cx="1047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1200" b="1">
                <a:solidFill>
                  <a:srgbClr val="7A9CC4"/>
                </a:solidFill>
                <a:latin typeface="Bahnschrift"/>
                <a:ea typeface="Bahnschrift"/>
                <a:cs typeface="Bahnschrift"/>
              </a:defRPr>
            </a:pPr>
            <a:r>
              <a:rPr sz="1200" b="1">
                <a:solidFill>
                  <a:srgbClr val="7A9CC4"/>
                </a:solidFill>
                <a:latin typeface="Bahnschrift"/>
                <a:ea typeface="Bahnschrift"/>
                <a:cs typeface="Bahnschrift"/>
              </a:rPr>
              <a:t>5 </a:t>
            </a:r>
            <a:r>
              <a:rPr sz="1200" b="1">
                <a:solidFill>
                  <a:srgbClr val="7A9CC4"/>
                </a:solidFill>
                <a:latin typeface="Bahnschrift"/>
                <a:ea typeface="Bahnschrift"/>
                <a:cs typeface="Bahnschrift"/>
              </a:rPr>
              <a:t>分</a:t>
            </a:r>
          </a:p>
        </p:txBody>
      </p:sp>
      <p:sp>
        <p:nvSpPr>
          <p:cNvPr id="108" name="">
            <a:extLst xmlns:a="http://schemas.openxmlformats.org/drawingml/2006/main">
              <a:ext uri="{FF2B5EF4-FFF2-40B4-BE49-F238E27FC236}">
                <a16:creationId xmlns:a16="http://schemas.microsoft.com/office/drawing/2014/main" id="{77422F71-CF8A-4F36-8816-E4A5CEBBB967}"/>
              </a:ext>
            </a:extLst>
          </p:cNvPr>
          <p:cNvSpPr>
            <a:spLocks xmlns:a="http://schemas.openxmlformats.org/drawingml/2006/main" noGrp="1"/>
          </p:cNvSpPr>
          <p:nvPr/>
        </p:nvSpPr>
        <p:spPr>
          <a:xfrm xmlns:a="http://schemas.openxmlformats.org/drawingml/2006/main">
            <a:off x="6591300" y="4210050"/>
            <a:ext cx="5143500" cy="685800"/>
          </a:xfrm>
          <a:prstGeom xmlns:a="http://schemas.openxmlformats.org/drawingml/2006/main" prst="roundRect">
            <a:avLst>
              <a:gd name="adj" fmla="val 12500"/>
            </a:avLst>
          </a:prstGeom>
          <a:gradFill xmlns:a="http://schemas.openxmlformats.org/drawingml/2006/main">
            <a:gsLst>
              <a:gs pos="0">
                <a:srgbClr val="253C59"/>
              </a:gs>
              <a:gs pos="62000">
                <a:srgbClr val="0A2444"/>
              </a:gs>
              <a:gs pos="100000">
                <a:srgbClr val="081C35"/>
              </a:gs>
            </a:gsLst>
            <a:lin ang="8100000"/>
          </a:gradFill>
          <a:ln xmlns:a="http://schemas.openxmlformats.org/drawingml/2006/main" w="9525">
            <a:solidFill>
              <a:srgbClr val="173D68"/>
            </a:solidFill>
            <a:prstDash val="solid"/>
          </a:ln>
        </p:spPr>
      </p:sp>
      <p:sp>
        <p:nvSpPr>
          <p:cNvPr id="109" name="">
            <a:extLst xmlns:a="http://schemas.openxmlformats.org/drawingml/2006/main">
              <a:ext uri="{FF2B5EF4-FFF2-40B4-BE49-F238E27FC236}">
                <a16:creationId xmlns:a16="http://schemas.microsoft.com/office/drawing/2014/main" id="{FA316C7B-9AFC-4C20-BBE0-283B9667E45E}"/>
              </a:ext>
            </a:extLst>
          </p:cNvPr>
          <p:cNvSpPr>
            <a:spLocks xmlns:a="http://schemas.openxmlformats.org/drawingml/2006/main" noGrp="1"/>
          </p:cNvSpPr>
          <p:nvPr/>
        </p:nvSpPr>
        <p:spPr>
          <a:xfrm xmlns:a="http://schemas.openxmlformats.org/drawingml/2006/main">
            <a:off x="6724650" y="4410075"/>
            <a:ext cx="285750" cy="285750"/>
          </a:xfrm>
          <a:prstGeom xmlns:a="http://schemas.openxmlformats.org/drawingml/2006/main" prst="ellipse">
            <a:avLst/>
          </a:prstGeom>
          <a:solidFill xmlns:a="http://schemas.openxmlformats.org/drawingml/2006/main">
            <a:srgbClr val="1B4C8A"/>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2ECED117-CA4A-457B-BB13-8F95F3B92DBC}"/>
              </a:ext>
            </a:extLst>
          </p:cNvPr>
          <p:cNvSpPr>
            <a:spLocks xmlns:a="http://schemas.openxmlformats.org/drawingml/2006/main" noGrp="1"/>
          </p:cNvSpPr>
          <p:nvPr/>
        </p:nvSpPr>
        <p:spPr>
          <a:xfrm xmlns:a="http://schemas.openxmlformats.org/drawingml/2006/main">
            <a:off x="6724650" y="4410075"/>
            <a:ext cx="285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8243F"/>
                </a:solidFill>
                <a:latin typeface="Bahnschrift"/>
                <a:ea typeface="Bahnschrift"/>
                <a:cs typeface="Bahnschrift"/>
              </a:defRPr>
            </a:pPr>
            <a:r>
              <a:rPr sz="975" b="1">
                <a:solidFill>
                  <a:srgbClr val="08243F"/>
                </a:solidFill>
                <a:latin typeface="Bahnschrift"/>
                <a:ea typeface="Bahnschrift"/>
                <a:cs typeface="Bahnschrift"/>
              </a:rPr>
              <a:t>4</a:t>
            </a:r>
          </a:p>
        </p:txBody>
      </p:sp>
      <p:sp>
        <p:nvSpPr>
          <p:cNvPr id="111" name="">
            <a:extLst xmlns:a="http://schemas.openxmlformats.org/drawingml/2006/main">
              <a:ext uri="{FF2B5EF4-FFF2-40B4-BE49-F238E27FC236}">
                <a16:creationId xmlns:a16="http://schemas.microsoft.com/office/drawing/2014/main" id="{53ACAE6D-E323-45E1-B9AF-1CD52E01CA46}"/>
              </a:ext>
            </a:extLst>
          </p:cNvPr>
          <p:cNvSpPr>
            <a:spLocks xmlns:a="http://schemas.openxmlformats.org/drawingml/2006/main" noGrp="1"/>
          </p:cNvSpPr>
          <p:nvPr/>
        </p:nvSpPr>
        <p:spPr>
          <a:xfrm xmlns:a="http://schemas.openxmlformats.org/drawingml/2006/main">
            <a:off x="7124700" y="4314825"/>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《电力安全工作规程通用课》</a:t>
            </a:r>
          </a:p>
        </p:txBody>
      </p:sp>
      <p:sp>
        <p:nvSpPr>
          <p:cNvPr id="112" name="">
            <a:extLst xmlns:a="http://schemas.openxmlformats.org/drawingml/2006/main">
              <a:ext uri="{FF2B5EF4-FFF2-40B4-BE49-F238E27FC236}">
                <a16:creationId xmlns:a16="http://schemas.microsoft.com/office/drawing/2014/main" id="{86235D09-71D5-490C-8B89-DC6A7DFDB707}"/>
              </a:ext>
            </a:extLst>
          </p:cNvPr>
          <p:cNvSpPr>
            <a:spLocks xmlns:a="http://schemas.openxmlformats.org/drawingml/2006/main" noGrp="1"/>
          </p:cNvSpPr>
          <p:nvPr/>
        </p:nvSpPr>
        <p:spPr>
          <a:xfrm xmlns:a="http://schemas.openxmlformats.org/drawingml/2006/main">
            <a:off x="7124700" y="4552950"/>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匹配理由 </a:t>
            </a:r>
            <a:r>
              <a:rPr sz="825" b="0">
                <a:solidFill>
                  <a:srgbClr val="9FC2E8"/>
                </a:solidFill>
                <a:latin typeface="微软雅黑"/>
                <a:ea typeface="微软雅黑"/>
                <a:cs typeface="微软雅黑"/>
              </a:rPr>
              <a:t>+1</a:t>
            </a:r>
          </a:p>
        </p:txBody>
      </p:sp>
      <p:sp>
        <p:nvSpPr>
          <p:cNvPr id="113" name="">
            <a:extLst xmlns:a="http://schemas.openxmlformats.org/drawingml/2006/main">
              <a:ext uri="{FF2B5EF4-FFF2-40B4-BE49-F238E27FC236}">
                <a16:creationId xmlns:a16="http://schemas.microsoft.com/office/drawing/2014/main" id="{8726B6E4-33E0-4A56-8291-C042E8693479}"/>
              </a:ext>
            </a:extLst>
          </p:cNvPr>
          <p:cNvSpPr>
            <a:spLocks xmlns:a="http://schemas.openxmlformats.org/drawingml/2006/main" noGrp="1"/>
          </p:cNvSpPr>
          <p:nvPr/>
        </p:nvSpPr>
        <p:spPr>
          <a:xfrm xmlns:a="http://schemas.openxmlformats.org/drawingml/2006/main">
            <a:off x="10477500" y="4391025"/>
            <a:ext cx="1047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1200" b="1">
                <a:solidFill>
                  <a:srgbClr val="7A9CC4"/>
                </a:solidFill>
                <a:latin typeface="Bahnschrift"/>
                <a:ea typeface="Bahnschrift"/>
                <a:cs typeface="Bahnschrift"/>
              </a:defRPr>
            </a:pPr>
            <a:r>
              <a:rPr sz="1200" b="1">
                <a:solidFill>
                  <a:srgbClr val="7A9CC4"/>
                </a:solidFill>
                <a:latin typeface="Bahnschrift"/>
                <a:ea typeface="Bahnschrift"/>
                <a:cs typeface="Bahnschrift"/>
              </a:rPr>
              <a:t>1 </a:t>
            </a:r>
            <a:r>
              <a:rPr sz="1200" b="1">
                <a:solidFill>
                  <a:srgbClr val="7A9CC4"/>
                </a:solidFill>
                <a:latin typeface="Bahnschrift"/>
                <a:ea typeface="Bahnschrift"/>
                <a:cs typeface="Bahnschrift"/>
              </a:rPr>
              <a:t>分</a:t>
            </a:r>
          </a:p>
        </p:txBody>
      </p:sp>
      <p:sp>
        <p:nvSpPr>
          <p:cNvPr id="114" name="">
            <a:extLst xmlns:a="http://schemas.openxmlformats.org/drawingml/2006/main">
              <a:ext uri="{FF2B5EF4-FFF2-40B4-BE49-F238E27FC236}">
                <a16:creationId xmlns:a16="http://schemas.microsoft.com/office/drawing/2014/main" id="{92C2F56B-621B-4577-8B3A-D0A50C36C784}"/>
              </a:ext>
            </a:extLst>
          </p:cNvPr>
          <p:cNvSpPr>
            <a:spLocks xmlns:a="http://schemas.openxmlformats.org/drawingml/2006/main" noGrp="1"/>
          </p:cNvSpPr>
          <p:nvPr/>
        </p:nvSpPr>
        <p:spPr>
          <a:xfrm xmlns:a="http://schemas.openxmlformats.org/drawingml/2006/main">
            <a:off x="6591300" y="5029200"/>
            <a:ext cx="5143500" cy="1162050"/>
          </a:xfrm>
          <a:prstGeom xmlns:a="http://schemas.openxmlformats.org/drawingml/2006/main" prst="roundRect">
            <a:avLst>
              <a:gd name="adj" fmla="val 7377"/>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15" name="">
            <a:extLst xmlns:a="http://schemas.openxmlformats.org/drawingml/2006/main">
              <a:ext uri="{FF2B5EF4-FFF2-40B4-BE49-F238E27FC236}">
                <a16:creationId xmlns:a16="http://schemas.microsoft.com/office/drawing/2014/main" id="{BA99B797-61C1-4400-B932-C40096C90097}"/>
              </a:ext>
            </a:extLst>
          </p:cNvPr>
          <p:cNvSpPr>
            <a:spLocks xmlns:a="http://schemas.openxmlformats.org/drawingml/2006/main" noGrp="1"/>
          </p:cNvSpPr>
          <p:nvPr/>
        </p:nvSpPr>
        <p:spPr>
          <a:xfrm xmlns:a="http://schemas.openxmlformats.org/drawingml/2006/main">
            <a:off x="6762750" y="5143500"/>
            <a:ext cx="48196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31C7F0"/>
                </a:solidFill>
                <a:latin typeface="微软雅黑"/>
                <a:ea typeface="微软雅黑"/>
                <a:cs typeface="微软雅黑"/>
              </a:defRPr>
            </a:pPr>
            <a:r>
              <a:rPr sz="975" b="1">
                <a:solidFill>
                  <a:srgbClr val="31C7F0"/>
                </a:solidFill>
                <a:latin typeface="微软雅黑"/>
                <a:ea typeface="微软雅黑"/>
                <a:cs typeface="微软雅黑"/>
              </a:rPr>
              <a:t>排序规则：先内容分，再缺口加权</a:t>
            </a:r>
          </a:p>
        </p:txBody>
      </p:sp>
      <p:sp>
        <p:nvSpPr>
          <p:cNvPr id="116" name="">
            <a:extLst xmlns:a="http://schemas.openxmlformats.org/drawingml/2006/main">
              <a:ext uri="{FF2B5EF4-FFF2-40B4-BE49-F238E27FC236}">
                <a16:creationId xmlns:a16="http://schemas.microsoft.com/office/drawing/2014/main" id="{FAF5DB01-5543-4EE9-B1E5-5AD9A4F2C20B}"/>
              </a:ext>
            </a:extLst>
          </p:cNvPr>
          <p:cNvSpPr>
            <a:spLocks xmlns:a="http://schemas.openxmlformats.org/drawingml/2006/main" noGrp="1"/>
          </p:cNvSpPr>
          <p:nvPr/>
        </p:nvSpPr>
        <p:spPr>
          <a:xfrm xmlns:a="http://schemas.openxmlformats.org/drawingml/2006/main">
            <a:off x="6762750" y="5410200"/>
            <a:ext cx="4838700" cy="704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内容分把「标题里出现软压板」的课排前面；缺口加权再把「正好补当前 </a:t>
            </a:r>
            <a:r>
              <a:rPr sz="900" b="0">
                <a:solidFill>
                  <a:srgbClr val="D6E6F7"/>
                </a:solidFill>
                <a:latin typeface="微软雅黑"/>
                <a:ea typeface="微软雅黑"/>
                <a:cs typeface="微软雅黑"/>
              </a:rPr>
              <a:t>L1→L3 </a:t>
            </a:r>
            <a:r>
              <a:rPr sz="900" b="0">
                <a:solidFill>
                  <a:srgbClr val="D6E6F7"/>
                </a:solidFill>
                <a:latin typeface="微软雅黑"/>
                <a:ea typeface="微软雅黑"/>
                <a:cs typeface="微软雅黑"/>
              </a:rPr>
              <a:t>缺口」的课顶到最前。两者结合，才不会出现「搜到一堆相关课，却不知道该学哪一门」。</a:t>
            </a:r>
          </a:p>
        </p:txBody>
      </p:sp>
      <p:sp>
        <p:nvSpPr>
          <p:cNvPr id="117" name="">
            <a:extLst xmlns:a="http://schemas.openxmlformats.org/drawingml/2006/main">
              <a:ext uri="{FF2B5EF4-FFF2-40B4-BE49-F238E27FC236}">
                <a16:creationId xmlns:a16="http://schemas.microsoft.com/office/drawing/2014/main" id="{42110C61-4CAD-4D45-B314-4D259756A7EE}"/>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18" name="">
            <a:extLst xmlns:a="http://schemas.openxmlformats.org/drawingml/2006/main">
              <a:ext uri="{FF2B5EF4-FFF2-40B4-BE49-F238E27FC236}">
                <a16:creationId xmlns:a16="http://schemas.microsoft.com/office/drawing/2014/main" id="{D8A76D44-453E-40D1-A429-1238BF9962CD}"/>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9" name="">
            <a:extLst xmlns:a="http://schemas.openxmlformats.org/drawingml/2006/main">
              <a:ext uri="{FF2B5EF4-FFF2-40B4-BE49-F238E27FC236}">
                <a16:creationId xmlns:a16="http://schemas.microsoft.com/office/drawing/2014/main" id="{8D440AAF-DFE8-473F-96F8-510D60B43B09}"/>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A2E3216F-3917-46A1-8E9D-4538875A4550}"/>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1" name="">
            <a:extLst xmlns:a="http://schemas.openxmlformats.org/drawingml/2006/main">
              <a:ext uri="{FF2B5EF4-FFF2-40B4-BE49-F238E27FC236}">
                <a16:creationId xmlns:a16="http://schemas.microsoft.com/office/drawing/2014/main" id="{81C98C90-EA7D-4763-B8EF-71A7FDECD6D3}"/>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2" name="">
            <a:extLst xmlns:a="http://schemas.openxmlformats.org/drawingml/2006/main">
              <a:ext uri="{FF2B5EF4-FFF2-40B4-BE49-F238E27FC236}">
                <a16:creationId xmlns:a16="http://schemas.microsoft.com/office/drawing/2014/main" id="{8F9BAB69-4CF2-46EC-8055-22E95E8624D4}"/>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23" name="">
            <a:extLst xmlns:a="http://schemas.openxmlformats.org/drawingml/2006/main">
              <a:ext uri="{FF2B5EF4-FFF2-40B4-BE49-F238E27FC236}">
                <a16:creationId xmlns:a16="http://schemas.microsoft.com/office/drawing/2014/main" id="{2D40B4F6-0F7D-4333-91B0-F50D0972474B}"/>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24" name="">
            <a:extLst xmlns:a="http://schemas.openxmlformats.org/drawingml/2006/main">
              <a:ext uri="{FF2B5EF4-FFF2-40B4-BE49-F238E27FC236}">
                <a16:creationId xmlns:a16="http://schemas.microsoft.com/office/drawing/2014/main" id="{9ACF1B9D-9DD8-4767-9F81-2CE704FC5835}"/>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17</a:t>
            </a:r>
          </a:p>
        </p:txBody>
      </p:sp>
    </p:spTree>
    <p:extLst>
      <p:ext uri="{BB962C8B-B14F-4D97-AF65-F5344CB8AC3E}">
        <p14:creationId xmlns:p14="http://schemas.microsoft.com/office/powerpoint/2010/main" val="1412075604"/>
      </p:ext>
    </p:extLst>
  </p:cSld>
</p:sld>
</file>

<file path=ppt/slides/slide18.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43b559c09c7749b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1CAD759-DC95-4821-97C3-F1F55A9DEE2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393AD1DE-D941-4DE6-99D6-6FDF7ABDB1AD}"/>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F5C33B">
                  <a:alpha val="15000"/>
                </a:srgbClr>
              </a:gs>
              <a:gs pos="45000">
                <a:srgbClr val="F5C33B">
                  <a:alpha val="6000"/>
                </a:srgbClr>
              </a:gs>
              <a:gs pos="100000">
                <a:srgbClr val="F5C33B">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74BB0BE1-355B-4B60-8284-C8253C8CBADA}"/>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63C073F9-68D8-4F09-A828-34B67F9FAAA3}"/>
              </a:ext>
            </a:extLst>
          </p:cNvPr>
          <p:cNvSpPr>
            <a:spLocks xmlns:a="http://schemas.openxmlformats.org/drawingml/2006/main" noGrp="1"/>
          </p:cNvSpPr>
          <p:nvPr/>
        </p:nvSpPr>
        <p:spPr>
          <a:xfrm xmlns:a="http://schemas.openxmlformats.org/drawingml/2006/main">
            <a:off x="9601200" y="914400"/>
            <a:ext cx="1866900" cy="800100"/>
          </a:xfrm>
          <a:prstGeom xmlns:a="http://schemas.openxmlformats.org/drawingml/2006/main" prst="rect">
            <a:avLst/>
          </a:prstGeom>
          <a:pattFill xmlns:a="http://schemas.openxmlformats.org/drawingml/2006/main" prst="wdUpDiag">
            <a:fgClr>
              <a:srgbClr val="2A6BAE">
                <a:alpha val="42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FE8967A9-180D-4248-B375-E87498C296A8}"/>
              </a:ext>
            </a:extLst>
          </p:cNvPr>
          <p:cNvSpPr>
            <a:spLocks xmlns:a="http://schemas.openxmlformats.org/drawingml/2006/main" noGrp="1"/>
          </p:cNvSpPr>
          <p:nvPr/>
        </p:nvSpPr>
        <p:spPr>
          <a:xfrm xmlns:a="http://schemas.openxmlformats.org/drawingml/2006/main">
            <a:off x="11525250" y="914400"/>
            <a:ext cx="400050" cy="800100"/>
          </a:xfrm>
          <a:prstGeom xmlns:a="http://schemas.openxmlformats.org/drawingml/2006/main" prst="rect">
            <a:avLst/>
          </a:prstGeom>
          <a:pattFill xmlns:a="http://schemas.openxmlformats.org/drawingml/2006/main" prst="narVert">
            <a:fgClr>
              <a:srgbClr val="F5C33B">
                <a:alpha val="32000"/>
              </a:srgbClr>
            </a:fgClr>
            <a:bgClr>
              <a:srgbClr val="0A2144"/>
            </a:bgClr>
          </a:patt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6360E65A-D9BD-4A3F-A11D-BE642593E426}"/>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125B8ECD-F8DF-4FE4-A02A-ADE8C52FF5BA}"/>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2D2C111E-CDD1-4876-B708-B3A22164D481}"/>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0FF6D23F-C749-430F-A4F2-3ACAB0C469EF}"/>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A9C4DFCE-93B0-4EE5-9594-A43A53D8CC0B}"/>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206F2B34-3017-458A-9A62-FFC667961009}"/>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21EBCA37-9E82-4657-B2BD-827F2307CC48}"/>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8C40A7F6-2BA9-4CEC-AFD0-01C7CFE5B24A}"/>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0A0748D4-A8C2-4069-A755-877A2AEC8178}"/>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E15A3432-FAAF-4783-81E0-CA6CF2C3E648}"/>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EA964F6F-6559-4CD2-B959-EC482F6CABBF}"/>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7FA320E6-612B-45D7-95E4-7D02B39ED1BE}"/>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1DF5A93A-D660-4805-B4C9-C5F866E3DCB7}"/>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0" name="">
            <a:extLst xmlns:a="http://schemas.openxmlformats.org/drawingml/2006/main">
              <a:ext uri="{FF2B5EF4-FFF2-40B4-BE49-F238E27FC236}">
                <a16:creationId xmlns:a16="http://schemas.microsoft.com/office/drawing/2014/main" id="{2FD16E75-773D-4FCA-A93C-567DB86EDA3B}"/>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1" name="">
            <a:extLst xmlns:a="http://schemas.openxmlformats.org/drawingml/2006/main">
              <a:ext uri="{FF2B5EF4-FFF2-40B4-BE49-F238E27FC236}">
                <a16:creationId xmlns:a16="http://schemas.microsoft.com/office/drawing/2014/main" id="{9B381877-F605-4307-8D93-A6F9A7400ECD}"/>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844DC4E0-725A-45C0-A880-A6E57D7F4597}"/>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3654B12C-98A3-4F96-BDE1-467428D45592}"/>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E355A699-28DC-4573-89EC-8CD37B8BF48D}"/>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2FF8A8B0-25CF-40B8-81FA-1F51B613899A}"/>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515020DA-21CE-4543-9656-9D0DFD620EE1}"/>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38F97294-5A10-4466-A47B-F267EC2CC0B0}"/>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1350FAB5-CF01-421B-81AB-44C2E9F598F6}"/>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5797F21E-66F6-4F36-9ED7-4936C88609D9}"/>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6274A275-FAC2-4C0E-B426-428EC7BA2757}"/>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5B5A5D30-FB43-4BC7-862A-A4717FB693EF}"/>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91D607F0-3243-472E-9A70-5DAB1890F171}"/>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4A0F5B3E-2738-45D2-AC7D-C5BF981EEBED}"/>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A7DED349-3834-4C52-9AAE-09861A17FE3A}"/>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A3FB051D-A71E-49B9-BDFE-C07413531D0C}"/>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91A35DE2-6D3A-493D-9990-0A2DD8C00049}"/>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D05E58C0-CAC6-4D54-BC03-06516D821B63}"/>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A2997F7D-CBE6-4F20-89AD-E4793C62CF96}"/>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F5C33B"/>
              </a:gs>
              <a:gs pos="100000">
                <a:srgbClr val="F5C33B">
                  <a:alpha val="0"/>
                </a:srgbClr>
              </a:gs>
            </a:gsLst>
            <a:lin ang="540000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CE4E4784-034F-4E62-BF29-6C2670A8170F}"/>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F5C33B">
                  <a:alpha val="45000"/>
                </a:srgbClr>
              </a:gs>
              <a:gs pos="100000">
                <a:srgbClr val="F5C33B">
                  <a:alpha val="0"/>
                </a:srgbClr>
              </a:gs>
            </a:gsLst>
            <a:lin ang="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8724E60D-0A4A-41AD-A642-DF3A6023F496}"/>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1" name="">
            <a:extLst xmlns:a="http://schemas.openxmlformats.org/drawingml/2006/main">
              <a:ext uri="{FF2B5EF4-FFF2-40B4-BE49-F238E27FC236}">
                <a16:creationId xmlns:a16="http://schemas.microsoft.com/office/drawing/2014/main" id="{F1C3D22F-78D1-4070-A39D-5034A162AC74}"/>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A3233E36-7D87-4ED4-8F2A-B5322E260BE2}"/>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65528F52-6041-4162-A5ED-7481F09131CD}"/>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F5C33B">
                  <a:alpha val="26000"/>
                </a:srgbClr>
              </a:gs>
              <a:gs pos="45000">
                <a:srgbClr val="F5C33B">
                  <a:alpha val="10000"/>
                </a:srgbClr>
              </a:gs>
              <a:gs pos="100000">
                <a:srgbClr val="F5C33B">
                  <a:alpha val="0"/>
                </a:srgbClr>
              </a:gs>
            </a:gsLst>
            <a:path path="shape"/>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2DEB4C53-3D3A-4F7A-BF80-5C163632C46C}"/>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F5C33B"/>
              </a:gs>
              <a:gs pos="100000">
                <a:srgbClr val="7B621E"/>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03</a:t>
            </a:r>
          </a:p>
        </p:txBody>
      </p:sp>
      <p:sp>
        <p:nvSpPr>
          <p:cNvPr id="45" name="">
            <a:extLst xmlns:a="http://schemas.openxmlformats.org/drawingml/2006/main">
              <a:ext uri="{FF2B5EF4-FFF2-40B4-BE49-F238E27FC236}">
                <a16:creationId xmlns:a16="http://schemas.microsoft.com/office/drawing/2014/main" id="{B3B461EE-210F-4041-A023-6FE0FD41B52A}"/>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核心算法</a:t>
            </a:r>
          </a:p>
        </p:txBody>
      </p:sp>
      <p:sp>
        <p:nvSpPr>
          <p:cNvPr id="46" name="">
            <a:extLst xmlns:a="http://schemas.openxmlformats.org/drawingml/2006/main">
              <a:ext uri="{FF2B5EF4-FFF2-40B4-BE49-F238E27FC236}">
                <a16:creationId xmlns:a16="http://schemas.microsoft.com/office/drawing/2014/main" id="{39A3FD13-EF14-4166-AB6B-8585E5DEC078}"/>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F5C33B"/>
              </a:gs>
              <a:gs pos="100000">
                <a:srgbClr val="F5C33B">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A094B56A-18A3-415D-85C1-C913E2128949}"/>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算法小结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为什么不让大模型直接下结论</a:t>
            </a:r>
          </a:p>
        </p:txBody>
      </p:sp>
      <p:sp>
        <p:nvSpPr>
          <p:cNvPr id="48" name="">
            <a:extLst xmlns:a="http://schemas.openxmlformats.org/drawingml/2006/main">
              <a:ext uri="{FF2B5EF4-FFF2-40B4-BE49-F238E27FC236}">
                <a16:creationId xmlns:a16="http://schemas.microsoft.com/office/drawing/2014/main" id="{6EA31DCC-7AD7-4C23-AD23-4EFE3BADB106}"/>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BC2B9FDF-9138-4500-B991-770370C9EE8F}"/>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BACC8C04-50E7-4D13-8E7D-CE56FCF1F390}"/>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8DF7719D-DCB4-4CD6-A4CC-1B63C3E65952}"/>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A90DE8EC-67B9-40A6-B2B6-F1EC649490AF}"/>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3" name="">
            <a:extLst xmlns:a="http://schemas.openxmlformats.org/drawingml/2006/main">
              <a:ext uri="{FF2B5EF4-FFF2-40B4-BE49-F238E27FC236}">
                <a16:creationId xmlns:a16="http://schemas.microsoft.com/office/drawing/2014/main" id="{04E3DAA2-8C32-4594-92A3-2AA7FA8622CF}"/>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4" name="">
            <a:extLst xmlns:a="http://schemas.openxmlformats.org/drawingml/2006/main">
              <a:ext uri="{FF2B5EF4-FFF2-40B4-BE49-F238E27FC236}">
                <a16:creationId xmlns:a16="http://schemas.microsoft.com/office/drawing/2014/main" id="{5A8344B5-3346-471B-B113-7B1FFC947308}"/>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F945921D-4A05-4DE6-B15E-964D705A2110}"/>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5B96097A-1736-46D2-BE86-C2A1CA547539}"/>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2C1811DC-B7ED-4C5A-BF8F-57054E29C230}"/>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373F9057-6E00-4C3C-926A-7B58E90F078A}"/>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B4E5B43D-7092-41A7-BAB3-71BF5A249F63}"/>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C7141B1D-111E-4A11-A5F9-56AEF04E4DF8}"/>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12D6A5EA-C4F7-4090-9FB3-356E039AD239}"/>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712B74EB-C794-45F6-B04C-73A6CF0F3AC5}"/>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大模型负责把「话」变成「数」、再把「数」翻译回「话」；凡是涉及人和钱的判断，都交给可复算的算法。</a:t>
            </a:r>
          </a:p>
        </p:txBody>
      </p:sp>
      <p:sp>
        <p:nvSpPr>
          <p:cNvPr id="63" name="">
            <a:extLst xmlns:a="http://schemas.openxmlformats.org/drawingml/2006/main">
              <a:ext uri="{FF2B5EF4-FFF2-40B4-BE49-F238E27FC236}">
                <a16:creationId xmlns:a16="http://schemas.microsoft.com/office/drawing/2014/main" id="{35085881-4B08-44E7-8351-8A4F6F8A2808}"/>
              </a:ext>
            </a:extLst>
          </p:cNvPr>
          <p:cNvSpPr>
            <a:spLocks xmlns:a="http://schemas.openxmlformats.org/drawingml/2006/main" noGrp="1"/>
          </p:cNvSpPr>
          <p:nvPr/>
        </p:nvSpPr>
        <p:spPr>
          <a:xfrm xmlns:a="http://schemas.openxmlformats.org/drawingml/2006/main">
            <a:off x="285750" y="1333500"/>
            <a:ext cx="3771900" cy="2857500"/>
          </a:xfrm>
          <a:prstGeom xmlns:a="http://schemas.openxmlformats.org/drawingml/2006/main" prst="roundRect">
            <a:avLst>
              <a:gd name="adj" fmla="val 30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4" name="">
            <a:extLst xmlns:a="http://schemas.openxmlformats.org/drawingml/2006/main">
              <a:ext uri="{FF2B5EF4-FFF2-40B4-BE49-F238E27FC236}">
                <a16:creationId xmlns:a16="http://schemas.microsoft.com/office/drawing/2014/main" id="{21349756-BE73-47A1-BEE5-54921A72707E}"/>
              </a:ext>
            </a:extLst>
          </p:cNvPr>
          <p:cNvSpPr>
            <a:spLocks xmlns:a="http://schemas.openxmlformats.org/drawingml/2006/main" noGrp="1"/>
          </p:cNvSpPr>
          <p:nvPr/>
        </p:nvSpPr>
        <p:spPr>
          <a:xfrm xmlns:a="http://schemas.openxmlformats.org/drawingml/2006/main">
            <a:off x="285750" y="1333500"/>
            <a:ext cx="3771900" cy="47625"/>
          </a:xfrm>
          <a:prstGeom xmlns:a="http://schemas.openxmlformats.org/drawingml/2006/main" prst="rect">
            <a:avLst/>
          </a:prstGeom>
          <a:solidFill xmlns:a="http://schemas.openxmlformats.org/drawingml/2006/main">
            <a:srgbClr val="9FC2E8"/>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092C1BAA-DFA2-4DB0-AA65-7B0738CEED03}"/>
              </a:ext>
            </a:extLst>
          </p:cNvPr>
          <p:cNvSpPr>
            <a:spLocks xmlns:a="http://schemas.openxmlformats.org/drawingml/2006/main" noGrp="1"/>
          </p:cNvSpPr>
          <p:nvPr/>
        </p:nvSpPr>
        <p:spPr>
          <a:xfrm xmlns:a="http://schemas.openxmlformats.org/drawingml/2006/main">
            <a:off x="49530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9FC2E8"/>
                </a:solidFill>
                <a:latin typeface="微软雅黑"/>
                <a:ea typeface="微软雅黑"/>
                <a:cs typeface="微软雅黑"/>
              </a:defRPr>
            </a:pPr>
            <a:r>
              <a:rPr sz="1425" b="1">
                <a:solidFill>
                  <a:srgbClr val="9FC2E8"/>
                </a:solidFill>
                <a:latin typeface="微软雅黑"/>
                <a:ea typeface="微软雅黑"/>
                <a:cs typeface="微软雅黑"/>
              </a:rPr>
              <a:t>纯规则</a:t>
            </a:r>
          </a:p>
        </p:txBody>
      </p:sp>
      <p:sp>
        <p:nvSpPr>
          <p:cNvPr id="66" name="">
            <a:extLst xmlns:a="http://schemas.openxmlformats.org/drawingml/2006/main">
              <a:ext uri="{FF2B5EF4-FFF2-40B4-BE49-F238E27FC236}">
                <a16:creationId xmlns:a16="http://schemas.microsoft.com/office/drawing/2014/main" id="{E76CE17E-4B7C-4EF0-B964-01CFB70C22B8}"/>
              </a:ext>
            </a:extLst>
          </p:cNvPr>
          <p:cNvSpPr>
            <a:spLocks xmlns:a="http://schemas.openxmlformats.org/drawingml/2006/main" noGrp="1"/>
          </p:cNvSpPr>
          <p:nvPr/>
        </p:nvSpPr>
        <p:spPr>
          <a:xfrm xmlns:a="http://schemas.openxmlformats.org/drawingml/2006/main">
            <a:off x="495300" y="1924050"/>
            <a:ext cx="3409950" cy="2133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优点：确定、可复算、可离线、无幻觉</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缺点：规则条数随场景爆炸，无法理解自由文本</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在本系统中的位置：作为保底与定档，</a:t>
            </a:r>
            <a:r>
              <a:rPr sz="938">
                <a:solidFill>
                  <a:srgbClr val="D6E6F7"/>
                </a:solidFill>
                <a:latin typeface="微软雅黑"/>
                <a:ea typeface="微软雅黑"/>
                <a:cs typeface="微软雅黑"/>
              </a:rPr>
              <a:t>18 </a:t>
            </a:r>
            <a:r>
              <a:rPr sz="938">
                <a:solidFill>
                  <a:srgbClr val="D6E6F7"/>
                </a:solidFill>
                <a:latin typeface="微软雅黑"/>
                <a:ea typeface="微软雅黑"/>
                <a:cs typeface="微软雅黑"/>
              </a:rPr>
              <a:t>条规则覆盖 </a:t>
            </a:r>
            <a:r>
              <a:rPr sz="938">
                <a:solidFill>
                  <a:srgbClr val="D6E6F7"/>
                </a:solidFill>
                <a:latin typeface="微软雅黑"/>
                <a:ea typeface="微软雅黑"/>
                <a:cs typeface="微软雅黑"/>
              </a:rPr>
              <a:t>5 </a:t>
            </a:r>
            <a:r>
              <a:rPr sz="938">
                <a:solidFill>
                  <a:srgbClr val="D6E6F7"/>
                </a:solidFill>
                <a:latin typeface="微软雅黑"/>
                <a:ea typeface="微软雅黑"/>
                <a:cs typeface="微软雅黑"/>
              </a:rPr>
              <a:t>个场景</a:t>
            </a:r>
          </a:p>
        </p:txBody>
      </p:sp>
      <p:sp>
        <p:nvSpPr>
          <p:cNvPr id="67" name="">
            <a:extLst xmlns:a="http://schemas.openxmlformats.org/drawingml/2006/main">
              <a:ext uri="{FF2B5EF4-FFF2-40B4-BE49-F238E27FC236}">
                <a16:creationId xmlns:a16="http://schemas.microsoft.com/office/drawing/2014/main" id="{B6E4E399-E992-4E2F-BBF2-8D6FB12FA37D}"/>
              </a:ext>
            </a:extLst>
          </p:cNvPr>
          <p:cNvSpPr>
            <a:spLocks xmlns:a="http://schemas.openxmlformats.org/drawingml/2006/main" noGrp="1"/>
          </p:cNvSpPr>
          <p:nvPr/>
        </p:nvSpPr>
        <p:spPr>
          <a:xfrm xmlns:a="http://schemas.openxmlformats.org/drawingml/2006/main">
            <a:off x="4229100" y="1333500"/>
            <a:ext cx="3771900" cy="2857500"/>
          </a:xfrm>
          <a:prstGeom xmlns:a="http://schemas.openxmlformats.org/drawingml/2006/main" prst="roundRect">
            <a:avLst>
              <a:gd name="adj" fmla="val 30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8" name="">
            <a:extLst xmlns:a="http://schemas.openxmlformats.org/drawingml/2006/main">
              <a:ext uri="{FF2B5EF4-FFF2-40B4-BE49-F238E27FC236}">
                <a16:creationId xmlns:a16="http://schemas.microsoft.com/office/drawing/2014/main" id="{270E09FB-023F-466E-8671-4744E3927723}"/>
              </a:ext>
            </a:extLst>
          </p:cNvPr>
          <p:cNvSpPr>
            <a:spLocks xmlns:a="http://schemas.openxmlformats.org/drawingml/2006/main" noGrp="1"/>
          </p:cNvSpPr>
          <p:nvPr/>
        </p:nvSpPr>
        <p:spPr>
          <a:xfrm xmlns:a="http://schemas.openxmlformats.org/drawingml/2006/main">
            <a:off x="4229100" y="1333500"/>
            <a:ext cx="3771900" cy="47625"/>
          </a:xfrm>
          <a:prstGeom xmlns:a="http://schemas.openxmlformats.org/drawingml/2006/main" prst="rect">
            <a:avLst/>
          </a:prstGeom>
          <a:solidFill xmlns:a="http://schemas.openxmlformats.org/drawingml/2006/main">
            <a:srgbClr val="F2705E"/>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0AF5D0E6-6BE0-456E-ABA9-2EB01646D8C7}"/>
              </a:ext>
            </a:extLst>
          </p:cNvPr>
          <p:cNvSpPr>
            <a:spLocks xmlns:a="http://schemas.openxmlformats.org/drawingml/2006/main" noGrp="1"/>
          </p:cNvSpPr>
          <p:nvPr/>
        </p:nvSpPr>
        <p:spPr>
          <a:xfrm xmlns:a="http://schemas.openxmlformats.org/drawingml/2006/main">
            <a:off x="443865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2705E"/>
                </a:solidFill>
                <a:latin typeface="微软雅黑"/>
                <a:ea typeface="微软雅黑"/>
                <a:cs typeface="微软雅黑"/>
              </a:defRPr>
            </a:pPr>
            <a:r>
              <a:rPr sz="1425" b="1">
                <a:solidFill>
                  <a:srgbClr val="F2705E"/>
                </a:solidFill>
                <a:latin typeface="微软雅黑"/>
                <a:ea typeface="微软雅黑"/>
                <a:cs typeface="微软雅黑"/>
              </a:rPr>
              <a:t>纯大模型</a:t>
            </a:r>
          </a:p>
        </p:txBody>
      </p:sp>
      <p:sp>
        <p:nvSpPr>
          <p:cNvPr id="70" name="">
            <a:extLst xmlns:a="http://schemas.openxmlformats.org/drawingml/2006/main">
              <a:ext uri="{FF2B5EF4-FFF2-40B4-BE49-F238E27FC236}">
                <a16:creationId xmlns:a16="http://schemas.microsoft.com/office/drawing/2014/main" id="{A65D8FB2-0106-459F-AC20-01D1836E4389}"/>
              </a:ext>
            </a:extLst>
          </p:cNvPr>
          <p:cNvSpPr>
            <a:spLocks xmlns:a="http://schemas.openxmlformats.org/drawingml/2006/main" noGrp="1"/>
          </p:cNvSpPr>
          <p:nvPr/>
        </p:nvSpPr>
        <p:spPr>
          <a:xfrm xmlns:a="http://schemas.openxmlformats.org/drawingml/2006/main">
            <a:off x="4438650" y="1924050"/>
            <a:ext cx="3409950" cy="2133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优点：能读自由文本、能生成自然语言解释</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缺点：结论不可复算、有随机性、断网即失效、无法追责</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在本系统中的位置：仅作为可选增强（</a:t>
            </a:r>
            <a:r>
              <a:rPr sz="938">
                <a:solidFill>
                  <a:srgbClr val="D6E6F7"/>
                </a:solidFill>
                <a:latin typeface="微软雅黑"/>
                <a:ea typeface="微软雅黑"/>
                <a:cs typeface="微软雅黑"/>
              </a:rPr>
              <a:t>AI_ENABLED </a:t>
            </a:r>
            <a:r>
              <a:rPr sz="938">
                <a:solidFill>
                  <a:srgbClr val="D6E6F7"/>
                </a:solidFill>
                <a:latin typeface="微软雅黑"/>
                <a:ea typeface="微软雅黑"/>
                <a:cs typeface="微软雅黑"/>
              </a:rPr>
              <a:t>默认 </a:t>
            </a:r>
            <a:r>
              <a:rPr sz="938">
                <a:solidFill>
                  <a:srgbClr val="D6E6F7"/>
                </a:solidFill>
                <a:latin typeface="微软雅黑"/>
                <a:ea typeface="微软雅黑"/>
                <a:cs typeface="微软雅黑"/>
              </a:rPr>
              <a:t>false</a:t>
            </a:r>
            <a:r>
              <a:rPr sz="938">
                <a:solidFill>
                  <a:srgbClr val="D6E6F7"/>
                </a:solidFill>
                <a:latin typeface="微软雅黑"/>
                <a:ea typeface="微软雅黑"/>
                <a:cs typeface="微软雅黑"/>
              </a:rPr>
              <a:t>）</a:t>
            </a:r>
          </a:p>
        </p:txBody>
      </p:sp>
      <p:sp>
        <p:nvSpPr>
          <p:cNvPr id="71" name="">
            <a:extLst xmlns:a="http://schemas.openxmlformats.org/drawingml/2006/main">
              <a:ext uri="{FF2B5EF4-FFF2-40B4-BE49-F238E27FC236}">
                <a16:creationId xmlns:a16="http://schemas.microsoft.com/office/drawing/2014/main" id="{4971D278-384B-4E2B-9E8B-D8CF7F1DD6DA}"/>
              </a:ext>
            </a:extLst>
          </p:cNvPr>
          <p:cNvSpPr>
            <a:spLocks xmlns:a="http://schemas.openxmlformats.org/drawingml/2006/main" noGrp="1"/>
          </p:cNvSpPr>
          <p:nvPr/>
        </p:nvSpPr>
        <p:spPr>
          <a:xfrm xmlns:a="http://schemas.openxmlformats.org/drawingml/2006/main">
            <a:off x="8172450" y="1333500"/>
            <a:ext cx="3771900" cy="2857500"/>
          </a:xfrm>
          <a:prstGeom xmlns:a="http://schemas.openxmlformats.org/drawingml/2006/main" prst="roundRect">
            <a:avLst>
              <a:gd name="adj" fmla="val 300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3FD08A"/>
            </a:solidFill>
            <a:prstDash val="solid"/>
          </a:ln>
        </p:spPr>
      </p:sp>
      <p:sp>
        <p:nvSpPr>
          <p:cNvPr id="72" name="">
            <a:extLst xmlns:a="http://schemas.openxmlformats.org/drawingml/2006/main">
              <a:ext uri="{FF2B5EF4-FFF2-40B4-BE49-F238E27FC236}">
                <a16:creationId xmlns:a16="http://schemas.microsoft.com/office/drawing/2014/main" id="{31EDB4E4-CE2C-423C-9A51-E86DCDC41142}"/>
              </a:ext>
            </a:extLst>
          </p:cNvPr>
          <p:cNvSpPr>
            <a:spLocks xmlns:a="http://schemas.openxmlformats.org/drawingml/2006/main" noGrp="1"/>
          </p:cNvSpPr>
          <p:nvPr/>
        </p:nvSpPr>
        <p:spPr>
          <a:xfrm xmlns:a="http://schemas.openxmlformats.org/drawingml/2006/main">
            <a:off x="8172450" y="1333500"/>
            <a:ext cx="3771900" cy="47625"/>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788D825F-A1E9-4042-9C44-CEF18AC33F29}"/>
              </a:ext>
            </a:extLst>
          </p:cNvPr>
          <p:cNvSpPr>
            <a:spLocks xmlns:a="http://schemas.openxmlformats.org/drawingml/2006/main" noGrp="1"/>
          </p:cNvSpPr>
          <p:nvPr/>
        </p:nvSpPr>
        <p:spPr>
          <a:xfrm xmlns:a="http://schemas.openxmlformats.org/drawingml/2006/main">
            <a:off x="838200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3FD08A"/>
                </a:solidFill>
                <a:latin typeface="微软雅黑"/>
                <a:ea typeface="微软雅黑"/>
                <a:cs typeface="微软雅黑"/>
              </a:defRPr>
            </a:pPr>
            <a:r>
              <a:rPr sz="1425" b="1">
                <a:solidFill>
                  <a:srgbClr val="3FD08A"/>
                </a:solidFill>
                <a:latin typeface="微软雅黑"/>
                <a:ea typeface="微软雅黑"/>
                <a:cs typeface="微软雅黑"/>
              </a:rPr>
              <a:t>本系统（规则 </a:t>
            </a:r>
            <a:r>
              <a:rPr sz="1425" b="1">
                <a:solidFill>
                  <a:srgbClr val="3FD08A"/>
                </a:solidFill>
                <a:latin typeface="微软雅黑"/>
                <a:ea typeface="微软雅黑"/>
                <a:cs typeface="微软雅黑"/>
              </a:rPr>
              <a:t>+ </a:t>
            </a:r>
            <a:r>
              <a:rPr sz="1425" b="1">
                <a:solidFill>
                  <a:srgbClr val="3FD08A"/>
                </a:solidFill>
                <a:latin typeface="微软雅黑"/>
                <a:ea typeface="微软雅黑"/>
                <a:cs typeface="微软雅黑"/>
              </a:rPr>
              <a:t>引用事实）</a:t>
            </a:r>
          </a:p>
        </p:txBody>
      </p:sp>
      <p:sp>
        <p:nvSpPr>
          <p:cNvPr id="74" name="">
            <a:extLst xmlns:a="http://schemas.openxmlformats.org/drawingml/2006/main">
              <a:ext uri="{FF2B5EF4-FFF2-40B4-BE49-F238E27FC236}">
                <a16:creationId xmlns:a16="http://schemas.microsoft.com/office/drawing/2014/main" id="{17D33691-56A4-4DCA-BA90-6A6071D7B90B}"/>
              </a:ext>
            </a:extLst>
          </p:cNvPr>
          <p:cNvSpPr>
            <a:spLocks xmlns:a="http://schemas.openxmlformats.org/drawingml/2006/main" noGrp="1"/>
          </p:cNvSpPr>
          <p:nvPr/>
        </p:nvSpPr>
        <p:spPr>
          <a:xfrm xmlns:a="http://schemas.openxmlformats.org/drawingml/2006/main">
            <a:off x="8382000" y="1924050"/>
            <a:ext cx="3409950" cy="2133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优点：判断逻辑进库，规则条数不再爆炸</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缺点：需要先把事实字段定义清楚（这也是我们做的事）</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在本系统中的位置：决策主链路，结论带 </a:t>
            </a:r>
            <a:r>
              <a:rPr sz="938">
                <a:solidFill>
                  <a:srgbClr val="D6E6F7"/>
                </a:solidFill>
                <a:latin typeface="微软雅黑"/>
                <a:ea typeface="微软雅黑"/>
                <a:cs typeface="微软雅黑"/>
              </a:rPr>
              <a:t>rule_code </a:t>
            </a:r>
            <a:r>
              <a:rPr sz="938">
                <a:solidFill>
                  <a:srgbClr val="D6E6F7"/>
                </a:solidFill>
                <a:latin typeface="微软雅黑"/>
                <a:ea typeface="微软雅黑"/>
                <a:cs typeface="微软雅黑"/>
              </a:rPr>
              <a:t>与依据事实</a:t>
            </a:r>
          </a:p>
        </p:txBody>
      </p:sp>
      <p:sp>
        <p:nvSpPr>
          <p:cNvPr id="75" name="">
            <a:extLst xmlns:a="http://schemas.openxmlformats.org/drawingml/2006/main">
              <a:ext uri="{FF2B5EF4-FFF2-40B4-BE49-F238E27FC236}">
                <a16:creationId xmlns:a16="http://schemas.microsoft.com/office/drawing/2014/main" id="{E3A820F9-3BC9-4DEE-B331-A26B79B5EDC8}"/>
              </a:ext>
            </a:extLst>
          </p:cNvPr>
          <p:cNvSpPr>
            <a:spLocks xmlns:a="http://schemas.openxmlformats.org/drawingml/2006/main" noGrp="1"/>
          </p:cNvSpPr>
          <p:nvPr/>
        </p:nvSpPr>
        <p:spPr>
          <a:xfrm xmlns:a="http://schemas.openxmlformats.org/drawingml/2006/main">
            <a:off x="285750" y="4343400"/>
            <a:ext cx="11620500" cy="1009650"/>
          </a:xfrm>
          <a:prstGeom xmlns:a="http://schemas.openxmlformats.org/drawingml/2006/main" prst="roundRect">
            <a:avLst>
              <a:gd name="adj" fmla="val 8491"/>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76" name="">
            <a:extLst xmlns:a="http://schemas.openxmlformats.org/drawingml/2006/main">
              <a:ext uri="{FF2B5EF4-FFF2-40B4-BE49-F238E27FC236}">
                <a16:creationId xmlns:a16="http://schemas.microsoft.com/office/drawing/2014/main" id="{B76B8E27-A8D5-4C57-B253-63FBAC68F63E}"/>
              </a:ext>
            </a:extLst>
          </p:cNvPr>
          <p:cNvSpPr>
            <a:spLocks xmlns:a="http://schemas.openxmlformats.org/drawingml/2006/main" noGrp="1"/>
          </p:cNvSpPr>
          <p:nvPr/>
        </p:nvSpPr>
        <p:spPr>
          <a:xfrm xmlns:a="http://schemas.openxmlformats.org/drawingml/2006/main">
            <a:off x="495300" y="4457700"/>
            <a:ext cx="11239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5C33B"/>
                </a:solidFill>
                <a:latin typeface="微软雅黑"/>
                <a:ea typeface="微软雅黑"/>
                <a:cs typeface="微软雅黑"/>
              </a:defRPr>
            </a:pPr>
            <a:r>
              <a:rPr sz="1088" b="1">
                <a:solidFill>
                  <a:srgbClr val="F5C33B"/>
                </a:solidFill>
                <a:latin typeface="微软雅黑"/>
                <a:ea typeface="微软雅黑"/>
                <a:cs typeface="微软雅黑"/>
              </a:rPr>
              <a:t>大模型与本系统的分工（也是未来升级模型的接入点）</a:t>
            </a:r>
          </a:p>
        </p:txBody>
      </p:sp>
      <p:sp>
        <p:nvSpPr>
          <p:cNvPr id="77" name="">
            <a:extLst xmlns:a="http://schemas.openxmlformats.org/drawingml/2006/main">
              <a:ext uri="{FF2B5EF4-FFF2-40B4-BE49-F238E27FC236}">
                <a16:creationId xmlns:a16="http://schemas.microsoft.com/office/drawing/2014/main" id="{510577BD-24A5-4750-BF52-18E0C30DC7BA}"/>
              </a:ext>
            </a:extLst>
          </p:cNvPr>
          <p:cNvSpPr>
            <a:spLocks xmlns:a="http://schemas.openxmlformats.org/drawingml/2006/main" noGrp="1"/>
          </p:cNvSpPr>
          <p:nvPr/>
        </p:nvSpPr>
        <p:spPr>
          <a:xfrm xmlns:a="http://schemas.openxmlformats.org/drawingml/2006/main">
            <a:off x="495300" y="4743450"/>
            <a:ext cx="112395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大模型做翻译　</a:t>
            </a:r>
            <a:r>
              <a:rPr sz="938">
                <a:solidFill>
                  <a:srgbClr val="D6E6F7"/>
                </a:solidFill>
                <a:latin typeface="微软雅黑"/>
                <a:ea typeface="微软雅黑"/>
                <a:cs typeface="微软雅黑"/>
              </a:rPr>
              <a:t>把报告、</a:t>
            </a:r>
            <a:r>
              <a:rPr sz="938">
                <a:solidFill>
                  <a:srgbClr val="D6E6F7"/>
                </a:solidFill>
                <a:latin typeface="微软雅黑"/>
                <a:ea typeface="微软雅黑"/>
                <a:cs typeface="微软雅黑"/>
              </a:rPr>
              <a:t>SOP </a:t>
            </a:r>
            <a:r>
              <a:rPr sz="938">
                <a:solidFill>
                  <a:srgbClr val="D6E6F7"/>
                </a:solidFill>
                <a:latin typeface="微软雅黑"/>
                <a:ea typeface="微软雅黑"/>
                <a:cs typeface="微软雅黑"/>
              </a:rPr>
              <a:t>等自由文本抽取成结构化事实（如 </a:t>
            </a:r>
            <a:r>
              <a:rPr sz="938">
                <a:solidFill>
                  <a:srgbClr val="D6E6F7"/>
                </a:solidFill>
                <a:latin typeface="微软雅黑"/>
                <a:ea typeface="微软雅黑"/>
                <a:cs typeface="微软雅黑"/>
              </a:rPr>
              <a:t>over_threshold</a:t>
            </a:r>
            <a:r>
              <a:rPr sz="938">
                <a:solidFill>
                  <a:srgbClr val="D6E6F7"/>
                </a:solidFill>
                <a:latin typeface="微软雅黑"/>
                <a:ea typeface="微软雅黑"/>
                <a:cs typeface="微软雅黑"/>
              </a:rPr>
              <a:t>、</a:t>
            </a:r>
            <a:r>
              <a:rPr sz="938">
                <a:solidFill>
                  <a:srgbClr val="D6E6F7"/>
                </a:solidFill>
                <a:latin typeface="微软雅黑"/>
                <a:ea typeface="微软雅黑"/>
                <a:cs typeface="微软雅黑"/>
              </a:rPr>
              <a:t>ratio</a:t>
            </a:r>
            <a:r>
              <a:rPr sz="938">
                <a:solidFill>
                  <a:srgbClr val="D6E6F7"/>
                </a:solidFill>
                <a:latin typeface="微软雅黑"/>
                <a:ea typeface="微软雅黑"/>
                <a:cs typeface="微软雅黑"/>
              </a:rPr>
              <a:t>、现象关键词），以及把算法结论翻译回人话。</a:t>
            </a:r>
          </a:p>
          <a:p xmlns:a="http://schemas.openxmlformats.org/drawingml/2006/main">
            <a:pPr algn="l">
              <a:lnSpc>
                <a:spcPct val="155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算法做决策　</a:t>
            </a:r>
            <a:r>
              <a:rPr sz="938">
                <a:solidFill>
                  <a:srgbClr val="D6E6F7"/>
                </a:solidFill>
                <a:latin typeface="微软雅黑"/>
                <a:ea typeface="微软雅黑"/>
                <a:cs typeface="微软雅黑"/>
              </a:rPr>
              <a:t>涉及人（晋升、转岗、培训）和钱（招聘、外委）的判断全部由规则引擎生成，保证有数学定义、有唯一解、可复算、可申诉。</a:t>
            </a:r>
          </a:p>
        </p:txBody>
      </p:sp>
      <p:sp>
        <p:nvSpPr>
          <p:cNvPr id="78" name="">
            <a:extLst xmlns:a="http://schemas.openxmlformats.org/drawingml/2006/main">
              <a:ext uri="{FF2B5EF4-FFF2-40B4-BE49-F238E27FC236}">
                <a16:creationId xmlns:a16="http://schemas.microsoft.com/office/drawing/2014/main" id="{C36CF914-DBBC-4CB7-A2D2-0A0BC2FA0D88}"/>
              </a:ext>
            </a:extLst>
          </p:cNvPr>
          <p:cNvSpPr>
            <a:spLocks xmlns:a="http://schemas.openxmlformats.org/drawingml/2006/main" noGrp="1"/>
          </p:cNvSpPr>
          <p:nvPr/>
        </p:nvSpPr>
        <p:spPr>
          <a:xfrm xmlns:a="http://schemas.openxmlformats.org/drawingml/2006/main">
            <a:off x="285750" y="5505450"/>
            <a:ext cx="3771900" cy="914400"/>
          </a:xfrm>
          <a:prstGeom xmlns:a="http://schemas.openxmlformats.org/drawingml/2006/main" prst="roundRect">
            <a:avLst>
              <a:gd name="adj" fmla="val 937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9" name="">
            <a:extLst xmlns:a="http://schemas.openxmlformats.org/drawingml/2006/main">
              <a:ext uri="{FF2B5EF4-FFF2-40B4-BE49-F238E27FC236}">
                <a16:creationId xmlns:a16="http://schemas.microsoft.com/office/drawing/2014/main" id="{01C069E8-5EFD-44E9-95BB-8FC2D43AA59F}"/>
              </a:ext>
            </a:extLst>
          </p:cNvPr>
          <p:cNvSpPr>
            <a:spLocks xmlns:a="http://schemas.openxmlformats.org/drawingml/2006/main" noGrp="1"/>
          </p:cNvSpPr>
          <p:nvPr/>
        </p:nvSpPr>
        <p:spPr>
          <a:xfrm xmlns:a="http://schemas.openxmlformats.org/drawingml/2006/main">
            <a:off x="457200" y="5600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无匹配规则时</a:t>
            </a:r>
          </a:p>
        </p:txBody>
      </p:sp>
      <p:sp>
        <p:nvSpPr>
          <p:cNvPr id="80" name="">
            <a:extLst xmlns:a="http://schemas.openxmlformats.org/drawingml/2006/main">
              <a:ext uri="{FF2B5EF4-FFF2-40B4-BE49-F238E27FC236}">
                <a16:creationId xmlns:a16="http://schemas.microsoft.com/office/drawing/2014/main" id="{6A561DE2-7F60-45BF-A2C6-2F647239653D}"/>
              </a:ext>
            </a:extLst>
          </p:cNvPr>
          <p:cNvSpPr>
            <a:spLocks xmlns:a="http://schemas.openxmlformats.org/drawingml/2006/main" noGrp="1"/>
          </p:cNvSpPr>
          <p:nvPr/>
        </p:nvSpPr>
        <p:spPr>
          <a:xfrm xmlns:a="http://schemas.openxmlformats.org/drawingml/2006/main">
            <a:off x="457200" y="5848350"/>
            <a:ext cx="3448050" cy="5143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返回 </a:t>
            </a:r>
            <a:r>
              <a:rPr sz="863" b="0">
                <a:solidFill>
                  <a:srgbClr val="D6E6F7"/>
                </a:solidFill>
                <a:latin typeface="微软雅黑"/>
                <a:ea typeface="微软雅黑"/>
                <a:cs typeface="微软雅黑"/>
              </a:rPr>
              <a:t>matched=false </a:t>
            </a:r>
            <a:r>
              <a:rPr sz="863" b="0">
                <a:solidFill>
                  <a:srgbClr val="D6E6F7"/>
                </a:solidFill>
                <a:latin typeface="微软雅黑"/>
                <a:ea typeface="微软雅黑"/>
                <a:cs typeface="微软雅黑"/>
              </a:rPr>
              <a:t>的兜底输出，并给出「未命中任何规则」的原因，接口不报错</a:t>
            </a:r>
          </a:p>
        </p:txBody>
      </p:sp>
      <p:sp>
        <p:nvSpPr>
          <p:cNvPr id="81" name="">
            <a:extLst xmlns:a="http://schemas.openxmlformats.org/drawingml/2006/main">
              <a:ext uri="{FF2B5EF4-FFF2-40B4-BE49-F238E27FC236}">
                <a16:creationId xmlns:a16="http://schemas.microsoft.com/office/drawing/2014/main" id="{89598FF3-B1A3-4B18-B4A0-2049DDA6BA57}"/>
              </a:ext>
            </a:extLst>
          </p:cNvPr>
          <p:cNvSpPr>
            <a:spLocks xmlns:a="http://schemas.openxmlformats.org/drawingml/2006/main" noGrp="1"/>
          </p:cNvSpPr>
          <p:nvPr/>
        </p:nvSpPr>
        <p:spPr>
          <a:xfrm xmlns:a="http://schemas.openxmlformats.org/drawingml/2006/main">
            <a:off x="4229100" y="5505450"/>
            <a:ext cx="3771900" cy="914400"/>
          </a:xfrm>
          <a:prstGeom xmlns:a="http://schemas.openxmlformats.org/drawingml/2006/main" prst="roundRect">
            <a:avLst>
              <a:gd name="adj" fmla="val 937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2" name="">
            <a:extLst xmlns:a="http://schemas.openxmlformats.org/drawingml/2006/main">
              <a:ext uri="{FF2B5EF4-FFF2-40B4-BE49-F238E27FC236}">
                <a16:creationId xmlns:a16="http://schemas.microsoft.com/office/drawing/2014/main" id="{19A8945D-875B-4377-84C1-4CC3EE62B347}"/>
              </a:ext>
            </a:extLst>
          </p:cNvPr>
          <p:cNvSpPr>
            <a:spLocks xmlns:a="http://schemas.openxmlformats.org/drawingml/2006/main" noGrp="1"/>
          </p:cNvSpPr>
          <p:nvPr/>
        </p:nvSpPr>
        <p:spPr>
          <a:xfrm xmlns:a="http://schemas.openxmlformats.org/drawingml/2006/main">
            <a:off x="4400550" y="5600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字段缺失或类型不对时</a:t>
            </a:r>
          </a:p>
        </p:txBody>
      </p:sp>
      <p:sp>
        <p:nvSpPr>
          <p:cNvPr id="83" name="">
            <a:extLst xmlns:a="http://schemas.openxmlformats.org/drawingml/2006/main">
              <a:ext uri="{FF2B5EF4-FFF2-40B4-BE49-F238E27FC236}">
                <a16:creationId xmlns:a16="http://schemas.microsoft.com/office/drawing/2014/main" id="{B284CAB3-6C85-4A7D-9F32-2C5879A1BCED}"/>
              </a:ext>
            </a:extLst>
          </p:cNvPr>
          <p:cNvSpPr>
            <a:spLocks xmlns:a="http://schemas.openxmlformats.org/drawingml/2006/main" noGrp="1"/>
          </p:cNvSpPr>
          <p:nvPr/>
        </p:nvSpPr>
        <p:spPr>
          <a:xfrm xmlns:a="http://schemas.openxmlformats.org/drawingml/2006/main">
            <a:off x="4400550" y="5848350"/>
            <a:ext cx="3448050" cy="5143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该条规则计入 </a:t>
            </a:r>
            <a:r>
              <a:rPr sz="863" b="0">
                <a:solidFill>
                  <a:srgbClr val="D6E6F7"/>
                </a:solidFill>
                <a:latin typeface="微软雅黑"/>
                <a:ea typeface="微软雅黑"/>
                <a:cs typeface="微软雅黑"/>
              </a:rPr>
              <a:t>skipped </a:t>
            </a:r>
            <a:r>
              <a:rPr sz="863" b="0">
                <a:solidFill>
                  <a:srgbClr val="D6E6F7"/>
                </a:solidFill>
                <a:latin typeface="微软雅黑"/>
                <a:ea typeface="微软雅黑"/>
                <a:cs typeface="微软雅黑"/>
              </a:rPr>
              <a:t>并记录原因，其余规则继续执行，不影响整体结论</a:t>
            </a:r>
          </a:p>
        </p:txBody>
      </p:sp>
      <p:sp>
        <p:nvSpPr>
          <p:cNvPr id="84" name="">
            <a:extLst xmlns:a="http://schemas.openxmlformats.org/drawingml/2006/main">
              <a:ext uri="{FF2B5EF4-FFF2-40B4-BE49-F238E27FC236}">
                <a16:creationId xmlns:a16="http://schemas.microsoft.com/office/drawing/2014/main" id="{BBCC82EB-183D-4626-9E18-3759D63768F3}"/>
              </a:ext>
            </a:extLst>
          </p:cNvPr>
          <p:cNvSpPr>
            <a:spLocks xmlns:a="http://schemas.openxmlformats.org/drawingml/2006/main" noGrp="1"/>
          </p:cNvSpPr>
          <p:nvPr/>
        </p:nvSpPr>
        <p:spPr>
          <a:xfrm xmlns:a="http://schemas.openxmlformats.org/drawingml/2006/main">
            <a:off x="8172450" y="5505450"/>
            <a:ext cx="3771900" cy="914400"/>
          </a:xfrm>
          <a:prstGeom xmlns:a="http://schemas.openxmlformats.org/drawingml/2006/main" prst="roundRect">
            <a:avLst>
              <a:gd name="adj" fmla="val 937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5" name="">
            <a:extLst xmlns:a="http://schemas.openxmlformats.org/drawingml/2006/main">
              <a:ext uri="{FF2B5EF4-FFF2-40B4-BE49-F238E27FC236}">
                <a16:creationId xmlns:a16="http://schemas.microsoft.com/office/drawing/2014/main" id="{E0A23136-54E8-46C6-B092-51D2A8211488}"/>
              </a:ext>
            </a:extLst>
          </p:cNvPr>
          <p:cNvSpPr>
            <a:spLocks xmlns:a="http://schemas.openxmlformats.org/drawingml/2006/main" noGrp="1"/>
          </p:cNvSpPr>
          <p:nvPr/>
        </p:nvSpPr>
        <p:spPr>
          <a:xfrm xmlns:a="http://schemas.openxmlformats.org/drawingml/2006/main">
            <a:off x="8343900" y="5600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规则被管理员停用后</a:t>
            </a:r>
          </a:p>
        </p:txBody>
      </p:sp>
      <p:sp>
        <p:nvSpPr>
          <p:cNvPr id="86" name="">
            <a:extLst xmlns:a="http://schemas.openxmlformats.org/drawingml/2006/main">
              <a:ext uri="{FF2B5EF4-FFF2-40B4-BE49-F238E27FC236}">
                <a16:creationId xmlns:a16="http://schemas.microsoft.com/office/drawing/2014/main" id="{2553EE71-1009-4D05-8DC9-569542EEAD2B}"/>
              </a:ext>
            </a:extLst>
          </p:cNvPr>
          <p:cNvSpPr>
            <a:spLocks xmlns:a="http://schemas.openxmlformats.org/drawingml/2006/main" noGrp="1"/>
          </p:cNvSpPr>
          <p:nvPr/>
        </p:nvSpPr>
        <p:spPr>
          <a:xfrm xmlns:a="http://schemas.openxmlformats.org/drawingml/2006/main">
            <a:off x="8343900" y="5848350"/>
            <a:ext cx="3448050" cy="5143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重复执行 </a:t>
            </a:r>
            <a:r>
              <a:rPr sz="863" b="0">
                <a:solidFill>
                  <a:srgbClr val="D6E6F7"/>
                </a:solidFill>
                <a:latin typeface="微软雅黑"/>
                <a:ea typeface="微软雅黑"/>
                <a:cs typeface="微软雅黑"/>
              </a:rPr>
              <a:t>008 / 009 </a:t>
            </a:r>
            <a:r>
              <a:rPr sz="863" b="0">
                <a:solidFill>
                  <a:srgbClr val="D6E6F7"/>
                </a:solidFill>
                <a:latin typeface="微软雅黑"/>
                <a:ea typeface="微软雅黑"/>
                <a:cs typeface="微软雅黑"/>
              </a:rPr>
              <a:t>脚本不会把手工停用的规则重新启用（幂等自验）</a:t>
            </a:r>
          </a:p>
        </p:txBody>
      </p:sp>
      <p:sp>
        <p:nvSpPr>
          <p:cNvPr id="87" name="">
            <a:extLst xmlns:a="http://schemas.openxmlformats.org/drawingml/2006/main">
              <a:ext uri="{FF2B5EF4-FFF2-40B4-BE49-F238E27FC236}">
                <a16:creationId xmlns:a16="http://schemas.microsoft.com/office/drawing/2014/main" id="{B92EE0C9-8406-4DEB-B053-DA0A09B8B30C}"/>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4FC494E9-464D-4D0E-9E30-17457FFD4594}"/>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824D8B46-DA6C-4136-974A-97E0478CDC54}"/>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48E8F858-A181-4AF1-AEEF-FDEC1D154443}"/>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939C04E3-122D-4E54-9E43-8263FE068BC5}"/>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AB6FB853-B263-4F9A-BDA8-5BB458555FB7}"/>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93" name="">
            <a:extLst xmlns:a="http://schemas.openxmlformats.org/drawingml/2006/main">
              <a:ext uri="{FF2B5EF4-FFF2-40B4-BE49-F238E27FC236}">
                <a16:creationId xmlns:a16="http://schemas.microsoft.com/office/drawing/2014/main" id="{854DC616-A81D-49A0-9E87-B5F83A72B12A}"/>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70539CFF-EC13-46A0-857D-19D79651E16E}"/>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18</a:t>
            </a:r>
          </a:p>
        </p:txBody>
      </p:sp>
    </p:spTree>
    <p:extLst>
      <p:ext uri="{BB962C8B-B14F-4D97-AF65-F5344CB8AC3E}">
        <p14:creationId xmlns:p14="http://schemas.microsoft.com/office/powerpoint/2010/main" val="1692212286"/>
      </p:ext>
    </p:extLst>
  </p:cSld>
</p:sld>
</file>

<file path=ppt/slides/slide19.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6409a0d846e6419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B30D44-56BD-4BC1-A613-136C5C46F7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5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2990647C-5D20-453F-B6D3-3C1F9A46C75B}"/>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2AD3B6">
                  <a:alpha val="20000"/>
                </a:srgbClr>
              </a:gs>
              <a:gs pos="45000">
                <a:srgbClr val="2AD3B6">
                  <a:alpha val="8000"/>
                </a:srgbClr>
              </a:gs>
              <a:gs pos="100000">
                <a:srgbClr val="2AD3B6">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CB9F78EF-17FB-480D-8E38-C71B5BC0E2B1}"/>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2E86E8">
                  <a:alpha val="14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D20C79DC-0DDC-457F-AD14-C957AABCB305}"/>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5C33B"/>
              </a:gs>
              <a:gs pos="52000">
                <a:srgbClr val="2AD3B6"/>
              </a:gs>
              <a:gs pos="100000">
                <a:srgbClr val="2AD3B6">
                  <a:alpha val="0"/>
                </a:srgbClr>
              </a:gs>
            </a:gsLst>
            <a:lin ang="5400000"/>
          </a:gra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5655C50F-D7F7-4F10-9079-872BA1DD8FC7}"/>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1F673A82-C096-4F5B-B1EB-CB388A6BE0EA}"/>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8" name="">
            <a:extLst xmlns:a="http://schemas.openxmlformats.org/drawingml/2006/main">
              <a:ext uri="{FF2B5EF4-FFF2-40B4-BE49-F238E27FC236}">
                <a16:creationId xmlns:a16="http://schemas.microsoft.com/office/drawing/2014/main" id="{3FDA2086-226D-4A9E-A288-D409DD872D3E}"/>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9" name="">
            <a:extLst xmlns:a="http://schemas.openxmlformats.org/drawingml/2006/main">
              <a:ext uri="{FF2B5EF4-FFF2-40B4-BE49-F238E27FC236}">
                <a16:creationId xmlns:a16="http://schemas.microsoft.com/office/drawing/2014/main" id="{EA5B7A9A-0A4F-4AE3-AEBB-A8F90AA9CB75}"/>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413A71A2-0BDD-41AF-81FA-2CBE6EB8374A}"/>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9807EC31-25C4-4198-8F92-EE9C9BA90FEB}"/>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3B9B52D5-9B0A-4617-8FFC-567282D2589F}"/>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30BF1BCD-F2EE-4B9C-AD68-0E76D4A1BF55}"/>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D920E2AC-6303-44F6-824B-093C09622C15}"/>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EA4AB2C0-580C-40FE-B20F-10C7F8A72FE3}"/>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B91D5773-8658-43FB-9A12-E20FE973651A}"/>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3B0E093D-2110-48E0-AD39-167F624207A6}"/>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5DE5D146-5FB2-4AB2-A03C-893D35C21F25}"/>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F7BFDAE9-3477-4FAD-BA2A-767092765C85}"/>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1B8DF021-4B83-4A4F-ADFD-693A0ABE6AD5}"/>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8536908A-369C-4DC8-A1F1-B1B7AF4EF752}"/>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5B21F3E1-8887-42B4-89E4-D54FFA01995D}"/>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62A1F755-C40F-45E5-9FCD-D034DADF9FA6}"/>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B2D351F9-F986-46DC-80FA-AA126193AC70}"/>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33951"/>
              </a:gs>
              <a:gs pos="62000">
                <a:srgbClr val="08203C"/>
              </a:gs>
              <a:gs pos="100000">
                <a:srgbClr val="06192F"/>
              </a:gs>
            </a:gsLst>
            <a:lin ang="8100000"/>
          </a:gradFill>
          <a:ln xmlns:a="http://schemas.openxmlformats.org/drawingml/2006/main" w="11430">
            <a:solidFill>
              <a:srgbClr val="2AD3B6">
                <a:alpha val="45000"/>
              </a:srgbClr>
            </a:solidFill>
            <a:prstDash val="solid"/>
          </a:ln>
        </p:spPr>
      </p:sp>
      <p:sp>
        <p:nvSpPr>
          <p:cNvPr id="25" name="">
            <a:extLst xmlns:a="http://schemas.openxmlformats.org/drawingml/2006/main">
              <a:ext uri="{FF2B5EF4-FFF2-40B4-BE49-F238E27FC236}">
                <a16:creationId xmlns:a16="http://schemas.microsoft.com/office/drawing/2014/main" id="{03BDDDB8-243F-4B7B-8E03-44B7F6B9EC59}"/>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33F63"/>
              </a:gs>
              <a:gs pos="100000">
                <a:srgbClr val="071E3A"/>
              </a:gs>
            </a:gsLst>
            <a:lin ang="8100000"/>
          </a:gradFill>
          <a:ln xmlns:a="http://schemas.openxmlformats.org/drawingml/2006/main" w="9525">
            <a:solidFill>
              <a:srgbClr val="2AD3B6">
                <a:alpha val="28000"/>
              </a:srgbClr>
            </a:solidFill>
            <a:prstDash val="solid"/>
          </a:ln>
        </p:spPr>
      </p:sp>
      <p:sp>
        <p:nvSpPr>
          <p:cNvPr id="26" name="">
            <a:extLst xmlns:a="http://schemas.openxmlformats.org/drawingml/2006/main">
              <a:ext uri="{FF2B5EF4-FFF2-40B4-BE49-F238E27FC236}">
                <a16:creationId xmlns:a16="http://schemas.microsoft.com/office/drawing/2014/main" id="{AE6ECEF7-0BF9-4398-B5ED-29E63373187C}"/>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2A6BAE">
                <a:alpha val="55000"/>
              </a:srgbClr>
            </a:fgClr>
            <a:bgClr>
              <a:srgbClr val="08203C"/>
            </a:bgClr>
          </a:patt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305F5163-309D-41BC-9B3F-A290F186072A}"/>
              </a:ext>
            </a:extLst>
          </p:cNvPr>
          <p:cNvSpPr>
            <a:spLocks xmlns:a="http://schemas.openxmlformats.org/drawingml/2006/main" noGrp="1"/>
          </p:cNvSpPr>
          <p:nvPr/>
        </p:nvSpPr>
        <p:spPr>
          <a:xfrm xmlns:a="http://schemas.openxmlformats.org/drawingml/2006/main">
            <a:off x="7391400" y="1809750"/>
            <a:ext cx="723900" cy="651510"/>
          </a:xfrm>
          <a:prstGeom xmlns:a="http://schemas.openxmlformats.org/drawingml/2006/main" prst="hexagon">
            <a:avLst/>
          </a:prstGeom>
          <a:noFill xmlns:a="http://schemas.openxmlformats.org/drawingml/2006/main"/>
          <a:ln xmlns:a="http://schemas.openxmlformats.org/drawingml/2006/main">
            <a:solidFill>
              <a:srgbClr val="2AD3B6">
                <a:alpha val="30000"/>
              </a:srgbClr>
            </a:solidFill>
            <a:prstDash val="solid"/>
          </a:ln>
        </p:spPr>
      </p:sp>
      <p:sp>
        <p:nvSpPr>
          <p:cNvPr id="28" name="">
            <a:extLst xmlns:a="http://schemas.openxmlformats.org/drawingml/2006/main">
              <a:ext uri="{FF2B5EF4-FFF2-40B4-BE49-F238E27FC236}">
                <a16:creationId xmlns:a16="http://schemas.microsoft.com/office/drawing/2014/main" id="{216E3184-3E5C-444F-95F8-F4489A9AC6B7}"/>
              </a:ext>
            </a:extLst>
          </p:cNvPr>
          <p:cNvSpPr>
            <a:spLocks xmlns:a="http://schemas.openxmlformats.org/drawingml/2006/main" noGrp="1"/>
          </p:cNvSpPr>
          <p:nvPr/>
        </p:nvSpPr>
        <p:spPr>
          <a:xfrm xmlns:a="http://schemas.openxmlformats.org/drawingml/2006/main">
            <a:off x="8147304" y="2012442"/>
            <a:ext cx="723900" cy="651510"/>
          </a:xfrm>
          <a:prstGeom xmlns:a="http://schemas.openxmlformats.org/drawingml/2006/main" prst="hexagon">
            <a:avLst/>
          </a:prstGeom>
          <a:noFill xmlns:a="http://schemas.openxmlformats.org/drawingml/2006/main"/>
          <a:ln xmlns:a="http://schemas.openxmlformats.org/drawingml/2006/main">
            <a:solidFill>
              <a:srgbClr val="2AD3B6">
                <a:alpha val="30000"/>
              </a:srgbClr>
            </a:solidFill>
            <a:prstDash val="solid"/>
          </a:ln>
        </p:spPr>
      </p:sp>
      <p:sp>
        <p:nvSpPr>
          <p:cNvPr id="29" name="">
            <a:extLst xmlns:a="http://schemas.openxmlformats.org/drawingml/2006/main">
              <a:ext uri="{FF2B5EF4-FFF2-40B4-BE49-F238E27FC236}">
                <a16:creationId xmlns:a16="http://schemas.microsoft.com/office/drawing/2014/main" id="{06A9D03D-48A7-4E78-948C-5BEA55763DA7}"/>
              </a:ext>
            </a:extLst>
          </p:cNvPr>
          <p:cNvSpPr>
            <a:spLocks xmlns:a="http://schemas.openxmlformats.org/drawingml/2006/main" noGrp="1"/>
          </p:cNvSpPr>
          <p:nvPr/>
        </p:nvSpPr>
        <p:spPr>
          <a:xfrm xmlns:a="http://schemas.openxmlformats.org/drawingml/2006/main">
            <a:off x="8903208" y="1809750"/>
            <a:ext cx="723900" cy="651510"/>
          </a:xfrm>
          <a:prstGeom xmlns:a="http://schemas.openxmlformats.org/drawingml/2006/main" prst="hexagon">
            <a:avLst/>
          </a:prstGeom>
          <a:noFill xmlns:a="http://schemas.openxmlformats.org/drawingml/2006/main"/>
          <a:ln xmlns:a="http://schemas.openxmlformats.org/drawingml/2006/main">
            <a:solidFill>
              <a:srgbClr val="2AD3B6">
                <a:alpha val="30000"/>
              </a:srgbClr>
            </a:solidFill>
            <a:prstDash val="solid"/>
          </a:ln>
        </p:spPr>
      </p:sp>
      <p:sp>
        <p:nvSpPr>
          <p:cNvPr id="30" name="">
            <a:extLst xmlns:a="http://schemas.openxmlformats.org/drawingml/2006/main">
              <a:ext uri="{FF2B5EF4-FFF2-40B4-BE49-F238E27FC236}">
                <a16:creationId xmlns:a16="http://schemas.microsoft.com/office/drawing/2014/main" id="{6530A204-C509-41EB-B3C5-526C9B6B06A4}"/>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2AD3B6">
                      <a:alpha val="75000"/>
                    </a:srgbClr>
                  </a:solidFill>
                  <a:prstDash val="solid"/>
                </a:ln>
                <a:solidFill>
                  <a:srgbClr val="0B2C56"/>
                </a:solidFill>
                <a:latin typeface="Bahnschrift SemiBold"/>
                <a:ea typeface="Bahnschrift SemiBold"/>
                <a:cs typeface="Bahnschrift SemiBold"/>
              </a:defRPr>
            </a:pPr>
            <a:r>
              <a:rPr sz="9900" b="1">
                <a:ln w="14288">
                  <a:solidFill>
                    <a:srgbClr val="2AD3B6">
                      <a:alpha val="75000"/>
                    </a:srgbClr>
                  </a:solidFill>
                  <a:prstDash val="solid"/>
                </a:ln>
                <a:solidFill>
                  <a:srgbClr val="0B2C56"/>
                </a:solidFill>
                <a:latin typeface="Bahnschrift SemiBold"/>
                <a:ea typeface="Bahnschrift SemiBold"/>
                <a:cs typeface="Bahnschrift SemiBold"/>
              </a:rPr>
              <a:t>04</a:t>
            </a:r>
          </a:p>
        </p:txBody>
      </p:sp>
      <p:sp>
        <p:nvSpPr>
          <p:cNvPr id="31" name="">
            <a:extLst xmlns:a="http://schemas.openxmlformats.org/drawingml/2006/main">
              <a:ext uri="{FF2B5EF4-FFF2-40B4-BE49-F238E27FC236}">
                <a16:creationId xmlns:a16="http://schemas.microsoft.com/office/drawing/2014/main" id="{C592E5DE-E6CD-4636-B198-FB446502C8D8}"/>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E4C74F28-4758-4FBE-8586-4857B36CE417}"/>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2AD3B6">
                <a:alpha val="24000"/>
              </a:srgbClr>
            </a:fgClr>
            <a:bgClr>
              <a:srgbClr val="08203C"/>
            </a:bgClr>
          </a:patt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0C3D0C43-BCF1-4A52-96F1-B9626A73B950}"/>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968F7096-58FC-4E9F-8C23-5094BD17AD86}"/>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111EDD67-1F4D-4392-856D-A456A43493CF}"/>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6F704145-FD0D-4FCE-80D9-78F4C2827B17}"/>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89F7535C-2313-40C2-A438-4610E0CD1160}"/>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CFB73C1B-9EB0-4AC0-9119-0BCF01246A9D}"/>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323F94A2-A47B-488B-9E4A-C53673C3B38B}"/>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592156B8-E09F-4E02-A298-126D4AD7844B}"/>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0C25881D-DD4F-4DDA-B176-4192363596C4}"/>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1BD07413-CFC7-42B8-A5AA-8BF87E8944B2}"/>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1E174A4B-129F-4D69-BBE7-9334B12146AF}"/>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324F3715-F149-407E-AA32-72F5BEDE7759}"/>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DB9012EF-C295-4C15-BDC2-FD9C04B8EE4D}"/>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1F827C05-F6DF-4406-9F06-A729148B08BD}"/>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DE014EE8-9306-4A3E-B2F8-875BF1A0A9BE}"/>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156BA4B6-E545-4845-94E1-8156684D139C}"/>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B0A0B5A7-C83E-4096-A83A-777A7236CE82}"/>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EF20903F-F7F7-493A-A9D8-4A299DB68BB9}"/>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D0407461-7FBE-46D6-BC55-9D792859FD2B}"/>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3C24AA31-5A87-4772-8371-536D3D5B6B38}"/>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A39C51BD-0459-40B0-BEF8-B973C75995AE}"/>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00B2553F-9551-44B3-9970-E9BCEFEA1234}"/>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0CB2A6AD-A49A-4180-B626-170E2D0B4643}"/>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D236698E-444B-46B6-A35B-2D37961582A3}"/>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01A32679-66AA-4127-8F9D-1B4E45D13A36}"/>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5E1D6BF5-6261-4197-80C2-F463880265AE}"/>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793D4686-1241-4BEF-A006-88D2960AB39E}"/>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DA6880ED-8706-4823-B2B4-ED0A7A6DEED1}"/>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9850FE19-8910-4BFB-A8D9-C9602E86CE21}"/>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2AD3B6">
              <a:alpha val="28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66A6E9C3-B520-484C-B164-327008FE0FBE}"/>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2AD3B6">
              <a:alpha val="14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354BD1AB-B86F-4475-AEA5-268875EA7B71}"/>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123A63"/>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64065113-8BD5-44AB-A797-65BF9E7B96A0}"/>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24D39831-92DE-4F10-87AF-54F484EFAE65}"/>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背景</a:t>
            </a:r>
          </a:p>
        </p:txBody>
      </p:sp>
      <p:sp>
        <p:nvSpPr>
          <p:cNvPr id="66" name="">
            <a:extLst xmlns:a="http://schemas.openxmlformats.org/drawingml/2006/main">
              <a:ext uri="{FF2B5EF4-FFF2-40B4-BE49-F238E27FC236}">
                <a16:creationId xmlns:a16="http://schemas.microsoft.com/office/drawing/2014/main" id="{F9AE809C-83BE-4D91-9990-E43B5313F654}"/>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22839BAB-0BB1-4CFC-9AC3-07657A97D5B7}"/>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方案</a:t>
            </a:r>
          </a:p>
        </p:txBody>
      </p:sp>
      <p:sp>
        <p:nvSpPr>
          <p:cNvPr id="68" name="">
            <a:extLst xmlns:a="http://schemas.openxmlformats.org/drawingml/2006/main">
              <a:ext uri="{FF2B5EF4-FFF2-40B4-BE49-F238E27FC236}">
                <a16:creationId xmlns:a16="http://schemas.microsoft.com/office/drawing/2014/main" id="{E0D80FB0-9604-4E5A-987D-111EC1BEB2F6}"/>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E7B152C5-ED4E-43C6-B0CD-E6C9FC67298E}"/>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算法</a:t>
            </a:r>
          </a:p>
        </p:txBody>
      </p:sp>
      <p:sp>
        <p:nvSpPr>
          <p:cNvPr id="70" name="">
            <a:extLst xmlns:a="http://schemas.openxmlformats.org/drawingml/2006/main">
              <a:ext uri="{FF2B5EF4-FFF2-40B4-BE49-F238E27FC236}">
                <a16:creationId xmlns:a16="http://schemas.microsoft.com/office/drawing/2014/main" id="{4C22BC3D-D819-48D0-8E06-2D03A16312EA}"/>
              </a:ext>
            </a:extLst>
          </p:cNvPr>
          <p:cNvSpPr>
            <a:spLocks xmlns:a="http://schemas.openxmlformats.org/drawingml/2006/main" noGrp="1"/>
          </p:cNvSpPr>
          <p:nvPr/>
        </p:nvSpPr>
        <p:spPr>
          <a:xfrm xmlns:a="http://schemas.openxmlformats.org/drawingml/2006/main">
            <a:off x="9324975" y="4895850"/>
            <a:ext cx="571500" cy="571500"/>
          </a:xfrm>
          <a:prstGeom xmlns:a="http://schemas.openxmlformats.org/drawingml/2006/main" prst="ellipse">
            <a:avLst/>
          </a:prstGeom>
          <a:gradFill xmlns:a="http://schemas.openxmlformats.org/drawingml/2006/main">
            <a:gsLst>
              <a:gs pos="0">
                <a:srgbClr val="2AD3B6">
                  <a:alpha val="30000"/>
                </a:srgbClr>
              </a:gs>
              <a:gs pos="45000">
                <a:srgbClr val="2AD3B6">
                  <a:alpha val="12000"/>
                </a:srgbClr>
              </a:gs>
              <a:gs pos="100000">
                <a:srgbClr val="2AD3B6">
                  <a:alpha val="0"/>
                </a:srgbClr>
              </a:gs>
            </a:gsLst>
            <a:path path="shape"/>
          </a:gra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2957AFFA-216C-4692-AACA-76D4150E87A0}"/>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2AD3B6"/>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F49574DD-1E90-4ACD-B6A8-663AEED503C5}"/>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系统</a:t>
            </a:r>
          </a:p>
        </p:txBody>
      </p:sp>
      <p:sp>
        <p:nvSpPr>
          <p:cNvPr id="73" name="">
            <a:extLst xmlns:a="http://schemas.openxmlformats.org/drawingml/2006/main">
              <a:ext uri="{FF2B5EF4-FFF2-40B4-BE49-F238E27FC236}">
                <a16:creationId xmlns:a16="http://schemas.microsoft.com/office/drawing/2014/main" id="{EBCDFCEF-9F51-45C4-A63A-8D77D3BC82C4}"/>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A865B446-165E-4158-9D2F-F7AB94401E5B}"/>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验证</a:t>
            </a:r>
          </a:p>
        </p:txBody>
      </p:sp>
      <p:sp>
        <p:nvSpPr>
          <p:cNvPr id="75" name="">
            <a:extLst xmlns:a="http://schemas.openxmlformats.org/drawingml/2006/main">
              <a:ext uri="{FF2B5EF4-FFF2-40B4-BE49-F238E27FC236}">
                <a16:creationId xmlns:a16="http://schemas.microsoft.com/office/drawing/2014/main" id="{924348A3-4DB5-41C4-8B0C-3A11C3FFB1E5}"/>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BCE4A62C-17FE-471C-AAB5-4151BDCDF597}"/>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价值</a:t>
            </a:r>
          </a:p>
        </p:txBody>
      </p:sp>
      <p:sp>
        <p:nvSpPr>
          <p:cNvPr id="77" name="">
            <a:extLst xmlns:a="http://schemas.openxmlformats.org/drawingml/2006/main">
              <a:ext uri="{FF2B5EF4-FFF2-40B4-BE49-F238E27FC236}">
                <a16:creationId xmlns:a16="http://schemas.microsoft.com/office/drawing/2014/main" id="{258E9670-36E6-441A-A779-3A40B6F25DF3}"/>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CE439168-39FD-4548-8620-005BF1A5F4E5}"/>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9FC2E8"/>
                </a:solidFill>
                <a:latin typeface="微软雅黑"/>
                <a:ea typeface="微软雅黑"/>
                <a:cs typeface="微软雅黑"/>
              </a:defRPr>
            </a:pPr>
            <a:r>
              <a:rPr sz="938" b="0" spc="1">
                <a:solidFill>
                  <a:srgbClr val="9FC2E8"/>
                </a:solidFill>
                <a:latin typeface="微软雅黑"/>
                <a:ea typeface="微软雅黑"/>
                <a:cs typeface="微软雅黑"/>
              </a:rPr>
              <a:t>答辩结构 </a:t>
            </a:r>
            <a:r>
              <a:rPr sz="938" b="0" spc="1">
                <a:solidFill>
                  <a:srgbClr val="9FC2E8"/>
                </a:solidFill>
                <a:latin typeface="微软雅黑"/>
                <a:ea typeface="微软雅黑"/>
                <a:cs typeface="微软雅黑"/>
              </a:rPr>
              <a:t>· </a:t>
            </a:r>
            <a:r>
              <a:rPr sz="938" b="0" spc="1">
                <a:solidFill>
                  <a:srgbClr val="9FC2E8"/>
                </a:solidFill>
                <a:latin typeface="微软雅黑"/>
                <a:ea typeface="微软雅黑"/>
                <a:cs typeface="微软雅黑"/>
              </a:rPr>
              <a:t>六章推进</a:t>
            </a:r>
          </a:p>
        </p:txBody>
      </p:sp>
      <p:sp>
        <p:nvSpPr>
          <p:cNvPr id="79" name="">
            <a:extLst xmlns:a="http://schemas.openxmlformats.org/drawingml/2006/main">
              <a:ext uri="{FF2B5EF4-FFF2-40B4-BE49-F238E27FC236}">
                <a16:creationId xmlns:a16="http://schemas.microsoft.com/office/drawing/2014/main" id="{8E669B26-AD54-4710-9A58-781335B5E004}"/>
              </a:ext>
            </a:extLst>
          </p:cNvPr>
          <p:cNvSpPr>
            <a:spLocks xmlns:a="http://schemas.openxmlformats.org/drawingml/2006/main" noGrp="1"/>
          </p:cNvSpPr>
          <p:nvPr/>
        </p:nvSpPr>
        <p:spPr>
          <a:xfrm xmlns:a="http://schemas.openxmlformats.org/drawingml/2006/main">
            <a:off x="7067550" y="1257300"/>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361AE130-743F-40EA-8610-759B0B9B5644}"/>
              </a:ext>
            </a:extLst>
          </p:cNvPr>
          <p:cNvSpPr>
            <a:spLocks xmlns:a="http://schemas.openxmlformats.org/drawingml/2006/main" noGrp="1"/>
          </p:cNvSpPr>
          <p:nvPr/>
        </p:nvSpPr>
        <p:spPr>
          <a:xfrm xmlns:a="http://schemas.openxmlformats.org/drawingml/2006/main">
            <a:off x="7067550" y="125730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F44C3224-0C4A-4BFD-A6A2-22510CF09879}"/>
              </a:ext>
            </a:extLst>
          </p:cNvPr>
          <p:cNvSpPr>
            <a:spLocks xmlns:a="http://schemas.openxmlformats.org/drawingml/2006/main" noGrp="1"/>
          </p:cNvSpPr>
          <p:nvPr/>
        </p:nvSpPr>
        <p:spPr>
          <a:xfrm xmlns:a="http://schemas.openxmlformats.org/drawingml/2006/main">
            <a:off x="11125200" y="5538978"/>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39BE9892-CBBB-4CF8-9C24-A6C32813791C}"/>
              </a:ext>
            </a:extLst>
          </p:cNvPr>
          <p:cNvSpPr>
            <a:spLocks xmlns:a="http://schemas.openxmlformats.org/drawingml/2006/main" noGrp="1"/>
          </p:cNvSpPr>
          <p:nvPr/>
        </p:nvSpPr>
        <p:spPr>
          <a:xfrm xmlns:a="http://schemas.openxmlformats.org/drawingml/2006/main">
            <a:off x="11349228" y="531495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DC672182-FA80-4CC4-AFCD-080257C8D473}"/>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7A9CC4"/>
                </a:solidFill>
                <a:latin typeface="Bahnschrift SemiBold"/>
                <a:ea typeface="Bahnschrift SemiBold"/>
                <a:cs typeface="Bahnschrift SemiBold"/>
              </a:rPr>
              <a:t>SECTION </a:t>
            </a:r>
            <a:r>
              <a:rPr sz="975" b="1" spc="3">
                <a:solidFill>
                  <a:srgbClr val="F5C33B"/>
                </a:solidFill>
                <a:latin typeface="Bahnschrift SemiBold"/>
                <a:ea typeface="Bahnschrift SemiBold"/>
                <a:cs typeface="Bahnschrift SemiBold"/>
              </a:rPr>
              <a:t>04</a:t>
            </a:r>
            <a:r>
              <a:rPr sz="975" spc="3">
                <a:solidFill>
                  <a:srgbClr val="7A9CC4"/>
                </a:solidFill>
                <a:latin typeface="Bahnschrift SemiBold"/>
                <a:ea typeface="Bahnschrift SemiBold"/>
                <a:cs typeface="Bahnschrift SemiBold"/>
              </a:rPr>
              <a:t> / 06</a:t>
            </a:r>
          </a:p>
        </p:txBody>
      </p:sp>
      <p:sp>
        <p:nvSpPr>
          <p:cNvPr id="84" name="">
            <a:extLst xmlns:a="http://schemas.openxmlformats.org/drawingml/2006/main">
              <a:ext uri="{FF2B5EF4-FFF2-40B4-BE49-F238E27FC236}">
                <a16:creationId xmlns:a16="http://schemas.microsoft.com/office/drawing/2014/main" id="{D3998F62-5704-4047-9060-68BB4F02FDA3}"/>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F7CD50F8-0E46-4934-9992-B31B6973E247}"/>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系统实现</a:t>
            </a:r>
          </a:p>
        </p:txBody>
      </p:sp>
      <p:sp>
        <p:nvSpPr>
          <p:cNvPr id="86" name="">
            <a:extLst xmlns:a="http://schemas.openxmlformats.org/drawingml/2006/main">
              <a:ext uri="{FF2B5EF4-FFF2-40B4-BE49-F238E27FC236}">
                <a16:creationId xmlns:a16="http://schemas.microsoft.com/office/drawing/2014/main" id="{651DFB6F-15C6-4E5F-BED8-61EE70CA06A7}"/>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2AD3B6"/>
                </a:solidFill>
                <a:latin typeface="Bahnschrift"/>
                <a:ea typeface="Bahnschrift"/>
                <a:cs typeface="Bahnschrift"/>
              </a:defRPr>
            </a:pPr>
            <a:r>
              <a:rPr sz="1013" b="0" spc="3">
                <a:solidFill>
                  <a:srgbClr val="2AD3B6"/>
                </a:solidFill>
                <a:latin typeface="Bahnschrift"/>
                <a:ea typeface="Bahnschrift"/>
                <a:cs typeface="Bahnschrift"/>
              </a:rPr>
              <a:t>IMPLEMENTATION · SYSTEM &amp; ROLES</a:t>
            </a:r>
          </a:p>
        </p:txBody>
      </p:sp>
      <p:sp>
        <p:nvSpPr>
          <p:cNvPr id="87" name="">
            <a:extLst xmlns:a="http://schemas.openxmlformats.org/drawingml/2006/main">
              <a:ext uri="{FF2B5EF4-FFF2-40B4-BE49-F238E27FC236}">
                <a16:creationId xmlns:a16="http://schemas.microsoft.com/office/drawing/2014/main" id="{1FA87C51-CB4D-4C60-A922-751894475914}"/>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93EA0334-8007-4E02-9EC2-91D630A8D6B5}"/>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从架构到界面：先讲清系统边界，再用真实系统截图说话</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技能画像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实操归因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组卷考试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运行诊断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审计溯源</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员工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班组长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管理者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管理员四类角色的功能边界与数据流</a:t>
            </a:r>
          </a:p>
        </p:txBody>
      </p:sp>
      <p:sp>
        <p:nvSpPr>
          <p:cNvPr id="89" name="">
            <a:extLst xmlns:a="http://schemas.openxmlformats.org/drawingml/2006/main">
              <a:ext uri="{FF2B5EF4-FFF2-40B4-BE49-F238E27FC236}">
                <a16:creationId xmlns:a16="http://schemas.microsoft.com/office/drawing/2014/main" id="{AAE2E885-6495-4DA6-AE06-E76AC1E502F0}"/>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D3B6">
                <a:alpha val="50000"/>
              </a:srgbClr>
            </a:solidFill>
            <a:prstDash val="solid"/>
          </a:ln>
        </p:spPr>
      </p:sp>
      <p:sp>
        <p:nvSpPr>
          <p:cNvPr id="90" name="">
            <a:extLst xmlns:a="http://schemas.openxmlformats.org/drawingml/2006/main">
              <a:ext uri="{FF2B5EF4-FFF2-40B4-BE49-F238E27FC236}">
                <a16:creationId xmlns:a16="http://schemas.microsoft.com/office/drawing/2014/main" id="{F2D8E727-1EE7-435E-B74D-CE61E2AEE641}"/>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2AD3B6"/>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A4E804AA-0B9A-4358-8A38-5836EBDCE999}"/>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2" name="">
            <a:extLst xmlns:a="http://schemas.openxmlformats.org/drawingml/2006/main">
              <a:ext uri="{FF2B5EF4-FFF2-40B4-BE49-F238E27FC236}">
                <a16:creationId xmlns:a16="http://schemas.microsoft.com/office/drawing/2014/main" id="{D78DEF6A-A1D4-4BAD-9719-395CDD0F08B8}"/>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类角色 </a:t>
            </a:r>
            <a:r>
              <a:rPr sz="863" b="0">
                <a:solidFill>
                  <a:srgbClr val="9FC2E8"/>
                </a:solidFill>
                <a:latin typeface="微软雅黑"/>
                <a:ea typeface="微软雅黑"/>
                <a:cs typeface="微软雅黑"/>
              </a:rPr>
              <a:t>/ 75 </a:t>
            </a:r>
            <a:r>
              <a:rPr sz="863" b="0">
                <a:solidFill>
                  <a:srgbClr val="9FC2E8"/>
                </a:solidFill>
                <a:latin typeface="微软雅黑"/>
                <a:ea typeface="微软雅黑"/>
                <a:cs typeface="微软雅黑"/>
              </a:rPr>
              <a:t>个在线接口</a:t>
            </a:r>
          </a:p>
        </p:txBody>
      </p:sp>
      <p:sp>
        <p:nvSpPr>
          <p:cNvPr id="93" name="">
            <a:extLst xmlns:a="http://schemas.openxmlformats.org/drawingml/2006/main">
              <a:ext uri="{FF2B5EF4-FFF2-40B4-BE49-F238E27FC236}">
                <a16:creationId xmlns:a16="http://schemas.microsoft.com/office/drawing/2014/main" id="{867F7DB0-72DF-480E-A198-E38252BD693F}"/>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D3B6">
                <a:alpha val="50000"/>
              </a:srgbClr>
            </a:solidFill>
            <a:prstDash val="solid"/>
          </a:ln>
        </p:spPr>
      </p:sp>
      <p:sp>
        <p:nvSpPr>
          <p:cNvPr id="94" name="">
            <a:extLst xmlns:a="http://schemas.openxmlformats.org/drawingml/2006/main">
              <a:ext uri="{FF2B5EF4-FFF2-40B4-BE49-F238E27FC236}">
                <a16:creationId xmlns:a16="http://schemas.microsoft.com/office/drawing/2014/main" id="{10F519BC-BF14-45CE-B043-EAD4627D20EA}"/>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2BF539D1-4410-4E50-BD58-8BF38991E119}"/>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53</a:t>
            </a:r>
          </a:p>
        </p:txBody>
      </p:sp>
      <p:sp>
        <p:nvSpPr>
          <p:cNvPr id="96" name="">
            <a:extLst xmlns:a="http://schemas.openxmlformats.org/drawingml/2006/main">
              <a:ext uri="{FF2B5EF4-FFF2-40B4-BE49-F238E27FC236}">
                <a16:creationId xmlns:a16="http://schemas.microsoft.com/office/drawing/2014/main" id="{5BA52331-4BC0-4B4E-AE75-B00BDA9F76BB}"/>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张数据库表 </a:t>
            </a:r>
            <a:r>
              <a:rPr sz="863" b="0">
                <a:solidFill>
                  <a:srgbClr val="9FC2E8"/>
                </a:solidFill>
                <a:latin typeface="微软雅黑"/>
                <a:ea typeface="微软雅黑"/>
                <a:cs typeface="微软雅黑"/>
              </a:rPr>
              <a:t>/ 7 </a:t>
            </a:r>
            <a:r>
              <a:rPr sz="863" b="0">
                <a:solidFill>
                  <a:srgbClr val="9FC2E8"/>
                </a:solidFill>
                <a:latin typeface="微软雅黑"/>
                <a:ea typeface="微软雅黑"/>
                <a:cs typeface="微软雅黑"/>
              </a:rPr>
              <a:t>组</a:t>
            </a:r>
          </a:p>
        </p:txBody>
      </p:sp>
      <p:sp>
        <p:nvSpPr>
          <p:cNvPr id="97" name="">
            <a:extLst xmlns:a="http://schemas.openxmlformats.org/drawingml/2006/main">
              <a:ext uri="{FF2B5EF4-FFF2-40B4-BE49-F238E27FC236}">
                <a16:creationId xmlns:a16="http://schemas.microsoft.com/office/drawing/2014/main" id="{432FC130-29F1-4D9F-A03C-9AE02445EF5E}"/>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D3B6">
                <a:alpha val="50000"/>
              </a:srgbClr>
            </a:solidFill>
            <a:prstDash val="solid"/>
          </a:ln>
        </p:spPr>
      </p:sp>
      <p:sp>
        <p:nvSpPr>
          <p:cNvPr id="98" name="">
            <a:extLst xmlns:a="http://schemas.openxmlformats.org/drawingml/2006/main">
              <a:ext uri="{FF2B5EF4-FFF2-40B4-BE49-F238E27FC236}">
                <a16:creationId xmlns:a16="http://schemas.microsoft.com/office/drawing/2014/main" id="{74855DD2-58CA-4FC0-BE7C-5398198E226A}"/>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2AD3B6"/>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E1DF5AA6-37A5-491C-9A2C-9455B295DAA1}"/>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8</a:t>
            </a:r>
          </a:p>
        </p:txBody>
      </p:sp>
      <p:sp>
        <p:nvSpPr>
          <p:cNvPr id="100" name="">
            <a:extLst xmlns:a="http://schemas.openxmlformats.org/drawingml/2006/main">
              <a:ext uri="{FF2B5EF4-FFF2-40B4-BE49-F238E27FC236}">
                <a16:creationId xmlns:a16="http://schemas.microsoft.com/office/drawing/2014/main" id="{24FA9567-E0CF-4BA7-A574-DDCF19AEDDEC}"/>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张系统真实截图</a:t>
            </a:r>
          </a:p>
        </p:txBody>
      </p:sp>
      <p:sp>
        <p:nvSpPr>
          <p:cNvPr id="101" name="">
            <a:extLst xmlns:a="http://schemas.openxmlformats.org/drawingml/2006/main">
              <a:ext uri="{FF2B5EF4-FFF2-40B4-BE49-F238E27FC236}">
                <a16:creationId xmlns:a16="http://schemas.microsoft.com/office/drawing/2014/main" id="{B4330ED4-D552-4520-BE74-B0D3D96BFFE9}"/>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A43EBAD3-63D4-4A2E-91C7-5DAE992B8D83}"/>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2AD3B6">
              <a:alpha val="60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F3C9239B-E4A7-4649-BAC5-ED2DEB1CCFD1}"/>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2AD3B6">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27E93513-BEFE-43E0-A821-31139FD16800}"/>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2AD3B6">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1196225262"/>
      </p:ext>
    </p:extLst>
  </p:cSld>
</p:sld>
</file>

<file path=ppt/slides/slide20.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d657c7b5d13542c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B3AB135-F8A9-42AA-8741-EFC0D70002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820541FA-C203-4B15-B920-5A7452A69726}"/>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AD3B6">
                  <a:alpha val="15000"/>
                </a:srgbClr>
              </a:gs>
              <a:gs pos="45000">
                <a:srgbClr val="2AD3B6">
                  <a:alpha val="6000"/>
                </a:srgbClr>
              </a:gs>
              <a:gs pos="100000">
                <a:srgbClr val="2AD3B6">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BEFFE654-2FF9-4323-9C80-2CE2A7C02523}"/>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FA8DDB2F-56FB-4BDD-A77F-7C16FC46D35C}"/>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pattFill xmlns:a="http://schemas.openxmlformats.org/drawingml/2006/main" prst="dotGrid">
            <a:fgClr>
              <a:srgbClr val="2A6BAE">
                <a:alpha val="50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EA1FAD86-516A-49C0-83CD-181D2B781B09}"/>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noFill xmlns:a="http://schemas.openxmlformats.org/drawingml/2006/main"/>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16BE0BEF-E9B6-49A5-8D5A-20365980D2FC}"/>
              </a:ext>
            </a:extLst>
          </p:cNvPr>
          <p:cNvSpPr>
            <a:spLocks xmlns:a="http://schemas.openxmlformats.org/drawingml/2006/main" noGrp="1"/>
          </p:cNvSpPr>
          <p:nvPr/>
        </p:nvSpPr>
        <p:spPr>
          <a:xfrm xmlns:a="http://schemas.openxmlformats.org/drawingml/2006/main">
            <a:off x="9601200" y="914400"/>
            <a:ext cx="590550" cy="28575"/>
          </a:xfrm>
          <a:prstGeom xmlns:a="http://schemas.openxmlformats.org/drawingml/2006/main" prst="rect">
            <a:avLst/>
          </a:prstGeom>
          <a:solidFill xmlns:a="http://schemas.openxmlformats.org/drawingml/2006/main">
            <a:srgbClr val="2AD3B6"/>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93219B22-3BB5-47AA-BF91-73DB58C3A2FC}"/>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F54F1647-57B2-4EF9-8C78-184555B41D21}"/>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E5BFEEF5-E9E1-4D9F-833C-688C2011754F}"/>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FDA60F12-4741-4185-82B9-4FC518A167F4}"/>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941815D0-3D5C-40F3-821C-89A498793933}"/>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C3298E9A-CD0D-41CA-BD77-2A0F3C16B333}"/>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9F40F177-608E-42F3-B579-A78FFD2258AD}"/>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E74A1E54-4744-4710-84EF-4E815F7CB05D}"/>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28C7C9FF-961A-49CA-B8A5-1309D0327FA4}"/>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260CEA52-0B13-45B5-A782-C3B93D3685FA}"/>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7E9BF8C0-5A47-4E5F-887C-D9E702874429}"/>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C9F10555-B6D3-4DFA-8C3E-3FADFED5DB9D}"/>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2225B7D0-8FCE-45DA-9407-8A46C24A8B11}"/>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1" name="">
            <a:extLst xmlns:a="http://schemas.openxmlformats.org/drawingml/2006/main">
              <a:ext uri="{FF2B5EF4-FFF2-40B4-BE49-F238E27FC236}">
                <a16:creationId xmlns:a16="http://schemas.microsoft.com/office/drawing/2014/main" id="{0F74A573-DAAB-4E4E-A564-DE70EA14E756}"/>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2" name="">
            <a:extLst xmlns:a="http://schemas.openxmlformats.org/drawingml/2006/main">
              <a:ext uri="{FF2B5EF4-FFF2-40B4-BE49-F238E27FC236}">
                <a16:creationId xmlns:a16="http://schemas.microsoft.com/office/drawing/2014/main" id="{C14A1CD8-DA10-4352-BDF3-FD1685FC2621}"/>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DEC7A3FC-8CC0-4A2F-AF83-5B417FB1D32B}"/>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7B4765C0-EC63-4998-BD08-410F9ACDB15D}"/>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A7BAC5D7-BD7E-448B-9EB2-F76BA8AAD2D4}"/>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3DD74301-A01D-451E-AA33-48354768D9E4}"/>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EC0E9DEC-EFA3-48EE-A1C4-0148CC836DEA}"/>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9C29B380-829B-4C77-A674-D37DA999A7B2}"/>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95423288-E01B-4570-A886-B468FC9FC828}"/>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11811F05-21C3-4617-B614-DC02637B943D}"/>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974A0AE0-DF2B-4279-A7C8-15A315965AAB}"/>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EBC079CD-0376-478C-949E-7FEABB663FBC}"/>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72339F3C-1670-476B-90B1-6046BF316314}"/>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F82BA656-6D21-46EE-BBCD-16F7C73C18A5}"/>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55E91706-B064-4AAC-9EAF-6444A26780FC}"/>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18841975-6138-45E5-A5B0-B5EB36C8E4E3}"/>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AB277FE4-A3E1-413A-862F-1C4AFD99F63F}"/>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898CEE06-677A-400A-A4B2-5C68B0636C30}"/>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2C68DB09-479B-4D30-AFA6-763F0108EC12}"/>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AD3B6"/>
              </a:gs>
              <a:gs pos="100000">
                <a:srgbClr val="2AD3B6">
                  <a:alpha val="0"/>
                </a:srgbClr>
              </a:gs>
            </a:gsLst>
            <a:lin ang="540000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24F72866-F592-41C9-ABA7-598EC29C08CB}"/>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AD3B6">
                  <a:alpha val="45000"/>
                </a:srgbClr>
              </a:gs>
              <a:gs pos="100000">
                <a:srgbClr val="2AD3B6">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D6D0A3D8-A5A3-4EFA-ADB1-9B58E1D1A1B6}"/>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2" name="">
            <a:extLst xmlns:a="http://schemas.openxmlformats.org/drawingml/2006/main">
              <a:ext uri="{FF2B5EF4-FFF2-40B4-BE49-F238E27FC236}">
                <a16:creationId xmlns:a16="http://schemas.microsoft.com/office/drawing/2014/main" id="{5CBE9652-616D-45C1-9D34-56EF2EF82C93}"/>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AD3B6"/>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E22C7FA4-1E1E-4242-A0AD-C3C5BC9D325F}"/>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ED5E147E-A290-476E-80ED-F35C2A60D41B}"/>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AD3B6">
                  <a:alpha val="26000"/>
                </a:srgbClr>
              </a:gs>
              <a:gs pos="45000">
                <a:srgbClr val="2AD3B6">
                  <a:alpha val="10000"/>
                </a:srgbClr>
              </a:gs>
              <a:gs pos="100000">
                <a:srgbClr val="2AD3B6">
                  <a:alpha val="0"/>
                </a:srgbClr>
              </a:gs>
            </a:gsLst>
            <a:path path="shape"/>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D4A3F27A-1DCC-435F-A932-E6162ACD933D}"/>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AD3B6"/>
              </a:gs>
              <a:gs pos="100000">
                <a:srgbClr val="156A5B"/>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04</a:t>
            </a:r>
          </a:p>
        </p:txBody>
      </p:sp>
      <p:sp>
        <p:nvSpPr>
          <p:cNvPr id="46" name="">
            <a:extLst xmlns:a="http://schemas.openxmlformats.org/drawingml/2006/main">
              <a:ext uri="{FF2B5EF4-FFF2-40B4-BE49-F238E27FC236}">
                <a16:creationId xmlns:a16="http://schemas.microsoft.com/office/drawing/2014/main" id="{6A2D9AA1-2FC8-4C2E-A7EF-695A7FB42525}"/>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系统实现</a:t>
            </a:r>
          </a:p>
        </p:txBody>
      </p:sp>
      <p:sp>
        <p:nvSpPr>
          <p:cNvPr id="47" name="">
            <a:extLst xmlns:a="http://schemas.openxmlformats.org/drawingml/2006/main">
              <a:ext uri="{FF2B5EF4-FFF2-40B4-BE49-F238E27FC236}">
                <a16:creationId xmlns:a16="http://schemas.microsoft.com/office/drawing/2014/main" id="{8BC4C1C1-C0DA-4EFB-958B-BF8F9EB1861A}"/>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AD3B6"/>
              </a:gs>
              <a:gs pos="100000">
                <a:srgbClr val="2AD3B6">
                  <a:alpha val="2000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9E1E9F46-78A8-45D5-89A1-4FF7AEED89CD}"/>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软件系统架构：四层解耦、互补牵连</a:t>
            </a:r>
          </a:p>
        </p:txBody>
      </p:sp>
      <p:sp>
        <p:nvSpPr>
          <p:cNvPr id="49" name="">
            <a:extLst xmlns:a="http://schemas.openxmlformats.org/drawingml/2006/main">
              <a:ext uri="{FF2B5EF4-FFF2-40B4-BE49-F238E27FC236}">
                <a16:creationId xmlns:a16="http://schemas.microsoft.com/office/drawing/2014/main" id="{54682DBF-BE92-4201-A860-FF1F968CA499}"/>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EA162A84-0D85-4E12-82CF-177473F15439}"/>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C46FBC84-1AC0-47D9-972C-003DA75BA56A}"/>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5234E57A-5983-4DF6-8F44-F731B911F83D}"/>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CD9383C9-3258-471E-8ACE-4914560EA913}"/>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4" name="">
            <a:extLst xmlns:a="http://schemas.openxmlformats.org/drawingml/2006/main">
              <a:ext uri="{FF2B5EF4-FFF2-40B4-BE49-F238E27FC236}">
                <a16:creationId xmlns:a16="http://schemas.microsoft.com/office/drawing/2014/main" id="{9ADF9E96-A868-43BC-BF13-E53614743737}"/>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5" name="">
            <a:extLst xmlns:a="http://schemas.openxmlformats.org/drawingml/2006/main">
              <a:ext uri="{FF2B5EF4-FFF2-40B4-BE49-F238E27FC236}">
                <a16:creationId xmlns:a16="http://schemas.microsoft.com/office/drawing/2014/main" id="{AD804047-8D6A-4147-9E24-A66B49A92E7A}"/>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5325D084-C6E2-4DF8-9E1B-6CA09E60CD03}"/>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7" name="">
            <a:extLst xmlns:a="http://schemas.openxmlformats.org/drawingml/2006/main">
              <a:ext uri="{FF2B5EF4-FFF2-40B4-BE49-F238E27FC236}">
                <a16:creationId xmlns:a16="http://schemas.microsoft.com/office/drawing/2014/main" id="{6B8065D6-B748-4D25-8B66-1FEADA8EC70E}"/>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47C9FB41-A89A-4BA9-A940-A9C404AE9B8D}"/>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9F0CEBFA-CA24-437C-9FFA-BD68271591A9}"/>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1656D9A7-35DB-4065-AE45-37268E83AC5E}"/>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CB3C4048-2E6C-4371-A3CE-9FB13E52A270}"/>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3A6CCD70-2D88-45CF-B2B6-A6E9BD0D4C95}"/>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D3D46E26-8036-4546-AF67-E32328CC502D}"/>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换页面、换 </a:t>
            </a:r>
            <a:r>
              <a:rPr sz="1238">
                <a:solidFill>
                  <a:srgbClr val="FFFFFF"/>
                </a:solidFill>
                <a:latin typeface="微软雅黑"/>
                <a:ea typeface="微软雅黑"/>
                <a:cs typeface="微软雅黑"/>
              </a:rPr>
              <a:t>Agent</a:t>
            </a:r>
            <a:r>
              <a:rPr sz="1238">
                <a:solidFill>
                  <a:srgbClr val="FFFFFF"/>
                </a:solidFill>
                <a:latin typeface="微软雅黑"/>
                <a:ea typeface="微软雅黑"/>
                <a:cs typeface="微软雅黑"/>
              </a:rPr>
              <a:t>、调规则三件事互不影响</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因为它们被四层架构隔开了。</a:t>
            </a:r>
          </a:p>
        </p:txBody>
      </p:sp>
      <p:sp>
        <p:nvSpPr>
          <p:cNvPr id="64" name="">
            <a:extLst xmlns:a="http://schemas.openxmlformats.org/drawingml/2006/main">
              <a:ext uri="{FF2B5EF4-FFF2-40B4-BE49-F238E27FC236}">
                <a16:creationId xmlns:a16="http://schemas.microsoft.com/office/drawing/2014/main" id="{736EA04E-3E97-48C1-B9C2-7C2B61C19036}"/>
              </a:ext>
            </a:extLst>
          </p:cNvPr>
          <p:cNvSpPr>
            <a:spLocks xmlns:a="http://schemas.openxmlformats.org/drawingml/2006/main" noGrp="1"/>
          </p:cNvSpPr>
          <p:nvPr/>
        </p:nvSpPr>
        <p:spPr>
          <a:xfrm xmlns:a="http://schemas.openxmlformats.org/drawingml/2006/main">
            <a:off x="285750" y="1333500"/>
            <a:ext cx="7620000" cy="1066800"/>
          </a:xfrm>
          <a:prstGeom xmlns:a="http://schemas.openxmlformats.org/drawingml/2006/main" prst="roundRect">
            <a:avLst>
              <a:gd name="adj" fmla="val 8036"/>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65" name="">
            <a:extLst xmlns:a="http://schemas.openxmlformats.org/drawingml/2006/main">
              <a:ext uri="{FF2B5EF4-FFF2-40B4-BE49-F238E27FC236}">
                <a16:creationId xmlns:a16="http://schemas.microsoft.com/office/drawing/2014/main" id="{E8D85730-BDA9-4F25-B2A4-3664D02BA4E7}"/>
              </a:ext>
            </a:extLst>
          </p:cNvPr>
          <p:cNvSpPr>
            <a:spLocks xmlns:a="http://schemas.openxmlformats.org/drawingml/2006/main" noGrp="1"/>
          </p:cNvSpPr>
          <p:nvPr/>
        </p:nvSpPr>
        <p:spPr>
          <a:xfrm xmlns:a="http://schemas.openxmlformats.org/drawingml/2006/main">
            <a:off x="285750" y="1333500"/>
            <a:ext cx="47625" cy="106680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3AA265AA-3D8E-4623-8515-FE0AA6629147}"/>
              </a:ext>
            </a:extLst>
          </p:cNvPr>
          <p:cNvSpPr>
            <a:spLocks xmlns:a="http://schemas.openxmlformats.org/drawingml/2006/main" noGrp="1"/>
          </p:cNvSpPr>
          <p:nvPr/>
        </p:nvSpPr>
        <p:spPr>
          <a:xfrm xmlns:a="http://schemas.openxmlformats.org/drawingml/2006/main">
            <a:off x="476250" y="17145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应用层</a:t>
            </a:r>
          </a:p>
        </p:txBody>
      </p:sp>
      <p:sp>
        <p:nvSpPr>
          <p:cNvPr id="67" name="">
            <a:extLst xmlns:a="http://schemas.openxmlformats.org/drawingml/2006/main">
              <a:ext uri="{FF2B5EF4-FFF2-40B4-BE49-F238E27FC236}">
                <a16:creationId xmlns:a16="http://schemas.microsoft.com/office/drawing/2014/main" id="{01CB9866-689A-4D12-858B-26D9F9D16409}"/>
              </a:ext>
            </a:extLst>
          </p:cNvPr>
          <p:cNvSpPr>
            <a:spLocks xmlns:a="http://schemas.openxmlformats.org/drawingml/2006/main" noGrp="1"/>
          </p:cNvSpPr>
          <p:nvPr/>
        </p:nvSpPr>
        <p:spPr>
          <a:xfrm xmlns:a="http://schemas.openxmlformats.org/drawingml/2006/main">
            <a:off x="1409700" y="14668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68" name="">
            <a:extLst xmlns:a="http://schemas.openxmlformats.org/drawingml/2006/main">
              <a:ext uri="{FF2B5EF4-FFF2-40B4-BE49-F238E27FC236}">
                <a16:creationId xmlns:a16="http://schemas.microsoft.com/office/drawing/2014/main" id="{3A22AD33-8E49-405B-AEDF-0E075FF902EA}"/>
              </a:ext>
            </a:extLst>
          </p:cNvPr>
          <p:cNvSpPr>
            <a:spLocks xmlns:a="http://schemas.openxmlformats.org/drawingml/2006/main" noGrp="1"/>
          </p:cNvSpPr>
          <p:nvPr/>
        </p:nvSpPr>
        <p:spPr>
          <a:xfrm xmlns:a="http://schemas.openxmlformats.org/drawingml/2006/main">
            <a:off x="1409700" y="14668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个人系统：员工看短板</a:t>
            </a:r>
          </a:p>
        </p:txBody>
      </p:sp>
      <p:sp>
        <p:nvSpPr>
          <p:cNvPr id="69" name="">
            <a:extLst xmlns:a="http://schemas.openxmlformats.org/drawingml/2006/main">
              <a:ext uri="{FF2B5EF4-FFF2-40B4-BE49-F238E27FC236}">
                <a16:creationId xmlns:a16="http://schemas.microsoft.com/office/drawing/2014/main" id="{9C72EA48-4DA0-47B5-A064-AED8DBEF3AD7}"/>
              </a:ext>
            </a:extLst>
          </p:cNvPr>
          <p:cNvSpPr>
            <a:spLocks xmlns:a="http://schemas.openxmlformats.org/drawingml/2006/main" noGrp="1"/>
          </p:cNvSpPr>
          <p:nvPr/>
        </p:nvSpPr>
        <p:spPr>
          <a:xfrm xmlns:a="http://schemas.openxmlformats.org/drawingml/2006/main">
            <a:off x="3543300" y="14668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0" name="">
            <a:extLst xmlns:a="http://schemas.openxmlformats.org/drawingml/2006/main">
              <a:ext uri="{FF2B5EF4-FFF2-40B4-BE49-F238E27FC236}">
                <a16:creationId xmlns:a16="http://schemas.microsoft.com/office/drawing/2014/main" id="{55CCB99C-59D0-4696-8118-0BB0E2040FDB}"/>
              </a:ext>
            </a:extLst>
          </p:cNvPr>
          <p:cNvSpPr>
            <a:spLocks xmlns:a="http://schemas.openxmlformats.org/drawingml/2006/main" noGrp="1"/>
          </p:cNvSpPr>
          <p:nvPr/>
        </p:nvSpPr>
        <p:spPr>
          <a:xfrm xmlns:a="http://schemas.openxmlformats.org/drawingml/2006/main">
            <a:off x="3543300" y="14668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考试系统：统一开考判卷</a:t>
            </a:r>
          </a:p>
        </p:txBody>
      </p:sp>
      <p:sp>
        <p:nvSpPr>
          <p:cNvPr id="71" name="">
            <a:extLst xmlns:a="http://schemas.openxmlformats.org/drawingml/2006/main">
              <a:ext uri="{FF2B5EF4-FFF2-40B4-BE49-F238E27FC236}">
                <a16:creationId xmlns:a16="http://schemas.microsoft.com/office/drawing/2014/main" id="{F1CAFA5B-BB62-4E82-B596-97E2D843D873}"/>
              </a:ext>
            </a:extLst>
          </p:cNvPr>
          <p:cNvSpPr>
            <a:spLocks xmlns:a="http://schemas.openxmlformats.org/drawingml/2006/main" noGrp="1"/>
          </p:cNvSpPr>
          <p:nvPr/>
        </p:nvSpPr>
        <p:spPr>
          <a:xfrm xmlns:a="http://schemas.openxmlformats.org/drawingml/2006/main">
            <a:off x="5676900" y="14668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2" name="">
            <a:extLst xmlns:a="http://schemas.openxmlformats.org/drawingml/2006/main">
              <a:ext uri="{FF2B5EF4-FFF2-40B4-BE49-F238E27FC236}">
                <a16:creationId xmlns:a16="http://schemas.microsoft.com/office/drawing/2014/main" id="{9AB53BB1-DE01-4936-ADED-07BF06764B53}"/>
              </a:ext>
            </a:extLst>
          </p:cNvPr>
          <p:cNvSpPr>
            <a:spLocks xmlns:a="http://schemas.openxmlformats.org/drawingml/2006/main" noGrp="1"/>
          </p:cNvSpPr>
          <p:nvPr/>
        </p:nvSpPr>
        <p:spPr>
          <a:xfrm xmlns:a="http://schemas.openxmlformats.org/drawingml/2006/main">
            <a:off x="5676900" y="14668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管理后台：看缺口配规则</a:t>
            </a:r>
          </a:p>
        </p:txBody>
      </p:sp>
      <p:sp>
        <p:nvSpPr>
          <p:cNvPr id="73" name="">
            <a:extLst xmlns:a="http://schemas.openxmlformats.org/drawingml/2006/main">
              <a:ext uri="{FF2B5EF4-FFF2-40B4-BE49-F238E27FC236}">
                <a16:creationId xmlns:a16="http://schemas.microsoft.com/office/drawing/2014/main" id="{09867714-2186-4710-A5FA-169F787FD8B6}"/>
              </a:ext>
            </a:extLst>
          </p:cNvPr>
          <p:cNvSpPr>
            <a:spLocks xmlns:a="http://schemas.openxmlformats.org/drawingml/2006/main" noGrp="1"/>
          </p:cNvSpPr>
          <p:nvPr/>
        </p:nvSpPr>
        <p:spPr>
          <a:xfrm xmlns:a="http://schemas.openxmlformats.org/drawingml/2006/main">
            <a:off x="1409700" y="1885950"/>
            <a:ext cx="64008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四端页面共用同一套能力数据；页面可增删，引擎与接口不动。</a:t>
            </a:r>
          </a:p>
        </p:txBody>
      </p:sp>
      <p:sp>
        <p:nvSpPr>
          <p:cNvPr id="74" name="">
            <a:extLst xmlns:a="http://schemas.openxmlformats.org/drawingml/2006/main">
              <a:ext uri="{FF2B5EF4-FFF2-40B4-BE49-F238E27FC236}">
                <a16:creationId xmlns:a16="http://schemas.microsoft.com/office/drawing/2014/main" id="{2F03E431-34DA-4A99-83E0-C94B93A9F8DB}"/>
              </a:ext>
            </a:extLst>
          </p:cNvPr>
          <p:cNvSpPr>
            <a:spLocks xmlns:a="http://schemas.openxmlformats.org/drawingml/2006/main" noGrp="1"/>
          </p:cNvSpPr>
          <p:nvPr/>
        </p:nvSpPr>
        <p:spPr>
          <a:xfrm xmlns:a="http://schemas.openxmlformats.org/drawingml/2006/main">
            <a:off x="285750" y="2514600"/>
            <a:ext cx="7620000" cy="1066800"/>
          </a:xfrm>
          <a:prstGeom xmlns:a="http://schemas.openxmlformats.org/drawingml/2006/main" prst="roundRect">
            <a:avLst>
              <a:gd name="adj" fmla="val 8036"/>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75" name="">
            <a:extLst xmlns:a="http://schemas.openxmlformats.org/drawingml/2006/main">
              <a:ext uri="{FF2B5EF4-FFF2-40B4-BE49-F238E27FC236}">
                <a16:creationId xmlns:a16="http://schemas.microsoft.com/office/drawing/2014/main" id="{1877C9A7-175A-484F-B4C2-AF76D75801E4}"/>
              </a:ext>
            </a:extLst>
          </p:cNvPr>
          <p:cNvSpPr>
            <a:spLocks xmlns:a="http://schemas.openxmlformats.org/drawingml/2006/main" noGrp="1"/>
          </p:cNvSpPr>
          <p:nvPr/>
        </p:nvSpPr>
        <p:spPr>
          <a:xfrm xmlns:a="http://schemas.openxmlformats.org/drawingml/2006/main">
            <a:off x="285750" y="2514600"/>
            <a:ext cx="47625" cy="10668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041F62E5-2B2D-414B-9388-BA47569CA7A2}"/>
              </a:ext>
            </a:extLst>
          </p:cNvPr>
          <p:cNvSpPr>
            <a:spLocks xmlns:a="http://schemas.openxmlformats.org/drawingml/2006/main" noGrp="1"/>
          </p:cNvSpPr>
          <p:nvPr/>
        </p:nvSpPr>
        <p:spPr>
          <a:xfrm xmlns:a="http://schemas.openxmlformats.org/drawingml/2006/main">
            <a:off x="476250" y="28956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2E86E8"/>
                </a:solidFill>
                <a:latin typeface="微软雅黑"/>
                <a:ea typeface="微软雅黑"/>
                <a:cs typeface="微软雅黑"/>
              </a:defRPr>
            </a:pPr>
            <a:r>
              <a:rPr sz="1125" b="1">
                <a:solidFill>
                  <a:srgbClr val="2E86E8"/>
                </a:solidFill>
                <a:latin typeface="微软雅黑"/>
                <a:ea typeface="微软雅黑"/>
                <a:cs typeface="微软雅黑"/>
              </a:rPr>
              <a:t>智能层</a:t>
            </a:r>
          </a:p>
        </p:txBody>
      </p:sp>
      <p:sp>
        <p:nvSpPr>
          <p:cNvPr id="77" name="">
            <a:extLst xmlns:a="http://schemas.openxmlformats.org/drawingml/2006/main">
              <a:ext uri="{FF2B5EF4-FFF2-40B4-BE49-F238E27FC236}">
                <a16:creationId xmlns:a16="http://schemas.microsoft.com/office/drawing/2014/main" id="{51204AD0-C4C5-4925-B5CD-083B925D459F}"/>
              </a:ext>
            </a:extLst>
          </p:cNvPr>
          <p:cNvSpPr>
            <a:spLocks xmlns:a="http://schemas.openxmlformats.org/drawingml/2006/main" noGrp="1"/>
          </p:cNvSpPr>
          <p:nvPr/>
        </p:nvSpPr>
        <p:spPr>
          <a:xfrm xmlns:a="http://schemas.openxmlformats.org/drawingml/2006/main">
            <a:off x="1409700" y="26479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8" name="">
            <a:extLst xmlns:a="http://schemas.openxmlformats.org/drawingml/2006/main">
              <a:ext uri="{FF2B5EF4-FFF2-40B4-BE49-F238E27FC236}">
                <a16:creationId xmlns:a16="http://schemas.microsoft.com/office/drawing/2014/main" id="{F1C5DA89-1711-4914-94F1-A088992779A9}"/>
              </a:ext>
            </a:extLst>
          </p:cNvPr>
          <p:cNvSpPr>
            <a:spLocks xmlns:a="http://schemas.openxmlformats.org/drawingml/2006/main" noGrp="1"/>
          </p:cNvSpPr>
          <p:nvPr/>
        </p:nvSpPr>
        <p:spPr>
          <a:xfrm xmlns:a="http://schemas.openxmlformats.org/drawingml/2006/main">
            <a:off x="1409700" y="26479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规则引擎 </a:t>
            </a:r>
            <a:r>
              <a:rPr sz="863" b="1">
                <a:solidFill>
                  <a:srgbClr val="FFFFFF"/>
                </a:solidFill>
                <a:latin typeface="微软雅黑"/>
                <a:ea typeface="微软雅黑"/>
                <a:cs typeface="微软雅黑"/>
              </a:rPr>
              <a:t>RuleEngine</a:t>
            </a:r>
          </a:p>
        </p:txBody>
      </p:sp>
      <p:sp>
        <p:nvSpPr>
          <p:cNvPr id="79" name="">
            <a:extLst xmlns:a="http://schemas.openxmlformats.org/drawingml/2006/main">
              <a:ext uri="{FF2B5EF4-FFF2-40B4-BE49-F238E27FC236}">
                <a16:creationId xmlns:a16="http://schemas.microsoft.com/office/drawing/2014/main" id="{E3A870C7-149E-45C7-B83E-375D912E568E}"/>
              </a:ext>
            </a:extLst>
          </p:cNvPr>
          <p:cNvSpPr>
            <a:spLocks xmlns:a="http://schemas.openxmlformats.org/drawingml/2006/main" noGrp="1"/>
          </p:cNvSpPr>
          <p:nvPr/>
        </p:nvSpPr>
        <p:spPr>
          <a:xfrm xmlns:a="http://schemas.openxmlformats.org/drawingml/2006/main">
            <a:off x="3543300" y="26479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0" name="">
            <a:extLst xmlns:a="http://schemas.openxmlformats.org/drawingml/2006/main">
              <a:ext uri="{FF2B5EF4-FFF2-40B4-BE49-F238E27FC236}">
                <a16:creationId xmlns:a16="http://schemas.microsoft.com/office/drawing/2014/main" id="{3BD6D11F-5237-4112-A633-F1797E44BFB7}"/>
              </a:ext>
            </a:extLst>
          </p:cNvPr>
          <p:cNvSpPr>
            <a:spLocks xmlns:a="http://schemas.openxmlformats.org/drawingml/2006/main" noGrp="1"/>
          </p:cNvSpPr>
          <p:nvPr/>
        </p:nvSpPr>
        <p:spPr>
          <a:xfrm xmlns:a="http://schemas.openxmlformats.org/drawingml/2006/main">
            <a:off x="3543300" y="26479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三个 </a:t>
            </a:r>
            <a:r>
              <a:rPr sz="863" b="1">
                <a:solidFill>
                  <a:srgbClr val="FFFFFF"/>
                </a:solidFill>
                <a:latin typeface="微软雅黑"/>
                <a:ea typeface="微软雅黑"/>
                <a:cs typeface="微软雅黑"/>
              </a:rPr>
              <a:t>Agent </a:t>
            </a:r>
            <a:r>
              <a:rPr sz="863" b="1">
                <a:solidFill>
                  <a:srgbClr val="FFFFFF"/>
                </a:solidFill>
                <a:latin typeface="微软雅黑"/>
                <a:ea typeface="微软雅黑"/>
                <a:cs typeface="微软雅黑"/>
              </a:rPr>
              <a:t>接口（稳定契约）</a:t>
            </a:r>
          </a:p>
        </p:txBody>
      </p:sp>
      <p:sp>
        <p:nvSpPr>
          <p:cNvPr id="81" name="">
            <a:extLst xmlns:a="http://schemas.openxmlformats.org/drawingml/2006/main">
              <a:ext uri="{FF2B5EF4-FFF2-40B4-BE49-F238E27FC236}">
                <a16:creationId xmlns:a16="http://schemas.microsoft.com/office/drawing/2014/main" id="{BC5B48D9-1B3C-4992-8770-7337B0C28B0D}"/>
              </a:ext>
            </a:extLst>
          </p:cNvPr>
          <p:cNvSpPr>
            <a:spLocks xmlns:a="http://schemas.openxmlformats.org/drawingml/2006/main" noGrp="1"/>
          </p:cNvSpPr>
          <p:nvPr/>
        </p:nvSpPr>
        <p:spPr>
          <a:xfrm xmlns:a="http://schemas.openxmlformats.org/drawingml/2006/main">
            <a:off x="5676900" y="26479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2" name="">
            <a:extLst xmlns:a="http://schemas.openxmlformats.org/drawingml/2006/main">
              <a:ext uri="{FF2B5EF4-FFF2-40B4-BE49-F238E27FC236}">
                <a16:creationId xmlns:a16="http://schemas.microsoft.com/office/drawing/2014/main" id="{92730949-5806-4A43-8708-42925BC5026D}"/>
              </a:ext>
            </a:extLst>
          </p:cNvPr>
          <p:cNvSpPr>
            <a:spLocks xmlns:a="http://schemas.openxmlformats.org/drawingml/2006/main" noGrp="1"/>
          </p:cNvSpPr>
          <p:nvPr/>
        </p:nvSpPr>
        <p:spPr>
          <a:xfrm xmlns:a="http://schemas.openxmlformats.org/drawingml/2006/main">
            <a:off x="5676900" y="26479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source=rule → model</a:t>
            </a:r>
          </a:p>
        </p:txBody>
      </p:sp>
      <p:sp>
        <p:nvSpPr>
          <p:cNvPr id="83" name="">
            <a:extLst xmlns:a="http://schemas.openxmlformats.org/drawingml/2006/main">
              <a:ext uri="{FF2B5EF4-FFF2-40B4-BE49-F238E27FC236}">
                <a16:creationId xmlns:a16="http://schemas.microsoft.com/office/drawing/2014/main" id="{3862E8DE-D176-4BC7-8722-C55F4993C7EB}"/>
              </a:ext>
            </a:extLst>
          </p:cNvPr>
          <p:cNvSpPr>
            <a:spLocks xmlns:a="http://schemas.openxmlformats.org/drawingml/2006/main" noGrp="1"/>
          </p:cNvSpPr>
          <p:nvPr/>
        </p:nvSpPr>
        <p:spPr>
          <a:xfrm xmlns:a="http://schemas.openxmlformats.org/drawingml/2006/main">
            <a:off x="1409700" y="3067050"/>
            <a:ext cx="64008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只换 </a:t>
            </a:r>
            <a:r>
              <a:rPr sz="863" b="0">
                <a:solidFill>
                  <a:srgbClr val="9FC2E8"/>
                </a:solidFill>
                <a:latin typeface="微软雅黑"/>
                <a:ea typeface="微软雅黑"/>
                <a:cs typeface="微软雅黑"/>
              </a:rPr>
              <a:t>Service </a:t>
            </a:r>
            <a:r>
              <a:rPr sz="863" b="0">
                <a:solidFill>
                  <a:srgbClr val="9FC2E8"/>
                </a:solidFill>
                <a:latin typeface="微软雅黑"/>
                <a:ea typeface="微软雅黑"/>
                <a:cs typeface="微软雅黑"/>
              </a:rPr>
              <a:t>实现：</a:t>
            </a:r>
            <a:r>
              <a:rPr sz="863" b="0">
                <a:solidFill>
                  <a:srgbClr val="9FC2E8"/>
                </a:solidFill>
                <a:latin typeface="微软雅黑"/>
                <a:ea typeface="微软雅黑"/>
                <a:cs typeface="微软雅黑"/>
              </a:rPr>
              <a:t>Controller / DTO / </a:t>
            </a:r>
            <a:r>
              <a:rPr sz="863" b="0">
                <a:solidFill>
                  <a:srgbClr val="9FC2E8"/>
                </a:solidFill>
                <a:latin typeface="微软雅黑"/>
                <a:ea typeface="微软雅黑"/>
                <a:cs typeface="微软雅黑"/>
              </a:rPr>
              <a:t>接口路径与前端全部不动。</a:t>
            </a:r>
          </a:p>
        </p:txBody>
      </p:sp>
      <p:sp>
        <p:nvSpPr>
          <p:cNvPr id="84" name="">
            <a:extLst xmlns:a="http://schemas.openxmlformats.org/drawingml/2006/main">
              <a:ext uri="{FF2B5EF4-FFF2-40B4-BE49-F238E27FC236}">
                <a16:creationId xmlns:a16="http://schemas.microsoft.com/office/drawing/2014/main" id="{A7004205-BBC5-4E7E-9953-E92B6793ABBB}"/>
              </a:ext>
            </a:extLst>
          </p:cNvPr>
          <p:cNvSpPr>
            <a:spLocks xmlns:a="http://schemas.openxmlformats.org/drawingml/2006/main" noGrp="1"/>
          </p:cNvSpPr>
          <p:nvPr/>
        </p:nvSpPr>
        <p:spPr>
          <a:xfrm xmlns:a="http://schemas.openxmlformats.org/drawingml/2006/main">
            <a:off x="285750" y="3695700"/>
            <a:ext cx="7620000" cy="1066800"/>
          </a:xfrm>
          <a:prstGeom xmlns:a="http://schemas.openxmlformats.org/drawingml/2006/main" prst="roundRect">
            <a:avLst>
              <a:gd name="adj" fmla="val 8036"/>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85" name="">
            <a:extLst xmlns:a="http://schemas.openxmlformats.org/drawingml/2006/main">
              <a:ext uri="{FF2B5EF4-FFF2-40B4-BE49-F238E27FC236}">
                <a16:creationId xmlns:a16="http://schemas.microsoft.com/office/drawing/2014/main" id="{599AB29F-7DD9-4301-9DEA-ED22E261675D}"/>
              </a:ext>
            </a:extLst>
          </p:cNvPr>
          <p:cNvSpPr>
            <a:spLocks xmlns:a="http://schemas.openxmlformats.org/drawingml/2006/main" noGrp="1"/>
          </p:cNvSpPr>
          <p:nvPr/>
        </p:nvSpPr>
        <p:spPr>
          <a:xfrm xmlns:a="http://schemas.openxmlformats.org/drawingml/2006/main">
            <a:off x="285750" y="3695700"/>
            <a:ext cx="47625" cy="1066800"/>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5C513F2E-F583-4568-93B5-3826E6EB4D12}"/>
              </a:ext>
            </a:extLst>
          </p:cNvPr>
          <p:cNvSpPr>
            <a:spLocks xmlns:a="http://schemas.openxmlformats.org/drawingml/2006/main" noGrp="1"/>
          </p:cNvSpPr>
          <p:nvPr/>
        </p:nvSpPr>
        <p:spPr>
          <a:xfrm xmlns:a="http://schemas.openxmlformats.org/drawingml/2006/main">
            <a:off x="476250" y="40767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3FD08A"/>
                </a:solidFill>
                <a:latin typeface="微软雅黑"/>
                <a:ea typeface="微软雅黑"/>
                <a:cs typeface="微软雅黑"/>
              </a:defRPr>
            </a:pPr>
            <a:r>
              <a:rPr sz="1125" b="1">
                <a:solidFill>
                  <a:srgbClr val="3FD08A"/>
                </a:solidFill>
                <a:latin typeface="微软雅黑"/>
                <a:ea typeface="微软雅黑"/>
                <a:cs typeface="微软雅黑"/>
              </a:rPr>
              <a:t>数据层</a:t>
            </a:r>
          </a:p>
        </p:txBody>
      </p:sp>
      <p:sp>
        <p:nvSpPr>
          <p:cNvPr id="87" name="">
            <a:extLst xmlns:a="http://schemas.openxmlformats.org/drawingml/2006/main">
              <a:ext uri="{FF2B5EF4-FFF2-40B4-BE49-F238E27FC236}">
                <a16:creationId xmlns:a16="http://schemas.microsoft.com/office/drawing/2014/main" id="{EAA263FF-2676-4198-9DC3-CF9681E06231}"/>
              </a:ext>
            </a:extLst>
          </p:cNvPr>
          <p:cNvSpPr>
            <a:spLocks xmlns:a="http://schemas.openxmlformats.org/drawingml/2006/main" noGrp="1"/>
          </p:cNvSpPr>
          <p:nvPr/>
        </p:nvSpPr>
        <p:spPr>
          <a:xfrm xmlns:a="http://schemas.openxmlformats.org/drawingml/2006/main">
            <a:off x="1409700" y="38290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8" name="">
            <a:extLst xmlns:a="http://schemas.openxmlformats.org/drawingml/2006/main">
              <a:ext uri="{FF2B5EF4-FFF2-40B4-BE49-F238E27FC236}">
                <a16:creationId xmlns:a16="http://schemas.microsoft.com/office/drawing/2014/main" id="{8E1CC89E-637A-4B54-8F98-79A2F6435D9B}"/>
              </a:ext>
            </a:extLst>
          </p:cNvPr>
          <p:cNvSpPr>
            <a:spLocks xmlns:a="http://schemas.openxmlformats.org/drawingml/2006/main" noGrp="1"/>
          </p:cNvSpPr>
          <p:nvPr/>
        </p:nvSpPr>
        <p:spPr>
          <a:xfrm xmlns:a="http://schemas.openxmlformats.org/drawingml/2006/main">
            <a:off x="1409700" y="38290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MySQL 8 </a:t>
            </a:r>
            <a:r>
              <a:rPr sz="863" b="1">
                <a:solidFill>
                  <a:srgbClr val="FFFFFF"/>
                </a:solidFill>
                <a:latin typeface="微软雅黑"/>
                <a:ea typeface="微软雅黑"/>
                <a:cs typeface="微软雅黑"/>
              </a:rPr>
              <a:t>一套库</a:t>
            </a:r>
          </a:p>
        </p:txBody>
      </p:sp>
      <p:sp>
        <p:nvSpPr>
          <p:cNvPr id="89" name="">
            <a:extLst xmlns:a="http://schemas.openxmlformats.org/drawingml/2006/main">
              <a:ext uri="{FF2B5EF4-FFF2-40B4-BE49-F238E27FC236}">
                <a16:creationId xmlns:a16="http://schemas.microsoft.com/office/drawing/2014/main" id="{C569F770-115A-448E-8BC0-330586CAE5E8}"/>
              </a:ext>
            </a:extLst>
          </p:cNvPr>
          <p:cNvSpPr>
            <a:spLocks xmlns:a="http://schemas.openxmlformats.org/drawingml/2006/main" noGrp="1"/>
          </p:cNvSpPr>
          <p:nvPr/>
        </p:nvSpPr>
        <p:spPr>
          <a:xfrm xmlns:a="http://schemas.openxmlformats.org/drawingml/2006/main">
            <a:off x="3543300" y="38290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90" name="">
            <a:extLst xmlns:a="http://schemas.openxmlformats.org/drawingml/2006/main">
              <a:ext uri="{FF2B5EF4-FFF2-40B4-BE49-F238E27FC236}">
                <a16:creationId xmlns:a16="http://schemas.microsoft.com/office/drawing/2014/main" id="{1B823652-2E51-4B4A-99A7-50E025EB045C}"/>
              </a:ext>
            </a:extLst>
          </p:cNvPr>
          <p:cNvSpPr>
            <a:spLocks xmlns:a="http://schemas.openxmlformats.org/drawingml/2006/main" noGrp="1"/>
          </p:cNvSpPr>
          <p:nvPr/>
        </p:nvSpPr>
        <p:spPr>
          <a:xfrm xmlns:a="http://schemas.openxmlformats.org/drawingml/2006/main">
            <a:off x="3543300" y="38290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53 </a:t>
            </a:r>
            <a:r>
              <a:rPr sz="863" b="1">
                <a:solidFill>
                  <a:srgbClr val="FFFFFF"/>
                </a:solidFill>
                <a:latin typeface="微软雅黑"/>
                <a:ea typeface="微软雅黑"/>
                <a:cs typeface="微软雅黑"/>
              </a:rPr>
              <a:t>张表 </a:t>
            </a:r>
            <a:r>
              <a:rPr sz="863" b="1">
                <a:solidFill>
                  <a:srgbClr val="FFFFFF"/>
                </a:solidFill>
                <a:latin typeface="微软雅黑"/>
                <a:ea typeface="微软雅黑"/>
                <a:cs typeface="微软雅黑"/>
              </a:rPr>
              <a:t>/ 7 </a:t>
            </a:r>
            <a:r>
              <a:rPr sz="863" b="1">
                <a:solidFill>
                  <a:srgbClr val="FFFFFF"/>
                </a:solidFill>
                <a:latin typeface="微软雅黑"/>
                <a:ea typeface="微软雅黑"/>
                <a:cs typeface="微软雅黑"/>
              </a:rPr>
              <a:t>组</a:t>
            </a:r>
          </a:p>
        </p:txBody>
      </p:sp>
      <p:sp>
        <p:nvSpPr>
          <p:cNvPr id="91" name="">
            <a:extLst xmlns:a="http://schemas.openxmlformats.org/drawingml/2006/main">
              <a:ext uri="{FF2B5EF4-FFF2-40B4-BE49-F238E27FC236}">
                <a16:creationId xmlns:a16="http://schemas.microsoft.com/office/drawing/2014/main" id="{6EFE0F4A-F553-4B94-8514-825E9A03C2DE}"/>
              </a:ext>
            </a:extLst>
          </p:cNvPr>
          <p:cNvSpPr>
            <a:spLocks xmlns:a="http://schemas.openxmlformats.org/drawingml/2006/main" noGrp="1"/>
          </p:cNvSpPr>
          <p:nvPr/>
        </p:nvSpPr>
        <p:spPr>
          <a:xfrm xmlns:a="http://schemas.openxmlformats.org/drawingml/2006/main">
            <a:off x="5676900" y="38290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92" name="">
            <a:extLst xmlns:a="http://schemas.openxmlformats.org/drawingml/2006/main">
              <a:ext uri="{FF2B5EF4-FFF2-40B4-BE49-F238E27FC236}">
                <a16:creationId xmlns:a16="http://schemas.microsoft.com/office/drawing/2014/main" id="{083BC0C3-B295-4F89-97C0-16F2285F0C0A}"/>
              </a:ext>
            </a:extLst>
          </p:cNvPr>
          <p:cNvSpPr>
            <a:spLocks xmlns:a="http://schemas.openxmlformats.org/drawingml/2006/main" noGrp="1"/>
          </p:cNvSpPr>
          <p:nvPr/>
        </p:nvSpPr>
        <p:spPr>
          <a:xfrm xmlns:a="http://schemas.openxmlformats.org/drawingml/2006/main">
            <a:off x="5676900" y="38290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JSON </a:t>
            </a:r>
            <a:r>
              <a:rPr sz="863" b="1">
                <a:solidFill>
                  <a:srgbClr val="FFFFFF"/>
                </a:solidFill>
                <a:latin typeface="微软雅黑"/>
                <a:ea typeface="微软雅黑"/>
                <a:cs typeface="微软雅黑"/>
              </a:rPr>
              <a:t>列存规则与结论</a:t>
            </a:r>
          </a:p>
        </p:txBody>
      </p:sp>
      <p:sp>
        <p:nvSpPr>
          <p:cNvPr id="93" name="">
            <a:extLst xmlns:a="http://schemas.openxmlformats.org/drawingml/2006/main">
              <a:ext uri="{FF2B5EF4-FFF2-40B4-BE49-F238E27FC236}">
                <a16:creationId xmlns:a16="http://schemas.microsoft.com/office/drawing/2014/main" id="{8B30355B-D737-4E84-A45E-E03C818599B1}"/>
              </a:ext>
            </a:extLst>
          </p:cNvPr>
          <p:cNvSpPr>
            <a:spLocks xmlns:a="http://schemas.openxmlformats.org/drawingml/2006/main" noGrp="1"/>
          </p:cNvSpPr>
          <p:nvPr/>
        </p:nvSpPr>
        <p:spPr>
          <a:xfrm xmlns:a="http://schemas.openxmlformats.org/drawingml/2006/main">
            <a:off x="1409700" y="4248150"/>
            <a:ext cx="64008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主数据、业务数据、</a:t>
            </a:r>
            <a:r>
              <a:rPr sz="863" b="0">
                <a:solidFill>
                  <a:srgbClr val="9FC2E8"/>
                </a:solidFill>
                <a:latin typeface="微软雅黑"/>
                <a:ea typeface="微软雅黑"/>
                <a:cs typeface="微软雅黑"/>
              </a:rPr>
              <a:t>Agent </a:t>
            </a:r>
            <a:r>
              <a:rPr sz="863" b="0">
                <a:solidFill>
                  <a:srgbClr val="9FC2E8"/>
                </a:solidFill>
                <a:latin typeface="微软雅黑"/>
                <a:ea typeface="微软雅黑"/>
                <a:cs typeface="微软雅黑"/>
              </a:rPr>
              <a:t>结论与审计留痕全部落库，改规则只动数据库。</a:t>
            </a:r>
          </a:p>
        </p:txBody>
      </p:sp>
      <p:sp>
        <p:nvSpPr>
          <p:cNvPr id="94" name="">
            <a:extLst xmlns:a="http://schemas.openxmlformats.org/drawingml/2006/main">
              <a:ext uri="{FF2B5EF4-FFF2-40B4-BE49-F238E27FC236}">
                <a16:creationId xmlns:a16="http://schemas.microsoft.com/office/drawing/2014/main" id="{D86DBC27-7CCF-4707-B6D6-77D1599E85D5}"/>
              </a:ext>
            </a:extLst>
          </p:cNvPr>
          <p:cNvSpPr>
            <a:spLocks xmlns:a="http://schemas.openxmlformats.org/drawingml/2006/main" noGrp="1"/>
          </p:cNvSpPr>
          <p:nvPr/>
        </p:nvSpPr>
        <p:spPr>
          <a:xfrm xmlns:a="http://schemas.openxmlformats.org/drawingml/2006/main">
            <a:off x="285750" y="4876800"/>
            <a:ext cx="7620000" cy="1066800"/>
          </a:xfrm>
          <a:prstGeom xmlns:a="http://schemas.openxmlformats.org/drawingml/2006/main" prst="roundRect">
            <a:avLst>
              <a:gd name="adj" fmla="val 8036"/>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95" name="">
            <a:extLst xmlns:a="http://schemas.openxmlformats.org/drawingml/2006/main">
              <a:ext uri="{FF2B5EF4-FFF2-40B4-BE49-F238E27FC236}">
                <a16:creationId xmlns:a16="http://schemas.microsoft.com/office/drawing/2014/main" id="{E2CB889F-9BC9-4E65-8828-435DB8486548}"/>
              </a:ext>
            </a:extLst>
          </p:cNvPr>
          <p:cNvSpPr>
            <a:spLocks xmlns:a="http://schemas.openxmlformats.org/drawingml/2006/main" noGrp="1"/>
          </p:cNvSpPr>
          <p:nvPr/>
        </p:nvSpPr>
        <p:spPr>
          <a:xfrm xmlns:a="http://schemas.openxmlformats.org/drawingml/2006/main">
            <a:off x="285750" y="4876800"/>
            <a:ext cx="47625" cy="1066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6" name="">
            <a:extLst xmlns:a="http://schemas.openxmlformats.org/drawingml/2006/main">
              <a:ext uri="{FF2B5EF4-FFF2-40B4-BE49-F238E27FC236}">
                <a16:creationId xmlns:a16="http://schemas.microsoft.com/office/drawing/2014/main" id="{888183F7-CC6E-48C6-9BC6-6CEAE1704F39}"/>
              </a:ext>
            </a:extLst>
          </p:cNvPr>
          <p:cNvSpPr>
            <a:spLocks xmlns:a="http://schemas.openxmlformats.org/drawingml/2006/main" noGrp="1"/>
          </p:cNvSpPr>
          <p:nvPr/>
        </p:nvSpPr>
        <p:spPr>
          <a:xfrm xmlns:a="http://schemas.openxmlformats.org/drawingml/2006/main">
            <a:off x="476250" y="52578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部署层</a:t>
            </a:r>
          </a:p>
        </p:txBody>
      </p:sp>
      <p:sp>
        <p:nvSpPr>
          <p:cNvPr id="97" name="">
            <a:extLst xmlns:a="http://schemas.openxmlformats.org/drawingml/2006/main">
              <a:ext uri="{FF2B5EF4-FFF2-40B4-BE49-F238E27FC236}">
                <a16:creationId xmlns:a16="http://schemas.microsoft.com/office/drawing/2014/main" id="{6B31453C-3241-4B4A-B49F-F788F91FEFB7}"/>
              </a:ext>
            </a:extLst>
          </p:cNvPr>
          <p:cNvSpPr>
            <a:spLocks xmlns:a="http://schemas.openxmlformats.org/drawingml/2006/main" noGrp="1"/>
          </p:cNvSpPr>
          <p:nvPr/>
        </p:nvSpPr>
        <p:spPr>
          <a:xfrm xmlns:a="http://schemas.openxmlformats.org/drawingml/2006/main">
            <a:off x="1409700" y="50101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98" name="">
            <a:extLst xmlns:a="http://schemas.openxmlformats.org/drawingml/2006/main">
              <a:ext uri="{FF2B5EF4-FFF2-40B4-BE49-F238E27FC236}">
                <a16:creationId xmlns:a16="http://schemas.microsoft.com/office/drawing/2014/main" id="{25D580EB-2C0C-4F00-9A97-EF86D4165E57}"/>
              </a:ext>
            </a:extLst>
          </p:cNvPr>
          <p:cNvSpPr>
            <a:spLocks xmlns:a="http://schemas.openxmlformats.org/drawingml/2006/main" noGrp="1"/>
          </p:cNvSpPr>
          <p:nvPr/>
        </p:nvSpPr>
        <p:spPr>
          <a:xfrm xmlns:a="http://schemas.openxmlformats.org/drawingml/2006/main">
            <a:off x="1409700" y="50101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Vue 3 + Vite + Element Plus</a:t>
            </a:r>
          </a:p>
        </p:txBody>
      </p:sp>
      <p:sp>
        <p:nvSpPr>
          <p:cNvPr id="99" name="">
            <a:extLst xmlns:a="http://schemas.openxmlformats.org/drawingml/2006/main">
              <a:ext uri="{FF2B5EF4-FFF2-40B4-BE49-F238E27FC236}">
                <a16:creationId xmlns:a16="http://schemas.microsoft.com/office/drawing/2014/main" id="{AB48564C-3655-45B1-A956-3C3FEF111506}"/>
              </a:ext>
            </a:extLst>
          </p:cNvPr>
          <p:cNvSpPr>
            <a:spLocks xmlns:a="http://schemas.openxmlformats.org/drawingml/2006/main" noGrp="1"/>
          </p:cNvSpPr>
          <p:nvPr/>
        </p:nvSpPr>
        <p:spPr>
          <a:xfrm xmlns:a="http://schemas.openxmlformats.org/drawingml/2006/main">
            <a:off x="3543300" y="50101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100" name="">
            <a:extLst xmlns:a="http://schemas.openxmlformats.org/drawingml/2006/main">
              <a:ext uri="{FF2B5EF4-FFF2-40B4-BE49-F238E27FC236}">
                <a16:creationId xmlns:a16="http://schemas.microsoft.com/office/drawing/2014/main" id="{44BDD0F6-6316-4463-8524-63B41B888E36}"/>
              </a:ext>
            </a:extLst>
          </p:cNvPr>
          <p:cNvSpPr>
            <a:spLocks xmlns:a="http://schemas.openxmlformats.org/drawingml/2006/main" noGrp="1"/>
          </p:cNvSpPr>
          <p:nvPr/>
        </p:nvSpPr>
        <p:spPr>
          <a:xfrm xmlns:a="http://schemas.openxmlformats.org/drawingml/2006/main">
            <a:off x="3543300" y="50101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Spring Boot + JdbcTemplate</a:t>
            </a:r>
          </a:p>
        </p:txBody>
      </p:sp>
      <p:sp>
        <p:nvSpPr>
          <p:cNvPr id="101" name="">
            <a:extLst xmlns:a="http://schemas.openxmlformats.org/drawingml/2006/main">
              <a:ext uri="{FF2B5EF4-FFF2-40B4-BE49-F238E27FC236}">
                <a16:creationId xmlns:a16="http://schemas.microsoft.com/office/drawing/2014/main" id="{2895B4B9-BB84-49D7-9146-77AB231A66FE}"/>
              </a:ext>
            </a:extLst>
          </p:cNvPr>
          <p:cNvSpPr>
            <a:spLocks xmlns:a="http://schemas.openxmlformats.org/drawingml/2006/main" noGrp="1"/>
          </p:cNvSpPr>
          <p:nvPr/>
        </p:nvSpPr>
        <p:spPr>
          <a:xfrm xmlns:a="http://schemas.openxmlformats.org/drawingml/2006/main">
            <a:off x="5676900" y="50101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102" name="">
            <a:extLst xmlns:a="http://schemas.openxmlformats.org/drawingml/2006/main">
              <a:ext uri="{FF2B5EF4-FFF2-40B4-BE49-F238E27FC236}">
                <a16:creationId xmlns:a16="http://schemas.microsoft.com/office/drawing/2014/main" id="{178C1DEA-B73A-434A-896C-B45E3B2941BB}"/>
              </a:ext>
            </a:extLst>
          </p:cNvPr>
          <p:cNvSpPr>
            <a:spLocks xmlns:a="http://schemas.openxmlformats.org/drawingml/2006/main" noGrp="1"/>
          </p:cNvSpPr>
          <p:nvPr/>
        </p:nvSpPr>
        <p:spPr>
          <a:xfrm xmlns:a="http://schemas.openxmlformats.org/drawingml/2006/main">
            <a:off x="5676900" y="50101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Docker Compose </a:t>
            </a:r>
            <a:r>
              <a:rPr sz="863" b="1">
                <a:solidFill>
                  <a:srgbClr val="FFFFFF"/>
                </a:solidFill>
                <a:latin typeface="微软雅黑"/>
                <a:ea typeface="微软雅黑"/>
                <a:cs typeface="微软雅黑"/>
              </a:rPr>
              <a:t>一键起</a:t>
            </a:r>
          </a:p>
        </p:txBody>
      </p:sp>
      <p:sp>
        <p:nvSpPr>
          <p:cNvPr id="103" name="">
            <a:extLst xmlns:a="http://schemas.openxmlformats.org/drawingml/2006/main">
              <a:ext uri="{FF2B5EF4-FFF2-40B4-BE49-F238E27FC236}">
                <a16:creationId xmlns:a16="http://schemas.microsoft.com/office/drawing/2014/main" id="{A4F4728F-4669-4927-9C91-9CEB2AA160BF}"/>
              </a:ext>
            </a:extLst>
          </p:cNvPr>
          <p:cNvSpPr>
            <a:spLocks xmlns:a="http://schemas.openxmlformats.org/drawingml/2006/main" noGrp="1"/>
          </p:cNvSpPr>
          <p:nvPr/>
        </p:nvSpPr>
        <p:spPr>
          <a:xfrm xmlns:a="http://schemas.openxmlformats.org/drawingml/2006/main">
            <a:off x="1409700" y="5429250"/>
            <a:ext cx="64008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无 </a:t>
            </a:r>
            <a:r>
              <a:rPr sz="863" b="0">
                <a:solidFill>
                  <a:srgbClr val="9FC2E8"/>
                </a:solidFill>
                <a:latin typeface="微软雅黑"/>
                <a:ea typeface="微软雅黑"/>
                <a:cs typeface="微软雅黑"/>
              </a:rPr>
              <a:t>ORM</a:t>
            </a:r>
            <a:r>
              <a:rPr sz="863" b="0">
                <a:solidFill>
                  <a:srgbClr val="9FC2E8"/>
                </a:solidFill>
                <a:latin typeface="微软雅黑"/>
                <a:ea typeface="微软雅黑"/>
                <a:cs typeface="微软雅黑"/>
              </a:rPr>
              <a:t>；</a:t>
            </a:r>
            <a:r>
              <a:rPr sz="863" b="0">
                <a:solidFill>
                  <a:srgbClr val="9FC2E8"/>
                </a:solidFill>
                <a:latin typeface="微软雅黑"/>
                <a:ea typeface="微软雅黑"/>
                <a:cs typeface="微软雅黑"/>
              </a:rPr>
              <a:t>MySQL + API + Web </a:t>
            </a:r>
            <a:r>
              <a:rPr sz="863" b="0">
                <a:solidFill>
                  <a:srgbClr val="9FC2E8"/>
                </a:solidFill>
                <a:latin typeface="微软雅黑"/>
                <a:ea typeface="微软雅黑"/>
                <a:cs typeface="微软雅黑"/>
              </a:rPr>
              <a:t>三容器，支持内网部署与完全离线运行。</a:t>
            </a:r>
          </a:p>
        </p:txBody>
      </p:sp>
      <p:sp>
        <p:nvSpPr>
          <p:cNvPr id="104" name="">
            <a:extLst xmlns:a="http://schemas.openxmlformats.org/drawingml/2006/main">
              <a:ext uri="{FF2B5EF4-FFF2-40B4-BE49-F238E27FC236}">
                <a16:creationId xmlns:a16="http://schemas.microsoft.com/office/drawing/2014/main" id="{19C92282-8759-4CB0-B4D7-BBCC207DA8B9}"/>
              </a:ext>
            </a:extLst>
          </p:cNvPr>
          <p:cNvSpPr>
            <a:spLocks xmlns:a="http://schemas.openxmlformats.org/drawingml/2006/main" noGrp="1"/>
          </p:cNvSpPr>
          <p:nvPr/>
        </p:nvSpPr>
        <p:spPr>
          <a:xfrm xmlns:a="http://schemas.openxmlformats.org/drawingml/2006/main">
            <a:off x="8077200" y="1333500"/>
            <a:ext cx="3829050" cy="4610100"/>
          </a:xfrm>
          <a:prstGeom xmlns:a="http://schemas.openxmlformats.org/drawingml/2006/main" prst="roundRect">
            <a:avLst>
              <a:gd name="adj" fmla="val 2239"/>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5" name="">
            <a:extLst xmlns:a="http://schemas.openxmlformats.org/drawingml/2006/main">
              <a:ext uri="{FF2B5EF4-FFF2-40B4-BE49-F238E27FC236}">
                <a16:creationId xmlns:a16="http://schemas.microsoft.com/office/drawing/2014/main" id="{38E798B9-ED5F-4B5D-96C2-88E7621B2F0A}"/>
              </a:ext>
            </a:extLst>
          </p:cNvPr>
          <p:cNvSpPr>
            <a:spLocks xmlns:a="http://schemas.openxmlformats.org/drawingml/2006/main" noGrp="1"/>
          </p:cNvSpPr>
          <p:nvPr/>
        </p:nvSpPr>
        <p:spPr>
          <a:xfrm xmlns:a="http://schemas.openxmlformats.org/drawingml/2006/main">
            <a:off x="8267700" y="1466850"/>
            <a:ext cx="34861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工程规模（可现场核对）</a:t>
            </a:r>
          </a:p>
        </p:txBody>
      </p:sp>
      <p:sp>
        <p:nvSpPr>
          <p:cNvPr id="106" name="">
            <a:extLst xmlns:a="http://schemas.openxmlformats.org/drawingml/2006/main">
              <a:ext uri="{FF2B5EF4-FFF2-40B4-BE49-F238E27FC236}">
                <a16:creationId xmlns:a16="http://schemas.microsoft.com/office/drawing/2014/main" id="{8CF8681C-3D77-4C44-B4F8-F5718A08DACC}"/>
              </a:ext>
            </a:extLst>
          </p:cNvPr>
          <p:cNvSpPr>
            <a:spLocks xmlns:a="http://schemas.openxmlformats.org/drawingml/2006/main" noGrp="1"/>
          </p:cNvSpPr>
          <p:nvPr/>
        </p:nvSpPr>
        <p:spPr>
          <a:xfrm xmlns:a="http://schemas.openxmlformats.org/drawingml/2006/main">
            <a:off x="8267700" y="1885950"/>
            <a:ext cx="34861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75 </a:t>
            </a:r>
            <a:r>
              <a:rPr sz="1950" b="1">
                <a:solidFill>
                  <a:srgbClr val="FFFFFF"/>
                </a:solidFill>
                <a:latin typeface="Bahnschrift"/>
                <a:ea typeface="Bahnschrift"/>
                <a:cs typeface="Bahnschrift"/>
              </a:rPr>
              <a:t>个</a:t>
            </a:r>
          </a:p>
        </p:txBody>
      </p:sp>
      <p:sp>
        <p:nvSpPr>
          <p:cNvPr id="107" name="">
            <a:extLst xmlns:a="http://schemas.openxmlformats.org/drawingml/2006/main">
              <a:ext uri="{FF2B5EF4-FFF2-40B4-BE49-F238E27FC236}">
                <a16:creationId xmlns:a16="http://schemas.microsoft.com/office/drawing/2014/main" id="{464B6006-440A-41FF-8C70-3B26E8D9422C}"/>
              </a:ext>
            </a:extLst>
          </p:cNvPr>
          <p:cNvSpPr>
            <a:spLocks xmlns:a="http://schemas.openxmlformats.org/drawingml/2006/main" noGrp="1"/>
          </p:cNvSpPr>
          <p:nvPr/>
        </p:nvSpPr>
        <p:spPr>
          <a:xfrm xmlns:a="http://schemas.openxmlformats.org/drawingml/2006/main">
            <a:off x="8267700" y="2209800"/>
            <a:ext cx="3486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在线接口</a:t>
            </a:r>
          </a:p>
        </p:txBody>
      </p:sp>
      <p:sp>
        <p:nvSpPr>
          <p:cNvPr id="108" name="">
            <a:extLst xmlns:a="http://schemas.openxmlformats.org/drawingml/2006/main">
              <a:ext uri="{FF2B5EF4-FFF2-40B4-BE49-F238E27FC236}">
                <a16:creationId xmlns:a16="http://schemas.microsoft.com/office/drawing/2014/main" id="{CEDB1B99-6888-4476-8D58-C6999E0D51E9}"/>
              </a:ext>
            </a:extLst>
          </p:cNvPr>
          <p:cNvSpPr>
            <a:spLocks xmlns:a="http://schemas.openxmlformats.org/drawingml/2006/main" noGrp="1"/>
          </p:cNvSpPr>
          <p:nvPr/>
        </p:nvSpPr>
        <p:spPr>
          <a:xfrm xmlns:a="http://schemas.openxmlformats.org/drawingml/2006/main">
            <a:off x="8267700" y="2476500"/>
            <a:ext cx="3486150" cy="9525"/>
          </a:xfrm>
          <a:prstGeom xmlns:a="http://schemas.openxmlformats.org/drawingml/2006/main" prst="rect">
            <a:avLst/>
          </a:prstGeom>
          <a:solidFill xmlns:a="http://schemas.openxmlformats.org/drawingml/2006/main">
            <a:srgbClr val="173D68"/>
          </a:soli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0EE37C11-5719-47E3-B843-B041CDEF25DD}"/>
              </a:ext>
            </a:extLst>
          </p:cNvPr>
          <p:cNvSpPr>
            <a:spLocks xmlns:a="http://schemas.openxmlformats.org/drawingml/2006/main" noGrp="1"/>
          </p:cNvSpPr>
          <p:nvPr/>
        </p:nvSpPr>
        <p:spPr>
          <a:xfrm xmlns:a="http://schemas.openxmlformats.org/drawingml/2006/main">
            <a:off x="8267700" y="2686050"/>
            <a:ext cx="34861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53 </a:t>
            </a:r>
            <a:r>
              <a:rPr sz="1950" b="1">
                <a:solidFill>
                  <a:srgbClr val="FFFFFF"/>
                </a:solidFill>
                <a:latin typeface="Bahnschrift"/>
                <a:ea typeface="Bahnschrift"/>
                <a:cs typeface="Bahnschrift"/>
              </a:rPr>
              <a:t>张</a:t>
            </a:r>
          </a:p>
        </p:txBody>
      </p:sp>
      <p:sp>
        <p:nvSpPr>
          <p:cNvPr id="110" name="">
            <a:extLst xmlns:a="http://schemas.openxmlformats.org/drawingml/2006/main">
              <a:ext uri="{FF2B5EF4-FFF2-40B4-BE49-F238E27FC236}">
                <a16:creationId xmlns:a16="http://schemas.microsoft.com/office/drawing/2014/main" id="{01FEEFDB-FC46-4B4A-87BF-51EA2C3EC22A}"/>
              </a:ext>
            </a:extLst>
          </p:cNvPr>
          <p:cNvSpPr>
            <a:spLocks xmlns:a="http://schemas.openxmlformats.org/drawingml/2006/main" noGrp="1"/>
          </p:cNvSpPr>
          <p:nvPr/>
        </p:nvSpPr>
        <p:spPr>
          <a:xfrm xmlns:a="http://schemas.openxmlformats.org/drawingml/2006/main">
            <a:off x="8267700" y="3009900"/>
            <a:ext cx="3486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数据库表（</a:t>
            </a:r>
            <a:r>
              <a:rPr sz="900" b="0">
                <a:solidFill>
                  <a:srgbClr val="9FC2E8"/>
                </a:solidFill>
                <a:latin typeface="微软雅黑"/>
                <a:ea typeface="微软雅黑"/>
                <a:cs typeface="微软雅黑"/>
              </a:rPr>
              <a:t>7 </a:t>
            </a:r>
            <a:r>
              <a:rPr sz="900" b="0">
                <a:solidFill>
                  <a:srgbClr val="9FC2E8"/>
                </a:solidFill>
                <a:latin typeface="微软雅黑"/>
                <a:ea typeface="微软雅黑"/>
                <a:cs typeface="微软雅黑"/>
              </a:rPr>
              <a:t>组）</a:t>
            </a:r>
          </a:p>
        </p:txBody>
      </p:sp>
      <p:sp>
        <p:nvSpPr>
          <p:cNvPr id="111" name="">
            <a:extLst xmlns:a="http://schemas.openxmlformats.org/drawingml/2006/main">
              <a:ext uri="{FF2B5EF4-FFF2-40B4-BE49-F238E27FC236}">
                <a16:creationId xmlns:a16="http://schemas.microsoft.com/office/drawing/2014/main" id="{8CA7B859-EEEE-480F-B770-2CAC5A94B6A6}"/>
              </a:ext>
            </a:extLst>
          </p:cNvPr>
          <p:cNvSpPr>
            <a:spLocks xmlns:a="http://schemas.openxmlformats.org/drawingml/2006/main" noGrp="1"/>
          </p:cNvSpPr>
          <p:nvPr/>
        </p:nvSpPr>
        <p:spPr>
          <a:xfrm xmlns:a="http://schemas.openxmlformats.org/drawingml/2006/main">
            <a:off x="8267700" y="3276600"/>
            <a:ext cx="3486150" cy="9525"/>
          </a:xfrm>
          <a:prstGeom xmlns:a="http://schemas.openxmlformats.org/drawingml/2006/main" prst="rect">
            <a:avLst/>
          </a:prstGeom>
          <a:solidFill xmlns:a="http://schemas.openxmlformats.org/drawingml/2006/main">
            <a:srgbClr val="173D68"/>
          </a:solidFill>
          <a:ln xmlns:a="http://schemas.openxmlformats.org/drawingml/2006/main" w="0">
            <a:solidFill>
              <a:srgbClr val="000000"/>
            </a:solidFill>
            <a:prstDash val="solid"/>
          </a:ln>
        </p:spPr>
      </p:sp>
      <p:sp>
        <p:nvSpPr>
          <p:cNvPr id="112" name="">
            <a:extLst xmlns:a="http://schemas.openxmlformats.org/drawingml/2006/main">
              <a:ext uri="{FF2B5EF4-FFF2-40B4-BE49-F238E27FC236}">
                <a16:creationId xmlns:a16="http://schemas.microsoft.com/office/drawing/2014/main" id="{C5049458-5728-4CCE-9941-63DBD4BB5F07}"/>
              </a:ext>
            </a:extLst>
          </p:cNvPr>
          <p:cNvSpPr>
            <a:spLocks xmlns:a="http://schemas.openxmlformats.org/drawingml/2006/main" noGrp="1"/>
          </p:cNvSpPr>
          <p:nvPr/>
        </p:nvSpPr>
        <p:spPr>
          <a:xfrm xmlns:a="http://schemas.openxmlformats.org/drawingml/2006/main">
            <a:off x="8267700" y="3486150"/>
            <a:ext cx="34861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18 </a:t>
            </a:r>
            <a:r>
              <a:rPr sz="1950" b="1">
                <a:solidFill>
                  <a:srgbClr val="FFFFFF"/>
                </a:solidFill>
                <a:latin typeface="Bahnschrift"/>
                <a:ea typeface="Bahnschrift"/>
                <a:cs typeface="Bahnschrift"/>
              </a:rPr>
              <a:t>条</a:t>
            </a:r>
          </a:p>
        </p:txBody>
      </p:sp>
      <p:sp>
        <p:nvSpPr>
          <p:cNvPr id="113" name="">
            <a:extLst xmlns:a="http://schemas.openxmlformats.org/drawingml/2006/main">
              <a:ext uri="{FF2B5EF4-FFF2-40B4-BE49-F238E27FC236}">
                <a16:creationId xmlns:a16="http://schemas.microsoft.com/office/drawing/2014/main" id="{C6F16057-06C1-442C-A153-B5E1FCA99346}"/>
              </a:ext>
            </a:extLst>
          </p:cNvPr>
          <p:cNvSpPr>
            <a:spLocks xmlns:a="http://schemas.openxmlformats.org/drawingml/2006/main" noGrp="1"/>
          </p:cNvSpPr>
          <p:nvPr/>
        </p:nvSpPr>
        <p:spPr>
          <a:xfrm xmlns:a="http://schemas.openxmlformats.org/drawingml/2006/main">
            <a:off x="8267700" y="3810000"/>
            <a:ext cx="3486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启用规则（</a:t>
            </a:r>
            <a:r>
              <a:rPr sz="900" b="0">
                <a:solidFill>
                  <a:srgbClr val="9FC2E8"/>
                </a:solidFill>
                <a:latin typeface="微软雅黑"/>
                <a:ea typeface="微软雅黑"/>
                <a:cs typeface="微软雅黑"/>
              </a:rPr>
              <a:t>5 </a:t>
            </a:r>
            <a:r>
              <a:rPr sz="900" b="0">
                <a:solidFill>
                  <a:srgbClr val="9FC2E8"/>
                </a:solidFill>
                <a:latin typeface="微软雅黑"/>
                <a:ea typeface="微软雅黑"/>
                <a:cs typeface="微软雅黑"/>
              </a:rPr>
              <a:t>场景）</a:t>
            </a:r>
          </a:p>
        </p:txBody>
      </p:sp>
      <p:sp>
        <p:nvSpPr>
          <p:cNvPr id="114" name="">
            <a:extLst xmlns:a="http://schemas.openxmlformats.org/drawingml/2006/main">
              <a:ext uri="{FF2B5EF4-FFF2-40B4-BE49-F238E27FC236}">
                <a16:creationId xmlns:a16="http://schemas.microsoft.com/office/drawing/2014/main" id="{CF298D9C-0247-413B-B9F1-F6690516D98E}"/>
              </a:ext>
            </a:extLst>
          </p:cNvPr>
          <p:cNvSpPr>
            <a:spLocks xmlns:a="http://schemas.openxmlformats.org/drawingml/2006/main" noGrp="1"/>
          </p:cNvSpPr>
          <p:nvPr/>
        </p:nvSpPr>
        <p:spPr>
          <a:xfrm xmlns:a="http://schemas.openxmlformats.org/drawingml/2006/main">
            <a:off x="8267700" y="4076700"/>
            <a:ext cx="3486150" cy="9525"/>
          </a:xfrm>
          <a:prstGeom xmlns:a="http://schemas.openxmlformats.org/drawingml/2006/main" prst="rect">
            <a:avLst/>
          </a:prstGeom>
          <a:solidFill xmlns:a="http://schemas.openxmlformats.org/drawingml/2006/main">
            <a:srgbClr val="173D68"/>
          </a:soli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AA08BAAE-8A8B-482E-BD1C-C43565D3A89D}"/>
              </a:ext>
            </a:extLst>
          </p:cNvPr>
          <p:cNvSpPr>
            <a:spLocks xmlns:a="http://schemas.openxmlformats.org/drawingml/2006/main" noGrp="1"/>
          </p:cNvSpPr>
          <p:nvPr/>
        </p:nvSpPr>
        <p:spPr>
          <a:xfrm xmlns:a="http://schemas.openxmlformats.org/drawingml/2006/main">
            <a:off x="8267700" y="4286250"/>
            <a:ext cx="34861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11 </a:t>
            </a:r>
            <a:r>
              <a:rPr sz="1950" b="1">
                <a:solidFill>
                  <a:srgbClr val="FFFFFF"/>
                </a:solidFill>
                <a:latin typeface="Bahnschrift"/>
                <a:ea typeface="Bahnschrift"/>
                <a:cs typeface="Bahnschrift"/>
              </a:rPr>
              <a:t>个</a:t>
            </a:r>
          </a:p>
        </p:txBody>
      </p:sp>
      <p:sp>
        <p:nvSpPr>
          <p:cNvPr id="116" name="">
            <a:extLst xmlns:a="http://schemas.openxmlformats.org/drawingml/2006/main">
              <a:ext uri="{FF2B5EF4-FFF2-40B4-BE49-F238E27FC236}">
                <a16:creationId xmlns:a16="http://schemas.microsoft.com/office/drawing/2014/main" id="{5031A1CB-98CF-4D91-97BC-8A8FE1FCE9B3}"/>
              </a:ext>
            </a:extLst>
          </p:cNvPr>
          <p:cNvSpPr>
            <a:spLocks xmlns:a="http://schemas.openxmlformats.org/drawingml/2006/main" noGrp="1"/>
          </p:cNvSpPr>
          <p:nvPr/>
        </p:nvSpPr>
        <p:spPr>
          <a:xfrm xmlns:a="http://schemas.openxmlformats.org/drawingml/2006/main">
            <a:off x="8267700" y="4610100"/>
            <a:ext cx="3486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建库脚本（</a:t>
            </a:r>
            <a:r>
              <a:rPr sz="900" b="0">
                <a:solidFill>
                  <a:srgbClr val="9FC2E8"/>
                </a:solidFill>
                <a:latin typeface="微软雅黑"/>
                <a:ea typeface="微软雅黑"/>
                <a:cs typeface="微软雅黑"/>
              </a:rPr>
              <a:t>001~011</a:t>
            </a:r>
            <a:r>
              <a:rPr sz="900" b="0">
                <a:solidFill>
                  <a:srgbClr val="9FC2E8"/>
                </a:solidFill>
                <a:latin typeface="微软雅黑"/>
                <a:ea typeface="微软雅黑"/>
                <a:cs typeface="微软雅黑"/>
              </a:rPr>
              <a:t>）</a:t>
            </a:r>
          </a:p>
        </p:txBody>
      </p:sp>
      <p:sp>
        <p:nvSpPr>
          <p:cNvPr id="117" name="">
            <a:extLst xmlns:a="http://schemas.openxmlformats.org/drawingml/2006/main">
              <a:ext uri="{FF2B5EF4-FFF2-40B4-BE49-F238E27FC236}">
                <a16:creationId xmlns:a16="http://schemas.microsoft.com/office/drawing/2014/main" id="{5E4E269C-2338-4580-9BA1-0E79A81884B0}"/>
              </a:ext>
            </a:extLst>
          </p:cNvPr>
          <p:cNvSpPr>
            <a:spLocks xmlns:a="http://schemas.openxmlformats.org/drawingml/2006/main" noGrp="1"/>
          </p:cNvSpPr>
          <p:nvPr/>
        </p:nvSpPr>
        <p:spPr>
          <a:xfrm xmlns:a="http://schemas.openxmlformats.org/drawingml/2006/main">
            <a:off x="8267700" y="4876800"/>
            <a:ext cx="3486150" cy="9525"/>
          </a:xfrm>
          <a:prstGeom xmlns:a="http://schemas.openxmlformats.org/drawingml/2006/main" prst="rect">
            <a:avLst/>
          </a:prstGeom>
          <a:solidFill xmlns:a="http://schemas.openxmlformats.org/drawingml/2006/main">
            <a:srgbClr val="173D68"/>
          </a:solidFill>
          <a:ln xmlns:a="http://schemas.openxmlformats.org/drawingml/2006/main" w="0">
            <a:solidFill>
              <a:srgbClr val="000000"/>
            </a:solidFill>
            <a:prstDash val="solid"/>
          </a:ln>
        </p:spPr>
      </p:sp>
      <p:sp>
        <p:nvSpPr>
          <p:cNvPr id="118" name="">
            <a:extLst xmlns:a="http://schemas.openxmlformats.org/drawingml/2006/main">
              <a:ext uri="{FF2B5EF4-FFF2-40B4-BE49-F238E27FC236}">
                <a16:creationId xmlns:a16="http://schemas.microsoft.com/office/drawing/2014/main" id="{9ADB8165-C57A-4E12-AADC-4C5C0F9DC68E}"/>
              </a:ext>
            </a:extLst>
          </p:cNvPr>
          <p:cNvSpPr>
            <a:spLocks xmlns:a="http://schemas.openxmlformats.org/drawingml/2006/main" noGrp="1"/>
          </p:cNvSpPr>
          <p:nvPr/>
        </p:nvSpPr>
        <p:spPr>
          <a:xfrm xmlns:a="http://schemas.openxmlformats.org/drawingml/2006/main">
            <a:off x="8267700" y="5086350"/>
            <a:ext cx="34861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4 </a:t>
            </a:r>
            <a:r>
              <a:rPr sz="1950" b="1">
                <a:solidFill>
                  <a:srgbClr val="FFFFFF"/>
                </a:solidFill>
                <a:latin typeface="Bahnschrift"/>
                <a:ea typeface="Bahnschrift"/>
                <a:cs typeface="Bahnschrift"/>
              </a:rPr>
              <a:t>类</a:t>
            </a:r>
          </a:p>
        </p:txBody>
      </p:sp>
      <p:sp>
        <p:nvSpPr>
          <p:cNvPr id="119" name="">
            <a:extLst xmlns:a="http://schemas.openxmlformats.org/drawingml/2006/main">
              <a:ext uri="{FF2B5EF4-FFF2-40B4-BE49-F238E27FC236}">
                <a16:creationId xmlns:a16="http://schemas.microsoft.com/office/drawing/2014/main" id="{3DB18AB2-1035-42D7-93EC-A259DA80CB74}"/>
              </a:ext>
            </a:extLst>
          </p:cNvPr>
          <p:cNvSpPr>
            <a:spLocks xmlns:a="http://schemas.openxmlformats.org/drawingml/2006/main" noGrp="1"/>
          </p:cNvSpPr>
          <p:nvPr/>
        </p:nvSpPr>
        <p:spPr>
          <a:xfrm xmlns:a="http://schemas.openxmlformats.org/drawingml/2006/main">
            <a:off x="8267700" y="5410200"/>
            <a:ext cx="3486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角色：员工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班组长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管理者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管理员</a:t>
            </a:r>
          </a:p>
        </p:txBody>
      </p:sp>
      <p:sp>
        <p:nvSpPr>
          <p:cNvPr id="120" name="">
            <a:extLst xmlns:a="http://schemas.openxmlformats.org/drawingml/2006/main">
              <a:ext uri="{FF2B5EF4-FFF2-40B4-BE49-F238E27FC236}">
                <a16:creationId xmlns:a16="http://schemas.microsoft.com/office/drawing/2014/main" id="{0F5518B8-1D05-40DB-82CD-5DC757F2B44C}"/>
              </a:ext>
            </a:extLst>
          </p:cNvPr>
          <p:cNvSpPr>
            <a:spLocks xmlns:a="http://schemas.openxmlformats.org/drawingml/2006/main" noGrp="1"/>
          </p:cNvSpPr>
          <p:nvPr/>
        </p:nvSpPr>
        <p:spPr>
          <a:xfrm xmlns:a="http://schemas.openxmlformats.org/drawingml/2006/main">
            <a:off x="8267700" y="5676900"/>
            <a:ext cx="3486150" cy="9525"/>
          </a:xfrm>
          <a:prstGeom xmlns:a="http://schemas.openxmlformats.org/drawingml/2006/main" prst="rect">
            <a:avLst/>
          </a:prstGeom>
          <a:solidFill xmlns:a="http://schemas.openxmlformats.org/drawingml/2006/main">
            <a:srgbClr val="173D68"/>
          </a:solidFill>
          <a:ln xmlns:a="http://schemas.openxmlformats.org/drawingml/2006/main" w="0">
            <a:solidFill>
              <a:srgbClr val="000000"/>
            </a:solidFill>
            <a:prstDash val="solid"/>
          </a:ln>
        </p:spPr>
      </p:sp>
      <p:sp>
        <p:nvSpPr>
          <p:cNvPr id="121" name="">
            <a:extLst xmlns:a="http://schemas.openxmlformats.org/drawingml/2006/main">
              <a:ext uri="{FF2B5EF4-FFF2-40B4-BE49-F238E27FC236}">
                <a16:creationId xmlns:a16="http://schemas.microsoft.com/office/drawing/2014/main" id="{DD81F0CD-50A9-472D-AA6A-9C969F9C8994}"/>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22" name="">
            <a:extLst xmlns:a="http://schemas.openxmlformats.org/drawingml/2006/main">
              <a:ext uri="{FF2B5EF4-FFF2-40B4-BE49-F238E27FC236}">
                <a16:creationId xmlns:a16="http://schemas.microsoft.com/office/drawing/2014/main" id="{1125F0FB-1C3E-49E5-8B45-555E5752E4A3}"/>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23" name="">
            <a:extLst xmlns:a="http://schemas.openxmlformats.org/drawingml/2006/main">
              <a:ext uri="{FF2B5EF4-FFF2-40B4-BE49-F238E27FC236}">
                <a16:creationId xmlns:a16="http://schemas.microsoft.com/office/drawing/2014/main" id="{B066F05E-DC11-44EB-87E0-031C1E3B27A6}"/>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4" name="">
            <a:extLst xmlns:a="http://schemas.openxmlformats.org/drawingml/2006/main">
              <a:ext uri="{FF2B5EF4-FFF2-40B4-BE49-F238E27FC236}">
                <a16:creationId xmlns:a16="http://schemas.microsoft.com/office/drawing/2014/main" id="{AD2DB8C8-798B-4D82-B066-9433B09CEEB3}"/>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5" name="">
            <a:extLst xmlns:a="http://schemas.openxmlformats.org/drawingml/2006/main">
              <a:ext uri="{FF2B5EF4-FFF2-40B4-BE49-F238E27FC236}">
                <a16:creationId xmlns:a16="http://schemas.microsoft.com/office/drawing/2014/main" id="{7F8E2A42-2565-4A81-9381-B9A17AF70930}"/>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6" name="">
            <a:extLst xmlns:a="http://schemas.openxmlformats.org/drawingml/2006/main">
              <a:ext uri="{FF2B5EF4-FFF2-40B4-BE49-F238E27FC236}">
                <a16:creationId xmlns:a16="http://schemas.microsoft.com/office/drawing/2014/main" id="{450D4FF3-E977-4E55-9258-27BF2D7F62B1}"/>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27" name="">
            <a:extLst xmlns:a="http://schemas.openxmlformats.org/drawingml/2006/main">
              <a:ext uri="{FF2B5EF4-FFF2-40B4-BE49-F238E27FC236}">
                <a16:creationId xmlns:a16="http://schemas.microsoft.com/office/drawing/2014/main" id="{4F504650-30F1-40EB-BF4F-92F974EDC556}"/>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28" name="">
            <a:extLst xmlns:a="http://schemas.openxmlformats.org/drawingml/2006/main">
              <a:ext uri="{FF2B5EF4-FFF2-40B4-BE49-F238E27FC236}">
                <a16:creationId xmlns:a16="http://schemas.microsoft.com/office/drawing/2014/main" id="{C440210C-66C4-48AD-A613-D51853DEDF12}"/>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20</a:t>
            </a:r>
          </a:p>
        </p:txBody>
      </p:sp>
    </p:spTree>
    <p:extLst>
      <p:ext uri="{BB962C8B-B14F-4D97-AF65-F5344CB8AC3E}">
        <p14:creationId xmlns:p14="http://schemas.microsoft.com/office/powerpoint/2010/main" val="1837239195"/>
      </p:ext>
    </p:extLst>
  </p:cSld>
</p:sld>
</file>

<file path=ppt/slides/slide21.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529d939a674c423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D8FA76-1666-4111-8EB7-564ECB68353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44ABF687-6406-4BCA-A15E-6134AE16C066}"/>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AD3B6">
                  <a:alpha val="15000"/>
                </a:srgbClr>
              </a:gs>
              <a:gs pos="45000">
                <a:srgbClr val="2AD3B6">
                  <a:alpha val="6000"/>
                </a:srgbClr>
              </a:gs>
              <a:gs pos="100000">
                <a:srgbClr val="2AD3B6">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2985E8D1-B1AA-4F83-ACDE-D23E50EABF8B}"/>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711D9D50-44FB-4046-BBF1-79F9DFEF07E2}"/>
              </a:ext>
            </a:extLst>
          </p:cNvPr>
          <p:cNvSpPr>
            <a:spLocks xmlns:a="http://schemas.openxmlformats.org/drawingml/2006/main" noGrp="1"/>
          </p:cNvSpPr>
          <p:nvPr/>
        </p:nvSpPr>
        <p:spPr>
          <a:xfrm xmlns:a="http://schemas.openxmlformats.org/drawingml/2006/main">
            <a:off x="9925050" y="952500"/>
            <a:ext cx="533400" cy="480060"/>
          </a:xfrm>
          <a:prstGeom xmlns:a="http://schemas.openxmlformats.org/drawingml/2006/main" prst="hexagon">
            <a:avLst/>
          </a:prstGeom>
          <a:noFill xmlns:a="http://schemas.openxmlformats.org/drawingml/2006/main"/>
          <a:ln xmlns:a="http://schemas.openxmlformats.org/drawingml/2006/main">
            <a:solidFill>
              <a:srgbClr val="2AD3B6">
                <a:alpha val="28000"/>
              </a:srgbClr>
            </a:solidFill>
            <a:prstDash val="solid"/>
          </a:ln>
        </p:spPr>
      </p:sp>
      <p:sp>
        <p:nvSpPr>
          <p:cNvPr id="6" name="">
            <a:extLst xmlns:a="http://schemas.openxmlformats.org/drawingml/2006/main">
              <a:ext uri="{FF2B5EF4-FFF2-40B4-BE49-F238E27FC236}">
                <a16:creationId xmlns:a16="http://schemas.microsoft.com/office/drawing/2014/main" id="{667CC271-D653-4756-A118-31273D5FA48D}"/>
              </a:ext>
            </a:extLst>
          </p:cNvPr>
          <p:cNvSpPr>
            <a:spLocks xmlns:a="http://schemas.openxmlformats.org/drawingml/2006/main" noGrp="1"/>
          </p:cNvSpPr>
          <p:nvPr/>
        </p:nvSpPr>
        <p:spPr>
          <a:xfrm xmlns:a="http://schemas.openxmlformats.org/drawingml/2006/main">
            <a:off x="10479024" y="1101852"/>
            <a:ext cx="533400" cy="480060"/>
          </a:xfrm>
          <a:prstGeom xmlns:a="http://schemas.openxmlformats.org/drawingml/2006/main" prst="hexagon">
            <a:avLst/>
          </a:prstGeom>
          <a:noFill xmlns:a="http://schemas.openxmlformats.org/drawingml/2006/main"/>
          <a:ln xmlns:a="http://schemas.openxmlformats.org/drawingml/2006/main">
            <a:solidFill>
              <a:srgbClr val="2AD3B6">
                <a:alpha val="28000"/>
              </a:srgbClr>
            </a:solidFill>
            <a:prstDash val="solid"/>
          </a:ln>
        </p:spPr>
      </p:sp>
      <p:sp>
        <p:nvSpPr>
          <p:cNvPr id="7" name="">
            <a:extLst xmlns:a="http://schemas.openxmlformats.org/drawingml/2006/main">
              <a:ext uri="{FF2B5EF4-FFF2-40B4-BE49-F238E27FC236}">
                <a16:creationId xmlns:a16="http://schemas.microsoft.com/office/drawing/2014/main" id="{80E75525-0662-4EAE-9992-617D4AEFFC5B}"/>
              </a:ext>
            </a:extLst>
          </p:cNvPr>
          <p:cNvSpPr>
            <a:spLocks xmlns:a="http://schemas.openxmlformats.org/drawingml/2006/main" noGrp="1"/>
          </p:cNvSpPr>
          <p:nvPr/>
        </p:nvSpPr>
        <p:spPr>
          <a:xfrm xmlns:a="http://schemas.openxmlformats.org/drawingml/2006/main">
            <a:off x="11032998" y="952500"/>
            <a:ext cx="533400" cy="480060"/>
          </a:xfrm>
          <a:prstGeom xmlns:a="http://schemas.openxmlformats.org/drawingml/2006/main" prst="hexagon">
            <a:avLst/>
          </a:prstGeom>
          <a:noFill xmlns:a="http://schemas.openxmlformats.org/drawingml/2006/main"/>
          <a:ln xmlns:a="http://schemas.openxmlformats.org/drawingml/2006/main">
            <a:solidFill>
              <a:srgbClr val="2AD3B6">
                <a:alpha val="28000"/>
              </a:srgbClr>
            </a:solidFill>
            <a:prstDash val="solid"/>
          </a:ln>
        </p:spPr>
      </p:sp>
      <p:sp>
        <p:nvSpPr>
          <p:cNvPr id="8" name="">
            <a:extLst xmlns:a="http://schemas.openxmlformats.org/drawingml/2006/main">
              <a:ext uri="{FF2B5EF4-FFF2-40B4-BE49-F238E27FC236}">
                <a16:creationId xmlns:a16="http://schemas.microsoft.com/office/drawing/2014/main" id="{A7E8C520-E898-4307-8BC8-BEE936728B61}"/>
              </a:ext>
            </a:extLst>
          </p:cNvPr>
          <p:cNvSpPr>
            <a:spLocks xmlns:a="http://schemas.openxmlformats.org/drawingml/2006/main" noGrp="1"/>
          </p:cNvSpPr>
          <p:nvPr/>
        </p:nvSpPr>
        <p:spPr>
          <a:xfrm xmlns:a="http://schemas.openxmlformats.org/drawingml/2006/main">
            <a:off x="9925050" y="1657350"/>
            <a:ext cx="1143000" cy="19050"/>
          </a:xfrm>
          <a:prstGeom xmlns:a="http://schemas.openxmlformats.org/drawingml/2006/main" prst="rect">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9A86FE29-FF75-49AD-B33E-66ED1293EE55}"/>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692A7D2B-C887-402F-BAA2-C33031BC8552}"/>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A7DC1651-D030-4C02-946C-05D64AF4AB47}"/>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1B8695EA-DC6F-4EE8-B9EA-CD6D6D69C0BF}"/>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CC4B01E5-8ACA-4D6E-AC45-E53706A04120}"/>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3F86861E-8671-4C6B-9843-27DB71ECE762}"/>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DC1F4E98-ACFF-41B6-A31D-AC2243C51A6A}"/>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A327C002-C319-479B-99AD-FE89C005F0CA}"/>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176E653C-FE61-48E5-BF68-867776909523}"/>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00966D4D-C393-493B-83E1-B053256CCEF3}"/>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5F849E5C-E67D-4AF1-86C0-128227A23457}"/>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0B8CDA66-3421-46A1-ABC7-A5CDEEC909DD}"/>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F5B1DA09-290B-425E-A2E1-4BE18FD742EB}"/>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2" name="">
            <a:extLst xmlns:a="http://schemas.openxmlformats.org/drawingml/2006/main">
              <a:ext uri="{FF2B5EF4-FFF2-40B4-BE49-F238E27FC236}">
                <a16:creationId xmlns:a16="http://schemas.microsoft.com/office/drawing/2014/main" id="{84806C69-315A-46DB-85B6-B7C8C3E06018}"/>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3" name="">
            <a:extLst xmlns:a="http://schemas.openxmlformats.org/drawingml/2006/main">
              <a:ext uri="{FF2B5EF4-FFF2-40B4-BE49-F238E27FC236}">
                <a16:creationId xmlns:a16="http://schemas.microsoft.com/office/drawing/2014/main" id="{724C4723-A686-441A-94D7-DD606732860A}"/>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017BC5DB-8018-4EA2-9C21-D99B688ECD4D}"/>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1EB6F7E8-31D6-4C27-A078-9D3FE9867451}"/>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EDE247D3-580A-43A9-8D88-CB7A764E380C}"/>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ED2DAE9F-B938-40B9-A34E-916CEEA4E842}"/>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F8F97DBE-7FEA-439E-8C2F-172DACF671E3}"/>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454B81F5-E57F-43D3-A8AF-232065AFD77B}"/>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D4677412-57B4-4CDB-9BD2-CBD4851FC328}"/>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137A6201-60F9-479A-AEDD-6F01EE4307FD}"/>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2140F6F2-2A3A-4796-AA8B-67C864648816}"/>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071A72C4-2AB8-455C-8503-9BCBB5BCB7CE}"/>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FB02C31B-3461-42CD-B3A8-856AADE8D9AF}"/>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01D1436D-CDA0-4F0E-AB87-BE5AADE6E7B4}"/>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EB34474A-79A8-4E14-901B-E3A44126E3F4}"/>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54B9A8DA-1B3A-4F3E-B2B9-140BEA0A98BF}"/>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D24F0356-0215-43ED-85DB-8B99C2094C69}"/>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36537892-55FD-4F3B-84DE-20F15B4B101D}"/>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E41C6A6C-11DC-41C3-8B6E-D3726EAADE30}"/>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AD3B6"/>
              </a:gs>
              <a:gs pos="100000">
                <a:srgbClr val="2AD3B6">
                  <a:alpha val="0"/>
                </a:srgbClr>
              </a:gs>
            </a:gsLst>
            <a:lin ang="540000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F430FCB0-32E9-4E00-9D7E-1384E58F5C60}"/>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AD3B6">
                  <a:alpha val="45000"/>
                </a:srgbClr>
              </a:gs>
              <a:gs pos="100000">
                <a:srgbClr val="2AD3B6">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F910D45D-E348-4B49-B73C-3ACE3A5FB369}"/>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3" name="">
            <a:extLst xmlns:a="http://schemas.openxmlformats.org/drawingml/2006/main">
              <a:ext uri="{FF2B5EF4-FFF2-40B4-BE49-F238E27FC236}">
                <a16:creationId xmlns:a16="http://schemas.microsoft.com/office/drawing/2014/main" id="{CCA77F89-7799-4D5D-A499-531F86A380D4}"/>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AD3B6"/>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4F40C8C1-A961-4181-AA8C-0267F7FCFFC2}"/>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AA16BB1F-B692-4384-A15D-E513633917B6}"/>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AD3B6">
                  <a:alpha val="26000"/>
                </a:srgbClr>
              </a:gs>
              <a:gs pos="45000">
                <a:srgbClr val="2AD3B6">
                  <a:alpha val="10000"/>
                </a:srgbClr>
              </a:gs>
              <a:gs pos="100000">
                <a:srgbClr val="2AD3B6">
                  <a:alpha val="0"/>
                </a:srgbClr>
              </a:gs>
            </a:gsLst>
            <a:path path="shape"/>
          </a:gra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B5EA609D-4B22-4608-B50E-9B0EAAD946A4}"/>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AD3B6"/>
              </a:gs>
              <a:gs pos="100000">
                <a:srgbClr val="156A5B"/>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04</a:t>
            </a:r>
          </a:p>
        </p:txBody>
      </p:sp>
      <p:sp>
        <p:nvSpPr>
          <p:cNvPr id="47" name="">
            <a:extLst xmlns:a="http://schemas.openxmlformats.org/drawingml/2006/main">
              <a:ext uri="{FF2B5EF4-FFF2-40B4-BE49-F238E27FC236}">
                <a16:creationId xmlns:a16="http://schemas.microsoft.com/office/drawing/2014/main" id="{F01F8CA3-E7CC-4D94-B4C5-AE4AC27673A5}"/>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系统实现</a:t>
            </a:r>
          </a:p>
        </p:txBody>
      </p:sp>
      <p:sp>
        <p:nvSpPr>
          <p:cNvPr id="48" name="">
            <a:extLst xmlns:a="http://schemas.openxmlformats.org/drawingml/2006/main">
              <a:ext uri="{FF2B5EF4-FFF2-40B4-BE49-F238E27FC236}">
                <a16:creationId xmlns:a16="http://schemas.microsoft.com/office/drawing/2014/main" id="{0CF51278-C6A6-4C4E-9629-ECF5D1C21DBD}"/>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AD3B6"/>
              </a:gs>
              <a:gs pos="100000">
                <a:srgbClr val="2AD3B6">
                  <a:alpha val="20000"/>
                </a:srgbClr>
              </a:gs>
            </a:gsLst>
            <a:lin ang="540000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99BE9641-ED35-419E-B90D-97732BE2807E}"/>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系统界面一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员工工作台与差距建议</a:t>
            </a:r>
          </a:p>
        </p:txBody>
      </p:sp>
      <p:sp>
        <p:nvSpPr>
          <p:cNvPr id="50" name="">
            <a:extLst xmlns:a="http://schemas.openxmlformats.org/drawingml/2006/main">
              <a:ext uri="{FF2B5EF4-FFF2-40B4-BE49-F238E27FC236}">
                <a16:creationId xmlns:a16="http://schemas.microsoft.com/office/drawing/2014/main" id="{82DE11A7-9E1F-4C72-8F23-AFC6CD44755C}"/>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F10D5B2F-9CE3-4E2A-B4FB-C1C288829866}"/>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4D0C47C6-7F25-4221-A0EA-36BF7F9C47BF}"/>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AF509EF3-E28C-4AAC-B7DD-DF4906352097}"/>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C015722D-4B99-430A-8E2E-5982156418ED}"/>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5" name="">
            <a:extLst xmlns:a="http://schemas.openxmlformats.org/drawingml/2006/main">
              <a:ext uri="{FF2B5EF4-FFF2-40B4-BE49-F238E27FC236}">
                <a16:creationId xmlns:a16="http://schemas.microsoft.com/office/drawing/2014/main" id="{23378FCA-C3B5-4064-9333-D46C7302A475}"/>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6" name="">
            <a:extLst xmlns:a="http://schemas.openxmlformats.org/drawingml/2006/main">
              <a:ext uri="{FF2B5EF4-FFF2-40B4-BE49-F238E27FC236}">
                <a16:creationId xmlns:a16="http://schemas.microsoft.com/office/drawing/2014/main" id="{9DAE993D-1BB2-4CDE-BFF3-44E4467978D2}"/>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51A0B2B9-B799-4EAD-929D-9E5E13A486D9}"/>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8" name="">
            <a:extLst xmlns:a="http://schemas.openxmlformats.org/drawingml/2006/main">
              <a:ext uri="{FF2B5EF4-FFF2-40B4-BE49-F238E27FC236}">
                <a16:creationId xmlns:a16="http://schemas.microsoft.com/office/drawing/2014/main" id="{E00C2FA3-7B77-4C67-A11E-48C133E0BA04}"/>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4B17275F-50FC-4195-AB8E-D25DF25B4A9D}"/>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3D00BAA0-D3DC-423A-8829-F59DBBF3BC2D}"/>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9C75A479-CF26-47D9-B8B4-D1DCF17D8E56}"/>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2B409201-6557-4DE1-B1CC-84A212C743F2}"/>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E88B79E3-F22E-4600-995A-3D71774919C4}"/>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2B68C84B-609B-4F62-A4BF-24538D4DDF6E}"/>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员工登录后看到的第一屏不是课程列表，而是「我差在哪、下一步该补什么」。</a:t>
            </a:r>
          </a:p>
        </p:txBody>
      </p:sp>
      <p:sp>
        <p:nvSpPr>
          <p:cNvPr id="65" name="">
            <a:extLst xmlns:a="http://schemas.openxmlformats.org/drawingml/2006/main">
              <a:ext uri="{FF2B5EF4-FFF2-40B4-BE49-F238E27FC236}">
                <a16:creationId xmlns:a16="http://schemas.microsoft.com/office/drawing/2014/main" id="{8BDAD66F-96BE-4C9D-9E99-7DE7E23D9425}"/>
              </a:ext>
            </a:extLst>
          </p:cNvPr>
          <p:cNvSpPr>
            <a:spLocks xmlns:a="http://schemas.openxmlformats.org/drawingml/2006/main" noGrp="1"/>
          </p:cNvSpPr>
          <p:nvPr/>
        </p:nvSpPr>
        <p:spPr>
          <a:xfrm xmlns:a="http://schemas.openxmlformats.org/drawingml/2006/main">
            <a:off x="285750" y="1333500"/>
            <a:ext cx="6667500" cy="3390900"/>
          </a:xfrm>
          <a:prstGeom xmlns:a="http://schemas.openxmlformats.org/drawingml/2006/main" prst="roundRect">
            <a:avLst>
              <a:gd name="adj" fmla="val 2528"/>
            </a:avLst>
          </a:prstGeom>
          <a:gradFill xmlns:a="http://schemas.openxmlformats.org/drawingml/2006/main">
            <a:gsLst>
              <a:gs pos="0">
                <a:srgbClr val="F5F9FD"/>
              </a:gs>
              <a:gs pos="62000">
                <a:srgbClr val="F4F8FD"/>
              </a:gs>
              <a:gs pos="100000">
                <a:srgbClr val="BEC1C5"/>
              </a:gs>
            </a:gsLst>
            <a:lin ang="8100000"/>
          </a:gradFill>
          <a:ln xmlns:a="http://schemas.openxmlformats.org/drawingml/2006/main" w="9525">
            <a:solidFill>
              <a:srgbClr val="2A6BAE"/>
            </a:solidFill>
            <a:prstDash val="solid"/>
          </a:ln>
        </p:spPr>
      </p:sp>
      <p:pic>
        <p:nvPicPr>
          <p:cNvPr id="155" name=""/>
          <p:cNvPicPr>
            <a:picLocks xmlns:a="http://schemas.openxmlformats.org/drawingml/2006/main" noChangeAspect="1"/>
          </p:cNvPicPr>
          <p:nvPr/>
        </p:nvPicPr>
        <p:blipFill>
          <a:blip xmlns:r="http://schemas.openxmlformats.org/officeDocument/2006/relationships" xmlns:a="http://schemas.openxmlformats.org/drawingml/2006/main" r:embed="R0dc1cc60669c4ce8"/>
          <a:stretch xmlns:a="http://schemas.openxmlformats.org/drawingml/2006/main"/>
        </p:blipFill>
        <p:spPr>
          <a:xfrm xmlns:a="http://schemas.openxmlformats.org/drawingml/2006/main">
            <a:off x="469018" y="1390650"/>
            <a:ext cx="6300964" cy="3276600"/>
          </a:xfrm>
          <a:prstGeom xmlns:a="http://schemas.openxmlformats.org/drawingml/2006/main" prst="roundRect">
            <a:avLst>
              <a:gd name="adj" fmla="val 1744"/>
            </a:avLst>
          </a:prstGeom>
        </p:spPr>
      </p:pic>
      <p:sp>
        <p:nvSpPr>
          <p:cNvPr id="67" name="">
            <a:extLst xmlns:a="http://schemas.openxmlformats.org/drawingml/2006/main">
              <a:ext uri="{FF2B5EF4-FFF2-40B4-BE49-F238E27FC236}">
                <a16:creationId xmlns:a16="http://schemas.microsoft.com/office/drawing/2014/main" id="{934FA43C-7014-4421-B344-FF4E8E3015E7}"/>
              </a:ext>
            </a:extLst>
          </p:cNvPr>
          <p:cNvSpPr>
            <a:spLocks xmlns:a="http://schemas.openxmlformats.org/drawingml/2006/main" noGrp="1"/>
          </p:cNvSpPr>
          <p:nvPr/>
        </p:nvSpPr>
        <p:spPr>
          <a:xfrm xmlns:a="http://schemas.openxmlformats.org/drawingml/2006/main">
            <a:off x="285750" y="4781550"/>
            <a:ext cx="6667500" cy="381000"/>
          </a:xfrm>
          <a:prstGeom xmlns:a="http://schemas.openxmlformats.org/drawingml/2006/main" prst="roundRect">
            <a:avLst>
              <a:gd name="adj" fmla="val 22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68" name="">
            <a:extLst xmlns:a="http://schemas.openxmlformats.org/drawingml/2006/main">
              <a:ext uri="{FF2B5EF4-FFF2-40B4-BE49-F238E27FC236}">
                <a16:creationId xmlns:a16="http://schemas.microsoft.com/office/drawing/2014/main" id="{0A99432E-1D87-4C5B-A1B1-82C0E2E0C336}"/>
              </a:ext>
            </a:extLst>
          </p:cNvPr>
          <p:cNvSpPr>
            <a:spLocks xmlns:a="http://schemas.openxmlformats.org/drawingml/2006/main" noGrp="1"/>
          </p:cNvSpPr>
          <p:nvPr/>
        </p:nvSpPr>
        <p:spPr>
          <a:xfrm xmlns:a="http://schemas.openxmlformats.org/drawingml/2006/main">
            <a:off x="419100" y="4781550"/>
            <a:ext cx="64008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本图证明：技能雷达把「岗位要求 </a:t>
            </a:r>
            <a:r>
              <a:rPr sz="863" b="0">
                <a:solidFill>
                  <a:srgbClr val="F5C33B"/>
                </a:solidFill>
                <a:latin typeface="微软雅黑"/>
                <a:ea typeface="微软雅黑"/>
                <a:cs typeface="微软雅黑"/>
              </a:rPr>
              <a:t>L3 / </a:t>
            </a:r>
            <a:r>
              <a:rPr sz="863" b="0">
                <a:solidFill>
                  <a:srgbClr val="F5C33B"/>
                </a:solidFill>
                <a:latin typeface="微软雅黑"/>
                <a:ea typeface="微软雅黑"/>
                <a:cs typeface="微软雅黑"/>
              </a:rPr>
              <a:t>当前 </a:t>
            </a:r>
            <a:r>
              <a:rPr sz="863" b="0">
                <a:solidFill>
                  <a:srgbClr val="F5C33B"/>
                </a:solidFill>
                <a:latin typeface="微软雅黑"/>
                <a:ea typeface="微软雅黑"/>
                <a:cs typeface="微软雅黑"/>
              </a:rPr>
              <a:t>L1</a:t>
            </a:r>
            <a:r>
              <a:rPr sz="863" b="0">
                <a:solidFill>
                  <a:srgbClr val="F5C33B"/>
                </a:solidFill>
                <a:latin typeface="微软雅黑"/>
                <a:ea typeface="微软雅黑"/>
                <a:cs typeface="微软雅黑"/>
              </a:rPr>
              <a:t>」直接画在一张图上，员工一眼就能看到差距项与达标项。</a:t>
            </a:r>
          </a:p>
        </p:txBody>
      </p:sp>
      <p:sp>
        <p:nvSpPr>
          <p:cNvPr id="69" name="">
            <a:extLst xmlns:a="http://schemas.openxmlformats.org/drawingml/2006/main">
              <a:ext uri="{FF2B5EF4-FFF2-40B4-BE49-F238E27FC236}">
                <a16:creationId xmlns:a16="http://schemas.microsoft.com/office/drawing/2014/main" id="{A577A54F-ADE4-47AE-B007-00CFD261F063}"/>
              </a:ext>
            </a:extLst>
          </p:cNvPr>
          <p:cNvSpPr>
            <a:spLocks xmlns:a="http://schemas.openxmlformats.org/drawingml/2006/main" noGrp="1"/>
          </p:cNvSpPr>
          <p:nvPr/>
        </p:nvSpPr>
        <p:spPr>
          <a:xfrm xmlns:a="http://schemas.openxmlformats.org/drawingml/2006/main">
            <a:off x="7124700" y="1333500"/>
            <a:ext cx="4781550" cy="3390900"/>
          </a:xfrm>
          <a:prstGeom xmlns:a="http://schemas.openxmlformats.org/drawingml/2006/main" prst="roundRect">
            <a:avLst>
              <a:gd name="adj" fmla="val 2528"/>
            </a:avLst>
          </a:prstGeom>
          <a:gradFill xmlns:a="http://schemas.openxmlformats.org/drawingml/2006/main">
            <a:gsLst>
              <a:gs pos="0">
                <a:srgbClr val="F5F9FD"/>
              </a:gs>
              <a:gs pos="62000">
                <a:srgbClr val="F4F8FD"/>
              </a:gs>
              <a:gs pos="100000">
                <a:srgbClr val="BEC1C5"/>
              </a:gs>
            </a:gsLst>
            <a:lin ang="8100000"/>
          </a:gradFill>
          <a:ln xmlns:a="http://schemas.openxmlformats.org/drawingml/2006/main" w="9525">
            <a:solidFill>
              <a:srgbClr val="2A6BAE"/>
            </a:solidFill>
            <a:prstDash val="solid"/>
          </a:ln>
        </p:spPr>
      </p:sp>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45f9410ebbf148bf"/>
          <a:stretch xmlns:a="http://schemas.openxmlformats.org/drawingml/2006/main"/>
        </p:blipFill>
        <p:spPr>
          <a:xfrm xmlns:a="http://schemas.openxmlformats.org/drawingml/2006/main">
            <a:off x="7455791" y="1390650"/>
            <a:ext cx="4119367" cy="3276600"/>
          </a:xfrm>
          <a:prstGeom xmlns:a="http://schemas.openxmlformats.org/drawingml/2006/main" prst="roundRect">
            <a:avLst>
              <a:gd name="adj" fmla="val 1744"/>
            </a:avLst>
          </a:prstGeom>
        </p:spPr>
      </p:pic>
      <p:sp>
        <p:nvSpPr>
          <p:cNvPr id="71" name="">
            <a:extLst xmlns:a="http://schemas.openxmlformats.org/drawingml/2006/main">
              <a:ext uri="{FF2B5EF4-FFF2-40B4-BE49-F238E27FC236}">
                <a16:creationId xmlns:a16="http://schemas.microsoft.com/office/drawing/2014/main" id="{9C2ACAFC-5DB2-4A99-A9E4-594B7BAD0731}"/>
              </a:ext>
            </a:extLst>
          </p:cNvPr>
          <p:cNvSpPr>
            <a:spLocks xmlns:a="http://schemas.openxmlformats.org/drawingml/2006/main" noGrp="1"/>
          </p:cNvSpPr>
          <p:nvPr/>
        </p:nvSpPr>
        <p:spPr>
          <a:xfrm xmlns:a="http://schemas.openxmlformats.org/drawingml/2006/main">
            <a:off x="7124700" y="4781550"/>
            <a:ext cx="4781550" cy="381000"/>
          </a:xfrm>
          <a:prstGeom xmlns:a="http://schemas.openxmlformats.org/drawingml/2006/main" prst="roundRect">
            <a:avLst>
              <a:gd name="adj" fmla="val 22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72" name="">
            <a:extLst xmlns:a="http://schemas.openxmlformats.org/drawingml/2006/main">
              <a:ext uri="{FF2B5EF4-FFF2-40B4-BE49-F238E27FC236}">
                <a16:creationId xmlns:a16="http://schemas.microsoft.com/office/drawing/2014/main" id="{12A8D95D-776B-480E-B47E-7E0DA3DDCD52}"/>
              </a:ext>
            </a:extLst>
          </p:cNvPr>
          <p:cNvSpPr>
            <a:spLocks xmlns:a="http://schemas.openxmlformats.org/drawingml/2006/main" noGrp="1"/>
          </p:cNvSpPr>
          <p:nvPr/>
        </p:nvSpPr>
        <p:spPr>
          <a:xfrm xmlns:a="http://schemas.openxmlformats.org/drawingml/2006/main">
            <a:off x="7258050" y="4781550"/>
            <a:ext cx="451485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本图证明：差距与建议页把个人欠缺逐条列出（技能缺失 </a:t>
            </a:r>
            <a:r>
              <a:rPr sz="863" b="0">
                <a:solidFill>
                  <a:srgbClr val="F5C33B"/>
                </a:solidFill>
                <a:latin typeface="微软雅黑"/>
                <a:ea typeface="微软雅黑"/>
                <a:cs typeface="微软雅黑"/>
              </a:rPr>
              <a:t>/ </a:t>
            </a:r>
            <a:r>
              <a:rPr sz="863" b="0">
                <a:solidFill>
                  <a:srgbClr val="F5C33B"/>
                </a:solidFill>
                <a:latin typeface="微软雅黑"/>
                <a:ea typeface="微软雅黑"/>
                <a:cs typeface="微软雅黑"/>
              </a:rPr>
              <a:t>知识缺失 </a:t>
            </a:r>
            <a:r>
              <a:rPr sz="863" b="0">
                <a:solidFill>
                  <a:srgbClr val="F5C33B"/>
                </a:solidFill>
                <a:latin typeface="微软雅黑"/>
                <a:ea typeface="微软雅黑"/>
                <a:cs typeface="微软雅黑"/>
              </a:rPr>
              <a:t>/ </a:t>
            </a:r>
            <a:r>
              <a:rPr sz="863" b="0">
                <a:solidFill>
                  <a:srgbClr val="F5C33B"/>
                </a:solidFill>
                <a:latin typeface="微软雅黑"/>
                <a:ea typeface="微软雅黑"/>
                <a:cs typeface="微软雅黑"/>
              </a:rPr>
              <a:t>经验缺失），并给出对应的学习计划，而不是只给一个总分。</a:t>
            </a:r>
          </a:p>
        </p:txBody>
      </p:sp>
      <p:sp>
        <p:nvSpPr>
          <p:cNvPr id="73" name="">
            <a:extLst xmlns:a="http://schemas.openxmlformats.org/drawingml/2006/main">
              <a:ext uri="{FF2B5EF4-FFF2-40B4-BE49-F238E27FC236}">
                <a16:creationId xmlns:a16="http://schemas.microsoft.com/office/drawing/2014/main" id="{F219403F-C081-4CDB-9753-C831B520DC2F}"/>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923"/>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74" name="">
            <a:extLst xmlns:a="http://schemas.openxmlformats.org/drawingml/2006/main">
              <a:ext uri="{FF2B5EF4-FFF2-40B4-BE49-F238E27FC236}">
                <a16:creationId xmlns:a16="http://schemas.microsoft.com/office/drawing/2014/main" id="{171A9184-F02E-43F0-B587-1EEA01F4AA88}"/>
              </a:ext>
            </a:extLst>
          </p:cNvPr>
          <p:cNvSpPr>
            <a:spLocks xmlns:a="http://schemas.openxmlformats.org/drawingml/2006/main" noGrp="1"/>
          </p:cNvSpPr>
          <p:nvPr/>
        </p:nvSpPr>
        <p:spPr>
          <a:xfrm xmlns:a="http://schemas.openxmlformats.org/drawingml/2006/main">
            <a:off x="457200" y="5295900"/>
            <a:ext cx="1047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F5C33B"/>
                </a:solidFill>
                <a:latin typeface="微软雅黑"/>
                <a:ea typeface="微软雅黑"/>
                <a:cs typeface="微软雅黑"/>
              </a:defRPr>
            </a:pPr>
            <a:r>
              <a:rPr sz="900" b="1">
                <a:solidFill>
                  <a:srgbClr val="F5C33B"/>
                </a:solidFill>
                <a:latin typeface="微软雅黑"/>
                <a:ea typeface="微软雅黑"/>
                <a:cs typeface="微软雅黑"/>
              </a:rPr>
              <a:t>差距来源</a:t>
            </a:r>
          </a:p>
        </p:txBody>
      </p:sp>
      <p:sp>
        <p:nvSpPr>
          <p:cNvPr id="75" name="">
            <a:extLst xmlns:a="http://schemas.openxmlformats.org/drawingml/2006/main">
              <a:ext uri="{FF2B5EF4-FFF2-40B4-BE49-F238E27FC236}">
                <a16:creationId xmlns:a16="http://schemas.microsoft.com/office/drawing/2014/main" id="{3CFD7F96-143C-40CA-A24A-7EBD4037A237}"/>
              </a:ext>
            </a:extLst>
          </p:cNvPr>
          <p:cNvSpPr>
            <a:spLocks xmlns:a="http://schemas.openxmlformats.org/drawingml/2006/main" noGrp="1"/>
          </p:cNvSpPr>
          <p:nvPr/>
        </p:nvSpPr>
        <p:spPr>
          <a:xfrm xmlns:a="http://schemas.openxmlformats.org/drawingml/2006/main">
            <a:off x="1504950" y="5295900"/>
            <a:ext cx="45720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岗位要求、考试成绩、实操报告、工单表现、师傅评价</a:t>
            </a:r>
          </a:p>
        </p:txBody>
      </p:sp>
      <p:sp>
        <p:nvSpPr>
          <p:cNvPr id="76" name="">
            <a:extLst xmlns:a="http://schemas.openxmlformats.org/drawingml/2006/main">
              <a:ext uri="{FF2B5EF4-FFF2-40B4-BE49-F238E27FC236}">
                <a16:creationId xmlns:a16="http://schemas.microsoft.com/office/drawing/2014/main" id="{D00A4590-1663-4746-8FDB-0B7A8B5EC8D7}"/>
              </a:ext>
            </a:extLst>
          </p:cNvPr>
          <p:cNvSpPr>
            <a:spLocks xmlns:a="http://schemas.openxmlformats.org/drawingml/2006/main" noGrp="1"/>
          </p:cNvSpPr>
          <p:nvPr/>
        </p:nvSpPr>
        <p:spPr>
          <a:xfrm xmlns:a="http://schemas.openxmlformats.org/drawingml/2006/main">
            <a:off x="6210300" y="5295900"/>
            <a:ext cx="1047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F5C33B"/>
                </a:solidFill>
                <a:latin typeface="微软雅黑"/>
                <a:ea typeface="微软雅黑"/>
                <a:cs typeface="微软雅黑"/>
              </a:defRPr>
            </a:pPr>
            <a:r>
              <a:rPr sz="900" b="1">
                <a:solidFill>
                  <a:srgbClr val="F5C33B"/>
                </a:solidFill>
                <a:latin typeface="微软雅黑"/>
                <a:ea typeface="微软雅黑"/>
                <a:cs typeface="微软雅黑"/>
              </a:rPr>
              <a:t>欠缺分类</a:t>
            </a:r>
          </a:p>
        </p:txBody>
      </p:sp>
      <p:sp>
        <p:nvSpPr>
          <p:cNvPr id="77" name="">
            <a:extLst xmlns:a="http://schemas.openxmlformats.org/drawingml/2006/main">
              <a:ext uri="{FF2B5EF4-FFF2-40B4-BE49-F238E27FC236}">
                <a16:creationId xmlns:a16="http://schemas.microsoft.com/office/drawing/2014/main" id="{40536433-488F-4A14-ADC5-A566441208E8}"/>
              </a:ext>
            </a:extLst>
          </p:cNvPr>
          <p:cNvSpPr>
            <a:spLocks xmlns:a="http://schemas.openxmlformats.org/drawingml/2006/main" noGrp="1"/>
          </p:cNvSpPr>
          <p:nvPr/>
        </p:nvSpPr>
        <p:spPr>
          <a:xfrm xmlns:a="http://schemas.openxmlformats.org/drawingml/2006/main">
            <a:off x="7258050" y="5295900"/>
            <a:ext cx="45720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技能缺失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知识缺失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经验缺失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证书过期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安全短板</a:t>
            </a:r>
          </a:p>
        </p:txBody>
      </p:sp>
      <p:sp>
        <p:nvSpPr>
          <p:cNvPr id="78" name="">
            <a:extLst xmlns:a="http://schemas.openxmlformats.org/drawingml/2006/main">
              <a:ext uri="{FF2B5EF4-FFF2-40B4-BE49-F238E27FC236}">
                <a16:creationId xmlns:a16="http://schemas.microsoft.com/office/drawing/2014/main" id="{4CC73B73-38CD-4F7B-BBC6-17001B131177}"/>
              </a:ext>
            </a:extLst>
          </p:cNvPr>
          <p:cNvSpPr>
            <a:spLocks xmlns:a="http://schemas.openxmlformats.org/drawingml/2006/main" noGrp="1"/>
          </p:cNvSpPr>
          <p:nvPr/>
        </p:nvSpPr>
        <p:spPr>
          <a:xfrm xmlns:a="http://schemas.openxmlformats.org/drawingml/2006/main">
            <a:off x="457200" y="5810250"/>
            <a:ext cx="1047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F5C33B"/>
                </a:solidFill>
                <a:latin typeface="微软雅黑"/>
                <a:ea typeface="微软雅黑"/>
                <a:cs typeface="微软雅黑"/>
              </a:defRPr>
            </a:pPr>
            <a:r>
              <a:rPr sz="900" b="1">
                <a:solidFill>
                  <a:srgbClr val="F5C33B"/>
                </a:solidFill>
                <a:latin typeface="微软雅黑"/>
                <a:ea typeface="微软雅黑"/>
                <a:cs typeface="微软雅黑"/>
              </a:rPr>
              <a:t>欠缺原因</a:t>
            </a:r>
          </a:p>
        </p:txBody>
      </p:sp>
      <p:sp>
        <p:nvSpPr>
          <p:cNvPr id="79" name="">
            <a:extLst xmlns:a="http://schemas.openxmlformats.org/drawingml/2006/main">
              <a:ext uri="{FF2B5EF4-FFF2-40B4-BE49-F238E27FC236}">
                <a16:creationId xmlns:a16="http://schemas.microsoft.com/office/drawing/2014/main" id="{00F75311-E67C-47F7-B88F-6FDC310839DD}"/>
              </a:ext>
            </a:extLst>
          </p:cNvPr>
          <p:cNvSpPr>
            <a:spLocks xmlns:a="http://schemas.openxmlformats.org/drawingml/2006/main" noGrp="1"/>
          </p:cNvSpPr>
          <p:nvPr/>
        </p:nvSpPr>
        <p:spPr>
          <a:xfrm xmlns:a="http://schemas.openxmlformats.org/drawingml/2006/main">
            <a:off x="1504950" y="5810250"/>
            <a:ext cx="45720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如「继保考试 </a:t>
            </a:r>
            <a:r>
              <a:rPr sz="900" b="0">
                <a:solidFill>
                  <a:srgbClr val="D6E6F7"/>
                </a:solidFill>
                <a:latin typeface="微软雅黑"/>
                <a:ea typeface="微软雅黑"/>
                <a:cs typeface="微软雅黑"/>
              </a:rPr>
              <a:t>62 </a:t>
            </a:r>
            <a:r>
              <a:rPr sz="900" b="0">
                <a:solidFill>
                  <a:srgbClr val="D6E6F7"/>
                </a:solidFill>
                <a:latin typeface="微软雅黑"/>
                <a:ea typeface="微软雅黑"/>
                <a:cs typeface="微软雅黑"/>
              </a:rPr>
              <a:t>分」「实操报告写误读软压板」「未按 </a:t>
            </a:r>
            <a:r>
              <a:rPr sz="900" b="0">
                <a:solidFill>
                  <a:srgbClr val="D6E6F7"/>
                </a:solidFill>
                <a:latin typeface="微软雅黑"/>
                <a:ea typeface="微软雅黑"/>
                <a:cs typeface="微软雅黑"/>
              </a:rPr>
              <a:t>SOP </a:t>
            </a:r>
            <a:r>
              <a:rPr sz="900" b="0">
                <a:solidFill>
                  <a:srgbClr val="D6E6F7"/>
                </a:solidFill>
                <a:latin typeface="微软雅黑"/>
                <a:ea typeface="微软雅黑"/>
                <a:cs typeface="微软雅黑"/>
              </a:rPr>
              <a:t>准备」</a:t>
            </a:r>
          </a:p>
        </p:txBody>
      </p:sp>
      <p:sp>
        <p:nvSpPr>
          <p:cNvPr id="80" name="">
            <a:extLst xmlns:a="http://schemas.openxmlformats.org/drawingml/2006/main">
              <a:ext uri="{FF2B5EF4-FFF2-40B4-BE49-F238E27FC236}">
                <a16:creationId xmlns:a16="http://schemas.microsoft.com/office/drawing/2014/main" id="{CB384771-B705-4371-ABDB-1E910F8ADC4B}"/>
              </a:ext>
            </a:extLst>
          </p:cNvPr>
          <p:cNvSpPr>
            <a:spLocks xmlns:a="http://schemas.openxmlformats.org/drawingml/2006/main" noGrp="1"/>
          </p:cNvSpPr>
          <p:nvPr/>
        </p:nvSpPr>
        <p:spPr>
          <a:xfrm xmlns:a="http://schemas.openxmlformats.org/drawingml/2006/main">
            <a:off x="6210300" y="5810250"/>
            <a:ext cx="1047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F5C33B"/>
                </a:solidFill>
                <a:latin typeface="微软雅黑"/>
                <a:ea typeface="微软雅黑"/>
                <a:cs typeface="微软雅黑"/>
              </a:defRPr>
            </a:pPr>
            <a:r>
              <a:rPr sz="900" b="1">
                <a:solidFill>
                  <a:srgbClr val="F5C33B"/>
                </a:solidFill>
                <a:latin typeface="微软雅黑"/>
                <a:ea typeface="微软雅黑"/>
                <a:cs typeface="微软雅黑"/>
              </a:rPr>
              <a:t>输出</a:t>
            </a:r>
          </a:p>
        </p:txBody>
      </p:sp>
      <p:sp>
        <p:nvSpPr>
          <p:cNvPr id="81" name="">
            <a:extLst xmlns:a="http://schemas.openxmlformats.org/drawingml/2006/main">
              <a:ext uri="{FF2B5EF4-FFF2-40B4-BE49-F238E27FC236}">
                <a16:creationId xmlns:a16="http://schemas.microsoft.com/office/drawing/2014/main" id="{72FFE715-1E0B-4AC6-8F95-6DF2E48B446C}"/>
              </a:ext>
            </a:extLst>
          </p:cNvPr>
          <p:cNvSpPr>
            <a:spLocks xmlns:a="http://schemas.openxmlformats.org/drawingml/2006/main" noGrp="1"/>
          </p:cNvSpPr>
          <p:nvPr/>
        </p:nvSpPr>
        <p:spPr>
          <a:xfrm xmlns:a="http://schemas.openxmlformats.org/drawingml/2006/main">
            <a:off x="7258050" y="5810250"/>
            <a:ext cx="45720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学习计划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推荐课程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带教安排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模拟考（由规则引擎生成，带 </a:t>
            </a:r>
            <a:r>
              <a:rPr sz="900" b="0">
                <a:solidFill>
                  <a:srgbClr val="D6E6F7"/>
                </a:solidFill>
                <a:latin typeface="微软雅黑"/>
                <a:ea typeface="微软雅黑"/>
                <a:cs typeface="微软雅黑"/>
              </a:rPr>
              <a:t>rule_code</a:t>
            </a:r>
            <a:r>
              <a:rPr sz="900" b="0">
                <a:solidFill>
                  <a:srgbClr val="D6E6F7"/>
                </a:solidFill>
                <a:latin typeface="微软雅黑"/>
                <a:ea typeface="微软雅黑"/>
                <a:cs typeface="微软雅黑"/>
              </a:rPr>
              <a:t>）</a:t>
            </a:r>
          </a:p>
        </p:txBody>
      </p:sp>
      <p:sp>
        <p:nvSpPr>
          <p:cNvPr id="82" name="">
            <a:extLst xmlns:a="http://schemas.openxmlformats.org/drawingml/2006/main">
              <a:ext uri="{FF2B5EF4-FFF2-40B4-BE49-F238E27FC236}">
                <a16:creationId xmlns:a16="http://schemas.microsoft.com/office/drawing/2014/main" id="{C8B511DE-6045-467D-8271-7DFDDF05BC63}"/>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EEA9B942-30C3-4992-9845-138394492633}"/>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6A0BD9E5-57CF-4E11-B5B7-5ACDC9D46F0A}"/>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27B9C917-2230-46E2-BF6A-E0CD8BF1D89D}"/>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028A5DA7-2966-4926-BBA7-9B7D77220E8C}"/>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41E35472-1985-4F1A-A004-CC22B034E9E4}"/>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88" name="">
            <a:extLst xmlns:a="http://schemas.openxmlformats.org/drawingml/2006/main">
              <a:ext uri="{FF2B5EF4-FFF2-40B4-BE49-F238E27FC236}">
                <a16:creationId xmlns:a16="http://schemas.microsoft.com/office/drawing/2014/main" id="{5E02D6F2-AF7C-41BB-9391-69D1E93FF111}"/>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FCC71DAE-2A2E-42A2-8549-C25BDF7E0EAB}"/>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21</a:t>
            </a:r>
          </a:p>
        </p:txBody>
      </p:sp>
    </p:spTree>
    <p:extLst>
      <p:ext uri="{BB962C8B-B14F-4D97-AF65-F5344CB8AC3E}">
        <p14:creationId xmlns:p14="http://schemas.microsoft.com/office/powerpoint/2010/main" val="1159503071"/>
      </p:ext>
    </p:extLst>
  </p:cSld>
</p:sld>
</file>

<file path=ppt/slides/slide22.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2cbbceae0a29418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9FEFB65-99F4-43E2-9B0D-B8BA55047A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EF32A5D8-A64D-4811-B176-00FA7E80D090}"/>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AD3B6">
                  <a:alpha val="15000"/>
                </a:srgbClr>
              </a:gs>
              <a:gs pos="45000">
                <a:srgbClr val="2AD3B6">
                  <a:alpha val="6000"/>
                </a:srgbClr>
              </a:gs>
              <a:gs pos="100000">
                <a:srgbClr val="2AD3B6">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4485D2D3-FC3B-4364-81F3-3EA57F7BFEAE}"/>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76486AD6-D01D-4A07-8480-1D38FF99394F}"/>
              </a:ext>
            </a:extLst>
          </p:cNvPr>
          <p:cNvSpPr>
            <a:spLocks xmlns:a="http://schemas.openxmlformats.org/drawingml/2006/main" noGrp="1"/>
          </p:cNvSpPr>
          <p:nvPr/>
        </p:nvSpPr>
        <p:spPr>
          <a:xfrm xmlns:a="http://schemas.openxmlformats.org/drawingml/2006/main">
            <a:off x="9601200" y="914400"/>
            <a:ext cx="1866900" cy="800100"/>
          </a:xfrm>
          <a:prstGeom xmlns:a="http://schemas.openxmlformats.org/drawingml/2006/main" prst="rect">
            <a:avLst/>
          </a:prstGeom>
          <a:pattFill xmlns:a="http://schemas.openxmlformats.org/drawingml/2006/main" prst="wdUpDiag">
            <a:fgClr>
              <a:srgbClr val="2A6BAE">
                <a:alpha val="42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1D00DD80-2D9B-4E9C-8EB6-9AA71536778D}"/>
              </a:ext>
            </a:extLst>
          </p:cNvPr>
          <p:cNvSpPr>
            <a:spLocks xmlns:a="http://schemas.openxmlformats.org/drawingml/2006/main" noGrp="1"/>
          </p:cNvSpPr>
          <p:nvPr/>
        </p:nvSpPr>
        <p:spPr>
          <a:xfrm xmlns:a="http://schemas.openxmlformats.org/drawingml/2006/main">
            <a:off x="11525250" y="914400"/>
            <a:ext cx="400050" cy="800100"/>
          </a:xfrm>
          <a:prstGeom xmlns:a="http://schemas.openxmlformats.org/drawingml/2006/main" prst="rect">
            <a:avLst/>
          </a:prstGeom>
          <a:pattFill xmlns:a="http://schemas.openxmlformats.org/drawingml/2006/main" prst="narVert">
            <a:fgClr>
              <a:srgbClr val="2AD3B6">
                <a:alpha val="32000"/>
              </a:srgbClr>
            </a:fgClr>
            <a:bgClr>
              <a:srgbClr val="0A2144"/>
            </a:bgClr>
          </a:patt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EE162EAB-F27E-4872-A553-0CE55FF8ABCE}"/>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4585E0DC-0684-4EA1-8E0E-77C1CA08F609}"/>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DD95484F-8ABB-46D4-B873-B17689452F0E}"/>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71BBB467-51FB-415F-8E8E-E4A600787250}"/>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F3B59CCE-988B-4E33-A10E-36F565387FD2}"/>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3FEF3B98-F004-4978-9A57-553492726E01}"/>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5FB0CE3D-3B60-4379-A4A1-D29D4144206F}"/>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CE1383E3-6F9A-4D51-BC76-2134FA7C09E0}"/>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02F9DB1C-C955-4507-BFDD-8455978C31D6}"/>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C31A72A5-6CB1-4EBF-94D5-E1BFCA4C04FC}"/>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04B91F60-A454-4A54-8A5E-6B24BD2BA198}"/>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E4A282CF-4AE6-4A73-9139-C8B9E774CA01}"/>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99E3F8EE-5C7E-455B-ACAF-7349AEEF278F}"/>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0" name="">
            <a:extLst xmlns:a="http://schemas.openxmlformats.org/drawingml/2006/main">
              <a:ext uri="{FF2B5EF4-FFF2-40B4-BE49-F238E27FC236}">
                <a16:creationId xmlns:a16="http://schemas.microsoft.com/office/drawing/2014/main" id="{E6CDA148-C151-4651-A7E4-F45140E189F9}"/>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1" name="">
            <a:extLst xmlns:a="http://schemas.openxmlformats.org/drawingml/2006/main">
              <a:ext uri="{FF2B5EF4-FFF2-40B4-BE49-F238E27FC236}">
                <a16:creationId xmlns:a16="http://schemas.microsoft.com/office/drawing/2014/main" id="{5598C75B-7408-49A4-8E40-DF76EE6D5693}"/>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9033D9F9-E5DC-4C6C-A954-264DDD4EAED3}"/>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8C3186BE-6F87-48BF-B992-A97325DCA67E}"/>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6BF9FE31-AFC9-41A9-9746-D5C2C4509930}"/>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0EDB615B-3D49-46C2-9132-F4A5F22E9AAE}"/>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4BC0A475-8F32-4E06-832D-4255C48B5DAC}"/>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07DD00D0-A5AD-48B4-9CB9-43A986632A7A}"/>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498958B2-88DA-451B-A006-2D0325B6BF94}"/>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6595E6CF-77B6-48E0-B22F-50AE9B439E66}"/>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D27E9A3C-081A-4A77-87A3-0BED8958AE01}"/>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F7C47357-D22B-4DF0-914A-A83A471CDDFE}"/>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59E0C829-554E-4958-9B4A-3A6885B77F57}"/>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F013C73A-D605-47ED-B630-CBE8A00F6BE3}"/>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04C15CF4-464A-4C39-AD41-FFEA954D1FFC}"/>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21EFB5AA-E87C-45EF-AB41-E1F505A1A836}"/>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9A8B7212-2FD9-4517-BB30-96159C4C547E}"/>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3EA4F3EA-180B-477E-B48E-13C44B319D55}"/>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87D1F40D-293F-4B31-9177-2776F482D020}"/>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AD3B6"/>
              </a:gs>
              <a:gs pos="100000">
                <a:srgbClr val="2AD3B6">
                  <a:alpha val="0"/>
                </a:srgbClr>
              </a:gs>
            </a:gsLst>
            <a:lin ang="540000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DF2B3077-6E96-4D9A-95A4-D85712A29ED0}"/>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AD3B6">
                  <a:alpha val="45000"/>
                </a:srgbClr>
              </a:gs>
              <a:gs pos="100000">
                <a:srgbClr val="2AD3B6">
                  <a:alpha val="0"/>
                </a:srgbClr>
              </a:gs>
            </a:gsLst>
            <a:lin ang="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7EE78327-6431-44A7-9E51-A2A14BDD16BE}"/>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1" name="">
            <a:extLst xmlns:a="http://schemas.openxmlformats.org/drawingml/2006/main">
              <a:ext uri="{FF2B5EF4-FFF2-40B4-BE49-F238E27FC236}">
                <a16:creationId xmlns:a16="http://schemas.microsoft.com/office/drawing/2014/main" id="{0A517B24-9F43-44E0-A140-60F8D0A57F19}"/>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AD3B6"/>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37166615-CE21-44D8-B604-169FAEB5DA8E}"/>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F4041E5D-BBD4-4C7D-A4AC-8BCD667973BC}"/>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AD3B6">
                  <a:alpha val="26000"/>
                </a:srgbClr>
              </a:gs>
              <a:gs pos="45000">
                <a:srgbClr val="2AD3B6">
                  <a:alpha val="10000"/>
                </a:srgbClr>
              </a:gs>
              <a:gs pos="100000">
                <a:srgbClr val="2AD3B6">
                  <a:alpha val="0"/>
                </a:srgbClr>
              </a:gs>
            </a:gsLst>
            <a:path path="shape"/>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59660153-D1D3-42A2-B42B-FF83A226540C}"/>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AD3B6"/>
              </a:gs>
              <a:gs pos="100000">
                <a:srgbClr val="156A5B"/>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04</a:t>
            </a:r>
          </a:p>
        </p:txBody>
      </p:sp>
      <p:sp>
        <p:nvSpPr>
          <p:cNvPr id="45" name="">
            <a:extLst xmlns:a="http://schemas.openxmlformats.org/drawingml/2006/main">
              <a:ext uri="{FF2B5EF4-FFF2-40B4-BE49-F238E27FC236}">
                <a16:creationId xmlns:a16="http://schemas.microsoft.com/office/drawing/2014/main" id="{EF5FB09F-9A24-497D-8A1D-EFCB80F035B6}"/>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系统实现</a:t>
            </a:r>
          </a:p>
        </p:txBody>
      </p:sp>
      <p:sp>
        <p:nvSpPr>
          <p:cNvPr id="46" name="">
            <a:extLst xmlns:a="http://schemas.openxmlformats.org/drawingml/2006/main">
              <a:ext uri="{FF2B5EF4-FFF2-40B4-BE49-F238E27FC236}">
                <a16:creationId xmlns:a16="http://schemas.microsoft.com/office/drawing/2014/main" id="{A5C924CA-49DD-4006-ABE2-1A8923BD282B}"/>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AD3B6"/>
              </a:gs>
              <a:gs pos="100000">
                <a:srgbClr val="2AD3B6">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EE6A9BDC-3BC1-4083-BA79-78BF8E01E3BF}"/>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系统界面二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组卷考试与个性化学习计划</a:t>
            </a:r>
          </a:p>
        </p:txBody>
      </p:sp>
      <p:sp>
        <p:nvSpPr>
          <p:cNvPr id="48" name="">
            <a:extLst xmlns:a="http://schemas.openxmlformats.org/drawingml/2006/main">
              <a:ext uri="{FF2B5EF4-FFF2-40B4-BE49-F238E27FC236}">
                <a16:creationId xmlns:a16="http://schemas.microsoft.com/office/drawing/2014/main" id="{5A31DC51-2F38-43A6-8D77-44D27791172C}"/>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5B7C7D34-9A4A-4069-93F8-B89D1C2EFED7}"/>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552EDBEA-97C4-48E7-A0B1-E2F3F3924191}"/>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9E7D16A5-3186-480E-AE52-91A75EE44738}"/>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BDD6126A-EBE7-453B-9B6B-B93E08702D59}"/>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3" name="">
            <a:extLst xmlns:a="http://schemas.openxmlformats.org/drawingml/2006/main">
              <a:ext uri="{FF2B5EF4-FFF2-40B4-BE49-F238E27FC236}">
                <a16:creationId xmlns:a16="http://schemas.microsoft.com/office/drawing/2014/main" id="{5C1EBC3A-54DD-4212-8D33-F3FD63EA435A}"/>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4" name="">
            <a:extLst xmlns:a="http://schemas.openxmlformats.org/drawingml/2006/main">
              <a:ext uri="{FF2B5EF4-FFF2-40B4-BE49-F238E27FC236}">
                <a16:creationId xmlns:a16="http://schemas.microsoft.com/office/drawing/2014/main" id="{37934469-8C99-4DAD-A894-3CF2A8344817}"/>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109285DA-DF1D-4375-8A16-A5974CF6DA57}"/>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C2E561D1-0848-4854-A553-1155259F133A}"/>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C1669697-7C9C-4DE4-A0DF-71E5C0514F67}"/>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27BE857C-0D34-4AAF-B3DF-218F4222A72C}"/>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A1E01322-5CF7-4D4A-BE83-C779D620428A}"/>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5A26634B-12AE-4EF7-A2A4-FE0616904546}"/>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4D255F11-CEA3-4BCC-8F45-6D4B0636DE50}"/>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09082A78-18BF-4F10-8B32-6FDAAAF22D9B}"/>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同一套能力数据，既驱动「我的考试」入口，也驱动 </a:t>
            </a:r>
            <a:r>
              <a:rPr sz="1238">
                <a:solidFill>
                  <a:srgbClr val="FFFFFF"/>
                </a:solidFill>
                <a:latin typeface="微软雅黑"/>
                <a:ea typeface="微软雅黑"/>
                <a:cs typeface="微软雅黑"/>
              </a:rPr>
              <a:t>Agent </a:t>
            </a:r>
            <a:r>
              <a:rPr sz="1238">
                <a:solidFill>
                  <a:srgbClr val="FFFFFF"/>
                </a:solidFill>
                <a:latin typeface="微软雅黑"/>
                <a:ea typeface="微软雅黑"/>
                <a:cs typeface="微软雅黑"/>
              </a:rPr>
              <a:t>生成的学习计划。</a:t>
            </a:r>
          </a:p>
        </p:txBody>
      </p:sp>
      <p:sp>
        <p:nvSpPr>
          <p:cNvPr id="63" name="">
            <a:extLst xmlns:a="http://schemas.openxmlformats.org/drawingml/2006/main">
              <a:ext uri="{FF2B5EF4-FFF2-40B4-BE49-F238E27FC236}">
                <a16:creationId xmlns:a16="http://schemas.microsoft.com/office/drawing/2014/main" id="{1FFA0BDC-09F3-4968-A247-485E9E0CE68A}"/>
              </a:ext>
            </a:extLst>
          </p:cNvPr>
          <p:cNvSpPr>
            <a:spLocks xmlns:a="http://schemas.openxmlformats.org/drawingml/2006/main" noGrp="1"/>
          </p:cNvSpPr>
          <p:nvPr/>
        </p:nvSpPr>
        <p:spPr>
          <a:xfrm xmlns:a="http://schemas.openxmlformats.org/drawingml/2006/main">
            <a:off x="285750" y="1333500"/>
            <a:ext cx="5334000" cy="3390900"/>
          </a:xfrm>
          <a:prstGeom xmlns:a="http://schemas.openxmlformats.org/drawingml/2006/main" prst="roundRect">
            <a:avLst>
              <a:gd name="adj" fmla="val 2528"/>
            </a:avLst>
          </a:prstGeom>
          <a:gradFill xmlns:a="http://schemas.openxmlformats.org/drawingml/2006/main">
            <a:gsLst>
              <a:gs pos="0">
                <a:srgbClr val="F5F9FD"/>
              </a:gs>
              <a:gs pos="62000">
                <a:srgbClr val="F4F8FD"/>
              </a:gs>
              <a:gs pos="100000">
                <a:srgbClr val="BEC1C5"/>
              </a:gs>
            </a:gsLst>
            <a:lin ang="8100000"/>
          </a:gradFill>
          <a:ln xmlns:a="http://schemas.openxmlformats.org/drawingml/2006/main" w="9525">
            <a:solidFill>
              <a:srgbClr val="2A6BAE"/>
            </a:solidFill>
            <a:prstDash val="solid"/>
          </a:ln>
        </p:spPr>
      </p:sp>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a138a298bef841cf"/>
          <a:stretch xmlns:a="http://schemas.openxmlformats.org/drawingml/2006/main"/>
        </p:blipFill>
        <p:spPr>
          <a:xfrm xmlns:a="http://schemas.openxmlformats.org/drawingml/2006/main">
            <a:off x="516610" y="1390650"/>
            <a:ext cx="4872280" cy="3276600"/>
          </a:xfrm>
          <a:prstGeom xmlns:a="http://schemas.openxmlformats.org/drawingml/2006/main" prst="roundRect">
            <a:avLst>
              <a:gd name="adj" fmla="val 1744"/>
            </a:avLst>
          </a:prstGeom>
        </p:spPr>
      </p:pic>
      <p:sp>
        <p:nvSpPr>
          <p:cNvPr id="65" name="">
            <a:extLst xmlns:a="http://schemas.openxmlformats.org/drawingml/2006/main">
              <a:ext uri="{FF2B5EF4-FFF2-40B4-BE49-F238E27FC236}">
                <a16:creationId xmlns:a16="http://schemas.microsoft.com/office/drawing/2014/main" id="{FBDCEB87-1E12-403E-9198-CC97D2686023}"/>
              </a:ext>
            </a:extLst>
          </p:cNvPr>
          <p:cNvSpPr>
            <a:spLocks xmlns:a="http://schemas.openxmlformats.org/drawingml/2006/main" noGrp="1"/>
          </p:cNvSpPr>
          <p:nvPr/>
        </p:nvSpPr>
        <p:spPr>
          <a:xfrm xmlns:a="http://schemas.openxmlformats.org/drawingml/2006/main">
            <a:off x="285750" y="4781550"/>
            <a:ext cx="5334000" cy="381000"/>
          </a:xfrm>
          <a:prstGeom xmlns:a="http://schemas.openxmlformats.org/drawingml/2006/main" prst="roundRect">
            <a:avLst>
              <a:gd name="adj" fmla="val 22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66" name="">
            <a:extLst xmlns:a="http://schemas.openxmlformats.org/drawingml/2006/main">
              <a:ext uri="{FF2B5EF4-FFF2-40B4-BE49-F238E27FC236}">
                <a16:creationId xmlns:a16="http://schemas.microsoft.com/office/drawing/2014/main" id="{A4E26873-5A67-46FB-B560-88C134F26F48}"/>
              </a:ext>
            </a:extLst>
          </p:cNvPr>
          <p:cNvSpPr>
            <a:spLocks xmlns:a="http://schemas.openxmlformats.org/drawingml/2006/main" noGrp="1"/>
          </p:cNvSpPr>
          <p:nvPr/>
        </p:nvSpPr>
        <p:spPr>
          <a:xfrm xmlns:a="http://schemas.openxmlformats.org/drawingml/2006/main">
            <a:off x="419100" y="4781550"/>
            <a:ext cx="50673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本图证明：我的考试页把待考、历史成绩、错题与补考收在一个入口，考试成绩通过后自动回流技能等级。</a:t>
            </a:r>
          </a:p>
        </p:txBody>
      </p:sp>
      <p:sp>
        <p:nvSpPr>
          <p:cNvPr id="67" name="">
            <a:extLst xmlns:a="http://schemas.openxmlformats.org/drawingml/2006/main">
              <a:ext uri="{FF2B5EF4-FFF2-40B4-BE49-F238E27FC236}">
                <a16:creationId xmlns:a16="http://schemas.microsoft.com/office/drawing/2014/main" id="{3B93F70A-728C-49F3-AB75-C4C97E85F962}"/>
              </a:ext>
            </a:extLst>
          </p:cNvPr>
          <p:cNvSpPr>
            <a:spLocks xmlns:a="http://schemas.openxmlformats.org/drawingml/2006/main" noGrp="1"/>
          </p:cNvSpPr>
          <p:nvPr/>
        </p:nvSpPr>
        <p:spPr>
          <a:xfrm xmlns:a="http://schemas.openxmlformats.org/drawingml/2006/main">
            <a:off x="5810250" y="1333500"/>
            <a:ext cx="6096000" cy="3390900"/>
          </a:xfrm>
          <a:prstGeom xmlns:a="http://schemas.openxmlformats.org/drawingml/2006/main" prst="roundRect">
            <a:avLst>
              <a:gd name="adj" fmla="val 2528"/>
            </a:avLst>
          </a:prstGeom>
          <a:gradFill xmlns:a="http://schemas.openxmlformats.org/drawingml/2006/main">
            <a:gsLst>
              <a:gs pos="0">
                <a:srgbClr val="F5F9FD"/>
              </a:gs>
              <a:gs pos="62000">
                <a:srgbClr val="F4F8FD"/>
              </a:gs>
              <a:gs pos="100000">
                <a:srgbClr val="BEC1C5"/>
              </a:gs>
            </a:gsLst>
            <a:lin ang="8100000"/>
          </a:gradFill>
          <a:ln xmlns:a="http://schemas.openxmlformats.org/drawingml/2006/main" w="9525">
            <a:solidFill>
              <a:srgbClr val="2A6BAE"/>
            </a:solidFill>
            <a:prstDash val="solid"/>
          </a:ln>
        </p:spPr>
      </p:sp>
      <p:pic>
        <p:nvPicPr>
          <p:cNvPr id="158" name=""/>
          <p:cNvPicPr>
            <a:picLocks xmlns:a="http://schemas.openxmlformats.org/drawingml/2006/main" noChangeAspect="1"/>
          </p:cNvPicPr>
          <p:nvPr/>
        </p:nvPicPr>
        <p:blipFill>
          <a:blip xmlns:r="http://schemas.openxmlformats.org/officeDocument/2006/relationships" xmlns:a="http://schemas.openxmlformats.org/drawingml/2006/main" r:embed="Rcfce8ba5f00844b7"/>
          <a:stretch xmlns:a="http://schemas.openxmlformats.org/drawingml/2006/main"/>
        </p:blipFill>
        <p:spPr>
          <a:xfrm xmlns:a="http://schemas.openxmlformats.org/drawingml/2006/main">
            <a:off x="6037427" y="1390650"/>
            <a:ext cx="5641646" cy="3276600"/>
          </a:xfrm>
          <a:prstGeom xmlns:a="http://schemas.openxmlformats.org/drawingml/2006/main" prst="roundRect">
            <a:avLst>
              <a:gd name="adj" fmla="val 1744"/>
            </a:avLst>
          </a:prstGeom>
        </p:spPr>
      </p:pic>
      <p:sp>
        <p:nvSpPr>
          <p:cNvPr id="69" name="">
            <a:extLst xmlns:a="http://schemas.openxmlformats.org/drawingml/2006/main">
              <a:ext uri="{FF2B5EF4-FFF2-40B4-BE49-F238E27FC236}">
                <a16:creationId xmlns:a16="http://schemas.microsoft.com/office/drawing/2014/main" id="{6CB357EC-77F6-40B8-8239-190BE93FD341}"/>
              </a:ext>
            </a:extLst>
          </p:cNvPr>
          <p:cNvSpPr>
            <a:spLocks xmlns:a="http://schemas.openxmlformats.org/drawingml/2006/main" noGrp="1"/>
          </p:cNvSpPr>
          <p:nvPr/>
        </p:nvSpPr>
        <p:spPr>
          <a:xfrm xmlns:a="http://schemas.openxmlformats.org/drawingml/2006/main">
            <a:off x="5810250" y="4781550"/>
            <a:ext cx="6096000" cy="381000"/>
          </a:xfrm>
          <a:prstGeom xmlns:a="http://schemas.openxmlformats.org/drawingml/2006/main" prst="roundRect">
            <a:avLst>
              <a:gd name="adj" fmla="val 22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70" name="">
            <a:extLst xmlns:a="http://schemas.openxmlformats.org/drawingml/2006/main">
              <a:ext uri="{FF2B5EF4-FFF2-40B4-BE49-F238E27FC236}">
                <a16:creationId xmlns:a16="http://schemas.microsoft.com/office/drawing/2014/main" id="{BF731F04-F20F-454F-A708-670A1EAB7F3F}"/>
              </a:ext>
            </a:extLst>
          </p:cNvPr>
          <p:cNvSpPr>
            <a:spLocks xmlns:a="http://schemas.openxmlformats.org/drawingml/2006/main" noGrp="1"/>
          </p:cNvSpPr>
          <p:nvPr/>
        </p:nvSpPr>
        <p:spPr>
          <a:xfrm xmlns:a="http://schemas.openxmlformats.org/drawingml/2006/main">
            <a:off x="5943600" y="4781550"/>
            <a:ext cx="58293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本图证明：个性化 </a:t>
            </a:r>
            <a:r>
              <a:rPr sz="863" b="0">
                <a:solidFill>
                  <a:srgbClr val="F5C33B"/>
                </a:solidFill>
                <a:latin typeface="微软雅黑"/>
                <a:ea typeface="微软雅黑"/>
                <a:cs typeface="微软雅黑"/>
              </a:rPr>
              <a:t>Agent </a:t>
            </a:r>
            <a:r>
              <a:rPr sz="863" b="0">
                <a:solidFill>
                  <a:srgbClr val="F5C33B"/>
                </a:solidFill>
                <a:latin typeface="微软雅黑"/>
                <a:ea typeface="微软雅黑"/>
                <a:cs typeface="微软雅黑"/>
              </a:rPr>
              <a:t>计划把「推荐课程 </a:t>
            </a:r>
            <a:r>
              <a:rPr sz="863" b="0">
                <a:solidFill>
                  <a:srgbClr val="F5C33B"/>
                </a:solidFill>
                <a:latin typeface="微软雅黑"/>
                <a:ea typeface="微软雅黑"/>
                <a:cs typeface="微软雅黑"/>
              </a:rPr>
              <a:t>+ </a:t>
            </a:r>
            <a:r>
              <a:rPr sz="863" b="0">
                <a:solidFill>
                  <a:srgbClr val="F5C33B"/>
                </a:solidFill>
                <a:latin typeface="微软雅黑"/>
                <a:ea typeface="微软雅黑"/>
                <a:cs typeface="微软雅黑"/>
              </a:rPr>
              <a:t>带教 </a:t>
            </a:r>
            <a:r>
              <a:rPr sz="863" b="0">
                <a:solidFill>
                  <a:srgbClr val="F5C33B"/>
                </a:solidFill>
                <a:latin typeface="微软雅黑"/>
                <a:ea typeface="微软雅黑"/>
                <a:cs typeface="微软雅黑"/>
              </a:rPr>
              <a:t>+ </a:t>
            </a:r>
            <a:r>
              <a:rPr sz="863" b="0">
                <a:solidFill>
                  <a:srgbClr val="F5C33B"/>
                </a:solidFill>
                <a:latin typeface="微软雅黑"/>
                <a:ea typeface="微软雅黑"/>
                <a:cs typeface="微软雅黑"/>
              </a:rPr>
              <a:t>模拟考」写成可执行条目，每条都能回溯到命中的规则与依据数据点。</a:t>
            </a:r>
          </a:p>
        </p:txBody>
      </p:sp>
      <p:sp>
        <p:nvSpPr>
          <p:cNvPr id="71" name="">
            <a:extLst xmlns:a="http://schemas.openxmlformats.org/drawingml/2006/main">
              <a:ext uri="{FF2B5EF4-FFF2-40B4-BE49-F238E27FC236}">
                <a16:creationId xmlns:a16="http://schemas.microsoft.com/office/drawing/2014/main" id="{9FAD8D16-7E09-46AD-9C5F-86DE00586FA4}"/>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923"/>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72" name="">
            <a:extLst xmlns:a="http://schemas.openxmlformats.org/drawingml/2006/main">
              <a:ext uri="{FF2B5EF4-FFF2-40B4-BE49-F238E27FC236}">
                <a16:creationId xmlns:a16="http://schemas.microsoft.com/office/drawing/2014/main" id="{B827D86E-2968-4EE8-A74E-DCE531E63C61}"/>
              </a:ext>
            </a:extLst>
          </p:cNvPr>
          <p:cNvSpPr>
            <a:spLocks xmlns:a="http://schemas.openxmlformats.org/drawingml/2006/main" noGrp="1"/>
          </p:cNvSpPr>
          <p:nvPr/>
        </p:nvSpPr>
        <p:spPr>
          <a:xfrm xmlns:a="http://schemas.openxmlformats.org/drawingml/2006/main">
            <a:off x="457200" y="5276850"/>
            <a:ext cx="1123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组卷考试能力（管理员配置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员工答题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成绩回流）</a:t>
            </a:r>
          </a:p>
        </p:txBody>
      </p:sp>
      <p:sp>
        <p:nvSpPr>
          <p:cNvPr id="73" name="">
            <a:extLst xmlns:a="http://schemas.openxmlformats.org/drawingml/2006/main">
              <a:ext uri="{FF2B5EF4-FFF2-40B4-BE49-F238E27FC236}">
                <a16:creationId xmlns:a16="http://schemas.microsoft.com/office/drawing/2014/main" id="{226DF142-25D2-4B3F-B052-D3F078E33CD2}"/>
              </a:ext>
            </a:extLst>
          </p:cNvPr>
          <p:cNvSpPr>
            <a:spLocks xmlns:a="http://schemas.openxmlformats.org/drawingml/2006/main" noGrp="1"/>
          </p:cNvSpPr>
          <p:nvPr/>
        </p:nvSpPr>
        <p:spPr>
          <a:xfrm xmlns:a="http://schemas.openxmlformats.org/drawingml/2006/main">
            <a:off x="457200" y="5581650"/>
            <a:ext cx="666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31C7F0"/>
                </a:solidFill>
                <a:latin typeface="微软雅黑"/>
                <a:ea typeface="微软雅黑"/>
                <a:cs typeface="微软雅黑"/>
              </a:defRPr>
            </a:pPr>
            <a:r>
              <a:rPr sz="900" b="1">
                <a:solidFill>
                  <a:srgbClr val="31C7F0"/>
                </a:solidFill>
                <a:latin typeface="微软雅黑"/>
                <a:ea typeface="微软雅黑"/>
                <a:cs typeface="微软雅黑"/>
              </a:rPr>
              <a:t>组卷</a:t>
            </a:r>
          </a:p>
        </p:txBody>
      </p:sp>
      <p:sp>
        <p:nvSpPr>
          <p:cNvPr id="74" name="">
            <a:extLst xmlns:a="http://schemas.openxmlformats.org/drawingml/2006/main">
              <a:ext uri="{FF2B5EF4-FFF2-40B4-BE49-F238E27FC236}">
                <a16:creationId xmlns:a16="http://schemas.microsoft.com/office/drawing/2014/main" id="{B47ACB65-A02E-409C-B6B2-81E23CC8BDD7}"/>
              </a:ext>
            </a:extLst>
          </p:cNvPr>
          <p:cNvSpPr>
            <a:spLocks xmlns:a="http://schemas.openxmlformats.org/drawingml/2006/main" noGrp="1"/>
          </p:cNvSpPr>
          <p:nvPr/>
        </p:nvSpPr>
        <p:spPr>
          <a:xfrm xmlns:a="http://schemas.openxmlformats.org/drawingml/2006/main">
            <a:off x="1123950" y="558165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按岗位、技能、等级抽题；题量与技能配比由算法三动态分配</a:t>
            </a:r>
          </a:p>
        </p:txBody>
      </p:sp>
      <p:sp>
        <p:nvSpPr>
          <p:cNvPr id="75" name="">
            <a:extLst xmlns:a="http://schemas.openxmlformats.org/drawingml/2006/main">
              <a:ext uri="{FF2B5EF4-FFF2-40B4-BE49-F238E27FC236}">
                <a16:creationId xmlns:a16="http://schemas.microsoft.com/office/drawing/2014/main" id="{1A4E3BF3-BA3D-4903-A94B-D852E816A9A7}"/>
              </a:ext>
            </a:extLst>
          </p:cNvPr>
          <p:cNvSpPr>
            <a:spLocks xmlns:a="http://schemas.openxmlformats.org/drawingml/2006/main" noGrp="1"/>
          </p:cNvSpPr>
          <p:nvPr/>
        </p:nvSpPr>
        <p:spPr>
          <a:xfrm xmlns:a="http://schemas.openxmlformats.org/drawingml/2006/main">
            <a:off x="4305300" y="5581650"/>
            <a:ext cx="666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31C7F0"/>
                </a:solidFill>
                <a:latin typeface="微软雅黑"/>
                <a:ea typeface="微软雅黑"/>
                <a:cs typeface="微软雅黑"/>
              </a:defRPr>
            </a:pPr>
            <a:r>
              <a:rPr sz="900" b="1">
                <a:solidFill>
                  <a:srgbClr val="31C7F0"/>
                </a:solidFill>
                <a:latin typeface="微软雅黑"/>
                <a:ea typeface="微软雅黑"/>
                <a:cs typeface="微软雅黑"/>
              </a:rPr>
              <a:t>开考门禁</a:t>
            </a:r>
          </a:p>
        </p:txBody>
      </p:sp>
      <p:sp>
        <p:nvSpPr>
          <p:cNvPr id="76" name="">
            <a:extLst xmlns:a="http://schemas.openxmlformats.org/drawingml/2006/main">
              <a:ext uri="{FF2B5EF4-FFF2-40B4-BE49-F238E27FC236}">
                <a16:creationId xmlns:a16="http://schemas.microsoft.com/office/drawing/2014/main" id="{CC279B88-7C58-4CB7-A5ED-8F35FB969773}"/>
              </a:ext>
            </a:extLst>
          </p:cNvPr>
          <p:cNvSpPr>
            <a:spLocks xmlns:a="http://schemas.openxmlformats.org/drawingml/2006/main" noGrp="1"/>
          </p:cNvSpPr>
          <p:nvPr/>
        </p:nvSpPr>
        <p:spPr>
          <a:xfrm xmlns:a="http://schemas.openxmlformats.org/drawingml/2006/main">
            <a:off x="4972050" y="558165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管理员未开考时，前端按钮不可点击，接口侧直接拒绝发卷</a:t>
            </a:r>
          </a:p>
        </p:txBody>
      </p:sp>
      <p:sp>
        <p:nvSpPr>
          <p:cNvPr id="77" name="">
            <a:extLst xmlns:a="http://schemas.openxmlformats.org/drawingml/2006/main">
              <a:ext uri="{FF2B5EF4-FFF2-40B4-BE49-F238E27FC236}">
                <a16:creationId xmlns:a16="http://schemas.microsoft.com/office/drawing/2014/main" id="{E859CBFF-6976-4B07-99BF-0AA8A2BE793E}"/>
              </a:ext>
            </a:extLst>
          </p:cNvPr>
          <p:cNvSpPr>
            <a:spLocks xmlns:a="http://schemas.openxmlformats.org/drawingml/2006/main" noGrp="1"/>
          </p:cNvSpPr>
          <p:nvPr/>
        </p:nvSpPr>
        <p:spPr>
          <a:xfrm xmlns:a="http://schemas.openxmlformats.org/drawingml/2006/main">
            <a:off x="8153400" y="5581650"/>
            <a:ext cx="666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31C7F0"/>
                </a:solidFill>
                <a:latin typeface="微软雅黑"/>
                <a:ea typeface="微软雅黑"/>
                <a:cs typeface="微软雅黑"/>
              </a:defRPr>
            </a:pPr>
            <a:r>
              <a:rPr sz="900" b="1">
                <a:solidFill>
                  <a:srgbClr val="31C7F0"/>
                </a:solidFill>
                <a:latin typeface="微软雅黑"/>
                <a:ea typeface="微软雅黑"/>
                <a:cs typeface="微软雅黑"/>
              </a:rPr>
              <a:t>判卷</a:t>
            </a:r>
          </a:p>
        </p:txBody>
      </p:sp>
      <p:sp>
        <p:nvSpPr>
          <p:cNvPr id="78" name="">
            <a:extLst xmlns:a="http://schemas.openxmlformats.org/drawingml/2006/main">
              <a:ext uri="{FF2B5EF4-FFF2-40B4-BE49-F238E27FC236}">
                <a16:creationId xmlns:a16="http://schemas.microsoft.com/office/drawing/2014/main" id="{56C9959F-0018-4704-9DA3-8715304BE2A7}"/>
              </a:ext>
            </a:extLst>
          </p:cNvPr>
          <p:cNvSpPr>
            <a:spLocks xmlns:a="http://schemas.openxmlformats.org/drawingml/2006/main" noGrp="1"/>
          </p:cNvSpPr>
          <p:nvPr/>
        </p:nvSpPr>
        <p:spPr>
          <a:xfrm xmlns:a="http://schemas.openxmlformats.org/drawingml/2006/main">
            <a:off x="8820150" y="558165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客观题自动判分，主观题与实操由班组长评；错题归因到知识点与技能</a:t>
            </a:r>
          </a:p>
        </p:txBody>
      </p:sp>
      <p:sp>
        <p:nvSpPr>
          <p:cNvPr id="79" name="">
            <a:extLst xmlns:a="http://schemas.openxmlformats.org/drawingml/2006/main">
              <a:ext uri="{FF2B5EF4-FFF2-40B4-BE49-F238E27FC236}">
                <a16:creationId xmlns:a16="http://schemas.microsoft.com/office/drawing/2014/main" id="{A2751EED-5676-4394-B359-21D37D3A5501}"/>
              </a:ext>
            </a:extLst>
          </p:cNvPr>
          <p:cNvSpPr>
            <a:spLocks xmlns:a="http://schemas.openxmlformats.org/drawingml/2006/main" noGrp="1"/>
          </p:cNvSpPr>
          <p:nvPr/>
        </p:nvSpPr>
        <p:spPr>
          <a:xfrm xmlns:a="http://schemas.openxmlformats.org/drawingml/2006/main">
            <a:off x="457200" y="5962650"/>
            <a:ext cx="666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31C7F0"/>
                </a:solidFill>
                <a:latin typeface="微软雅黑"/>
                <a:ea typeface="微软雅黑"/>
                <a:cs typeface="微软雅黑"/>
              </a:defRPr>
            </a:pPr>
            <a:r>
              <a:rPr sz="900" b="1">
                <a:solidFill>
                  <a:srgbClr val="31C7F0"/>
                </a:solidFill>
                <a:latin typeface="微软雅黑"/>
                <a:ea typeface="微软雅黑"/>
                <a:cs typeface="微软雅黑"/>
              </a:rPr>
              <a:t>防作弊</a:t>
            </a:r>
          </a:p>
        </p:txBody>
      </p:sp>
      <p:sp>
        <p:nvSpPr>
          <p:cNvPr id="80" name="">
            <a:extLst xmlns:a="http://schemas.openxmlformats.org/drawingml/2006/main">
              <a:ext uri="{FF2B5EF4-FFF2-40B4-BE49-F238E27FC236}">
                <a16:creationId xmlns:a16="http://schemas.microsoft.com/office/drawing/2014/main" id="{E6A21840-F570-4386-A914-A5E27E989C55}"/>
              </a:ext>
            </a:extLst>
          </p:cNvPr>
          <p:cNvSpPr>
            <a:spLocks xmlns:a="http://schemas.openxmlformats.org/drawingml/2006/main" noGrp="1"/>
          </p:cNvSpPr>
          <p:nvPr/>
        </p:nvSpPr>
        <p:spPr>
          <a:xfrm xmlns:a="http://schemas.openxmlformats.org/drawingml/2006/main">
            <a:off x="1123950" y="596265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人脸识别、切屏检测、随机题、限时、操作日志与异常报警</a:t>
            </a:r>
          </a:p>
        </p:txBody>
      </p:sp>
      <p:sp>
        <p:nvSpPr>
          <p:cNvPr id="81" name="">
            <a:extLst xmlns:a="http://schemas.openxmlformats.org/drawingml/2006/main">
              <a:ext uri="{FF2B5EF4-FFF2-40B4-BE49-F238E27FC236}">
                <a16:creationId xmlns:a16="http://schemas.microsoft.com/office/drawing/2014/main" id="{60AB4F93-D7FB-477F-A8BB-830C020405A3}"/>
              </a:ext>
            </a:extLst>
          </p:cNvPr>
          <p:cNvSpPr>
            <a:spLocks xmlns:a="http://schemas.openxmlformats.org/drawingml/2006/main" noGrp="1"/>
          </p:cNvSpPr>
          <p:nvPr/>
        </p:nvSpPr>
        <p:spPr>
          <a:xfrm xmlns:a="http://schemas.openxmlformats.org/drawingml/2006/main">
            <a:off x="4305300" y="5962650"/>
            <a:ext cx="666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31C7F0"/>
                </a:solidFill>
                <a:latin typeface="微软雅黑"/>
                <a:ea typeface="微软雅黑"/>
                <a:cs typeface="微软雅黑"/>
              </a:defRPr>
            </a:pPr>
            <a:r>
              <a:rPr sz="900" b="1">
                <a:solidFill>
                  <a:srgbClr val="31C7F0"/>
                </a:solidFill>
                <a:latin typeface="微软雅黑"/>
                <a:ea typeface="微软雅黑"/>
                <a:cs typeface="微软雅黑"/>
              </a:rPr>
              <a:t>回流</a:t>
            </a:r>
          </a:p>
        </p:txBody>
      </p:sp>
      <p:sp>
        <p:nvSpPr>
          <p:cNvPr id="82" name="">
            <a:extLst xmlns:a="http://schemas.openxmlformats.org/drawingml/2006/main">
              <a:ext uri="{FF2B5EF4-FFF2-40B4-BE49-F238E27FC236}">
                <a16:creationId xmlns:a16="http://schemas.microsoft.com/office/drawing/2014/main" id="{D98F2AB2-ACF7-4CA4-A6CB-61DE8F9C8A65}"/>
              </a:ext>
            </a:extLst>
          </p:cNvPr>
          <p:cNvSpPr>
            <a:spLocks xmlns:a="http://schemas.openxmlformats.org/drawingml/2006/main" noGrp="1"/>
          </p:cNvSpPr>
          <p:nvPr/>
        </p:nvSpPr>
        <p:spPr>
          <a:xfrm xmlns:a="http://schemas.openxmlformats.org/drawingml/2006/main">
            <a:off x="4972050" y="596265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成绩通过后更新技能等级、个人欠缺、管理看板与证书</a:t>
            </a:r>
          </a:p>
        </p:txBody>
      </p:sp>
      <p:sp>
        <p:nvSpPr>
          <p:cNvPr id="83" name="">
            <a:extLst xmlns:a="http://schemas.openxmlformats.org/drawingml/2006/main">
              <a:ext uri="{FF2B5EF4-FFF2-40B4-BE49-F238E27FC236}">
                <a16:creationId xmlns:a16="http://schemas.microsoft.com/office/drawing/2014/main" id="{A58DC1D4-C329-4A57-A6EE-16B20633940C}"/>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49FD7592-6310-47EF-8F87-5FF82C227DB6}"/>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4314CCF2-2343-4399-A754-3991347BEF1D}"/>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4FCE5C8D-71EF-4D3A-AE1A-105829C5105D}"/>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EA1E74E5-6B3C-4597-B401-9C5C63735B7A}"/>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3EDA3999-6C8B-4BD0-AE90-EF5047BD0939}"/>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89" name="">
            <a:extLst xmlns:a="http://schemas.openxmlformats.org/drawingml/2006/main">
              <a:ext uri="{FF2B5EF4-FFF2-40B4-BE49-F238E27FC236}">
                <a16:creationId xmlns:a16="http://schemas.microsoft.com/office/drawing/2014/main" id="{71CA4432-6D31-42D7-983F-7B06A92195BD}"/>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376D3C15-7F0B-4840-804D-CC1D766DE3F1}"/>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22</a:t>
            </a:r>
          </a:p>
        </p:txBody>
      </p:sp>
    </p:spTree>
    <p:extLst>
      <p:ext uri="{BB962C8B-B14F-4D97-AF65-F5344CB8AC3E}">
        <p14:creationId xmlns:p14="http://schemas.microsoft.com/office/powerpoint/2010/main" val="2033759138"/>
      </p:ext>
    </p:extLst>
  </p:cSld>
</p:sld>
</file>

<file path=ppt/slides/slide23.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04d37211353f41f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8D2593-E3E2-49AF-A453-6530CE20ED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BC86A8BD-BBA4-4868-998D-E3362099BD1D}"/>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AD3B6">
                  <a:alpha val="15000"/>
                </a:srgbClr>
              </a:gs>
              <a:gs pos="45000">
                <a:srgbClr val="2AD3B6">
                  <a:alpha val="6000"/>
                </a:srgbClr>
              </a:gs>
              <a:gs pos="100000">
                <a:srgbClr val="2AD3B6">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A090800F-263B-4B3F-A935-472491037AA5}"/>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AFAAB0FA-68F5-420A-9539-50F52826ADCC}"/>
              </a:ext>
            </a:extLst>
          </p:cNvPr>
          <p:cNvSpPr>
            <a:spLocks xmlns:a="http://schemas.openxmlformats.org/drawingml/2006/main" noGrp="1"/>
          </p:cNvSpPr>
          <p:nvPr/>
        </p:nvSpPr>
        <p:spPr>
          <a:xfrm xmlns:a="http://schemas.openxmlformats.org/drawingml/2006/main">
            <a:off x="9658350"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437B4A47-9719-41BF-B007-1044254677C2}"/>
              </a:ext>
            </a:extLst>
          </p:cNvPr>
          <p:cNvSpPr>
            <a:spLocks xmlns:a="http://schemas.openxmlformats.org/drawingml/2006/main" noGrp="1"/>
          </p:cNvSpPr>
          <p:nvPr/>
        </p:nvSpPr>
        <p:spPr>
          <a:xfrm xmlns:a="http://schemas.openxmlformats.org/drawingml/2006/main">
            <a:off x="9658350"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A7576F32-E06D-479E-9EF5-3EB7977BF58B}"/>
              </a:ext>
            </a:extLst>
          </p:cNvPr>
          <p:cNvSpPr>
            <a:spLocks xmlns:a="http://schemas.openxmlformats.org/drawingml/2006/main" noGrp="1"/>
          </p:cNvSpPr>
          <p:nvPr/>
        </p:nvSpPr>
        <p:spPr>
          <a:xfrm xmlns:a="http://schemas.openxmlformats.org/drawingml/2006/main">
            <a:off x="9658350"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5E1BA3DC-1B1A-40D2-9C64-90D6B6E9DEB1}"/>
              </a:ext>
            </a:extLst>
          </p:cNvPr>
          <p:cNvSpPr>
            <a:spLocks xmlns:a="http://schemas.openxmlformats.org/drawingml/2006/main" noGrp="1"/>
          </p:cNvSpPr>
          <p:nvPr/>
        </p:nvSpPr>
        <p:spPr>
          <a:xfrm xmlns:a="http://schemas.openxmlformats.org/drawingml/2006/main">
            <a:off x="9782175"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C342CE01-93F4-4F49-BE4A-8EFD5F09153E}"/>
              </a:ext>
            </a:extLst>
          </p:cNvPr>
          <p:cNvSpPr>
            <a:spLocks xmlns:a="http://schemas.openxmlformats.org/drawingml/2006/main" noGrp="1"/>
          </p:cNvSpPr>
          <p:nvPr/>
        </p:nvSpPr>
        <p:spPr>
          <a:xfrm xmlns:a="http://schemas.openxmlformats.org/drawingml/2006/main">
            <a:off x="9782175"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B9B28CE0-35DA-4396-B1B6-93D7DE673D82}"/>
              </a:ext>
            </a:extLst>
          </p:cNvPr>
          <p:cNvSpPr>
            <a:spLocks xmlns:a="http://schemas.openxmlformats.org/drawingml/2006/main" noGrp="1"/>
          </p:cNvSpPr>
          <p:nvPr/>
        </p:nvSpPr>
        <p:spPr>
          <a:xfrm xmlns:a="http://schemas.openxmlformats.org/drawingml/2006/main">
            <a:off x="9782175"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EDE0DCEA-9953-4CAD-868C-D51F6D8DD72C}"/>
              </a:ext>
            </a:extLst>
          </p:cNvPr>
          <p:cNvSpPr>
            <a:spLocks xmlns:a="http://schemas.openxmlformats.org/drawingml/2006/main" noGrp="1"/>
          </p:cNvSpPr>
          <p:nvPr/>
        </p:nvSpPr>
        <p:spPr>
          <a:xfrm xmlns:a="http://schemas.openxmlformats.org/drawingml/2006/main">
            <a:off x="9906000"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A0D76B5C-003B-4EFC-BF24-68DAFF93F456}"/>
              </a:ext>
            </a:extLst>
          </p:cNvPr>
          <p:cNvSpPr>
            <a:spLocks xmlns:a="http://schemas.openxmlformats.org/drawingml/2006/main" noGrp="1"/>
          </p:cNvSpPr>
          <p:nvPr/>
        </p:nvSpPr>
        <p:spPr>
          <a:xfrm xmlns:a="http://schemas.openxmlformats.org/drawingml/2006/main">
            <a:off x="9906000"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CE31415B-8F9E-45FB-9237-6E6917C719E5}"/>
              </a:ext>
            </a:extLst>
          </p:cNvPr>
          <p:cNvSpPr>
            <a:spLocks xmlns:a="http://schemas.openxmlformats.org/drawingml/2006/main" noGrp="1"/>
          </p:cNvSpPr>
          <p:nvPr/>
        </p:nvSpPr>
        <p:spPr>
          <a:xfrm xmlns:a="http://schemas.openxmlformats.org/drawingml/2006/main">
            <a:off x="9906000"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60598756-61C6-4816-B3EF-D20B8D2CA076}"/>
              </a:ext>
            </a:extLst>
          </p:cNvPr>
          <p:cNvSpPr>
            <a:spLocks xmlns:a="http://schemas.openxmlformats.org/drawingml/2006/main" noGrp="1"/>
          </p:cNvSpPr>
          <p:nvPr/>
        </p:nvSpPr>
        <p:spPr>
          <a:xfrm xmlns:a="http://schemas.openxmlformats.org/drawingml/2006/main">
            <a:off x="10029825"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BE2A8F91-B2F5-42D0-90C5-29FA2ECE44F5}"/>
              </a:ext>
            </a:extLst>
          </p:cNvPr>
          <p:cNvSpPr>
            <a:spLocks xmlns:a="http://schemas.openxmlformats.org/drawingml/2006/main" noGrp="1"/>
          </p:cNvSpPr>
          <p:nvPr/>
        </p:nvSpPr>
        <p:spPr>
          <a:xfrm xmlns:a="http://schemas.openxmlformats.org/drawingml/2006/main">
            <a:off x="10029825"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69F2D6FF-F34D-45A8-AE6A-7A70F97595A7}"/>
              </a:ext>
            </a:extLst>
          </p:cNvPr>
          <p:cNvSpPr>
            <a:spLocks xmlns:a="http://schemas.openxmlformats.org/drawingml/2006/main" noGrp="1"/>
          </p:cNvSpPr>
          <p:nvPr/>
        </p:nvSpPr>
        <p:spPr>
          <a:xfrm xmlns:a="http://schemas.openxmlformats.org/drawingml/2006/main">
            <a:off x="10029825"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685CC3A7-E579-4BD4-9190-82E2F5A49451}"/>
              </a:ext>
            </a:extLst>
          </p:cNvPr>
          <p:cNvSpPr>
            <a:spLocks xmlns:a="http://schemas.openxmlformats.org/drawingml/2006/main" noGrp="1"/>
          </p:cNvSpPr>
          <p:nvPr/>
        </p:nvSpPr>
        <p:spPr>
          <a:xfrm xmlns:a="http://schemas.openxmlformats.org/drawingml/2006/main">
            <a:off x="10153650"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AA78C8D6-0ACB-4779-A8B0-90DC419E0BA9}"/>
              </a:ext>
            </a:extLst>
          </p:cNvPr>
          <p:cNvSpPr>
            <a:spLocks xmlns:a="http://schemas.openxmlformats.org/drawingml/2006/main" noGrp="1"/>
          </p:cNvSpPr>
          <p:nvPr/>
        </p:nvSpPr>
        <p:spPr>
          <a:xfrm xmlns:a="http://schemas.openxmlformats.org/drawingml/2006/main">
            <a:off x="10153650"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9B1BDBF1-6E88-4678-8088-27609C1E0503}"/>
              </a:ext>
            </a:extLst>
          </p:cNvPr>
          <p:cNvSpPr>
            <a:spLocks xmlns:a="http://schemas.openxmlformats.org/drawingml/2006/main" noGrp="1"/>
          </p:cNvSpPr>
          <p:nvPr/>
        </p:nvSpPr>
        <p:spPr>
          <a:xfrm xmlns:a="http://schemas.openxmlformats.org/drawingml/2006/main">
            <a:off x="10153650"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E018595B-3132-48BD-BD88-AE0A11406B10}"/>
              </a:ext>
            </a:extLst>
          </p:cNvPr>
          <p:cNvSpPr>
            <a:spLocks xmlns:a="http://schemas.openxmlformats.org/drawingml/2006/main" noGrp="1"/>
          </p:cNvSpPr>
          <p:nvPr/>
        </p:nvSpPr>
        <p:spPr>
          <a:xfrm xmlns:a="http://schemas.openxmlformats.org/drawingml/2006/main">
            <a:off x="10277475"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711BB4DD-3767-4CB3-85F5-47E37E418B34}"/>
              </a:ext>
            </a:extLst>
          </p:cNvPr>
          <p:cNvSpPr>
            <a:spLocks xmlns:a="http://schemas.openxmlformats.org/drawingml/2006/main" noGrp="1"/>
          </p:cNvSpPr>
          <p:nvPr/>
        </p:nvSpPr>
        <p:spPr>
          <a:xfrm xmlns:a="http://schemas.openxmlformats.org/drawingml/2006/main">
            <a:off x="10277475"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21DA643F-D032-4D3B-929F-A90DB70DA6E8}"/>
              </a:ext>
            </a:extLst>
          </p:cNvPr>
          <p:cNvSpPr>
            <a:spLocks xmlns:a="http://schemas.openxmlformats.org/drawingml/2006/main" noGrp="1"/>
          </p:cNvSpPr>
          <p:nvPr/>
        </p:nvSpPr>
        <p:spPr>
          <a:xfrm xmlns:a="http://schemas.openxmlformats.org/drawingml/2006/main">
            <a:off x="10277475"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B74ACDC9-77EB-4FD6-B9BE-613CC8071AD6}"/>
              </a:ext>
            </a:extLst>
          </p:cNvPr>
          <p:cNvSpPr>
            <a:spLocks xmlns:a="http://schemas.openxmlformats.org/drawingml/2006/main" noGrp="1"/>
          </p:cNvSpPr>
          <p:nvPr/>
        </p:nvSpPr>
        <p:spPr>
          <a:xfrm xmlns:a="http://schemas.openxmlformats.org/drawingml/2006/main">
            <a:off x="10401300"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9791DE90-86F2-4C22-B602-9D6815D8E43B}"/>
              </a:ext>
            </a:extLst>
          </p:cNvPr>
          <p:cNvSpPr>
            <a:spLocks xmlns:a="http://schemas.openxmlformats.org/drawingml/2006/main" noGrp="1"/>
          </p:cNvSpPr>
          <p:nvPr/>
        </p:nvSpPr>
        <p:spPr>
          <a:xfrm xmlns:a="http://schemas.openxmlformats.org/drawingml/2006/main">
            <a:off x="10401300"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A14CD5AD-16FB-48F3-9030-D1F27B67873D}"/>
              </a:ext>
            </a:extLst>
          </p:cNvPr>
          <p:cNvSpPr>
            <a:spLocks xmlns:a="http://schemas.openxmlformats.org/drawingml/2006/main" noGrp="1"/>
          </p:cNvSpPr>
          <p:nvPr/>
        </p:nvSpPr>
        <p:spPr>
          <a:xfrm xmlns:a="http://schemas.openxmlformats.org/drawingml/2006/main">
            <a:off x="10401300"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BC59EEF6-4108-4FB0-9A94-AF8AC7011DE7}"/>
              </a:ext>
            </a:extLst>
          </p:cNvPr>
          <p:cNvSpPr>
            <a:spLocks xmlns:a="http://schemas.openxmlformats.org/drawingml/2006/main" noGrp="1"/>
          </p:cNvSpPr>
          <p:nvPr/>
        </p:nvSpPr>
        <p:spPr>
          <a:xfrm xmlns:a="http://schemas.openxmlformats.org/drawingml/2006/main">
            <a:off x="10525125"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3B005789-D85A-48AE-B77C-BE2811E8CAB7}"/>
              </a:ext>
            </a:extLst>
          </p:cNvPr>
          <p:cNvSpPr>
            <a:spLocks xmlns:a="http://schemas.openxmlformats.org/drawingml/2006/main" noGrp="1"/>
          </p:cNvSpPr>
          <p:nvPr/>
        </p:nvSpPr>
        <p:spPr>
          <a:xfrm xmlns:a="http://schemas.openxmlformats.org/drawingml/2006/main">
            <a:off x="10525125"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5E450533-533D-40B2-BACD-878F094F41CB}"/>
              </a:ext>
            </a:extLst>
          </p:cNvPr>
          <p:cNvSpPr>
            <a:spLocks xmlns:a="http://schemas.openxmlformats.org/drawingml/2006/main" noGrp="1"/>
          </p:cNvSpPr>
          <p:nvPr/>
        </p:nvSpPr>
        <p:spPr>
          <a:xfrm xmlns:a="http://schemas.openxmlformats.org/drawingml/2006/main">
            <a:off x="10525125"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54559F44-062A-41D3-B43A-5F296F399FA6}"/>
              </a:ext>
            </a:extLst>
          </p:cNvPr>
          <p:cNvSpPr>
            <a:spLocks xmlns:a="http://schemas.openxmlformats.org/drawingml/2006/main" noGrp="1"/>
          </p:cNvSpPr>
          <p:nvPr/>
        </p:nvSpPr>
        <p:spPr>
          <a:xfrm xmlns:a="http://schemas.openxmlformats.org/drawingml/2006/main">
            <a:off x="10648950"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2F941AC8-4686-435A-8873-CD1669FF933E}"/>
              </a:ext>
            </a:extLst>
          </p:cNvPr>
          <p:cNvSpPr>
            <a:spLocks xmlns:a="http://schemas.openxmlformats.org/drawingml/2006/main" noGrp="1"/>
          </p:cNvSpPr>
          <p:nvPr/>
        </p:nvSpPr>
        <p:spPr>
          <a:xfrm xmlns:a="http://schemas.openxmlformats.org/drawingml/2006/main">
            <a:off x="10648950"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1D95D03C-0DF7-468D-BD44-C16D606F390C}"/>
              </a:ext>
            </a:extLst>
          </p:cNvPr>
          <p:cNvSpPr>
            <a:spLocks xmlns:a="http://schemas.openxmlformats.org/drawingml/2006/main" noGrp="1"/>
          </p:cNvSpPr>
          <p:nvPr/>
        </p:nvSpPr>
        <p:spPr>
          <a:xfrm xmlns:a="http://schemas.openxmlformats.org/drawingml/2006/main">
            <a:off x="10648950"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72FC0FDA-5DC1-4308-ADFC-D09B1C322AD7}"/>
              </a:ext>
            </a:extLst>
          </p:cNvPr>
          <p:cNvSpPr>
            <a:spLocks xmlns:a="http://schemas.openxmlformats.org/drawingml/2006/main" noGrp="1"/>
          </p:cNvSpPr>
          <p:nvPr/>
        </p:nvSpPr>
        <p:spPr>
          <a:xfrm xmlns:a="http://schemas.openxmlformats.org/drawingml/2006/main">
            <a:off x="10772775"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70EC63B8-8223-44C2-928A-B8B8E6E3895B}"/>
              </a:ext>
            </a:extLst>
          </p:cNvPr>
          <p:cNvSpPr>
            <a:spLocks xmlns:a="http://schemas.openxmlformats.org/drawingml/2006/main" noGrp="1"/>
          </p:cNvSpPr>
          <p:nvPr/>
        </p:nvSpPr>
        <p:spPr>
          <a:xfrm xmlns:a="http://schemas.openxmlformats.org/drawingml/2006/main">
            <a:off x="10772775"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706262E2-B09C-4136-B17F-384374481295}"/>
              </a:ext>
            </a:extLst>
          </p:cNvPr>
          <p:cNvSpPr>
            <a:spLocks xmlns:a="http://schemas.openxmlformats.org/drawingml/2006/main" noGrp="1"/>
          </p:cNvSpPr>
          <p:nvPr/>
        </p:nvSpPr>
        <p:spPr>
          <a:xfrm xmlns:a="http://schemas.openxmlformats.org/drawingml/2006/main">
            <a:off x="10772775"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A6A5B989-A651-4107-B998-F4E143A3C773}"/>
              </a:ext>
            </a:extLst>
          </p:cNvPr>
          <p:cNvSpPr>
            <a:spLocks xmlns:a="http://schemas.openxmlformats.org/drawingml/2006/main" noGrp="1"/>
          </p:cNvSpPr>
          <p:nvPr/>
        </p:nvSpPr>
        <p:spPr>
          <a:xfrm xmlns:a="http://schemas.openxmlformats.org/drawingml/2006/main">
            <a:off x="10896600"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7EA324CD-E92C-4850-99BE-C6C29E8D68E6}"/>
              </a:ext>
            </a:extLst>
          </p:cNvPr>
          <p:cNvSpPr>
            <a:spLocks xmlns:a="http://schemas.openxmlformats.org/drawingml/2006/main" noGrp="1"/>
          </p:cNvSpPr>
          <p:nvPr/>
        </p:nvSpPr>
        <p:spPr>
          <a:xfrm xmlns:a="http://schemas.openxmlformats.org/drawingml/2006/main">
            <a:off x="10896600"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9A4A0A36-F7A0-4E9D-A78B-632FA2A9DC17}"/>
              </a:ext>
            </a:extLst>
          </p:cNvPr>
          <p:cNvSpPr>
            <a:spLocks xmlns:a="http://schemas.openxmlformats.org/drawingml/2006/main" noGrp="1"/>
          </p:cNvSpPr>
          <p:nvPr/>
        </p:nvSpPr>
        <p:spPr>
          <a:xfrm xmlns:a="http://schemas.openxmlformats.org/drawingml/2006/main">
            <a:off x="10896600"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87BE73F6-162D-4B3E-A033-3B44BA9AA907}"/>
              </a:ext>
            </a:extLst>
          </p:cNvPr>
          <p:cNvSpPr>
            <a:spLocks xmlns:a="http://schemas.openxmlformats.org/drawingml/2006/main" noGrp="1"/>
          </p:cNvSpPr>
          <p:nvPr/>
        </p:nvSpPr>
        <p:spPr>
          <a:xfrm xmlns:a="http://schemas.openxmlformats.org/drawingml/2006/main">
            <a:off x="11020425"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C4C4167D-2C53-4A84-9CD7-8226C088AE89}"/>
              </a:ext>
            </a:extLst>
          </p:cNvPr>
          <p:cNvSpPr>
            <a:spLocks xmlns:a="http://schemas.openxmlformats.org/drawingml/2006/main" noGrp="1"/>
          </p:cNvSpPr>
          <p:nvPr/>
        </p:nvSpPr>
        <p:spPr>
          <a:xfrm xmlns:a="http://schemas.openxmlformats.org/drawingml/2006/main">
            <a:off x="11020425"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2CF9F376-1993-4E5B-BCFE-50381EC98B53}"/>
              </a:ext>
            </a:extLst>
          </p:cNvPr>
          <p:cNvSpPr>
            <a:spLocks xmlns:a="http://schemas.openxmlformats.org/drawingml/2006/main" noGrp="1"/>
          </p:cNvSpPr>
          <p:nvPr/>
        </p:nvSpPr>
        <p:spPr>
          <a:xfrm xmlns:a="http://schemas.openxmlformats.org/drawingml/2006/main">
            <a:off x="11020425"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D6AE3DBC-9ED0-4A08-8152-A3DA6A76E4A2}"/>
              </a:ext>
            </a:extLst>
          </p:cNvPr>
          <p:cNvSpPr>
            <a:spLocks xmlns:a="http://schemas.openxmlformats.org/drawingml/2006/main" noGrp="1"/>
          </p:cNvSpPr>
          <p:nvPr/>
        </p:nvSpPr>
        <p:spPr>
          <a:xfrm xmlns:a="http://schemas.openxmlformats.org/drawingml/2006/main">
            <a:off x="11144250"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1284B6AB-2FC2-40B0-A305-F614454676A1}"/>
              </a:ext>
            </a:extLst>
          </p:cNvPr>
          <p:cNvSpPr>
            <a:spLocks xmlns:a="http://schemas.openxmlformats.org/drawingml/2006/main" noGrp="1"/>
          </p:cNvSpPr>
          <p:nvPr/>
        </p:nvSpPr>
        <p:spPr>
          <a:xfrm xmlns:a="http://schemas.openxmlformats.org/drawingml/2006/main">
            <a:off x="11144250"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BCD72E7B-0C57-49E1-87B8-47D4090DFE86}"/>
              </a:ext>
            </a:extLst>
          </p:cNvPr>
          <p:cNvSpPr>
            <a:spLocks xmlns:a="http://schemas.openxmlformats.org/drawingml/2006/main" noGrp="1"/>
          </p:cNvSpPr>
          <p:nvPr/>
        </p:nvSpPr>
        <p:spPr>
          <a:xfrm xmlns:a="http://schemas.openxmlformats.org/drawingml/2006/main">
            <a:off x="11144250"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7B6C3D49-ABF2-44FE-A32A-EBFE2C8CEFE2}"/>
              </a:ext>
            </a:extLst>
          </p:cNvPr>
          <p:cNvSpPr>
            <a:spLocks xmlns:a="http://schemas.openxmlformats.org/drawingml/2006/main" noGrp="1"/>
          </p:cNvSpPr>
          <p:nvPr/>
        </p:nvSpPr>
        <p:spPr>
          <a:xfrm xmlns:a="http://schemas.openxmlformats.org/drawingml/2006/main">
            <a:off x="11268075"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D20329BC-1CAA-41D3-9FF0-CFFE1FD6D4AA}"/>
              </a:ext>
            </a:extLst>
          </p:cNvPr>
          <p:cNvSpPr>
            <a:spLocks xmlns:a="http://schemas.openxmlformats.org/drawingml/2006/main" noGrp="1"/>
          </p:cNvSpPr>
          <p:nvPr/>
        </p:nvSpPr>
        <p:spPr>
          <a:xfrm xmlns:a="http://schemas.openxmlformats.org/drawingml/2006/main">
            <a:off x="11268075"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7F6CCF7C-A452-4C14-8E95-48F3D9DBE380}"/>
              </a:ext>
            </a:extLst>
          </p:cNvPr>
          <p:cNvSpPr>
            <a:spLocks xmlns:a="http://schemas.openxmlformats.org/drawingml/2006/main" noGrp="1"/>
          </p:cNvSpPr>
          <p:nvPr/>
        </p:nvSpPr>
        <p:spPr>
          <a:xfrm xmlns:a="http://schemas.openxmlformats.org/drawingml/2006/main">
            <a:off x="11268075"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7A1EACDC-6CE8-450F-BC29-76F2769BEEA0}"/>
              </a:ext>
            </a:extLst>
          </p:cNvPr>
          <p:cNvSpPr>
            <a:spLocks xmlns:a="http://schemas.openxmlformats.org/drawingml/2006/main" noGrp="1"/>
          </p:cNvSpPr>
          <p:nvPr/>
        </p:nvSpPr>
        <p:spPr>
          <a:xfrm xmlns:a="http://schemas.openxmlformats.org/drawingml/2006/main">
            <a:off x="9658350" y="1409700"/>
            <a:ext cx="1905000" cy="24003"/>
          </a:xfrm>
          <a:prstGeom xmlns:a="http://schemas.openxmlformats.org/drawingml/2006/main" prst="rect">
            <a:avLst/>
          </a:prstGeom>
          <a:gradFill xmlns:a="http://schemas.openxmlformats.org/drawingml/2006/main">
            <a:gsLst>
              <a:gs pos="0">
                <a:srgbClr val="2AD3B6">
                  <a:alpha val="0"/>
                </a:srgbClr>
              </a:gs>
              <a:gs pos="45000">
                <a:srgbClr val="2AD3B6"/>
              </a:gs>
              <a:gs pos="100000">
                <a:srgbClr val="2AD3B6">
                  <a:alpha val="0"/>
                </a:srgbClr>
              </a:gs>
            </a:gsLst>
            <a:lin ang="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82F75934-D8B7-4B1D-BFDC-E28D6A15570A}"/>
              </a:ext>
            </a:extLst>
          </p:cNvPr>
          <p:cNvSpPr>
            <a:spLocks xmlns:a="http://schemas.openxmlformats.org/drawingml/2006/main" noGrp="1"/>
          </p:cNvSpPr>
          <p:nvPr/>
        </p:nvSpPr>
        <p:spPr>
          <a:xfrm xmlns:a="http://schemas.openxmlformats.org/drawingml/2006/main">
            <a:off x="11582400" y="1333500"/>
            <a:ext cx="190500" cy="190500"/>
          </a:xfrm>
          <a:prstGeom xmlns:a="http://schemas.openxmlformats.org/drawingml/2006/main" prst="chevron">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DBA7F865-45F6-44C1-B281-16A74DB17883}"/>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F182DA73-5129-4433-A75A-70A0E00F3AF0}"/>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FDA5A6F1-ED8A-4A35-91DC-92E3D94CC584}"/>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3E53FEBE-2CB3-434B-98D5-CAAA0B19313D}"/>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DC2DE633-0D15-4ED8-83D5-52DCC126C949}"/>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8CFBB5A8-18BA-4A99-A321-67AF13D4F4A0}"/>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A55B54C9-6F6F-4D94-BCFB-69107CC7922C}"/>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EAAE1C15-5722-4133-B4D3-EB909CA3CF23}"/>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F8F426B8-A162-47BA-8BC4-F23ACA69B894}"/>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2EFE1E46-D931-4341-B919-EB0CFEFE9577}"/>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6C42B23A-F7BF-4B4D-A1BD-0BBB91D54137}"/>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6669F414-9A7F-4993-9D0E-8FF82407732B}"/>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03FA87E1-8854-4DE7-8EF2-482837A3C797}"/>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62" name="">
            <a:extLst xmlns:a="http://schemas.openxmlformats.org/drawingml/2006/main">
              <a:ext uri="{FF2B5EF4-FFF2-40B4-BE49-F238E27FC236}">
                <a16:creationId xmlns:a16="http://schemas.microsoft.com/office/drawing/2014/main" id="{B01A5283-E373-4AB5-BCA6-039D4622DECA}"/>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63" name="">
            <a:extLst xmlns:a="http://schemas.openxmlformats.org/drawingml/2006/main">
              <a:ext uri="{FF2B5EF4-FFF2-40B4-BE49-F238E27FC236}">
                <a16:creationId xmlns:a16="http://schemas.microsoft.com/office/drawing/2014/main" id="{EDAB2C2E-CE6F-4993-B8EB-29D97BBEECB1}"/>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75B1956F-77AF-4F7E-B2DD-924A33181433}"/>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B398676C-1A78-4FFB-9A2D-118E43CD629E}"/>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60FB7C37-02BA-4F49-813D-9A48B1D2BBD0}"/>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304B0ED2-287F-41CA-B0C8-783D11418496}"/>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AF5D421F-B2DB-4232-8110-DBCA61CCF26E}"/>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0D643A4D-A3E3-4C9A-9E65-D023C9CEAAF7}"/>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0EB6760A-9A38-430D-8BFD-A69C8421784C}"/>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21176080-57CA-4780-BBD5-55F3E76D44FB}"/>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4DCAE1F7-6D89-41DA-98C9-BA54E24D5D9B}"/>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46FAC402-B5DD-4514-B78F-B2B759D8B288}"/>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57B23F28-F513-4951-9F68-D6D59B17DAD0}"/>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DC85701E-E742-451C-8AF6-DC400368ED3A}"/>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3449D92B-B780-446D-A60A-55432FF010D3}"/>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A0B6117D-BAF4-42BD-81DA-4F8EF8CB683B}"/>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9E09A134-F260-47AA-B0EE-1B006C603B58}"/>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7449CF32-FE6A-4F35-A2A3-D3BA5B8D1555}"/>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3804779D-8076-46EA-A3F9-5A06F210649E}"/>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AD3B6"/>
              </a:gs>
              <a:gs pos="100000">
                <a:srgbClr val="2AD3B6">
                  <a:alpha val="0"/>
                </a:srgbClr>
              </a:gs>
            </a:gsLst>
            <a:lin ang="5400000"/>
          </a:gra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32D9BDB8-8C0D-4FF6-A788-D04D3424AFD0}"/>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AD3B6">
                  <a:alpha val="45000"/>
                </a:srgbClr>
              </a:gs>
              <a:gs pos="100000">
                <a:srgbClr val="2AD3B6">
                  <a:alpha val="0"/>
                </a:srgbClr>
              </a:gs>
            </a:gsLst>
            <a:lin ang="0"/>
          </a:gra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797670F3-45AD-4C8A-B7D2-524D8C844FC5}"/>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83" name="">
            <a:extLst xmlns:a="http://schemas.openxmlformats.org/drawingml/2006/main">
              <a:ext uri="{FF2B5EF4-FFF2-40B4-BE49-F238E27FC236}">
                <a16:creationId xmlns:a16="http://schemas.microsoft.com/office/drawing/2014/main" id="{3EC2FAD2-018C-43A9-AE5D-053FA6FFD2DA}"/>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AD3B6"/>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0BB4C694-0634-47DF-B8AA-53C51583FCF7}"/>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C85CDEC2-CCD6-47F2-B8DE-1D0E5D19D5D5}"/>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AD3B6">
                  <a:alpha val="26000"/>
                </a:srgbClr>
              </a:gs>
              <a:gs pos="45000">
                <a:srgbClr val="2AD3B6">
                  <a:alpha val="10000"/>
                </a:srgbClr>
              </a:gs>
              <a:gs pos="100000">
                <a:srgbClr val="2AD3B6">
                  <a:alpha val="0"/>
                </a:srgbClr>
              </a:gs>
            </a:gsLst>
            <a:path path="shape"/>
          </a:gra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5E33CE41-1E12-4553-B0C4-9E6DDD792F6D}"/>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AD3B6"/>
              </a:gs>
              <a:gs pos="100000">
                <a:srgbClr val="156A5B"/>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04</a:t>
            </a:r>
          </a:p>
        </p:txBody>
      </p:sp>
      <p:sp>
        <p:nvSpPr>
          <p:cNvPr id="87" name="">
            <a:extLst xmlns:a="http://schemas.openxmlformats.org/drawingml/2006/main">
              <a:ext uri="{FF2B5EF4-FFF2-40B4-BE49-F238E27FC236}">
                <a16:creationId xmlns:a16="http://schemas.microsoft.com/office/drawing/2014/main" id="{676C6E75-AF28-4FB4-9752-615D2A380DD9}"/>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系统实现</a:t>
            </a:r>
          </a:p>
        </p:txBody>
      </p:sp>
      <p:sp>
        <p:nvSpPr>
          <p:cNvPr id="88" name="">
            <a:extLst xmlns:a="http://schemas.openxmlformats.org/drawingml/2006/main">
              <a:ext uri="{FF2B5EF4-FFF2-40B4-BE49-F238E27FC236}">
                <a16:creationId xmlns:a16="http://schemas.microsoft.com/office/drawing/2014/main" id="{D27250B2-287E-4846-9056-F631B068F20C}"/>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AD3B6"/>
              </a:gs>
              <a:gs pos="100000">
                <a:srgbClr val="2AD3B6">
                  <a:alpha val="20000"/>
                </a:srgbClr>
              </a:gs>
            </a:gsLst>
            <a:lin ang="540000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6FDF95C4-DC58-4A80-BCA1-4D357AE0BD9B}"/>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系统界面三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班组长端：实操报告与归因确认</a:t>
            </a:r>
          </a:p>
        </p:txBody>
      </p:sp>
      <p:sp>
        <p:nvSpPr>
          <p:cNvPr id="90" name="">
            <a:extLst xmlns:a="http://schemas.openxmlformats.org/drawingml/2006/main">
              <a:ext uri="{FF2B5EF4-FFF2-40B4-BE49-F238E27FC236}">
                <a16:creationId xmlns:a16="http://schemas.microsoft.com/office/drawing/2014/main" id="{CD67643E-7DFB-4DC3-9EA7-30113ECEAC24}"/>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D5AADA12-3582-45E2-BF7C-30F9F46CE0C4}"/>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DB7D225B-FCDE-4AE6-9BC0-950068FB23C4}"/>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89441DC4-BE07-479F-8A5C-4A4BD3DB8DDE}"/>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44044A92-E741-428A-80FF-DD02E2A3FC72}"/>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95" name="">
            <a:extLst xmlns:a="http://schemas.openxmlformats.org/drawingml/2006/main">
              <a:ext uri="{FF2B5EF4-FFF2-40B4-BE49-F238E27FC236}">
                <a16:creationId xmlns:a16="http://schemas.microsoft.com/office/drawing/2014/main" id="{1983E8C5-A2D4-4CA1-B2EE-44F090388215}"/>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96" name="">
            <a:extLst xmlns:a="http://schemas.openxmlformats.org/drawingml/2006/main">
              <a:ext uri="{FF2B5EF4-FFF2-40B4-BE49-F238E27FC236}">
                <a16:creationId xmlns:a16="http://schemas.microsoft.com/office/drawing/2014/main" id="{B446A4E5-DB55-4087-9DA2-99298795ED97}"/>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ADF9CC8F-26B9-48C2-8418-79A9DCFC44EE}"/>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98" name="">
            <a:extLst xmlns:a="http://schemas.openxmlformats.org/drawingml/2006/main">
              <a:ext uri="{FF2B5EF4-FFF2-40B4-BE49-F238E27FC236}">
                <a16:creationId xmlns:a16="http://schemas.microsoft.com/office/drawing/2014/main" id="{3DD8CE1B-51B0-45AA-98CE-27C5A7810BFE}"/>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EBD3577F-5EFD-4725-8532-0152263B0BF3}"/>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0" name="">
            <a:extLst xmlns:a="http://schemas.openxmlformats.org/drawingml/2006/main">
              <a:ext uri="{FF2B5EF4-FFF2-40B4-BE49-F238E27FC236}">
                <a16:creationId xmlns:a16="http://schemas.microsoft.com/office/drawing/2014/main" id="{B7C0B287-F39E-46ED-A56D-5A17D50B268B}"/>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E5FF56B7-DAE3-42D9-9366-BFC9EF89D4C8}"/>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AA207541-C5E8-4475-A6CF-06C6F4FE948B}"/>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BAA718B7-94C9-41D4-B091-7FB3318B4380}"/>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F6455A09-2DD9-40A6-A4E0-F4C4B932D71D}"/>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班组长不只看到「谁交了报告」，而是看到「这份报告该判成技能原因还是人为原因」。</a:t>
            </a:r>
          </a:p>
        </p:txBody>
      </p:sp>
      <p:sp>
        <p:nvSpPr>
          <p:cNvPr id="105" name="">
            <a:extLst xmlns:a="http://schemas.openxmlformats.org/drawingml/2006/main">
              <a:ext uri="{FF2B5EF4-FFF2-40B4-BE49-F238E27FC236}">
                <a16:creationId xmlns:a16="http://schemas.microsoft.com/office/drawing/2014/main" id="{E5EE4E98-B58D-402D-A6B6-259396354C32}"/>
              </a:ext>
            </a:extLst>
          </p:cNvPr>
          <p:cNvSpPr>
            <a:spLocks xmlns:a="http://schemas.openxmlformats.org/drawingml/2006/main" noGrp="1"/>
          </p:cNvSpPr>
          <p:nvPr/>
        </p:nvSpPr>
        <p:spPr>
          <a:xfrm xmlns:a="http://schemas.openxmlformats.org/drawingml/2006/main">
            <a:off x="285750" y="1333500"/>
            <a:ext cx="4476750" cy="3390900"/>
          </a:xfrm>
          <a:prstGeom xmlns:a="http://schemas.openxmlformats.org/drawingml/2006/main" prst="roundRect">
            <a:avLst>
              <a:gd name="adj" fmla="val 2528"/>
            </a:avLst>
          </a:prstGeom>
          <a:gradFill xmlns:a="http://schemas.openxmlformats.org/drawingml/2006/main">
            <a:gsLst>
              <a:gs pos="0">
                <a:srgbClr val="F5F9FD"/>
              </a:gs>
              <a:gs pos="62000">
                <a:srgbClr val="F4F8FD"/>
              </a:gs>
              <a:gs pos="100000">
                <a:srgbClr val="BEC1C5"/>
              </a:gs>
            </a:gsLst>
            <a:lin ang="8100000"/>
          </a:gradFill>
          <a:ln xmlns:a="http://schemas.openxmlformats.org/drawingml/2006/main" w="9525">
            <a:solidFill>
              <a:srgbClr val="2A6BAE"/>
            </a:solidFill>
            <a:prstDash val="solid"/>
          </a:ln>
        </p:spPr>
      </p:sp>
      <p:pic>
        <p:nvPicPr>
          <p:cNvPr id="249" name=""/>
          <p:cNvPicPr>
            <a:picLocks xmlns:a="http://schemas.openxmlformats.org/drawingml/2006/main" noChangeAspect="1"/>
          </p:cNvPicPr>
          <p:nvPr/>
        </p:nvPicPr>
        <p:blipFill>
          <a:blip xmlns:r="http://schemas.openxmlformats.org/officeDocument/2006/relationships" xmlns:a="http://schemas.openxmlformats.org/drawingml/2006/main" r:embed="Rac1c86957c8544e4"/>
          <a:stretch xmlns:a="http://schemas.openxmlformats.org/drawingml/2006/main"/>
        </p:blipFill>
        <p:spPr>
          <a:xfrm xmlns:a="http://schemas.openxmlformats.org/drawingml/2006/main">
            <a:off x="408465" y="1390650"/>
            <a:ext cx="4231320" cy="3276600"/>
          </a:xfrm>
          <a:prstGeom xmlns:a="http://schemas.openxmlformats.org/drawingml/2006/main" prst="roundRect">
            <a:avLst>
              <a:gd name="adj" fmla="val 1744"/>
            </a:avLst>
          </a:prstGeom>
        </p:spPr>
      </p:pic>
      <p:sp>
        <p:nvSpPr>
          <p:cNvPr id="107" name="">
            <a:extLst xmlns:a="http://schemas.openxmlformats.org/drawingml/2006/main">
              <a:ext uri="{FF2B5EF4-FFF2-40B4-BE49-F238E27FC236}">
                <a16:creationId xmlns:a16="http://schemas.microsoft.com/office/drawing/2014/main" id="{649B387D-30E5-4549-BE16-00FF18963C49}"/>
              </a:ext>
            </a:extLst>
          </p:cNvPr>
          <p:cNvSpPr>
            <a:spLocks xmlns:a="http://schemas.openxmlformats.org/drawingml/2006/main" noGrp="1"/>
          </p:cNvSpPr>
          <p:nvPr/>
        </p:nvSpPr>
        <p:spPr>
          <a:xfrm xmlns:a="http://schemas.openxmlformats.org/drawingml/2006/main">
            <a:off x="285750" y="4781550"/>
            <a:ext cx="4476750" cy="381000"/>
          </a:xfrm>
          <a:prstGeom xmlns:a="http://schemas.openxmlformats.org/drawingml/2006/main" prst="roundRect">
            <a:avLst>
              <a:gd name="adj" fmla="val 22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108" name="">
            <a:extLst xmlns:a="http://schemas.openxmlformats.org/drawingml/2006/main">
              <a:ext uri="{FF2B5EF4-FFF2-40B4-BE49-F238E27FC236}">
                <a16:creationId xmlns:a16="http://schemas.microsoft.com/office/drawing/2014/main" id="{0D9993EF-A70F-49B3-B873-469CCA4F4FE3}"/>
              </a:ext>
            </a:extLst>
          </p:cNvPr>
          <p:cNvSpPr>
            <a:spLocks xmlns:a="http://schemas.openxmlformats.org/drawingml/2006/main" noGrp="1"/>
          </p:cNvSpPr>
          <p:nvPr/>
        </p:nvSpPr>
        <p:spPr>
          <a:xfrm xmlns:a="http://schemas.openxmlformats.org/drawingml/2006/main">
            <a:off x="419100" y="4781550"/>
            <a:ext cx="421005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本图证明：班组报告页汇总本班组任务量、完成率、超时率与报告状态，并可直接进入归因建议确认。</a:t>
            </a:r>
          </a:p>
        </p:txBody>
      </p:sp>
      <p:sp>
        <p:nvSpPr>
          <p:cNvPr id="109" name="">
            <a:extLst xmlns:a="http://schemas.openxmlformats.org/drawingml/2006/main">
              <a:ext uri="{FF2B5EF4-FFF2-40B4-BE49-F238E27FC236}">
                <a16:creationId xmlns:a16="http://schemas.microsoft.com/office/drawing/2014/main" id="{60EE35DF-2129-4FF8-A799-5ED9C7D92ACE}"/>
              </a:ext>
            </a:extLst>
          </p:cNvPr>
          <p:cNvSpPr>
            <a:spLocks xmlns:a="http://schemas.openxmlformats.org/drawingml/2006/main" noGrp="1"/>
          </p:cNvSpPr>
          <p:nvPr/>
        </p:nvSpPr>
        <p:spPr>
          <a:xfrm xmlns:a="http://schemas.openxmlformats.org/drawingml/2006/main">
            <a:off x="4953000" y="1333500"/>
            <a:ext cx="6953250" cy="838200"/>
          </a:xfrm>
          <a:prstGeom xmlns:a="http://schemas.openxmlformats.org/drawingml/2006/main" prst="roundRect">
            <a:avLst>
              <a:gd name="adj" fmla="val 1022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0" name="">
            <a:extLst xmlns:a="http://schemas.openxmlformats.org/drawingml/2006/main">
              <a:ext uri="{FF2B5EF4-FFF2-40B4-BE49-F238E27FC236}">
                <a16:creationId xmlns:a16="http://schemas.microsoft.com/office/drawing/2014/main" id="{77E5B620-7EDA-4CA5-AF76-9C6C30DB4C6B}"/>
              </a:ext>
            </a:extLst>
          </p:cNvPr>
          <p:cNvSpPr>
            <a:spLocks xmlns:a="http://schemas.openxmlformats.org/drawingml/2006/main" noGrp="1"/>
          </p:cNvSpPr>
          <p:nvPr/>
        </p:nvSpPr>
        <p:spPr>
          <a:xfrm xmlns:a="http://schemas.openxmlformats.org/drawingml/2006/main">
            <a:off x="4953000" y="1333500"/>
            <a:ext cx="38100" cy="83820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11" name="">
            <a:extLst xmlns:a="http://schemas.openxmlformats.org/drawingml/2006/main">
              <a:ext uri="{FF2B5EF4-FFF2-40B4-BE49-F238E27FC236}">
                <a16:creationId xmlns:a16="http://schemas.microsoft.com/office/drawing/2014/main" id="{DEA0305C-C2CD-4BC1-9394-ABC3DF6847DE}"/>
              </a:ext>
            </a:extLst>
          </p:cNvPr>
          <p:cNvSpPr>
            <a:spLocks xmlns:a="http://schemas.openxmlformats.org/drawingml/2006/main" noGrp="1"/>
          </p:cNvSpPr>
          <p:nvPr/>
        </p:nvSpPr>
        <p:spPr>
          <a:xfrm xmlns:a="http://schemas.openxmlformats.org/drawingml/2006/main">
            <a:off x="5143500" y="14668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填报实操报告</a:t>
            </a:r>
          </a:p>
        </p:txBody>
      </p:sp>
      <p:sp>
        <p:nvSpPr>
          <p:cNvPr id="112" name="">
            <a:extLst xmlns:a="http://schemas.openxmlformats.org/drawingml/2006/main">
              <a:ext uri="{FF2B5EF4-FFF2-40B4-BE49-F238E27FC236}">
                <a16:creationId xmlns:a16="http://schemas.microsoft.com/office/drawing/2014/main" id="{D4C21227-BDB9-4C4F-AC49-AD23CF6BF5BF}"/>
              </a:ext>
            </a:extLst>
          </p:cNvPr>
          <p:cNvSpPr>
            <a:spLocks xmlns:a="http://schemas.openxmlformats.org/drawingml/2006/main" noGrp="1"/>
          </p:cNvSpPr>
          <p:nvPr/>
        </p:nvSpPr>
        <p:spPr>
          <a:xfrm xmlns:a="http://schemas.openxmlformats.org/drawingml/2006/main">
            <a:off x="5143500" y="1733550"/>
            <a:ext cx="6610350" cy="4000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步骤、实际工时、问题分类、照片、录波、验收结果；提交后自动触发报告分析。</a:t>
            </a:r>
          </a:p>
        </p:txBody>
      </p:sp>
      <p:sp>
        <p:nvSpPr>
          <p:cNvPr id="113" name="">
            <a:extLst xmlns:a="http://schemas.openxmlformats.org/drawingml/2006/main">
              <a:ext uri="{FF2B5EF4-FFF2-40B4-BE49-F238E27FC236}">
                <a16:creationId xmlns:a16="http://schemas.microsoft.com/office/drawing/2014/main" id="{3E8650B9-6CD4-4580-8F61-9A2A35F0C5B0}"/>
              </a:ext>
            </a:extLst>
          </p:cNvPr>
          <p:cNvSpPr>
            <a:spLocks xmlns:a="http://schemas.openxmlformats.org/drawingml/2006/main" noGrp="1"/>
          </p:cNvSpPr>
          <p:nvPr/>
        </p:nvSpPr>
        <p:spPr>
          <a:xfrm xmlns:a="http://schemas.openxmlformats.org/drawingml/2006/main">
            <a:off x="4953000" y="2286000"/>
            <a:ext cx="6953250" cy="838200"/>
          </a:xfrm>
          <a:prstGeom xmlns:a="http://schemas.openxmlformats.org/drawingml/2006/main" prst="roundRect">
            <a:avLst>
              <a:gd name="adj" fmla="val 1022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4" name="">
            <a:extLst xmlns:a="http://schemas.openxmlformats.org/drawingml/2006/main">
              <a:ext uri="{FF2B5EF4-FFF2-40B4-BE49-F238E27FC236}">
                <a16:creationId xmlns:a16="http://schemas.microsoft.com/office/drawing/2014/main" id="{FA10C6C6-4CC2-4875-9308-E0ED1D4775AD}"/>
              </a:ext>
            </a:extLst>
          </p:cNvPr>
          <p:cNvSpPr>
            <a:spLocks xmlns:a="http://schemas.openxmlformats.org/drawingml/2006/main" noGrp="1"/>
          </p:cNvSpPr>
          <p:nvPr/>
        </p:nvSpPr>
        <p:spPr>
          <a:xfrm xmlns:a="http://schemas.openxmlformats.org/drawingml/2006/main">
            <a:off x="4953000" y="2286000"/>
            <a:ext cx="38100" cy="8382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16FE7D7D-4AC9-4352-85CE-A36207FF0434}"/>
              </a:ext>
            </a:extLst>
          </p:cNvPr>
          <p:cNvSpPr>
            <a:spLocks xmlns:a="http://schemas.openxmlformats.org/drawingml/2006/main" noGrp="1"/>
          </p:cNvSpPr>
          <p:nvPr/>
        </p:nvSpPr>
        <p:spPr>
          <a:xfrm xmlns:a="http://schemas.openxmlformats.org/drawingml/2006/main">
            <a:off x="5143500" y="24193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规则归因</a:t>
            </a:r>
          </a:p>
        </p:txBody>
      </p:sp>
      <p:sp>
        <p:nvSpPr>
          <p:cNvPr id="116" name="">
            <a:extLst xmlns:a="http://schemas.openxmlformats.org/drawingml/2006/main">
              <a:ext uri="{FF2B5EF4-FFF2-40B4-BE49-F238E27FC236}">
                <a16:creationId xmlns:a16="http://schemas.microsoft.com/office/drawing/2014/main" id="{7AB1E6F2-FF61-4D7A-A5F5-082B18846F24}"/>
              </a:ext>
            </a:extLst>
          </p:cNvPr>
          <p:cNvSpPr>
            <a:spLocks xmlns:a="http://schemas.openxmlformats.org/drawingml/2006/main" noGrp="1"/>
          </p:cNvSpPr>
          <p:nvPr/>
        </p:nvSpPr>
        <p:spPr>
          <a:xfrm xmlns:a="http://schemas.openxmlformats.org/drawingml/2006/main">
            <a:off x="5143500" y="2686050"/>
            <a:ext cx="6610350" cy="4000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实际工时超计划 </a:t>
            </a:r>
            <a:r>
              <a:rPr sz="900" b="0">
                <a:solidFill>
                  <a:srgbClr val="D6E6F7"/>
                </a:solidFill>
                <a:latin typeface="微软雅黑"/>
                <a:ea typeface="微软雅黑"/>
                <a:cs typeface="微软雅黑"/>
              </a:rPr>
              <a:t>20% </a:t>
            </a:r>
            <a:r>
              <a:rPr sz="900" b="0">
                <a:solidFill>
                  <a:srgbClr val="D6E6F7"/>
                </a:solidFill>
                <a:latin typeface="微软雅黑"/>
                <a:ea typeface="微软雅黑"/>
                <a:cs typeface="微软雅黑"/>
              </a:rPr>
              <a:t>且技能缺失 </a:t>
            </a:r>
            <a:r>
              <a:rPr sz="900" b="0">
                <a:solidFill>
                  <a:srgbClr val="D6E6F7"/>
                </a:solidFill>
                <a:latin typeface="微软雅黑"/>
                <a:ea typeface="微软雅黑"/>
                <a:cs typeface="微软雅黑"/>
              </a:rPr>
              <a:t>→ SKILL_GAP </a:t>
            </a:r>
            <a:r>
              <a:rPr sz="900" b="0">
                <a:solidFill>
                  <a:srgbClr val="D6E6F7"/>
                </a:solidFill>
                <a:latin typeface="微软雅黑"/>
                <a:ea typeface="微软雅黑"/>
                <a:cs typeface="微软雅黑"/>
              </a:rPr>
              <a:t>类归因；未按 </a:t>
            </a:r>
            <a:r>
              <a:rPr sz="900" b="0">
                <a:solidFill>
                  <a:srgbClr val="D6E6F7"/>
                </a:solidFill>
                <a:latin typeface="微软雅黑"/>
                <a:ea typeface="微软雅黑"/>
                <a:cs typeface="微软雅黑"/>
              </a:rPr>
              <a:t>SOP </a:t>
            </a:r>
            <a:r>
              <a:rPr sz="900" b="0">
                <a:solidFill>
                  <a:srgbClr val="D6E6F7"/>
                </a:solidFill>
                <a:latin typeface="微软雅黑"/>
                <a:ea typeface="微软雅黑"/>
                <a:cs typeface="微软雅黑"/>
              </a:rPr>
              <a:t>准备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人为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流程原因。</a:t>
            </a:r>
          </a:p>
        </p:txBody>
      </p:sp>
      <p:sp>
        <p:nvSpPr>
          <p:cNvPr id="117" name="">
            <a:extLst xmlns:a="http://schemas.openxmlformats.org/drawingml/2006/main">
              <a:ext uri="{FF2B5EF4-FFF2-40B4-BE49-F238E27FC236}">
                <a16:creationId xmlns:a16="http://schemas.microsoft.com/office/drawing/2014/main" id="{B89F2760-27F1-4A43-9DCC-21F1E5E6D36C}"/>
              </a:ext>
            </a:extLst>
          </p:cNvPr>
          <p:cNvSpPr>
            <a:spLocks xmlns:a="http://schemas.openxmlformats.org/drawingml/2006/main" noGrp="1"/>
          </p:cNvSpPr>
          <p:nvPr/>
        </p:nvSpPr>
        <p:spPr>
          <a:xfrm xmlns:a="http://schemas.openxmlformats.org/drawingml/2006/main">
            <a:off x="4953000" y="3238500"/>
            <a:ext cx="6953250" cy="838200"/>
          </a:xfrm>
          <a:prstGeom xmlns:a="http://schemas.openxmlformats.org/drawingml/2006/main" prst="roundRect">
            <a:avLst>
              <a:gd name="adj" fmla="val 1022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8" name="">
            <a:extLst xmlns:a="http://schemas.openxmlformats.org/drawingml/2006/main">
              <a:ext uri="{FF2B5EF4-FFF2-40B4-BE49-F238E27FC236}">
                <a16:creationId xmlns:a16="http://schemas.microsoft.com/office/drawing/2014/main" id="{AE464BC2-2649-4A79-89C2-4E0A03DB6E14}"/>
              </a:ext>
            </a:extLst>
          </p:cNvPr>
          <p:cNvSpPr>
            <a:spLocks xmlns:a="http://schemas.openxmlformats.org/drawingml/2006/main" noGrp="1"/>
          </p:cNvSpPr>
          <p:nvPr/>
        </p:nvSpPr>
        <p:spPr>
          <a:xfrm xmlns:a="http://schemas.openxmlformats.org/drawingml/2006/main">
            <a:off x="4953000" y="3238500"/>
            <a:ext cx="38100" cy="83820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19" name="">
            <a:extLst xmlns:a="http://schemas.openxmlformats.org/drawingml/2006/main">
              <a:ext uri="{FF2B5EF4-FFF2-40B4-BE49-F238E27FC236}">
                <a16:creationId xmlns:a16="http://schemas.microsoft.com/office/drawing/2014/main" id="{A27BD8AB-7827-43E9-B5A3-29F7C66D9878}"/>
              </a:ext>
            </a:extLst>
          </p:cNvPr>
          <p:cNvSpPr>
            <a:spLocks xmlns:a="http://schemas.openxmlformats.org/drawingml/2006/main" noGrp="1"/>
          </p:cNvSpPr>
          <p:nvPr/>
        </p:nvSpPr>
        <p:spPr>
          <a:xfrm xmlns:a="http://schemas.openxmlformats.org/drawingml/2006/main">
            <a:off x="5143500" y="33718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确认接口</a:t>
            </a:r>
          </a:p>
        </p:txBody>
      </p:sp>
      <p:sp>
        <p:nvSpPr>
          <p:cNvPr id="120" name="">
            <a:extLst xmlns:a="http://schemas.openxmlformats.org/drawingml/2006/main">
              <a:ext uri="{FF2B5EF4-FFF2-40B4-BE49-F238E27FC236}">
                <a16:creationId xmlns:a16="http://schemas.microsoft.com/office/drawing/2014/main" id="{24F314C6-FB00-4789-BD0A-35DAEA754E8F}"/>
              </a:ext>
            </a:extLst>
          </p:cNvPr>
          <p:cNvSpPr>
            <a:spLocks xmlns:a="http://schemas.openxmlformats.org/drawingml/2006/main" noGrp="1"/>
          </p:cNvSpPr>
          <p:nvPr/>
        </p:nvSpPr>
        <p:spPr>
          <a:xfrm xmlns:a="http://schemas.openxmlformats.org/drawingml/2006/main">
            <a:off x="5143500" y="3638550"/>
            <a:ext cx="6610350" cy="4000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POST /api/v1/tasks/reports/{reportId}/attribution/confirm</a:t>
            </a:r>
            <a:r>
              <a:rPr sz="900" b="0">
                <a:solidFill>
                  <a:srgbClr val="D6E6F7"/>
                </a:solidFill>
                <a:latin typeface="微软雅黑"/>
                <a:ea typeface="微软雅黑"/>
                <a:cs typeface="微软雅黑"/>
              </a:rPr>
              <a:t>，班组长只改建议状态，不改业务数据。</a:t>
            </a:r>
          </a:p>
        </p:txBody>
      </p:sp>
      <p:sp>
        <p:nvSpPr>
          <p:cNvPr id="121" name="">
            <a:extLst xmlns:a="http://schemas.openxmlformats.org/drawingml/2006/main">
              <a:ext uri="{FF2B5EF4-FFF2-40B4-BE49-F238E27FC236}">
                <a16:creationId xmlns:a16="http://schemas.microsoft.com/office/drawing/2014/main" id="{49F43C51-7DA7-4361-8069-FB606E45EDC3}"/>
              </a:ext>
            </a:extLst>
          </p:cNvPr>
          <p:cNvSpPr>
            <a:spLocks xmlns:a="http://schemas.openxmlformats.org/drawingml/2006/main" noGrp="1"/>
          </p:cNvSpPr>
          <p:nvPr/>
        </p:nvSpPr>
        <p:spPr>
          <a:xfrm xmlns:a="http://schemas.openxmlformats.org/drawingml/2006/main">
            <a:off x="4953000" y="4191000"/>
            <a:ext cx="6953250" cy="838200"/>
          </a:xfrm>
          <a:prstGeom xmlns:a="http://schemas.openxmlformats.org/drawingml/2006/main" prst="roundRect">
            <a:avLst>
              <a:gd name="adj" fmla="val 1022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22" name="">
            <a:extLst xmlns:a="http://schemas.openxmlformats.org/drawingml/2006/main">
              <a:ext uri="{FF2B5EF4-FFF2-40B4-BE49-F238E27FC236}">
                <a16:creationId xmlns:a16="http://schemas.microsoft.com/office/drawing/2014/main" id="{53E55796-0BE1-413D-8377-C72D9C96C647}"/>
              </a:ext>
            </a:extLst>
          </p:cNvPr>
          <p:cNvSpPr>
            <a:spLocks xmlns:a="http://schemas.openxmlformats.org/drawingml/2006/main" noGrp="1"/>
          </p:cNvSpPr>
          <p:nvPr/>
        </p:nvSpPr>
        <p:spPr>
          <a:xfrm xmlns:a="http://schemas.openxmlformats.org/drawingml/2006/main">
            <a:off x="4953000" y="4191000"/>
            <a:ext cx="38100" cy="8382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23" name="">
            <a:extLst xmlns:a="http://schemas.openxmlformats.org/drawingml/2006/main">
              <a:ext uri="{FF2B5EF4-FFF2-40B4-BE49-F238E27FC236}">
                <a16:creationId xmlns:a16="http://schemas.microsoft.com/office/drawing/2014/main" id="{99471B6A-1D76-4835-AA44-552E09F25021}"/>
              </a:ext>
            </a:extLst>
          </p:cNvPr>
          <p:cNvSpPr>
            <a:spLocks xmlns:a="http://schemas.openxmlformats.org/drawingml/2006/main" noGrp="1"/>
          </p:cNvSpPr>
          <p:nvPr/>
        </p:nvSpPr>
        <p:spPr>
          <a:xfrm xmlns:a="http://schemas.openxmlformats.org/drawingml/2006/main">
            <a:off x="5143500" y="43243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任务评分</a:t>
            </a:r>
          </a:p>
        </p:txBody>
      </p:sp>
      <p:sp>
        <p:nvSpPr>
          <p:cNvPr id="124" name="">
            <a:extLst xmlns:a="http://schemas.openxmlformats.org/drawingml/2006/main">
              <a:ext uri="{FF2B5EF4-FFF2-40B4-BE49-F238E27FC236}">
                <a16:creationId xmlns:a16="http://schemas.microsoft.com/office/drawing/2014/main" id="{F256191C-8B40-4934-9B73-D2D2C35307D5}"/>
              </a:ext>
            </a:extLst>
          </p:cNvPr>
          <p:cNvSpPr>
            <a:spLocks xmlns:a="http://schemas.openxmlformats.org/drawingml/2006/main" noGrp="1"/>
          </p:cNvSpPr>
          <p:nvPr/>
        </p:nvSpPr>
        <p:spPr>
          <a:xfrm xmlns:a="http://schemas.openxmlformats.org/drawingml/2006/main">
            <a:off x="5143500" y="4591050"/>
            <a:ext cx="6610350" cy="4000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打回重做或确认通过，反馈自动进入员工个人欠缺与管理看板。</a:t>
            </a:r>
          </a:p>
        </p:txBody>
      </p:sp>
      <p:sp>
        <p:nvSpPr>
          <p:cNvPr id="125" name="">
            <a:extLst xmlns:a="http://schemas.openxmlformats.org/drawingml/2006/main">
              <a:ext uri="{FF2B5EF4-FFF2-40B4-BE49-F238E27FC236}">
                <a16:creationId xmlns:a16="http://schemas.microsoft.com/office/drawing/2014/main" id="{1853ECA2-6F5E-42F5-9241-0D84ACA79343}"/>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923"/>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26" name="">
            <a:extLst xmlns:a="http://schemas.openxmlformats.org/drawingml/2006/main">
              <a:ext uri="{FF2B5EF4-FFF2-40B4-BE49-F238E27FC236}">
                <a16:creationId xmlns:a16="http://schemas.microsoft.com/office/drawing/2014/main" id="{9A0D93BB-E6C5-459B-B7D6-DE61E75F3B15}"/>
              </a:ext>
            </a:extLst>
          </p:cNvPr>
          <p:cNvSpPr>
            <a:spLocks xmlns:a="http://schemas.openxmlformats.org/drawingml/2006/main" noGrp="1"/>
          </p:cNvSpPr>
          <p:nvPr/>
        </p:nvSpPr>
        <p:spPr>
          <a:xfrm xmlns:a="http://schemas.openxmlformats.org/drawingml/2006/main">
            <a:off x="457200" y="5276850"/>
            <a:ext cx="1123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留痕自验：一次 </a:t>
            </a:r>
            <a:r>
              <a:rPr sz="1050" b="1">
                <a:solidFill>
                  <a:srgbClr val="F5C33B"/>
                </a:solidFill>
                <a:latin typeface="微软雅黑"/>
                <a:ea typeface="微软雅黑"/>
                <a:cs typeface="微软雅黑"/>
              </a:rPr>
              <a:t>analyze → confirm</a:t>
            </a:r>
            <a:r>
              <a:rPr sz="1050" b="1">
                <a:solidFill>
                  <a:srgbClr val="F5C33B"/>
                </a:solidFill>
                <a:latin typeface="微软雅黑"/>
                <a:ea typeface="微软雅黑"/>
                <a:cs typeface="微软雅黑"/>
              </a:rPr>
              <a:t>，三张表可以用同一个 </a:t>
            </a:r>
            <a:r>
              <a:rPr sz="1050" b="1">
                <a:solidFill>
                  <a:srgbClr val="F5C33B"/>
                </a:solidFill>
                <a:latin typeface="微软雅黑"/>
                <a:ea typeface="微软雅黑"/>
                <a:cs typeface="微软雅黑"/>
              </a:rPr>
              <a:t>run_id </a:t>
            </a:r>
            <a:r>
              <a:rPr sz="1050" b="1">
                <a:solidFill>
                  <a:srgbClr val="F5C33B"/>
                </a:solidFill>
                <a:latin typeface="微软雅黑"/>
                <a:ea typeface="微软雅黑"/>
                <a:cs typeface="微软雅黑"/>
              </a:rPr>
              <a:t>串起来</a:t>
            </a:r>
          </a:p>
        </p:txBody>
      </p:sp>
      <p:sp>
        <p:nvSpPr>
          <p:cNvPr id="127" name="">
            <a:extLst xmlns:a="http://schemas.openxmlformats.org/drawingml/2006/main">
              <a:ext uri="{FF2B5EF4-FFF2-40B4-BE49-F238E27FC236}">
                <a16:creationId xmlns:a16="http://schemas.microsoft.com/office/drawing/2014/main" id="{3021F274-A919-46E2-907C-9867F48DC03B}"/>
              </a:ext>
            </a:extLst>
          </p:cNvPr>
          <p:cNvSpPr>
            <a:spLocks xmlns:a="http://schemas.openxmlformats.org/drawingml/2006/main" noGrp="1"/>
          </p:cNvSpPr>
          <p:nvPr/>
        </p:nvSpPr>
        <p:spPr>
          <a:xfrm xmlns:a="http://schemas.openxmlformats.org/drawingml/2006/main">
            <a:off x="457200" y="5581650"/>
            <a:ext cx="3676650" cy="704850"/>
          </a:xfrm>
          <a:prstGeom xmlns:a="http://schemas.openxmlformats.org/drawingml/2006/main" prst="roundRect">
            <a:avLst>
              <a:gd name="adj" fmla="val 12162"/>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28" name="">
            <a:extLst xmlns:a="http://schemas.openxmlformats.org/drawingml/2006/main">
              <a:ext uri="{FF2B5EF4-FFF2-40B4-BE49-F238E27FC236}">
                <a16:creationId xmlns:a16="http://schemas.microsoft.com/office/drawing/2014/main" id="{879E978F-CDBE-44FE-89D3-ED36C90BB9EF}"/>
              </a:ext>
            </a:extLst>
          </p:cNvPr>
          <p:cNvSpPr>
            <a:spLocks xmlns:a="http://schemas.openxmlformats.org/drawingml/2006/main" noGrp="1"/>
          </p:cNvSpPr>
          <p:nvPr/>
        </p:nvSpPr>
        <p:spPr>
          <a:xfrm xmlns:a="http://schemas.openxmlformats.org/drawingml/2006/main">
            <a:off x="609600" y="5676900"/>
            <a:ext cx="3390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Bahnschrift"/>
                <a:ea typeface="Bahnschrift"/>
                <a:cs typeface="Bahnschrift"/>
              </a:defRPr>
            </a:pPr>
            <a:r>
              <a:rPr sz="938" b="1">
                <a:solidFill>
                  <a:srgbClr val="31C7F0"/>
                </a:solidFill>
                <a:latin typeface="Bahnschrift"/>
                <a:ea typeface="Bahnschrift"/>
                <a:cs typeface="Bahnschrift"/>
              </a:rPr>
              <a:t>rule_result</a:t>
            </a:r>
          </a:p>
        </p:txBody>
      </p:sp>
      <p:sp>
        <p:nvSpPr>
          <p:cNvPr id="129" name="">
            <a:extLst xmlns:a="http://schemas.openxmlformats.org/drawingml/2006/main">
              <a:ext uri="{FF2B5EF4-FFF2-40B4-BE49-F238E27FC236}">
                <a16:creationId xmlns:a16="http://schemas.microsoft.com/office/drawing/2014/main" id="{C0F05512-0113-49B8-845F-BBBB49DF8404}"/>
              </a:ext>
            </a:extLst>
          </p:cNvPr>
          <p:cNvSpPr>
            <a:spLocks xmlns:a="http://schemas.openxmlformats.org/drawingml/2006/main" noGrp="1"/>
          </p:cNvSpPr>
          <p:nvPr/>
        </p:nvSpPr>
        <p:spPr>
          <a:xfrm xmlns:a="http://schemas.openxmlformats.org/drawingml/2006/main">
            <a:off x="609600" y="5924550"/>
            <a:ext cx="3390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规则执行留痕：命中了哪条规则、条件求值结果、依据事实</a:t>
            </a:r>
          </a:p>
        </p:txBody>
      </p:sp>
      <p:sp>
        <p:nvSpPr>
          <p:cNvPr id="130" name="">
            <a:extLst xmlns:a="http://schemas.openxmlformats.org/drawingml/2006/main">
              <a:ext uri="{FF2B5EF4-FFF2-40B4-BE49-F238E27FC236}">
                <a16:creationId xmlns:a16="http://schemas.microsoft.com/office/drawing/2014/main" id="{C72F0CF2-831B-4A68-A6B6-E2DDB19E0811}"/>
              </a:ext>
            </a:extLst>
          </p:cNvPr>
          <p:cNvSpPr>
            <a:spLocks xmlns:a="http://schemas.openxmlformats.org/drawingml/2006/main" noGrp="1"/>
          </p:cNvSpPr>
          <p:nvPr/>
        </p:nvSpPr>
        <p:spPr>
          <a:xfrm xmlns:a="http://schemas.openxmlformats.org/drawingml/2006/main">
            <a:off x="4305300" y="5581650"/>
            <a:ext cx="3676650" cy="704850"/>
          </a:xfrm>
          <a:prstGeom xmlns:a="http://schemas.openxmlformats.org/drawingml/2006/main" prst="roundRect">
            <a:avLst>
              <a:gd name="adj" fmla="val 12162"/>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31" name="">
            <a:extLst xmlns:a="http://schemas.openxmlformats.org/drawingml/2006/main">
              <a:ext uri="{FF2B5EF4-FFF2-40B4-BE49-F238E27FC236}">
                <a16:creationId xmlns:a16="http://schemas.microsoft.com/office/drawing/2014/main" id="{D611B8E2-630F-45DD-9557-8019CD96651F}"/>
              </a:ext>
            </a:extLst>
          </p:cNvPr>
          <p:cNvSpPr>
            <a:spLocks xmlns:a="http://schemas.openxmlformats.org/drawingml/2006/main" noGrp="1"/>
          </p:cNvSpPr>
          <p:nvPr/>
        </p:nvSpPr>
        <p:spPr>
          <a:xfrm xmlns:a="http://schemas.openxmlformats.org/drawingml/2006/main">
            <a:off x="4457700" y="5676900"/>
            <a:ext cx="3390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Bahnschrift"/>
                <a:ea typeface="Bahnschrift"/>
                <a:cs typeface="Bahnschrift"/>
              </a:defRPr>
            </a:pPr>
            <a:r>
              <a:rPr sz="938" b="1">
                <a:solidFill>
                  <a:srgbClr val="31C7F0"/>
                </a:solidFill>
                <a:latin typeface="Bahnschrift"/>
                <a:ea typeface="Bahnschrift"/>
                <a:cs typeface="Bahnschrift"/>
              </a:rPr>
              <a:t>agent_suggestion</a:t>
            </a:r>
          </a:p>
        </p:txBody>
      </p:sp>
      <p:sp>
        <p:nvSpPr>
          <p:cNvPr id="132" name="">
            <a:extLst xmlns:a="http://schemas.openxmlformats.org/drawingml/2006/main">
              <a:ext uri="{FF2B5EF4-FFF2-40B4-BE49-F238E27FC236}">
                <a16:creationId xmlns:a16="http://schemas.microsoft.com/office/drawing/2014/main" id="{EFFDDC5B-A600-41A6-A94E-510ACCE6EE5F}"/>
              </a:ext>
            </a:extLst>
          </p:cNvPr>
          <p:cNvSpPr>
            <a:spLocks xmlns:a="http://schemas.openxmlformats.org/drawingml/2006/main" noGrp="1"/>
          </p:cNvSpPr>
          <p:nvPr/>
        </p:nvSpPr>
        <p:spPr>
          <a:xfrm xmlns:a="http://schemas.openxmlformats.org/drawingml/2006/main">
            <a:off x="4457700" y="5924550"/>
            <a:ext cx="3390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建议留痕：</a:t>
            </a:r>
            <a:r>
              <a:rPr sz="825" b="0">
                <a:solidFill>
                  <a:srgbClr val="D6E6F7"/>
                </a:solidFill>
                <a:latin typeface="微软雅黑"/>
                <a:ea typeface="微软雅黑"/>
                <a:cs typeface="微软雅黑"/>
              </a:rPr>
              <a:t>confidence / source / need_human_confirm / status</a:t>
            </a:r>
          </a:p>
        </p:txBody>
      </p:sp>
      <p:sp>
        <p:nvSpPr>
          <p:cNvPr id="133" name="">
            <a:extLst xmlns:a="http://schemas.openxmlformats.org/drawingml/2006/main">
              <a:ext uri="{FF2B5EF4-FFF2-40B4-BE49-F238E27FC236}">
                <a16:creationId xmlns:a16="http://schemas.microsoft.com/office/drawing/2014/main" id="{E4CB5CBA-209D-473C-B6E5-D7BF60B1B738}"/>
              </a:ext>
            </a:extLst>
          </p:cNvPr>
          <p:cNvSpPr>
            <a:spLocks xmlns:a="http://schemas.openxmlformats.org/drawingml/2006/main" noGrp="1"/>
          </p:cNvSpPr>
          <p:nvPr/>
        </p:nvSpPr>
        <p:spPr>
          <a:xfrm xmlns:a="http://schemas.openxmlformats.org/drawingml/2006/main">
            <a:off x="8153400" y="5581650"/>
            <a:ext cx="3676650" cy="704850"/>
          </a:xfrm>
          <a:prstGeom xmlns:a="http://schemas.openxmlformats.org/drawingml/2006/main" prst="roundRect">
            <a:avLst>
              <a:gd name="adj" fmla="val 12162"/>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34" name="">
            <a:extLst xmlns:a="http://schemas.openxmlformats.org/drawingml/2006/main">
              <a:ext uri="{FF2B5EF4-FFF2-40B4-BE49-F238E27FC236}">
                <a16:creationId xmlns:a16="http://schemas.microsoft.com/office/drawing/2014/main" id="{054741F2-2A7D-4840-9E52-8D73FE096C3C}"/>
              </a:ext>
            </a:extLst>
          </p:cNvPr>
          <p:cNvSpPr>
            <a:spLocks xmlns:a="http://schemas.openxmlformats.org/drawingml/2006/main" noGrp="1"/>
          </p:cNvSpPr>
          <p:nvPr/>
        </p:nvSpPr>
        <p:spPr>
          <a:xfrm xmlns:a="http://schemas.openxmlformats.org/drawingml/2006/main">
            <a:off x="8305800" y="5676900"/>
            <a:ext cx="3390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Bahnschrift"/>
                <a:ea typeface="Bahnschrift"/>
                <a:cs typeface="Bahnschrift"/>
              </a:defRPr>
            </a:pPr>
            <a:r>
              <a:rPr sz="938" b="1">
                <a:solidFill>
                  <a:srgbClr val="31C7F0"/>
                </a:solidFill>
                <a:latin typeface="Bahnschrift"/>
                <a:ea typeface="Bahnschrift"/>
                <a:cs typeface="Bahnschrift"/>
              </a:rPr>
              <a:t>decision_log</a:t>
            </a:r>
          </a:p>
        </p:txBody>
      </p:sp>
      <p:sp>
        <p:nvSpPr>
          <p:cNvPr id="135" name="">
            <a:extLst xmlns:a="http://schemas.openxmlformats.org/drawingml/2006/main">
              <a:ext uri="{FF2B5EF4-FFF2-40B4-BE49-F238E27FC236}">
                <a16:creationId xmlns:a16="http://schemas.microsoft.com/office/drawing/2014/main" id="{0C32C2CA-77B7-48EB-A11C-8A6F8570865E}"/>
              </a:ext>
            </a:extLst>
          </p:cNvPr>
          <p:cNvSpPr>
            <a:spLocks xmlns:a="http://schemas.openxmlformats.org/drawingml/2006/main" noGrp="1"/>
          </p:cNvSpPr>
          <p:nvPr/>
        </p:nvSpPr>
        <p:spPr>
          <a:xfrm xmlns:a="http://schemas.openxmlformats.org/drawingml/2006/main">
            <a:off x="8305800" y="5924550"/>
            <a:ext cx="3390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人工决定：确认人、决定、理由、时间，以及后续执行与回滚</a:t>
            </a:r>
          </a:p>
        </p:txBody>
      </p:sp>
      <p:sp>
        <p:nvSpPr>
          <p:cNvPr id="136" name="">
            <a:extLst xmlns:a="http://schemas.openxmlformats.org/drawingml/2006/main">
              <a:ext uri="{FF2B5EF4-FFF2-40B4-BE49-F238E27FC236}">
                <a16:creationId xmlns:a16="http://schemas.microsoft.com/office/drawing/2014/main" id="{6FC5BE7A-6FB9-4E9D-B082-9BA9987C9CE1}"/>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37" name="">
            <a:extLst xmlns:a="http://schemas.openxmlformats.org/drawingml/2006/main">
              <a:ext uri="{FF2B5EF4-FFF2-40B4-BE49-F238E27FC236}">
                <a16:creationId xmlns:a16="http://schemas.microsoft.com/office/drawing/2014/main" id="{FEBD34F7-46F3-44C8-B7E0-9D8F099DF42F}"/>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38" name="">
            <a:extLst xmlns:a="http://schemas.openxmlformats.org/drawingml/2006/main">
              <a:ext uri="{FF2B5EF4-FFF2-40B4-BE49-F238E27FC236}">
                <a16:creationId xmlns:a16="http://schemas.microsoft.com/office/drawing/2014/main" id="{0049AECC-A6A8-45E8-8D61-0A3ECD275543}"/>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39" name="">
            <a:extLst xmlns:a="http://schemas.openxmlformats.org/drawingml/2006/main">
              <a:ext uri="{FF2B5EF4-FFF2-40B4-BE49-F238E27FC236}">
                <a16:creationId xmlns:a16="http://schemas.microsoft.com/office/drawing/2014/main" id="{3A35689B-9F79-494C-AE73-0360EB70535D}"/>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40" name="">
            <a:extLst xmlns:a="http://schemas.openxmlformats.org/drawingml/2006/main">
              <a:ext uri="{FF2B5EF4-FFF2-40B4-BE49-F238E27FC236}">
                <a16:creationId xmlns:a16="http://schemas.microsoft.com/office/drawing/2014/main" id="{D9747585-5424-4638-B0B8-04E4AD8D4A08}"/>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41" name="">
            <a:extLst xmlns:a="http://schemas.openxmlformats.org/drawingml/2006/main">
              <a:ext uri="{FF2B5EF4-FFF2-40B4-BE49-F238E27FC236}">
                <a16:creationId xmlns:a16="http://schemas.microsoft.com/office/drawing/2014/main" id="{695D2B93-11A5-4F6E-97D5-089228D9B734}"/>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42" name="">
            <a:extLst xmlns:a="http://schemas.openxmlformats.org/drawingml/2006/main">
              <a:ext uri="{FF2B5EF4-FFF2-40B4-BE49-F238E27FC236}">
                <a16:creationId xmlns:a16="http://schemas.microsoft.com/office/drawing/2014/main" id="{FEEC0502-2DA6-4AD7-98BE-09C7A2058A36}"/>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43" name="">
            <a:extLst xmlns:a="http://schemas.openxmlformats.org/drawingml/2006/main">
              <a:ext uri="{FF2B5EF4-FFF2-40B4-BE49-F238E27FC236}">
                <a16:creationId xmlns:a16="http://schemas.microsoft.com/office/drawing/2014/main" id="{D968753C-D7AD-4240-8032-625592382186}"/>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23</a:t>
            </a:r>
          </a:p>
        </p:txBody>
      </p:sp>
    </p:spTree>
    <p:extLst>
      <p:ext uri="{BB962C8B-B14F-4D97-AF65-F5344CB8AC3E}">
        <p14:creationId xmlns:p14="http://schemas.microsoft.com/office/powerpoint/2010/main" val="513293125"/>
      </p:ext>
    </p:extLst>
  </p:cSld>
</p:sld>
</file>

<file path=ppt/slides/slide24.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83de39751637426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1D2E07A-F926-413E-9815-200E8B82A9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B8E5E140-F9A0-4045-B347-D439D1B71C8A}"/>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AD3B6">
                  <a:alpha val="15000"/>
                </a:srgbClr>
              </a:gs>
              <a:gs pos="45000">
                <a:srgbClr val="2AD3B6">
                  <a:alpha val="6000"/>
                </a:srgbClr>
              </a:gs>
              <a:gs pos="100000">
                <a:srgbClr val="2AD3B6">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AE475199-283B-4CE9-91B6-C4D9F8EB956A}"/>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CF258641-0A74-46E8-B4DD-1844BEF31CEE}"/>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pattFill xmlns:a="http://schemas.openxmlformats.org/drawingml/2006/main" prst="dotGrid">
            <a:fgClr>
              <a:srgbClr val="2A6BAE">
                <a:alpha val="50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12C70B05-71CD-464D-ABDF-448D4BFB0A17}"/>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noFill xmlns:a="http://schemas.openxmlformats.org/drawingml/2006/main"/>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DC98836F-2C22-4E9E-BF6B-18EBC8C4DF00}"/>
              </a:ext>
            </a:extLst>
          </p:cNvPr>
          <p:cNvSpPr>
            <a:spLocks xmlns:a="http://schemas.openxmlformats.org/drawingml/2006/main" noGrp="1"/>
          </p:cNvSpPr>
          <p:nvPr/>
        </p:nvSpPr>
        <p:spPr>
          <a:xfrm xmlns:a="http://schemas.openxmlformats.org/drawingml/2006/main">
            <a:off x="9601200" y="914400"/>
            <a:ext cx="590550" cy="28575"/>
          </a:xfrm>
          <a:prstGeom xmlns:a="http://schemas.openxmlformats.org/drawingml/2006/main" prst="rect">
            <a:avLst/>
          </a:prstGeom>
          <a:solidFill xmlns:a="http://schemas.openxmlformats.org/drawingml/2006/main">
            <a:srgbClr val="2AD3B6"/>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7C7DF762-5ECD-4476-90D6-AE616BA5ACAB}"/>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18A6F18D-4D4E-45EC-801E-1ADEB18825E7}"/>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E653FB43-65A4-42B1-9009-F75B01608257}"/>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4997984C-7686-4355-87D5-FEDE35D2E790}"/>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94AC3877-C0B8-4BFD-8762-56944721E3AE}"/>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6C1DC385-ECC5-4936-88D0-3A09665ABC1A}"/>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9278F19B-8BF6-4F12-8186-A86C45CBBA1E}"/>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A9005739-0230-4515-81A3-8E83E1613852}"/>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363CCA88-4BDB-4E99-8643-4ADE4310D440}"/>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AB845BE3-CAF1-4307-8058-B80A4C0A12E3}"/>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66CAF3C8-B066-45E7-BC78-B68CC9277517}"/>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380070D7-0E84-4834-82B5-78AE7F3E3775}"/>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87D5B6DF-427D-4564-AD40-70CC8365D34D}"/>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1" name="">
            <a:extLst xmlns:a="http://schemas.openxmlformats.org/drawingml/2006/main">
              <a:ext uri="{FF2B5EF4-FFF2-40B4-BE49-F238E27FC236}">
                <a16:creationId xmlns:a16="http://schemas.microsoft.com/office/drawing/2014/main" id="{BB91BDC0-68CC-469F-AE9C-A92C1E458D83}"/>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2" name="">
            <a:extLst xmlns:a="http://schemas.openxmlformats.org/drawingml/2006/main">
              <a:ext uri="{FF2B5EF4-FFF2-40B4-BE49-F238E27FC236}">
                <a16:creationId xmlns:a16="http://schemas.microsoft.com/office/drawing/2014/main" id="{03758871-4872-49E3-83FE-A6D62C9AC3C7}"/>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5484ED40-DDE5-404B-B91E-4C7B66B7AA48}"/>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41098C1D-05BF-431A-9BF0-26BE43916C5E}"/>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861E549F-BFDA-43F1-AFE4-4D851C3BF5F5}"/>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9F2B431E-A242-4573-B081-83FD21093F02}"/>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22A36828-539A-43DA-BA56-00DA31A64337}"/>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358503D9-C938-4F7A-AEEC-4BD9074FA313}"/>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047A3C47-4BC2-4E94-8A4C-F5CD27B985C0}"/>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BFDF0161-5E63-4DD2-B305-ECA0520B6360}"/>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794CA887-1C7A-4EC9-B18D-2082950096D2}"/>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9EBDDCB0-C4E5-4B28-A7F8-19072BCB4B04}"/>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9F9AA66C-6D77-44E5-9CD9-6B0AAC41D60D}"/>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58937BE7-70CE-4790-B804-37186EC2FEAE}"/>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FF020434-15C8-4021-A5F1-3B282480D1DC}"/>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ED9FE2D7-0188-4152-BCA9-81BC708ECA1B}"/>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6C9AFA01-ED7D-4905-8BD6-7E5A9A882771}"/>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5DDB3A9D-73AF-4D08-A388-BD85240ACD80}"/>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56762029-7CAA-4566-8C00-37612F01E11F}"/>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AD3B6"/>
              </a:gs>
              <a:gs pos="100000">
                <a:srgbClr val="2AD3B6">
                  <a:alpha val="0"/>
                </a:srgbClr>
              </a:gs>
            </a:gsLst>
            <a:lin ang="540000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4F033E53-11BD-4F8C-B874-9FE171B9A659}"/>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AD3B6">
                  <a:alpha val="45000"/>
                </a:srgbClr>
              </a:gs>
              <a:gs pos="100000">
                <a:srgbClr val="2AD3B6">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2F3A4FDC-ABCB-4F1C-B820-35767F1B09BE}"/>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2" name="">
            <a:extLst xmlns:a="http://schemas.openxmlformats.org/drawingml/2006/main">
              <a:ext uri="{FF2B5EF4-FFF2-40B4-BE49-F238E27FC236}">
                <a16:creationId xmlns:a16="http://schemas.microsoft.com/office/drawing/2014/main" id="{02A65557-B310-4C57-B63A-F23C6A69F608}"/>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AD3B6"/>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4DC71AB9-7645-4620-BFB3-EFD23D4198DB}"/>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C5B1B63-8D15-4A5F-880E-287462AE2D35}"/>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AD3B6">
                  <a:alpha val="26000"/>
                </a:srgbClr>
              </a:gs>
              <a:gs pos="45000">
                <a:srgbClr val="2AD3B6">
                  <a:alpha val="10000"/>
                </a:srgbClr>
              </a:gs>
              <a:gs pos="100000">
                <a:srgbClr val="2AD3B6">
                  <a:alpha val="0"/>
                </a:srgbClr>
              </a:gs>
            </a:gsLst>
            <a:path path="shape"/>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5859729B-ECC8-4C4C-BD9A-92CD1BC30D49}"/>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AD3B6"/>
              </a:gs>
              <a:gs pos="100000">
                <a:srgbClr val="156A5B"/>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04</a:t>
            </a:r>
          </a:p>
        </p:txBody>
      </p:sp>
      <p:sp>
        <p:nvSpPr>
          <p:cNvPr id="46" name="">
            <a:extLst xmlns:a="http://schemas.openxmlformats.org/drawingml/2006/main">
              <a:ext uri="{FF2B5EF4-FFF2-40B4-BE49-F238E27FC236}">
                <a16:creationId xmlns:a16="http://schemas.microsoft.com/office/drawing/2014/main" id="{5F586C6B-F16C-4442-9C74-21016F2D00DA}"/>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系统实现</a:t>
            </a:r>
          </a:p>
        </p:txBody>
      </p:sp>
      <p:sp>
        <p:nvSpPr>
          <p:cNvPr id="47" name="">
            <a:extLst xmlns:a="http://schemas.openxmlformats.org/drawingml/2006/main">
              <a:ext uri="{FF2B5EF4-FFF2-40B4-BE49-F238E27FC236}">
                <a16:creationId xmlns:a16="http://schemas.microsoft.com/office/drawing/2014/main" id="{8E84E7C5-D746-4646-9B5B-14E3B24145C9}"/>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AD3B6"/>
              </a:gs>
              <a:gs pos="100000">
                <a:srgbClr val="2AD3B6">
                  <a:alpha val="2000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17B78283-E9C9-4F2E-AC95-C73AF7184993}"/>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系统界面四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管理端：公司运行诊断与人才决策</a:t>
            </a:r>
          </a:p>
        </p:txBody>
      </p:sp>
      <p:sp>
        <p:nvSpPr>
          <p:cNvPr id="49" name="">
            <a:extLst xmlns:a="http://schemas.openxmlformats.org/drawingml/2006/main">
              <a:ext uri="{FF2B5EF4-FFF2-40B4-BE49-F238E27FC236}">
                <a16:creationId xmlns:a16="http://schemas.microsoft.com/office/drawing/2014/main" id="{74899842-8610-4E1E-95F7-0A3D23E940F2}"/>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5698E47D-4F24-4ED4-A61B-D666DFBDAD07}"/>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FC3173B8-E4D0-498D-A193-3E5D562E4AE7}"/>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A4DE68D8-2369-4A09-9502-4F4E63544E8A}"/>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02FE2D30-EB68-480F-A23D-6BF39772BF6A}"/>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4" name="">
            <a:extLst xmlns:a="http://schemas.openxmlformats.org/drawingml/2006/main">
              <a:ext uri="{FF2B5EF4-FFF2-40B4-BE49-F238E27FC236}">
                <a16:creationId xmlns:a16="http://schemas.microsoft.com/office/drawing/2014/main" id="{982FFCBA-4723-4A87-868A-39F6ABEB0D50}"/>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5" name="">
            <a:extLst xmlns:a="http://schemas.openxmlformats.org/drawingml/2006/main">
              <a:ext uri="{FF2B5EF4-FFF2-40B4-BE49-F238E27FC236}">
                <a16:creationId xmlns:a16="http://schemas.microsoft.com/office/drawing/2014/main" id="{56DCE2C9-5381-42BF-86BC-2356D6AC3062}"/>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06DAF05A-0CB7-441D-AD55-FB53A00787D3}"/>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7" name="">
            <a:extLst xmlns:a="http://schemas.openxmlformats.org/drawingml/2006/main">
              <a:ext uri="{FF2B5EF4-FFF2-40B4-BE49-F238E27FC236}">
                <a16:creationId xmlns:a16="http://schemas.microsoft.com/office/drawing/2014/main" id="{D9D16621-042A-4757-B313-C051FF3C63C4}"/>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2E6765C7-3F58-436A-802C-B91AF99368D1}"/>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833A93FA-3848-4A91-AF2E-96F8F9281A86}"/>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0EC9FD92-1E58-4632-9AE4-789C3F0C3527}"/>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CAFC95B5-641F-4F62-B370-F0A6636C7551}"/>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9BBDC884-11BE-480B-B069-78AE7F74694E}"/>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5D594557-AF18-4386-936B-7E49B8B72DF1}"/>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管理端给出的不是「感觉缺人」，而是「缺口在哪里、补法有哪几种、各自要花多少钱」。</a:t>
            </a:r>
          </a:p>
        </p:txBody>
      </p:sp>
      <p:sp>
        <p:nvSpPr>
          <p:cNvPr id="64" name="">
            <a:extLst xmlns:a="http://schemas.openxmlformats.org/drawingml/2006/main">
              <a:ext uri="{FF2B5EF4-FFF2-40B4-BE49-F238E27FC236}">
                <a16:creationId xmlns:a16="http://schemas.microsoft.com/office/drawing/2014/main" id="{313512CA-B411-4DCB-89C9-8C18A1B0F51C}"/>
              </a:ext>
            </a:extLst>
          </p:cNvPr>
          <p:cNvSpPr>
            <a:spLocks xmlns:a="http://schemas.openxmlformats.org/drawingml/2006/main" noGrp="1"/>
          </p:cNvSpPr>
          <p:nvPr/>
        </p:nvSpPr>
        <p:spPr>
          <a:xfrm xmlns:a="http://schemas.openxmlformats.org/drawingml/2006/main">
            <a:off x="285750" y="1333500"/>
            <a:ext cx="5715000" cy="3105150"/>
          </a:xfrm>
          <a:prstGeom xmlns:a="http://schemas.openxmlformats.org/drawingml/2006/main" prst="roundRect">
            <a:avLst>
              <a:gd name="adj" fmla="val 2761"/>
            </a:avLst>
          </a:prstGeom>
          <a:gradFill xmlns:a="http://schemas.openxmlformats.org/drawingml/2006/main">
            <a:gsLst>
              <a:gs pos="0">
                <a:srgbClr val="F5F9FD"/>
              </a:gs>
              <a:gs pos="62000">
                <a:srgbClr val="F4F8FD"/>
              </a:gs>
              <a:gs pos="100000">
                <a:srgbClr val="BEC1C5"/>
              </a:gs>
            </a:gsLst>
            <a:lin ang="8100000"/>
          </a:gradFill>
          <a:ln xmlns:a="http://schemas.openxmlformats.org/drawingml/2006/main" w="9525">
            <a:solidFill>
              <a:srgbClr val="2A6BAE"/>
            </a:solidFill>
            <a:prstDash val="solid"/>
          </a:ln>
        </p:spPr>
      </p:sp>
      <p:pic>
        <p:nvPicPr>
          <p:cNvPr id="162" name=""/>
          <p:cNvPicPr>
            <a:picLocks xmlns:a="http://schemas.openxmlformats.org/drawingml/2006/main" noChangeAspect="1"/>
          </p:cNvPicPr>
          <p:nvPr/>
        </p:nvPicPr>
        <p:blipFill>
          <a:blip xmlns:r="http://schemas.openxmlformats.org/officeDocument/2006/relationships" xmlns:a="http://schemas.openxmlformats.org/drawingml/2006/main" r:embed="R0a461fbc25ad492a"/>
          <a:stretch xmlns:a="http://schemas.openxmlformats.org/drawingml/2006/main"/>
        </p:blipFill>
        <p:spPr>
          <a:xfrm xmlns:a="http://schemas.openxmlformats.org/drawingml/2006/main">
            <a:off x="569904" y="1390650"/>
            <a:ext cx="5146691" cy="2990850"/>
          </a:xfrm>
          <a:prstGeom xmlns:a="http://schemas.openxmlformats.org/drawingml/2006/main" prst="roundRect">
            <a:avLst>
              <a:gd name="adj" fmla="val 1911"/>
            </a:avLst>
          </a:prstGeom>
        </p:spPr>
      </p:pic>
      <p:sp>
        <p:nvSpPr>
          <p:cNvPr id="66" name="">
            <a:extLst xmlns:a="http://schemas.openxmlformats.org/drawingml/2006/main">
              <a:ext uri="{FF2B5EF4-FFF2-40B4-BE49-F238E27FC236}">
                <a16:creationId xmlns:a16="http://schemas.microsoft.com/office/drawing/2014/main" id="{D8621CC6-22A5-4358-8181-4178BC3C3152}"/>
              </a:ext>
            </a:extLst>
          </p:cNvPr>
          <p:cNvSpPr>
            <a:spLocks xmlns:a="http://schemas.openxmlformats.org/drawingml/2006/main" noGrp="1"/>
          </p:cNvSpPr>
          <p:nvPr/>
        </p:nvSpPr>
        <p:spPr>
          <a:xfrm xmlns:a="http://schemas.openxmlformats.org/drawingml/2006/main">
            <a:off x="285750" y="4495800"/>
            <a:ext cx="5715000" cy="381000"/>
          </a:xfrm>
          <a:prstGeom xmlns:a="http://schemas.openxmlformats.org/drawingml/2006/main" prst="roundRect">
            <a:avLst>
              <a:gd name="adj" fmla="val 22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67" name="">
            <a:extLst xmlns:a="http://schemas.openxmlformats.org/drawingml/2006/main">
              <a:ext uri="{FF2B5EF4-FFF2-40B4-BE49-F238E27FC236}">
                <a16:creationId xmlns:a16="http://schemas.microsoft.com/office/drawing/2014/main" id="{382BD090-D6B7-4BD8-9852-C51D12719821}"/>
              </a:ext>
            </a:extLst>
          </p:cNvPr>
          <p:cNvSpPr>
            <a:spLocks xmlns:a="http://schemas.openxmlformats.org/drawingml/2006/main" noGrp="1"/>
          </p:cNvSpPr>
          <p:nvPr/>
        </p:nvSpPr>
        <p:spPr>
          <a:xfrm xmlns:a="http://schemas.openxmlformats.org/drawingml/2006/main">
            <a:off x="419100" y="4495800"/>
            <a:ext cx="54483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本图证明：人才驾驶舱把在岗人数、技能达标率、证书有效率、培训完成率与用人成本收在同一屏，管理者可直接下钻。</a:t>
            </a:r>
          </a:p>
        </p:txBody>
      </p:sp>
      <p:sp>
        <p:nvSpPr>
          <p:cNvPr id="68" name="">
            <a:extLst xmlns:a="http://schemas.openxmlformats.org/drawingml/2006/main">
              <a:ext uri="{FF2B5EF4-FFF2-40B4-BE49-F238E27FC236}">
                <a16:creationId xmlns:a16="http://schemas.microsoft.com/office/drawing/2014/main" id="{8B8B96D7-4C6C-42F7-8B9A-06DF5BF63882}"/>
              </a:ext>
            </a:extLst>
          </p:cNvPr>
          <p:cNvSpPr>
            <a:spLocks xmlns:a="http://schemas.openxmlformats.org/drawingml/2006/main" noGrp="1"/>
          </p:cNvSpPr>
          <p:nvPr/>
        </p:nvSpPr>
        <p:spPr>
          <a:xfrm xmlns:a="http://schemas.openxmlformats.org/drawingml/2006/main">
            <a:off x="6191250" y="1333500"/>
            <a:ext cx="5715000" cy="3105150"/>
          </a:xfrm>
          <a:prstGeom xmlns:a="http://schemas.openxmlformats.org/drawingml/2006/main" prst="roundRect">
            <a:avLst>
              <a:gd name="adj" fmla="val 2761"/>
            </a:avLst>
          </a:prstGeom>
          <a:gradFill xmlns:a="http://schemas.openxmlformats.org/drawingml/2006/main">
            <a:gsLst>
              <a:gs pos="0">
                <a:srgbClr val="F5F9FD"/>
              </a:gs>
              <a:gs pos="62000">
                <a:srgbClr val="F4F8FD"/>
              </a:gs>
              <a:gs pos="100000">
                <a:srgbClr val="BEC1C5"/>
              </a:gs>
            </a:gsLst>
            <a:lin ang="8100000"/>
          </a:gradFill>
          <a:ln xmlns:a="http://schemas.openxmlformats.org/drawingml/2006/main" w="9525">
            <a:solidFill>
              <a:srgbClr val="2A6BAE"/>
            </a:solidFill>
            <a:prstDash val="solid"/>
          </a:ln>
        </p:spPr>
      </p:sp>
      <p:pic>
        <p:nvPicPr>
          <p:cNvPr id="166" name=""/>
          <p:cNvPicPr>
            <a:picLocks xmlns:a="http://schemas.openxmlformats.org/drawingml/2006/main" noChangeAspect="1"/>
          </p:cNvPicPr>
          <p:nvPr/>
        </p:nvPicPr>
        <p:blipFill>
          <a:blip xmlns:r="http://schemas.openxmlformats.org/officeDocument/2006/relationships" xmlns:a="http://schemas.openxmlformats.org/drawingml/2006/main" r:embed="R772e312f5b6349c3"/>
          <a:stretch xmlns:a="http://schemas.openxmlformats.org/drawingml/2006/main"/>
        </p:blipFill>
        <p:spPr>
          <a:xfrm xmlns:a="http://schemas.openxmlformats.org/drawingml/2006/main">
            <a:off x="6469400" y="1390650"/>
            <a:ext cx="5158699" cy="2990850"/>
          </a:xfrm>
          <a:prstGeom xmlns:a="http://schemas.openxmlformats.org/drawingml/2006/main" prst="roundRect">
            <a:avLst>
              <a:gd name="adj" fmla="val 1911"/>
            </a:avLst>
          </a:prstGeom>
        </p:spPr>
      </p:pic>
      <p:sp>
        <p:nvSpPr>
          <p:cNvPr id="70" name="">
            <a:extLst xmlns:a="http://schemas.openxmlformats.org/drawingml/2006/main">
              <a:ext uri="{FF2B5EF4-FFF2-40B4-BE49-F238E27FC236}">
                <a16:creationId xmlns:a16="http://schemas.microsoft.com/office/drawing/2014/main" id="{5B2C3539-0BD5-43B2-90E4-4365DE0C11E1}"/>
              </a:ext>
            </a:extLst>
          </p:cNvPr>
          <p:cNvSpPr>
            <a:spLocks xmlns:a="http://schemas.openxmlformats.org/drawingml/2006/main" noGrp="1"/>
          </p:cNvSpPr>
          <p:nvPr/>
        </p:nvSpPr>
        <p:spPr>
          <a:xfrm xmlns:a="http://schemas.openxmlformats.org/drawingml/2006/main">
            <a:off x="6191250" y="4495800"/>
            <a:ext cx="5715000" cy="381000"/>
          </a:xfrm>
          <a:prstGeom xmlns:a="http://schemas.openxmlformats.org/drawingml/2006/main" prst="roundRect">
            <a:avLst>
              <a:gd name="adj" fmla="val 22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71" name="">
            <a:extLst xmlns:a="http://schemas.openxmlformats.org/drawingml/2006/main">
              <a:ext uri="{FF2B5EF4-FFF2-40B4-BE49-F238E27FC236}">
                <a16:creationId xmlns:a16="http://schemas.microsoft.com/office/drawing/2014/main" id="{D85F87A6-921A-415C-89D5-54B7C788A168}"/>
              </a:ext>
            </a:extLst>
          </p:cNvPr>
          <p:cNvSpPr>
            <a:spLocks xmlns:a="http://schemas.openxmlformats.org/drawingml/2006/main" noGrp="1"/>
          </p:cNvSpPr>
          <p:nvPr/>
        </p:nvSpPr>
        <p:spPr>
          <a:xfrm xmlns:a="http://schemas.openxmlformats.org/drawingml/2006/main">
            <a:off x="6324600" y="4495800"/>
            <a:ext cx="54483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本图证明：公司运行诊断把诊断项、证据、结论与建议写在同一页，每条建议都标注来源与人工确认状态。</a:t>
            </a:r>
          </a:p>
        </p:txBody>
      </p:sp>
      <p:sp>
        <p:nvSpPr>
          <p:cNvPr id="72" name="">
            <a:extLst xmlns:a="http://schemas.openxmlformats.org/drawingml/2006/main">
              <a:ext uri="{FF2B5EF4-FFF2-40B4-BE49-F238E27FC236}">
                <a16:creationId xmlns:a16="http://schemas.microsoft.com/office/drawing/2014/main" id="{D761E414-6E8D-44FB-9E75-415DCFDDCCE2}"/>
              </a:ext>
            </a:extLst>
          </p:cNvPr>
          <p:cNvSpPr>
            <a:spLocks xmlns:a="http://schemas.openxmlformats.org/drawingml/2006/main" noGrp="1"/>
          </p:cNvSpPr>
          <p:nvPr/>
        </p:nvSpPr>
        <p:spPr>
          <a:xfrm xmlns:a="http://schemas.openxmlformats.org/drawingml/2006/main">
            <a:off x="285750" y="5029200"/>
            <a:ext cx="2781300" cy="1028700"/>
          </a:xfrm>
          <a:prstGeom xmlns:a="http://schemas.openxmlformats.org/drawingml/2006/main" prst="roundRect">
            <a:avLst>
              <a:gd name="adj" fmla="val 833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3" name="">
            <a:extLst xmlns:a="http://schemas.openxmlformats.org/drawingml/2006/main">
              <a:ext uri="{FF2B5EF4-FFF2-40B4-BE49-F238E27FC236}">
                <a16:creationId xmlns:a16="http://schemas.microsoft.com/office/drawing/2014/main" id="{71D46ECC-FB8A-4D7C-855D-60C5F76497BB}"/>
              </a:ext>
            </a:extLst>
          </p:cNvPr>
          <p:cNvSpPr>
            <a:spLocks xmlns:a="http://schemas.openxmlformats.org/drawingml/2006/main" noGrp="1"/>
          </p:cNvSpPr>
          <p:nvPr/>
        </p:nvSpPr>
        <p:spPr>
          <a:xfrm xmlns:a="http://schemas.openxmlformats.org/drawingml/2006/main">
            <a:off x="285750" y="5029200"/>
            <a:ext cx="2781300" cy="381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4119F350-21A8-4F39-94AF-E362F18F5FFD}"/>
              </a:ext>
            </a:extLst>
          </p:cNvPr>
          <p:cNvSpPr>
            <a:spLocks xmlns:a="http://schemas.openxmlformats.org/drawingml/2006/main" noGrp="1"/>
          </p:cNvSpPr>
          <p:nvPr/>
        </p:nvSpPr>
        <p:spPr>
          <a:xfrm xmlns:a="http://schemas.openxmlformats.org/drawingml/2006/main">
            <a:off x="457200" y="5162550"/>
            <a:ext cx="24574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微软雅黑"/>
                <a:ea typeface="微软雅黑"/>
                <a:cs typeface="微软雅黑"/>
              </a:defRPr>
            </a:pPr>
            <a:r>
              <a:rPr sz="1013" b="1">
                <a:solidFill>
                  <a:srgbClr val="F5C33B"/>
                </a:solidFill>
                <a:latin typeface="微软雅黑"/>
                <a:ea typeface="微软雅黑"/>
                <a:cs typeface="微软雅黑"/>
              </a:rPr>
              <a:t>人才驾驶舱</a:t>
            </a:r>
          </a:p>
        </p:txBody>
      </p:sp>
      <p:sp>
        <p:nvSpPr>
          <p:cNvPr id="75" name="">
            <a:extLst xmlns:a="http://schemas.openxmlformats.org/drawingml/2006/main">
              <a:ext uri="{FF2B5EF4-FFF2-40B4-BE49-F238E27FC236}">
                <a16:creationId xmlns:a16="http://schemas.microsoft.com/office/drawing/2014/main" id="{B15B2DC9-D115-42B5-941B-039DF5DB7D60}"/>
              </a:ext>
            </a:extLst>
          </p:cNvPr>
          <p:cNvSpPr>
            <a:spLocks xmlns:a="http://schemas.openxmlformats.org/drawingml/2006/main" noGrp="1"/>
          </p:cNvSpPr>
          <p:nvPr/>
        </p:nvSpPr>
        <p:spPr>
          <a:xfrm xmlns:a="http://schemas.openxmlformats.org/drawingml/2006/main">
            <a:off x="457200" y="5429250"/>
            <a:ext cx="2495550" cy="590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全公司人才总览：关键指标、人才缺口、培训成本、用人成本、安全风险</a:t>
            </a:r>
          </a:p>
        </p:txBody>
      </p:sp>
      <p:sp>
        <p:nvSpPr>
          <p:cNvPr id="76" name="">
            <a:extLst xmlns:a="http://schemas.openxmlformats.org/drawingml/2006/main">
              <a:ext uri="{FF2B5EF4-FFF2-40B4-BE49-F238E27FC236}">
                <a16:creationId xmlns:a16="http://schemas.microsoft.com/office/drawing/2014/main" id="{64B9A348-798D-4ED9-AC7F-60A25E569353}"/>
              </a:ext>
            </a:extLst>
          </p:cNvPr>
          <p:cNvSpPr>
            <a:spLocks xmlns:a="http://schemas.openxmlformats.org/drawingml/2006/main" noGrp="1"/>
          </p:cNvSpPr>
          <p:nvPr/>
        </p:nvSpPr>
        <p:spPr>
          <a:xfrm xmlns:a="http://schemas.openxmlformats.org/drawingml/2006/main">
            <a:off x="3238500" y="5029200"/>
            <a:ext cx="2781300" cy="1028700"/>
          </a:xfrm>
          <a:prstGeom xmlns:a="http://schemas.openxmlformats.org/drawingml/2006/main" prst="roundRect">
            <a:avLst>
              <a:gd name="adj" fmla="val 833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7" name="">
            <a:extLst xmlns:a="http://schemas.openxmlformats.org/drawingml/2006/main">
              <a:ext uri="{FF2B5EF4-FFF2-40B4-BE49-F238E27FC236}">
                <a16:creationId xmlns:a16="http://schemas.microsoft.com/office/drawing/2014/main" id="{C693E3B9-5B2C-4815-A6C5-FCACB9C58992}"/>
              </a:ext>
            </a:extLst>
          </p:cNvPr>
          <p:cNvSpPr>
            <a:spLocks xmlns:a="http://schemas.openxmlformats.org/drawingml/2006/main" noGrp="1"/>
          </p:cNvSpPr>
          <p:nvPr/>
        </p:nvSpPr>
        <p:spPr>
          <a:xfrm xmlns:a="http://schemas.openxmlformats.org/drawingml/2006/main">
            <a:off x="3238500" y="5029200"/>
            <a:ext cx="2781300" cy="381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954C3CD7-D754-4400-B62E-4409B6FC6715}"/>
              </a:ext>
            </a:extLst>
          </p:cNvPr>
          <p:cNvSpPr>
            <a:spLocks xmlns:a="http://schemas.openxmlformats.org/drawingml/2006/main" noGrp="1"/>
          </p:cNvSpPr>
          <p:nvPr/>
        </p:nvSpPr>
        <p:spPr>
          <a:xfrm xmlns:a="http://schemas.openxmlformats.org/drawingml/2006/main">
            <a:off x="3409950" y="5162550"/>
            <a:ext cx="24574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微软雅黑"/>
                <a:ea typeface="微软雅黑"/>
                <a:cs typeface="微软雅黑"/>
              </a:defRPr>
            </a:pPr>
            <a:r>
              <a:rPr sz="1013" b="1">
                <a:solidFill>
                  <a:srgbClr val="F5C33B"/>
                </a:solidFill>
                <a:latin typeface="微软雅黑"/>
                <a:ea typeface="微软雅黑"/>
                <a:cs typeface="微软雅黑"/>
              </a:rPr>
              <a:t>全公司技能矩阵</a:t>
            </a:r>
          </a:p>
        </p:txBody>
      </p:sp>
      <p:sp>
        <p:nvSpPr>
          <p:cNvPr id="79" name="">
            <a:extLst xmlns:a="http://schemas.openxmlformats.org/drawingml/2006/main">
              <a:ext uri="{FF2B5EF4-FFF2-40B4-BE49-F238E27FC236}">
                <a16:creationId xmlns:a16="http://schemas.microsoft.com/office/drawing/2014/main" id="{C24A9FBC-E5D2-4022-826B-0017639533FE}"/>
              </a:ext>
            </a:extLst>
          </p:cNvPr>
          <p:cNvSpPr>
            <a:spLocks xmlns:a="http://schemas.openxmlformats.org/drawingml/2006/main" noGrp="1"/>
          </p:cNvSpPr>
          <p:nvPr/>
        </p:nvSpPr>
        <p:spPr>
          <a:xfrm xmlns:a="http://schemas.openxmlformats.org/drawingml/2006/main">
            <a:off x="3409950" y="5429250"/>
            <a:ext cx="2495550" cy="590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按部门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岗位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技能等级展示分布，标出关键岗位是否有备份</a:t>
            </a:r>
          </a:p>
        </p:txBody>
      </p:sp>
      <p:sp>
        <p:nvSpPr>
          <p:cNvPr id="80" name="">
            <a:extLst xmlns:a="http://schemas.openxmlformats.org/drawingml/2006/main">
              <a:ext uri="{FF2B5EF4-FFF2-40B4-BE49-F238E27FC236}">
                <a16:creationId xmlns:a16="http://schemas.microsoft.com/office/drawing/2014/main" id="{AD010B46-8410-426B-9664-40999B7FE458}"/>
              </a:ext>
            </a:extLst>
          </p:cNvPr>
          <p:cNvSpPr>
            <a:spLocks xmlns:a="http://schemas.openxmlformats.org/drawingml/2006/main" noGrp="1"/>
          </p:cNvSpPr>
          <p:nvPr/>
        </p:nvSpPr>
        <p:spPr>
          <a:xfrm xmlns:a="http://schemas.openxmlformats.org/drawingml/2006/main">
            <a:off x="6191250" y="5029200"/>
            <a:ext cx="2781300" cy="1028700"/>
          </a:xfrm>
          <a:prstGeom xmlns:a="http://schemas.openxmlformats.org/drawingml/2006/main" prst="roundRect">
            <a:avLst>
              <a:gd name="adj" fmla="val 833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1" name="">
            <a:extLst xmlns:a="http://schemas.openxmlformats.org/drawingml/2006/main">
              <a:ext uri="{FF2B5EF4-FFF2-40B4-BE49-F238E27FC236}">
                <a16:creationId xmlns:a16="http://schemas.microsoft.com/office/drawing/2014/main" id="{7584BD0D-3AA5-49FA-BD85-3488BA170334}"/>
              </a:ext>
            </a:extLst>
          </p:cNvPr>
          <p:cNvSpPr>
            <a:spLocks xmlns:a="http://schemas.openxmlformats.org/drawingml/2006/main" noGrp="1"/>
          </p:cNvSpPr>
          <p:nvPr/>
        </p:nvSpPr>
        <p:spPr>
          <a:xfrm xmlns:a="http://schemas.openxmlformats.org/drawingml/2006/main">
            <a:off x="6191250" y="5029200"/>
            <a:ext cx="2781300" cy="381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612CEDFB-8F64-44EB-82AD-DA6E9F8661B7}"/>
              </a:ext>
            </a:extLst>
          </p:cNvPr>
          <p:cNvSpPr>
            <a:spLocks xmlns:a="http://schemas.openxmlformats.org/drawingml/2006/main" noGrp="1"/>
          </p:cNvSpPr>
          <p:nvPr/>
        </p:nvSpPr>
        <p:spPr>
          <a:xfrm xmlns:a="http://schemas.openxmlformats.org/drawingml/2006/main">
            <a:off x="6362700" y="5162550"/>
            <a:ext cx="24574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微软雅黑"/>
                <a:ea typeface="微软雅黑"/>
                <a:cs typeface="微软雅黑"/>
              </a:defRPr>
            </a:pPr>
            <a:r>
              <a:rPr sz="1013" b="1">
                <a:solidFill>
                  <a:srgbClr val="F5C33B"/>
                </a:solidFill>
                <a:latin typeface="微软雅黑"/>
                <a:ea typeface="微软雅黑"/>
                <a:cs typeface="微软雅黑"/>
              </a:rPr>
              <a:t>成本看板</a:t>
            </a:r>
          </a:p>
        </p:txBody>
      </p:sp>
      <p:sp>
        <p:nvSpPr>
          <p:cNvPr id="83" name="">
            <a:extLst xmlns:a="http://schemas.openxmlformats.org/drawingml/2006/main">
              <a:ext uri="{FF2B5EF4-FFF2-40B4-BE49-F238E27FC236}">
                <a16:creationId xmlns:a16="http://schemas.microsoft.com/office/drawing/2014/main" id="{801B985B-E659-4D7C-BDF4-64379189D503}"/>
              </a:ext>
            </a:extLst>
          </p:cNvPr>
          <p:cNvSpPr>
            <a:spLocks xmlns:a="http://schemas.openxmlformats.org/drawingml/2006/main" noGrp="1"/>
          </p:cNvSpPr>
          <p:nvPr/>
        </p:nvSpPr>
        <p:spPr>
          <a:xfrm xmlns:a="http://schemas.openxmlformats.org/drawingml/2006/main">
            <a:off x="6362700" y="5429250"/>
            <a:ext cx="2495550" cy="590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人力、培训、招聘、外包、加班、离职成本，支持按部门与岗位筛选</a:t>
            </a:r>
          </a:p>
        </p:txBody>
      </p:sp>
      <p:sp>
        <p:nvSpPr>
          <p:cNvPr id="84" name="">
            <a:extLst xmlns:a="http://schemas.openxmlformats.org/drawingml/2006/main">
              <a:ext uri="{FF2B5EF4-FFF2-40B4-BE49-F238E27FC236}">
                <a16:creationId xmlns:a16="http://schemas.microsoft.com/office/drawing/2014/main" id="{18D423E3-6BA8-4CAE-AE40-383FD9DBDB8D}"/>
              </a:ext>
            </a:extLst>
          </p:cNvPr>
          <p:cNvSpPr>
            <a:spLocks xmlns:a="http://schemas.openxmlformats.org/drawingml/2006/main" noGrp="1"/>
          </p:cNvSpPr>
          <p:nvPr/>
        </p:nvSpPr>
        <p:spPr>
          <a:xfrm xmlns:a="http://schemas.openxmlformats.org/drawingml/2006/main">
            <a:off x="9144000" y="5029200"/>
            <a:ext cx="2781300" cy="1028700"/>
          </a:xfrm>
          <a:prstGeom xmlns:a="http://schemas.openxmlformats.org/drawingml/2006/main" prst="roundRect">
            <a:avLst>
              <a:gd name="adj" fmla="val 833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5" name="">
            <a:extLst xmlns:a="http://schemas.openxmlformats.org/drawingml/2006/main">
              <a:ext uri="{FF2B5EF4-FFF2-40B4-BE49-F238E27FC236}">
                <a16:creationId xmlns:a16="http://schemas.microsoft.com/office/drawing/2014/main" id="{BCB5930C-0842-4A85-92D3-26C7274AB5FE}"/>
              </a:ext>
            </a:extLst>
          </p:cNvPr>
          <p:cNvSpPr>
            <a:spLocks xmlns:a="http://schemas.openxmlformats.org/drawingml/2006/main" noGrp="1"/>
          </p:cNvSpPr>
          <p:nvPr/>
        </p:nvSpPr>
        <p:spPr>
          <a:xfrm xmlns:a="http://schemas.openxmlformats.org/drawingml/2006/main">
            <a:off x="9144000" y="5029200"/>
            <a:ext cx="2781300" cy="38100"/>
          </a:xfrm>
          <a:prstGeom xmlns:a="http://schemas.openxmlformats.org/drawingml/2006/main" prst="rect">
            <a:avLst/>
          </a:prstGeom>
          <a:solidFill xmlns:a="http://schemas.openxmlformats.org/drawingml/2006/main">
            <a:srgbClr val="F2705E"/>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6500AF68-BF2D-489E-B0D2-430291BF1920}"/>
              </a:ext>
            </a:extLst>
          </p:cNvPr>
          <p:cNvSpPr>
            <a:spLocks xmlns:a="http://schemas.openxmlformats.org/drawingml/2006/main" noGrp="1"/>
          </p:cNvSpPr>
          <p:nvPr/>
        </p:nvSpPr>
        <p:spPr>
          <a:xfrm xmlns:a="http://schemas.openxmlformats.org/drawingml/2006/main">
            <a:off x="9315450" y="5162550"/>
            <a:ext cx="24574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2705E"/>
                </a:solidFill>
                <a:latin typeface="微软雅黑"/>
                <a:ea typeface="微软雅黑"/>
                <a:cs typeface="微软雅黑"/>
              </a:defRPr>
            </a:pPr>
            <a:r>
              <a:rPr sz="1013" b="1">
                <a:solidFill>
                  <a:srgbClr val="F2705E"/>
                </a:solidFill>
                <a:latin typeface="微软雅黑"/>
                <a:ea typeface="微软雅黑"/>
                <a:cs typeface="微软雅黑"/>
              </a:rPr>
              <a:t>风险与建议</a:t>
            </a:r>
          </a:p>
        </p:txBody>
      </p:sp>
      <p:sp>
        <p:nvSpPr>
          <p:cNvPr id="87" name="">
            <a:extLst xmlns:a="http://schemas.openxmlformats.org/drawingml/2006/main">
              <a:ext uri="{FF2B5EF4-FFF2-40B4-BE49-F238E27FC236}">
                <a16:creationId xmlns:a16="http://schemas.microsoft.com/office/drawing/2014/main" id="{E610EE0F-9430-48DE-9CEE-FD17F6DF6EF9}"/>
              </a:ext>
            </a:extLst>
          </p:cNvPr>
          <p:cNvSpPr>
            <a:spLocks xmlns:a="http://schemas.openxmlformats.org/drawingml/2006/main" noGrp="1"/>
          </p:cNvSpPr>
          <p:nvPr/>
        </p:nvSpPr>
        <p:spPr>
          <a:xfrm xmlns:a="http://schemas.openxmlformats.org/drawingml/2006/main">
            <a:off x="9315450" y="5429250"/>
            <a:ext cx="2495550" cy="590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安全不合格一票否决；给出转岗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招聘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外委组合建议并附成本模拟</a:t>
            </a:r>
          </a:p>
        </p:txBody>
      </p:sp>
      <p:sp>
        <p:nvSpPr>
          <p:cNvPr id="88" name="">
            <a:extLst xmlns:a="http://schemas.openxmlformats.org/drawingml/2006/main">
              <a:ext uri="{FF2B5EF4-FFF2-40B4-BE49-F238E27FC236}">
                <a16:creationId xmlns:a16="http://schemas.microsoft.com/office/drawing/2014/main" id="{37B2ADEE-CF01-4731-B43B-D1D76A212A18}"/>
              </a:ext>
            </a:extLst>
          </p:cNvPr>
          <p:cNvSpPr>
            <a:spLocks xmlns:a="http://schemas.openxmlformats.org/drawingml/2006/main" noGrp="1"/>
          </p:cNvSpPr>
          <p:nvPr/>
        </p:nvSpPr>
        <p:spPr>
          <a:xfrm xmlns:a="http://schemas.openxmlformats.org/drawingml/2006/main">
            <a:off x="285750" y="6172200"/>
            <a:ext cx="11620500" cy="361950"/>
          </a:xfrm>
          <a:prstGeom xmlns:a="http://schemas.openxmlformats.org/drawingml/2006/main" prst="roundRect">
            <a:avLst>
              <a:gd name="adj" fmla="val 23684"/>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89" name="">
            <a:extLst xmlns:a="http://schemas.openxmlformats.org/drawingml/2006/main">
              <a:ext uri="{FF2B5EF4-FFF2-40B4-BE49-F238E27FC236}">
                <a16:creationId xmlns:a16="http://schemas.microsoft.com/office/drawing/2014/main" id="{A4366073-A026-49AB-B29E-B6209D184154}"/>
              </a:ext>
            </a:extLst>
          </p:cNvPr>
          <p:cNvSpPr>
            <a:spLocks xmlns:a="http://schemas.openxmlformats.org/drawingml/2006/main" noGrp="1"/>
          </p:cNvSpPr>
          <p:nvPr/>
        </p:nvSpPr>
        <p:spPr>
          <a:xfrm xmlns:a="http://schemas.openxmlformats.org/drawingml/2006/main">
            <a:off x="457200" y="6172200"/>
            <a:ext cx="112395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权限边界：老总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授权高管可看全公司汇总与钻取（心理与关怀数据仅返回脱敏聚合）；班组长只能看本班组业务数据；令牌制校验，越权返回 </a:t>
            </a:r>
            <a:r>
              <a:rPr sz="863" b="0">
                <a:solidFill>
                  <a:srgbClr val="D6E6F7"/>
                </a:solidFill>
                <a:latin typeface="微软雅黑"/>
                <a:ea typeface="微软雅黑"/>
                <a:cs typeface="微软雅黑"/>
              </a:rPr>
              <a:t>403 / code=40301</a:t>
            </a:r>
            <a:r>
              <a:rPr sz="863" b="0">
                <a:solidFill>
                  <a:srgbClr val="D6E6F7"/>
                </a:solidFill>
                <a:latin typeface="微软雅黑"/>
                <a:ea typeface="微软雅黑"/>
                <a:cs typeface="微软雅黑"/>
              </a:rPr>
              <a:t>。</a:t>
            </a:r>
          </a:p>
        </p:txBody>
      </p:sp>
      <p:sp>
        <p:nvSpPr>
          <p:cNvPr id="90" name="">
            <a:extLst xmlns:a="http://schemas.openxmlformats.org/drawingml/2006/main">
              <a:ext uri="{FF2B5EF4-FFF2-40B4-BE49-F238E27FC236}">
                <a16:creationId xmlns:a16="http://schemas.microsoft.com/office/drawing/2014/main" id="{8397E726-9B6B-456A-98FF-8CA885172A7D}"/>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D5FE438F-3381-41E8-B9E9-4BDF8A9CEA08}"/>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55289147-0E54-4D69-B511-05F7F538E500}"/>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D143AC09-8530-4B94-91EC-5A62DE77A76B}"/>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AAD30E7E-E746-4D59-8A7F-60A8E18EDF8D}"/>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B7CAD51F-6A94-463B-BE94-19DD448EA2F4}"/>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96" name="">
            <a:extLst xmlns:a="http://schemas.openxmlformats.org/drawingml/2006/main">
              <a:ext uri="{FF2B5EF4-FFF2-40B4-BE49-F238E27FC236}">
                <a16:creationId xmlns:a16="http://schemas.microsoft.com/office/drawing/2014/main" id="{D65015C4-D696-4AEE-BCE4-1EAD4E5604E0}"/>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FA0A24FA-C0CF-4308-AE92-CD5B03763AE2}"/>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24</a:t>
            </a:r>
          </a:p>
        </p:txBody>
      </p:sp>
    </p:spTree>
    <p:extLst>
      <p:ext uri="{BB962C8B-B14F-4D97-AF65-F5344CB8AC3E}">
        <p14:creationId xmlns:p14="http://schemas.microsoft.com/office/powerpoint/2010/main" val="929778337"/>
      </p:ext>
    </p:extLst>
  </p:cSld>
</p:sld>
</file>

<file path=ppt/slides/slide25.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a268a1afc1f547c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D9AA846-B856-417F-93FE-BDD1D088A72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E017E22A-A4B4-4757-927B-C58CCD93C94D}"/>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AD3B6">
                  <a:alpha val="15000"/>
                </a:srgbClr>
              </a:gs>
              <a:gs pos="45000">
                <a:srgbClr val="2AD3B6">
                  <a:alpha val="6000"/>
                </a:srgbClr>
              </a:gs>
              <a:gs pos="100000">
                <a:srgbClr val="2AD3B6">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017A6F25-ABD9-448A-AB1E-C19EEF975B58}"/>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35C4030B-087D-4B7A-841A-99FD021CD159}"/>
              </a:ext>
            </a:extLst>
          </p:cNvPr>
          <p:cNvSpPr>
            <a:spLocks xmlns:a="http://schemas.openxmlformats.org/drawingml/2006/main" noGrp="1"/>
          </p:cNvSpPr>
          <p:nvPr/>
        </p:nvSpPr>
        <p:spPr>
          <a:xfrm xmlns:a="http://schemas.openxmlformats.org/drawingml/2006/main">
            <a:off x="9925050" y="952500"/>
            <a:ext cx="533400" cy="480060"/>
          </a:xfrm>
          <a:prstGeom xmlns:a="http://schemas.openxmlformats.org/drawingml/2006/main" prst="hexagon">
            <a:avLst/>
          </a:prstGeom>
          <a:noFill xmlns:a="http://schemas.openxmlformats.org/drawingml/2006/main"/>
          <a:ln xmlns:a="http://schemas.openxmlformats.org/drawingml/2006/main">
            <a:solidFill>
              <a:srgbClr val="2AD3B6">
                <a:alpha val="28000"/>
              </a:srgbClr>
            </a:solidFill>
            <a:prstDash val="solid"/>
          </a:ln>
        </p:spPr>
      </p:sp>
      <p:sp>
        <p:nvSpPr>
          <p:cNvPr id="6" name="">
            <a:extLst xmlns:a="http://schemas.openxmlformats.org/drawingml/2006/main">
              <a:ext uri="{FF2B5EF4-FFF2-40B4-BE49-F238E27FC236}">
                <a16:creationId xmlns:a16="http://schemas.microsoft.com/office/drawing/2014/main" id="{0611A1AD-73E0-4DB0-976B-224B6AB392F0}"/>
              </a:ext>
            </a:extLst>
          </p:cNvPr>
          <p:cNvSpPr>
            <a:spLocks xmlns:a="http://schemas.openxmlformats.org/drawingml/2006/main" noGrp="1"/>
          </p:cNvSpPr>
          <p:nvPr/>
        </p:nvSpPr>
        <p:spPr>
          <a:xfrm xmlns:a="http://schemas.openxmlformats.org/drawingml/2006/main">
            <a:off x="10479024" y="1101852"/>
            <a:ext cx="533400" cy="480060"/>
          </a:xfrm>
          <a:prstGeom xmlns:a="http://schemas.openxmlformats.org/drawingml/2006/main" prst="hexagon">
            <a:avLst/>
          </a:prstGeom>
          <a:noFill xmlns:a="http://schemas.openxmlformats.org/drawingml/2006/main"/>
          <a:ln xmlns:a="http://schemas.openxmlformats.org/drawingml/2006/main">
            <a:solidFill>
              <a:srgbClr val="2AD3B6">
                <a:alpha val="28000"/>
              </a:srgbClr>
            </a:solidFill>
            <a:prstDash val="solid"/>
          </a:ln>
        </p:spPr>
      </p:sp>
      <p:sp>
        <p:nvSpPr>
          <p:cNvPr id="7" name="">
            <a:extLst xmlns:a="http://schemas.openxmlformats.org/drawingml/2006/main">
              <a:ext uri="{FF2B5EF4-FFF2-40B4-BE49-F238E27FC236}">
                <a16:creationId xmlns:a16="http://schemas.microsoft.com/office/drawing/2014/main" id="{E85CBEBE-7BFC-44B3-9791-B2C2FAC6ADDB}"/>
              </a:ext>
            </a:extLst>
          </p:cNvPr>
          <p:cNvSpPr>
            <a:spLocks xmlns:a="http://schemas.openxmlformats.org/drawingml/2006/main" noGrp="1"/>
          </p:cNvSpPr>
          <p:nvPr/>
        </p:nvSpPr>
        <p:spPr>
          <a:xfrm xmlns:a="http://schemas.openxmlformats.org/drawingml/2006/main">
            <a:off x="11032998" y="952500"/>
            <a:ext cx="533400" cy="480060"/>
          </a:xfrm>
          <a:prstGeom xmlns:a="http://schemas.openxmlformats.org/drawingml/2006/main" prst="hexagon">
            <a:avLst/>
          </a:prstGeom>
          <a:noFill xmlns:a="http://schemas.openxmlformats.org/drawingml/2006/main"/>
          <a:ln xmlns:a="http://schemas.openxmlformats.org/drawingml/2006/main">
            <a:solidFill>
              <a:srgbClr val="2AD3B6">
                <a:alpha val="28000"/>
              </a:srgbClr>
            </a:solidFill>
            <a:prstDash val="solid"/>
          </a:ln>
        </p:spPr>
      </p:sp>
      <p:sp>
        <p:nvSpPr>
          <p:cNvPr id="8" name="">
            <a:extLst xmlns:a="http://schemas.openxmlformats.org/drawingml/2006/main">
              <a:ext uri="{FF2B5EF4-FFF2-40B4-BE49-F238E27FC236}">
                <a16:creationId xmlns:a16="http://schemas.microsoft.com/office/drawing/2014/main" id="{7F48B4D8-EEF9-4805-BDE2-93F5DFB4668B}"/>
              </a:ext>
            </a:extLst>
          </p:cNvPr>
          <p:cNvSpPr>
            <a:spLocks xmlns:a="http://schemas.openxmlformats.org/drawingml/2006/main" noGrp="1"/>
          </p:cNvSpPr>
          <p:nvPr/>
        </p:nvSpPr>
        <p:spPr>
          <a:xfrm xmlns:a="http://schemas.openxmlformats.org/drawingml/2006/main">
            <a:off x="9925050" y="1657350"/>
            <a:ext cx="1143000" cy="19050"/>
          </a:xfrm>
          <a:prstGeom xmlns:a="http://schemas.openxmlformats.org/drawingml/2006/main" prst="rect">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20D456CA-8489-4410-9794-65222B20F85A}"/>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EE51AAB3-D3C7-4084-882A-7499D674AC75}"/>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D3D9EBE3-7E02-43FC-8A32-C76622E2A37A}"/>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146833D2-DA6D-4B55-934D-E259C81E898B}"/>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8AF238D1-B7AC-499E-92DE-914F16547A22}"/>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BE516ABC-E74E-41FB-9BC5-A3869FC18B23}"/>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A73779F8-70F0-4F63-BCD9-50C906EFE7DE}"/>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53481263-EA86-406F-AF40-D1F1B3A54441}"/>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26CC4A89-CCC1-4573-88E3-598C4A91078F}"/>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A9421A3F-8A18-45C6-9E20-67632F24278D}"/>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5407ADF8-B87A-4625-BAD2-202BC09C666B}"/>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0E3D66A9-F442-472F-B4D7-B671304B799B}"/>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D50231D6-76DC-4474-B6C2-2784994ED865}"/>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2" name="">
            <a:extLst xmlns:a="http://schemas.openxmlformats.org/drawingml/2006/main">
              <a:ext uri="{FF2B5EF4-FFF2-40B4-BE49-F238E27FC236}">
                <a16:creationId xmlns:a16="http://schemas.microsoft.com/office/drawing/2014/main" id="{9A549702-4370-48EC-8C4B-77CCB776D2BF}"/>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3" name="">
            <a:extLst xmlns:a="http://schemas.openxmlformats.org/drawingml/2006/main">
              <a:ext uri="{FF2B5EF4-FFF2-40B4-BE49-F238E27FC236}">
                <a16:creationId xmlns:a16="http://schemas.microsoft.com/office/drawing/2014/main" id="{05556FAB-CB8F-4F0E-959C-8F73DB567821}"/>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BF1779D9-D2F5-40A8-907C-191478368998}"/>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AD7F6FE2-8D31-48F7-AC3B-E4B9EA9DA682}"/>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80D4A718-C453-4D47-B0D1-01E7C65D4B72}"/>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D8F9C33D-81ED-4326-8F7D-87BE84207FC3}"/>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07552181-A8C8-4854-97F2-E20FE35A18B6}"/>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763F75A3-3122-47CE-8E51-DED3A7DADDAA}"/>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A1EF36AB-3D94-40CA-B830-B284B8E7A7EB}"/>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58280966-D1C4-4C3E-A6FD-0B0DD589BA1D}"/>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303FA5D6-9132-498C-ABBB-81D811360D32}"/>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07B35E2B-794F-4E4E-BCAB-B3B4B6E246A5}"/>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1910B7FB-E7B1-427E-9D51-34A49689E563}"/>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ACDE0204-9C10-4298-A2BD-D273A7704B1F}"/>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59451F64-A922-4CAF-9DC4-49E53356DBDA}"/>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8A49F50A-1CFC-4F57-8C56-349EE530FCBE}"/>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D6DC6180-6B4A-495A-966A-E8236C06A4C1}"/>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47019A01-EDD4-492F-BCB6-A26A624010B6}"/>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C2F27473-FAFB-4D34-A2AD-E26B7741B4B6}"/>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AD3B6"/>
              </a:gs>
              <a:gs pos="100000">
                <a:srgbClr val="2AD3B6">
                  <a:alpha val="0"/>
                </a:srgbClr>
              </a:gs>
            </a:gsLst>
            <a:lin ang="540000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94D518AD-ACCC-4202-A9E3-EDD30FD72A24}"/>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AD3B6">
                  <a:alpha val="45000"/>
                </a:srgbClr>
              </a:gs>
              <a:gs pos="100000">
                <a:srgbClr val="2AD3B6">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8DC9E150-DF14-45B2-A84E-A24217865D18}"/>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3" name="">
            <a:extLst xmlns:a="http://schemas.openxmlformats.org/drawingml/2006/main">
              <a:ext uri="{FF2B5EF4-FFF2-40B4-BE49-F238E27FC236}">
                <a16:creationId xmlns:a16="http://schemas.microsoft.com/office/drawing/2014/main" id="{4330BD1D-FACD-4FD5-AD26-784B909259BA}"/>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AD3B6"/>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4DE06042-4757-450A-9D52-982882519412}"/>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DABBDA33-816B-4BF8-A628-45C9E052E343}"/>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AD3B6">
                  <a:alpha val="26000"/>
                </a:srgbClr>
              </a:gs>
              <a:gs pos="45000">
                <a:srgbClr val="2AD3B6">
                  <a:alpha val="10000"/>
                </a:srgbClr>
              </a:gs>
              <a:gs pos="100000">
                <a:srgbClr val="2AD3B6">
                  <a:alpha val="0"/>
                </a:srgbClr>
              </a:gs>
            </a:gsLst>
            <a:path path="shape"/>
          </a:gra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27EEF1F8-A697-4306-8E4E-C03F902D8E66}"/>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AD3B6"/>
              </a:gs>
              <a:gs pos="100000">
                <a:srgbClr val="156A5B"/>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04</a:t>
            </a:r>
          </a:p>
        </p:txBody>
      </p:sp>
      <p:sp>
        <p:nvSpPr>
          <p:cNvPr id="47" name="">
            <a:extLst xmlns:a="http://schemas.openxmlformats.org/drawingml/2006/main">
              <a:ext uri="{FF2B5EF4-FFF2-40B4-BE49-F238E27FC236}">
                <a16:creationId xmlns:a16="http://schemas.microsoft.com/office/drawing/2014/main" id="{A6D73C25-DC01-4E97-9F2B-EB1E99CFD3D4}"/>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系统实现</a:t>
            </a:r>
          </a:p>
        </p:txBody>
      </p:sp>
      <p:sp>
        <p:nvSpPr>
          <p:cNvPr id="48" name="">
            <a:extLst xmlns:a="http://schemas.openxmlformats.org/drawingml/2006/main">
              <a:ext uri="{FF2B5EF4-FFF2-40B4-BE49-F238E27FC236}">
                <a16:creationId xmlns:a16="http://schemas.microsoft.com/office/drawing/2014/main" id="{679D8A0A-DB5B-4D69-8643-2F7189600853}"/>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AD3B6"/>
              </a:gs>
              <a:gs pos="100000">
                <a:srgbClr val="2AD3B6">
                  <a:alpha val="20000"/>
                </a:srgbClr>
              </a:gs>
            </a:gsLst>
            <a:lin ang="540000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002BD9CC-C6C5-4804-86D9-1BFFEA6AAAE1}"/>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系统界面五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管理员端：规则配置与审计溯源</a:t>
            </a:r>
          </a:p>
        </p:txBody>
      </p:sp>
      <p:sp>
        <p:nvSpPr>
          <p:cNvPr id="50" name="">
            <a:extLst xmlns:a="http://schemas.openxmlformats.org/drawingml/2006/main">
              <a:ext uri="{FF2B5EF4-FFF2-40B4-BE49-F238E27FC236}">
                <a16:creationId xmlns:a16="http://schemas.microsoft.com/office/drawing/2014/main" id="{CFDD2F56-6E03-44E5-9C67-5DDCAD374673}"/>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94D0BA1E-DC49-4636-A1F7-9DF5B6E08048}"/>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E3E80921-82A8-4F86-AA1A-A2ACF017CF43}"/>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FD823FD8-6B9E-4E0B-807C-2091BB20FD7E}"/>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827A8551-30A4-4BA0-AAE9-7793542FE55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5" name="">
            <a:extLst xmlns:a="http://schemas.openxmlformats.org/drawingml/2006/main">
              <a:ext uri="{FF2B5EF4-FFF2-40B4-BE49-F238E27FC236}">
                <a16:creationId xmlns:a16="http://schemas.microsoft.com/office/drawing/2014/main" id="{2F123BD8-BC27-4AD4-9A78-ECDF08BA8183}"/>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6" name="">
            <a:extLst xmlns:a="http://schemas.openxmlformats.org/drawingml/2006/main">
              <a:ext uri="{FF2B5EF4-FFF2-40B4-BE49-F238E27FC236}">
                <a16:creationId xmlns:a16="http://schemas.microsoft.com/office/drawing/2014/main" id="{71187A20-1DA9-4660-800A-5E18FA130B11}"/>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352FDFD1-B22F-44EC-9D7C-96E4C211F7A4}"/>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8" name="">
            <a:extLst xmlns:a="http://schemas.openxmlformats.org/drawingml/2006/main">
              <a:ext uri="{FF2B5EF4-FFF2-40B4-BE49-F238E27FC236}">
                <a16:creationId xmlns:a16="http://schemas.microsoft.com/office/drawing/2014/main" id="{66368899-8CA6-4EB9-AE07-A8FE1FE2BF7B}"/>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A8F7D86F-09CA-44D7-9A5E-EDCDE0C66C8F}"/>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E5825F42-709A-4C00-B02F-2D8280554909}"/>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B915279C-1786-46A0-A2E0-36BC6515A9C1}"/>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6D270C3E-7133-4267-BD71-FBDCA1306B13}"/>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50DAAB37-2213-4C4F-B6C5-9DEF5170306E}"/>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2A81CC1E-0337-4A66-8278-8F322A26B3C6}"/>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规则、阈值、模板全部配置入库</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管理员改库即生效，不需要开发改代码。</a:t>
            </a:r>
          </a:p>
        </p:txBody>
      </p:sp>
      <p:sp>
        <p:nvSpPr>
          <p:cNvPr id="65" name="">
            <a:extLst xmlns:a="http://schemas.openxmlformats.org/drawingml/2006/main">
              <a:ext uri="{FF2B5EF4-FFF2-40B4-BE49-F238E27FC236}">
                <a16:creationId xmlns:a16="http://schemas.microsoft.com/office/drawing/2014/main" id="{B71861F2-1BE2-4F19-952E-5D4004CC2DE5}"/>
              </a:ext>
            </a:extLst>
          </p:cNvPr>
          <p:cNvSpPr>
            <a:spLocks xmlns:a="http://schemas.openxmlformats.org/drawingml/2006/main" noGrp="1"/>
          </p:cNvSpPr>
          <p:nvPr/>
        </p:nvSpPr>
        <p:spPr>
          <a:xfrm xmlns:a="http://schemas.openxmlformats.org/drawingml/2006/main">
            <a:off x="285750" y="1333500"/>
            <a:ext cx="5905500" cy="3619500"/>
          </a:xfrm>
          <a:prstGeom xmlns:a="http://schemas.openxmlformats.org/drawingml/2006/main" prst="roundRect">
            <a:avLst>
              <a:gd name="adj" fmla="val 2368"/>
            </a:avLst>
          </a:prstGeom>
          <a:gradFill xmlns:a="http://schemas.openxmlformats.org/drawingml/2006/main">
            <a:gsLst>
              <a:gs pos="0">
                <a:srgbClr val="F5F9FD"/>
              </a:gs>
              <a:gs pos="62000">
                <a:srgbClr val="F4F8FD"/>
              </a:gs>
              <a:gs pos="100000">
                <a:srgbClr val="BEC1C5"/>
              </a:gs>
            </a:gsLst>
            <a:lin ang="8100000"/>
          </a:gradFill>
          <a:ln xmlns:a="http://schemas.openxmlformats.org/drawingml/2006/main" w="9525">
            <a:solidFill>
              <a:srgbClr val="2A6BAE"/>
            </a:solidFill>
            <a:prstDash val="solid"/>
          </a:ln>
        </p:spPr>
      </p:sp>
      <p:pic>
        <p:nvPicPr>
          <p:cNvPr id="161" name=""/>
          <p:cNvPicPr>
            <a:picLocks xmlns:a="http://schemas.openxmlformats.org/drawingml/2006/main" noChangeAspect="1"/>
          </p:cNvPicPr>
          <p:nvPr/>
        </p:nvPicPr>
        <p:blipFill>
          <a:blip xmlns:r="http://schemas.openxmlformats.org/officeDocument/2006/relationships" xmlns:a="http://schemas.openxmlformats.org/drawingml/2006/main" r:embed="R487b8e7dce74410c"/>
          <a:stretch xmlns:a="http://schemas.openxmlformats.org/drawingml/2006/main"/>
        </p:blipFill>
        <p:spPr>
          <a:xfrm xmlns:a="http://schemas.openxmlformats.org/drawingml/2006/main">
            <a:off x="342900" y="1627747"/>
            <a:ext cx="5791200" cy="3031006"/>
          </a:xfrm>
          <a:prstGeom xmlns:a="http://schemas.openxmlformats.org/drawingml/2006/main" prst="roundRect">
            <a:avLst>
              <a:gd name="adj" fmla="val 1630"/>
            </a:avLst>
          </a:prstGeom>
        </p:spPr>
      </p:pic>
      <p:sp>
        <p:nvSpPr>
          <p:cNvPr id="67" name="">
            <a:extLst xmlns:a="http://schemas.openxmlformats.org/drawingml/2006/main">
              <a:ext uri="{FF2B5EF4-FFF2-40B4-BE49-F238E27FC236}">
                <a16:creationId xmlns:a16="http://schemas.microsoft.com/office/drawing/2014/main" id="{0B39CEDD-B3EA-489B-B478-0CBF6615142A}"/>
              </a:ext>
            </a:extLst>
          </p:cNvPr>
          <p:cNvSpPr>
            <a:spLocks xmlns:a="http://schemas.openxmlformats.org/drawingml/2006/main" noGrp="1"/>
          </p:cNvSpPr>
          <p:nvPr/>
        </p:nvSpPr>
        <p:spPr>
          <a:xfrm xmlns:a="http://schemas.openxmlformats.org/drawingml/2006/main">
            <a:off x="285750" y="5010150"/>
            <a:ext cx="5905500" cy="381000"/>
          </a:xfrm>
          <a:prstGeom xmlns:a="http://schemas.openxmlformats.org/drawingml/2006/main" prst="roundRect">
            <a:avLst>
              <a:gd name="adj" fmla="val 22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68" name="">
            <a:extLst xmlns:a="http://schemas.openxmlformats.org/drawingml/2006/main">
              <a:ext uri="{FF2B5EF4-FFF2-40B4-BE49-F238E27FC236}">
                <a16:creationId xmlns:a16="http://schemas.microsoft.com/office/drawing/2014/main" id="{869E7086-3C1B-4E84-B4BE-D395D7666B99}"/>
              </a:ext>
            </a:extLst>
          </p:cNvPr>
          <p:cNvSpPr>
            <a:spLocks xmlns:a="http://schemas.openxmlformats.org/drawingml/2006/main" noGrp="1"/>
          </p:cNvSpPr>
          <p:nvPr/>
        </p:nvSpPr>
        <p:spPr>
          <a:xfrm xmlns:a="http://schemas.openxmlformats.org/drawingml/2006/main">
            <a:off x="419100" y="5010150"/>
            <a:ext cx="56388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本图证明：平台数据规模、用户与角色、岗位与部门维护都集中在管理员这一处配置。</a:t>
            </a:r>
          </a:p>
        </p:txBody>
      </p:sp>
      <p:sp>
        <p:nvSpPr>
          <p:cNvPr id="69" name="">
            <a:extLst xmlns:a="http://schemas.openxmlformats.org/drawingml/2006/main">
              <a:ext uri="{FF2B5EF4-FFF2-40B4-BE49-F238E27FC236}">
                <a16:creationId xmlns:a16="http://schemas.microsoft.com/office/drawing/2014/main" id="{040FAE57-9AA2-4B2A-A34F-F232ED74E34B}"/>
              </a:ext>
            </a:extLst>
          </p:cNvPr>
          <p:cNvSpPr>
            <a:spLocks xmlns:a="http://schemas.openxmlformats.org/drawingml/2006/main" noGrp="1"/>
          </p:cNvSpPr>
          <p:nvPr/>
        </p:nvSpPr>
        <p:spPr>
          <a:xfrm xmlns:a="http://schemas.openxmlformats.org/drawingml/2006/main">
            <a:off x="6381750" y="1333500"/>
            <a:ext cx="5524500" cy="895350"/>
          </a:xfrm>
          <a:prstGeom xmlns:a="http://schemas.openxmlformats.org/drawingml/2006/main" prst="roundRect">
            <a:avLst>
              <a:gd name="adj" fmla="val 9574"/>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0" name="">
            <a:extLst xmlns:a="http://schemas.openxmlformats.org/drawingml/2006/main">
              <a:ext uri="{FF2B5EF4-FFF2-40B4-BE49-F238E27FC236}">
                <a16:creationId xmlns:a16="http://schemas.microsoft.com/office/drawing/2014/main" id="{EDD82C18-8587-499A-89A0-3B8060AE9DDA}"/>
              </a:ext>
            </a:extLst>
          </p:cNvPr>
          <p:cNvSpPr>
            <a:spLocks xmlns:a="http://schemas.openxmlformats.org/drawingml/2006/main" noGrp="1"/>
          </p:cNvSpPr>
          <p:nvPr/>
        </p:nvSpPr>
        <p:spPr>
          <a:xfrm xmlns:a="http://schemas.openxmlformats.org/drawingml/2006/main">
            <a:off x="6381750" y="1333500"/>
            <a:ext cx="38100" cy="8953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9B314173-A5D7-4D7A-9063-1DD2F9B320E8}"/>
              </a:ext>
            </a:extLst>
          </p:cNvPr>
          <p:cNvSpPr>
            <a:spLocks xmlns:a="http://schemas.openxmlformats.org/drawingml/2006/main" noGrp="1"/>
          </p:cNvSpPr>
          <p:nvPr/>
        </p:nvSpPr>
        <p:spPr>
          <a:xfrm xmlns:a="http://schemas.openxmlformats.org/drawingml/2006/main">
            <a:off x="6572250" y="1438275"/>
            <a:ext cx="514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31C7F0"/>
                </a:solidFill>
                <a:latin typeface="微软雅黑"/>
                <a:ea typeface="微软雅黑"/>
                <a:cs typeface="微软雅黑"/>
              </a:defRPr>
            </a:pPr>
            <a:r>
              <a:rPr sz="1088" b="1">
                <a:solidFill>
                  <a:srgbClr val="31C7F0"/>
                </a:solidFill>
                <a:latin typeface="微软雅黑"/>
                <a:ea typeface="微软雅黑"/>
                <a:cs typeface="微软雅黑"/>
              </a:rPr>
              <a:t>规则管理</a:t>
            </a:r>
          </a:p>
        </p:txBody>
      </p:sp>
      <p:sp>
        <p:nvSpPr>
          <p:cNvPr id="72" name="">
            <a:extLst xmlns:a="http://schemas.openxmlformats.org/drawingml/2006/main">
              <a:ext uri="{FF2B5EF4-FFF2-40B4-BE49-F238E27FC236}">
                <a16:creationId xmlns:a16="http://schemas.microsoft.com/office/drawing/2014/main" id="{D69ED4FC-F729-40C2-8260-82267AEEE75D}"/>
              </a:ext>
            </a:extLst>
          </p:cNvPr>
          <p:cNvSpPr>
            <a:spLocks xmlns:a="http://schemas.openxmlformats.org/drawingml/2006/main" noGrp="1"/>
          </p:cNvSpPr>
          <p:nvPr/>
        </p:nvSpPr>
        <p:spPr>
          <a:xfrm xmlns:a="http://schemas.openxmlformats.org/drawingml/2006/main">
            <a:off x="6572250" y="1704975"/>
            <a:ext cx="518160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维护 </a:t>
            </a:r>
            <a:r>
              <a:rPr sz="863" b="0">
                <a:solidFill>
                  <a:srgbClr val="D6E6F7"/>
                </a:solidFill>
                <a:latin typeface="微软雅黑"/>
                <a:ea typeface="微软雅黑"/>
                <a:cs typeface="微软雅黑"/>
              </a:rPr>
              <a:t>rule </a:t>
            </a:r>
            <a:r>
              <a:rPr sz="863" b="0">
                <a:solidFill>
                  <a:srgbClr val="D6E6F7"/>
                </a:solidFill>
                <a:latin typeface="微软雅黑"/>
                <a:ea typeface="微软雅黑"/>
                <a:cs typeface="微软雅黑"/>
              </a:rPr>
              <a:t>表：条件 </a:t>
            </a:r>
            <a:r>
              <a:rPr sz="863" b="0">
                <a:solidFill>
                  <a:srgbClr val="D6E6F7"/>
                </a:solidFill>
                <a:latin typeface="微软雅黑"/>
                <a:ea typeface="微软雅黑"/>
                <a:cs typeface="微软雅黑"/>
              </a:rPr>
              <a:t>JSON</a:t>
            </a:r>
            <a:r>
              <a:rPr sz="863" b="0">
                <a:solidFill>
                  <a:srgbClr val="D6E6F7"/>
                </a:solidFill>
                <a:latin typeface="微软雅黑"/>
                <a:ea typeface="微软雅黑"/>
                <a:cs typeface="微软雅黑"/>
              </a:rPr>
              <a:t>、动作 </a:t>
            </a:r>
            <a:r>
              <a:rPr sz="863" b="0">
                <a:solidFill>
                  <a:srgbClr val="D6E6F7"/>
                </a:solidFill>
                <a:latin typeface="微软雅黑"/>
                <a:ea typeface="微软雅黑"/>
                <a:cs typeface="微软雅黑"/>
              </a:rPr>
              <a:t>JSON</a:t>
            </a:r>
            <a:r>
              <a:rPr sz="863" b="0">
                <a:solidFill>
                  <a:srgbClr val="D6E6F7"/>
                </a:solidFill>
                <a:latin typeface="微软雅黑"/>
                <a:ea typeface="微软雅黑"/>
                <a:cs typeface="微软雅黑"/>
              </a:rPr>
              <a:t>、优先级、分组、启停与试算；前端不直连规则引擎，只有管理员可调用 </a:t>
            </a:r>
            <a:r>
              <a:rPr sz="863" b="0">
                <a:solidFill>
                  <a:srgbClr val="D6E6F7"/>
                </a:solidFill>
                <a:latin typeface="微软雅黑"/>
                <a:ea typeface="微软雅黑"/>
                <a:cs typeface="微软雅黑"/>
              </a:rPr>
              <a:t>/api/v1/rules/** </a:t>
            </a:r>
            <a:r>
              <a:rPr sz="863" b="0">
                <a:solidFill>
                  <a:srgbClr val="D6E6F7"/>
                </a:solidFill>
                <a:latin typeface="微软雅黑"/>
                <a:ea typeface="微软雅黑"/>
                <a:cs typeface="微软雅黑"/>
              </a:rPr>
              <a:t>做测试。</a:t>
            </a:r>
          </a:p>
        </p:txBody>
      </p:sp>
      <p:sp>
        <p:nvSpPr>
          <p:cNvPr id="73" name="">
            <a:extLst xmlns:a="http://schemas.openxmlformats.org/drawingml/2006/main">
              <a:ext uri="{FF2B5EF4-FFF2-40B4-BE49-F238E27FC236}">
                <a16:creationId xmlns:a16="http://schemas.microsoft.com/office/drawing/2014/main" id="{57CE3C3A-D21B-4B6A-A62A-0E4D85D0A84C}"/>
              </a:ext>
            </a:extLst>
          </p:cNvPr>
          <p:cNvSpPr>
            <a:spLocks xmlns:a="http://schemas.openxmlformats.org/drawingml/2006/main" noGrp="1"/>
          </p:cNvSpPr>
          <p:nvPr/>
        </p:nvSpPr>
        <p:spPr>
          <a:xfrm xmlns:a="http://schemas.openxmlformats.org/drawingml/2006/main">
            <a:off x="6381750" y="2324100"/>
            <a:ext cx="5524500" cy="895350"/>
          </a:xfrm>
          <a:prstGeom xmlns:a="http://schemas.openxmlformats.org/drawingml/2006/main" prst="roundRect">
            <a:avLst>
              <a:gd name="adj" fmla="val 9574"/>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4" name="">
            <a:extLst xmlns:a="http://schemas.openxmlformats.org/drawingml/2006/main">
              <a:ext uri="{FF2B5EF4-FFF2-40B4-BE49-F238E27FC236}">
                <a16:creationId xmlns:a16="http://schemas.microsoft.com/office/drawing/2014/main" id="{3A00E4DC-F066-42BB-B4FA-66233FA324DC}"/>
              </a:ext>
            </a:extLst>
          </p:cNvPr>
          <p:cNvSpPr>
            <a:spLocks xmlns:a="http://schemas.openxmlformats.org/drawingml/2006/main" noGrp="1"/>
          </p:cNvSpPr>
          <p:nvPr/>
        </p:nvSpPr>
        <p:spPr>
          <a:xfrm xmlns:a="http://schemas.openxmlformats.org/drawingml/2006/main">
            <a:off x="6381750" y="2324100"/>
            <a:ext cx="38100" cy="8953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31E3F38F-D5AE-4823-9EDF-A20CD3DECF82}"/>
              </a:ext>
            </a:extLst>
          </p:cNvPr>
          <p:cNvSpPr>
            <a:spLocks xmlns:a="http://schemas.openxmlformats.org/drawingml/2006/main" noGrp="1"/>
          </p:cNvSpPr>
          <p:nvPr/>
        </p:nvSpPr>
        <p:spPr>
          <a:xfrm xmlns:a="http://schemas.openxmlformats.org/drawingml/2006/main">
            <a:off x="6572250" y="2428875"/>
            <a:ext cx="514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31C7F0"/>
                </a:solidFill>
                <a:latin typeface="微软雅黑"/>
                <a:ea typeface="微软雅黑"/>
                <a:cs typeface="微软雅黑"/>
              </a:defRPr>
            </a:pPr>
            <a:r>
              <a:rPr sz="1088" b="1">
                <a:solidFill>
                  <a:srgbClr val="31C7F0"/>
                </a:solidFill>
                <a:latin typeface="微软雅黑"/>
                <a:ea typeface="微软雅黑"/>
                <a:cs typeface="微软雅黑"/>
              </a:rPr>
              <a:t>模板与阈值</a:t>
            </a:r>
          </a:p>
        </p:txBody>
      </p:sp>
      <p:sp>
        <p:nvSpPr>
          <p:cNvPr id="76" name="">
            <a:extLst xmlns:a="http://schemas.openxmlformats.org/drawingml/2006/main">
              <a:ext uri="{FF2B5EF4-FFF2-40B4-BE49-F238E27FC236}">
                <a16:creationId xmlns:a16="http://schemas.microsoft.com/office/drawing/2014/main" id="{A72EF80B-2A6C-49A3-B670-82CAFED4786E}"/>
              </a:ext>
            </a:extLst>
          </p:cNvPr>
          <p:cNvSpPr>
            <a:spLocks xmlns:a="http://schemas.openxmlformats.org/drawingml/2006/main" noGrp="1"/>
          </p:cNvSpPr>
          <p:nvPr/>
        </p:nvSpPr>
        <p:spPr>
          <a:xfrm xmlns:a="http://schemas.openxmlformats.org/drawingml/2006/main">
            <a:off x="6572250" y="2695575"/>
            <a:ext cx="518160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气体检测的标准气体与阈值（</a:t>
            </a:r>
            <a:r>
              <a:rPr sz="863" b="0">
                <a:solidFill>
                  <a:srgbClr val="D6E6F7"/>
                </a:solidFill>
                <a:latin typeface="微软雅黑"/>
                <a:ea typeface="微软雅黑"/>
                <a:cs typeface="微软雅黑"/>
              </a:rPr>
              <a:t>SF6 1000 ppm</a:t>
            </a:r>
            <a:r>
              <a:rPr sz="863" b="0">
                <a:solidFill>
                  <a:srgbClr val="D6E6F7"/>
                </a:solidFill>
                <a:latin typeface="微软雅黑"/>
                <a:ea typeface="微软雅黑"/>
                <a:cs typeface="微软雅黑"/>
              </a:rPr>
              <a:t>、微水 </a:t>
            </a:r>
            <a:r>
              <a:rPr sz="863" b="0">
                <a:solidFill>
                  <a:srgbClr val="D6E6F7"/>
                </a:solidFill>
                <a:latin typeface="微软雅黑"/>
                <a:ea typeface="微软雅黑"/>
                <a:cs typeface="微软雅黑"/>
              </a:rPr>
              <a:t>150 μL/L</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H2S 10 ppm</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CO 30 ppm</a:t>
            </a:r>
            <a:r>
              <a:rPr sz="863" b="0">
                <a:solidFill>
                  <a:srgbClr val="D6E6F7"/>
                </a:solidFill>
                <a:latin typeface="微软雅黑"/>
                <a:ea typeface="微软雅黑"/>
                <a:cs typeface="微软雅黑"/>
              </a:rPr>
              <a:t>、可燃气 </a:t>
            </a:r>
            <a:r>
              <a:rPr sz="863" b="0">
                <a:solidFill>
                  <a:srgbClr val="D6E6F7"/>
                </a:solidFill>
                <a:latin typeface="微软雅黑"/>
                <a:ea typeface="微软雅黑"/>
                <a:cs typeface="微软雅黑"/>
              </a:rPr>
              <a:t>10 %LEL</a:t>
            </a:r>
            <a:r>
              <a:rPr sz="863" b="0">
                <a:solidFill>
                  <a:srgbClr val="D6E6F7"/>
                </a:solidFill>
                <a:latin typeface="微软雅黑"/>
                <a:ea typeface="微软雅黑"/>
                <a:cs typeface="微软雅黑"/>
              </a:rPr>
              <a:t>）由模板装载器在启动时读库装载。</a:t>
            </a:r>
          </a:p>
        </p:txBody>
      </p:sp>
      <p:sp>
        <p:nvSpPr>
          <p:cNvPr id="77" name="">
            <a:extLst xmlns:a="http://schemas.openxmlformats.org/drawingml/2006/main">
              <a:ext uri="{FF2B5EF4-FFF2-40B4-BE49-F238E27FC236}">
                <a16:creationId xmlns:a16="http://schemas.microsoft.com/office/drawing/2014/main" id="{B1611EAE-803E-4EED-A263-07250305A4A4}"/>
              </a:ext>
            </a:extLst>
          </p:cNvPr>
          <p:cNvSpPr>
            <a:spLocks xmlns:a="http://schemas.openxmlformats.org/drawingml/2006/main" noGrp="1"/>
          </p:cNvSpPr>
          <p:nvPr/>
        </p:nvSpPr>
        <p:spPr>
          <a:xfrm xmlns:a="http://schemas.openxmlformats.org/drawingml/2006/main">
            <a:off x="6381750" y="3314700"/>
            <a:ext cx="5524500" cy="895350"/>
          </a:xfrm>
          <a:prstGeom xmlns:a="http://schemas.openxmlformats.org/drawingml/2006/main" prst="roundRect">
            <a:avLst>
              <a:gd name="adj" fmla="val 9574"/>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8" name="">
            <a:extLst xmlns:a="http://schemas.openxmlformats.org/drawingml/2006/main">
              <a:ext uri="{FF2B5EF4-FFF2-40B4-BE49-F238E27FC236}">
                <a16:creationId xmlns:a16="http://schemas.microsoft.com/office/drawing/2014/main" id="{2044F139-A81B-48DB-8812-5D42BA79C17B}"/>
              </a:ext>
            </a:extLst>
          </p:cNvPr>
          <p:cNvSpPr>
            <a:spLocks xmlns:a="http://schemas.openxmlformats.org/drawingml/2006/main" noGrp="1"/>
          </p:cNvSpPr>
          <p:nvPr/>
        </p:nvSpPr>
        <p:spPr>
          <a:xfrm xmlns:a="http://schemas.openxmlformats.org/drawingml/2006/main">
            <a:off x="6381750" y="3314700"/>
            <a:ext cx="38100" cy="8953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12729CAE-4AC3-4AC6-AB96-0664767DA13A}"/>
              </a:ext>
            </a:extLst>
          </p:cNvPr>
          <p:cNvSpPr>
            <a:spLocks xmlns:a="http://schemas.openxmlformats.org/drawingml/2006/main" noGrp="1"/>
          </p:cNvSpPr>
          <p:nvPr/>
        </p:nvSpPr>
        <p:spPr>
          <a:xfrm xmlns:a="http://schemas.openxmlformats.org/drawingml/2006/main">
            <a:off x="6572250" y="3419475"/>
            <a:ext cx="514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31C7F0"/>
                </a:solidFill>
                <a:latin typeface="微软雅黑"/>
                <a:ea typeface="微软雅黑"/>
                <a:cs typeface="微软雅黑"/>
              </a:defRPr>
            </a:pPr>
            <a:r>
              <a:rPr sz="1088" b="1">
                <a:solidFill>
                  <a:srgbClr val="31C7F0"/>
                </a:solidFill>
                <a:latin typeface="微软雅黑"/>
                <a:ea typeface="微软雅黑"/>
                <a:cs typeface="微软雅黑"/>
              </a:rPr>
              <a:t>审计日志</a:t>
            </a:r>
          </a:p>
        </p:txBody>
      </p:sp>
      <p:sp>
        <p:nvSpPr>
          <p:cNvPr id="80" name="">
            <a:extLst xmlns:a="http://schemas.openxmlformats.org/drawingml/2006/main">
              <a:ext uri="{FF2B5EF4-FFF2-40B4-BE49-F238E27FC236}">
                <a16:creationId xmlns:a16="http://schemas.microsoft.com/office/drawing/2014/main" id="{5F071615-98E6-47CC-A059-0FAFC5270988}"/>
              </a:ext>
            </a:extLst>
          </p:cNvPr>
          <p:cNvSpPr>
            <a:spLocks xmlns:a="http://schemas.openxmlformats.org/drawingml/2006/main" noGrp="1"/>
          </p:cNvSpPr>
          <p:nvPr/>
        </p:nvSpPr>
        <p:spPr>
          <a:xfrm xmlns:a="http://schemas.openxmlformats.org/drawingml/2006/main">
            <a:off x="6572250" y="3686175"/>
            <a:ext cx="518160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记录登录、修改、审批、决策、执行与回滚；决策留痕可下钻到具体的人、报告与记录。</a:t>
            </a:r>
          </a:p>
        </p:txBody>
      </p:sp>
      <p:sp>
        <p:nvSpPr>
          <p:cNvPr id="81" name="">
            <a:extLst xmlns:a="http://schemas.openxmlformats.org/drawingml/2006/main">
              <a:ext uri="{FF2B5EF4-FFF2-40B4-BE49-F238E27FC236}">
                <a16:creationId xmlns:a16="http://schemas.microsoft.com/office/drawing/2014/main" id="{B81DFC27-F94B-47F2-892F-3C9BF8AE16EB}"/>
              </a:ext>
            </a:extLst>
          </p:cNvPr>
          <p:cNvSpPr>
            <a:spLocks xmlns:a="http://schemas.openxmlformats.org/drawingml/2006/main" noGrp="1"/>
          </p:cNvSpPr>
          <p:nvPr/>
        </p:nvSpPr>
        <p:spPr>
          <a:xfrm xmlns:a="http://schemas.openxmlformats.org/drawingml/2006/main">
            <a:off x="6381750" y="4305300"/>
            <a:ext cx="5524500" cy="895350"/>
          </a:xfrm>
          <a:prstGeom xmlns:a="http://schemas.openxmlformats.org/drawingml/2006/main" prst="roundRect">
            <a:avLst>
              <a:gd name="adj" fmla="val 9574"/>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2" name="">
            <a:extLst xmlns:a="http://schemas.openxmlformats.org/drawingml/2006/main">
              <a:ext uri="{FF2B5EF4-FFF2-40B4-BE49-F238E27FC236}">
                <a16:creationId xmlns:a16="http://schemas.microsoft.com/office/drawing/2014/main" id="{9EF0E11F-0E78-4FF2-82BE-9B104E3D6052}"/>
              </a:ext>
            </a:extLst>
          </p:cNvPr>
          <p:cNvSpPr>
            <a:spLocks xmlns:a="http://schemas.openxmlformats.org/drawingml/2006/main" noGrp="1"/>
          </p:cNvSpPr>
          <p:nvPr/>
        </p:nvSpPr>
        <p:spPr>
          <a:xfrm xmlns:a="http://schemas.openxmlformats.org/drawingml/2006/main">
            <a:off x="6381750" y="4305300"/>
            <a:ext cx="38100" cy="895350"/>
          </a:xfrm>
          <a:prstGeom xmlns:a="http://schemas.openxmlformats.org/drawingml/2006/main" prst="rect">
            <a:avLst/>
          </a:prstGeom>
          <a:solidFill xmlns:a="http://schemas.openxmlformats.org/drawingml/2006/main">
            <a:srgbClr val="F2705E"/>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F270006A-B238-42AB-A8E3-80D3262E734F}"/>
              </a:ext>
            </a:extLst>
          </p:cNvPr>
          <p:cNvSpPr>
            <a:spLocks xmlns:a="http://schemas.openxmlformats.org/drawingml/2006/main" noGrp="1"/>
          </p:cNvSpPr>
          <p:nvPr/>
        </p:nvSpPr>
        <p:spPr>
          <a:xfrm xmlns:a="http://schemas.openxmlformats.org/drawingml/2006/main">
            <a:off x="6572250" y="4410075"/>
            <a:ext cx="514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2705E"/>
                </a:solidFill>
                <a:latin typeface="微软雅黑"/>
                <a:ea typeface="微软雅黑"/>
                <a:cs typeface="微软雅黑"/>
              </a:defRPr>
            </a:pPr>
            <a:r>
              <a:rPr sz="1088" b="1">
                <a:solidFill>
                  <a:srgbClr val="F2705E"/>
                </a:solidFill>
                <a:latin typeface="微软雅黑"/>
                <a:ea typeface="微软雅黑"/>
                <a:cs typeface="微软雅黑"/>
              </a:rPr>
              <a:t>待补能力（如实标注）</a:t>
            </a:r>
          </a:p>
        </p:txBody>
      </p:sp>
      <p:sp>
        <p:nvSpPr>
          <p:cNvPr id="84" name="">
            <a:extLst xmlns:a="http://schemas.openxmlformats.org/drawingml/2006/main">
              <a:ext uri="{FF2B5EF4-FFF2-40B4-BE49-F238E27FC236}">
                <a16:creationId xmlns:a16="http://schemas.microsoft.com/office/drawing/2014/main" id="{28C71D30-4C79-4003-A4B0-A9BA74038379}"/>
              </a:ext>
            </a:extLst>
          </p:cNvPr>
          <p:cNvSpPr>
            <a:spLocks xmlns:a="http://schemas.openxmlformats.org/drawingml/2006/main" noGrp="1"/>
          </p:cNvSpPr>
          <p:nvPr/>
        </p:nvSpPr>
        <p:spPr>
          <a:xfrm xmlns:a="http://schemas.openxmlformats.org/drawingml/2006/main">
            <a:off x="6572250" y="4676775"/>
            <a:ext cx="518160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规则的增删改与启停开关目前仍需进库操作；对外部署前需接入内网统一身份。</a:t>
            </a:r>
          </a:p>
        </p:txBody>
      </p:sp>
      <p:sp>
        <p:nvSpPr>
          <p:cNvPr id="85" name="">
            <a:extLst xmlns:a="http://schemas.openxmlformats.org/drawingml/2006/main">
              <a:ext uri="{FF2B5EF4-FFF2-40B4-BE49-F238E27FC236}">
                <a16:creationId xmlns:a16="http://schemas.microsoft.com/office/drawing/2014/main" id="{95BACB37-ADDE-4CF5-9F87-7CBE8DE0F960}"/>
              </a:ext>
            </a:extLst>
          </p:cNvPr>
          <p:cNvSpPr>
            <a:spLocks xmlns:a="http://schemas.openxmlformats.org/drawingml/2006/main" noGrp="1"/>
          </p:cNvSpPr>
          <p:nvPr/>
        </p:nvSpPr>
        <p:spPr>
          <a:xfrm xmlns:a="http://schemas.openxmlformats.org/drawingml/2006/main">
            <a:off x="285750" y="5467350"/>
            <a:ext cx="11620500" cy="1047750"/>
          </a:xfrm>
          <a:prstGeom xmlns:a="http://schemas.openxmlformats.org/drawingml/2006/main" prst="roundRect">
            <a:avLst>
              <a:gd name="adj" fmla="val 8182"/>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86" name="">
            <a:extLst xmlns:a="http://schemas.openxmlformats.org/drawingml/2006/main">
              <a:ext uri="{FF2B5EF4-FFF2-40B4-BE49-F238E27FC236}">
                <a16:creationId xmlns:a16="http://schemas.microsoft.com/office/drawing/2014/main" id="{5CC4468E-9E26-42E3-9FBE-62D003D5F860}"/>
              </a:ext>
            </a:extLst>
          </p:cNvPr>
          <p:cNvSpPr>
            <a:spLocks xmlns:a="http://schemas.openxmlformats.org/drawingml/2006/main" noGrp="1"/>
          </p:cNvSpPr>
          <p:nvPr/>
        </p:nvSpPr>
        <p:spPr>
          <a:xfrm xmlns:a="http://schemas.openxmlformats.org/drawingml/2006/main">
            <a:off x="457200" y="5562600"/>
            <a:ext cx="1123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配置入库是既有范式，不是本页口号</a:t>
            </a:r>
          </a:p>
        </p:txBody>
      </p:sp>
      <p:sp>
        <p:nvSpPr>
          <p:cNvPr id="87" name="">
            <a:extLst xmlns:a="http://schemas.openxmlformats.org/drawingml/2006/main">
              <a:ext uri="{FF2B5EF4-FFF2-40B4-BE49-F238E27FC236}">
                <a16:creationId xmlns:a16="http://schemas.microsoft.com/office/drawing/2014/main" id="{08BE2F46-5157-4916-B478-28314023D340}"/>
              </a:ext>
            </a:extLst>
          </p:cNvPr>
          <p:cNvSpPr>
            <a:spLocks xmlns:a="http://schemas.openxmlformats.org/drawingml/2006/main" noGrp="1"/>
          </p:cNvSpPr>
          <p:nvPr/>
        </p:nvSpPr>
        <p:spPr>
          <a:xfrm xmlns:a="http://schemas.openxmlformats.org/drawingml/2006/main">
            <a:off x="457200" y="5829300"/>
            <a:ext cx="11239500" cy="628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模板与阈值类内容（</a:t>
            </a:r>
            <a:r>
              <a:rPr sz="900" b="0">
                <a:solidFill>
                  <a:srgbClr val="D6E6F7"/>
                </a:solidFill>
                <a:latin typeface="微软雅黑"/>
                <a:ea typeface="微软雅黑"/>
                <a:cs typeface="微软雅黑"/>
              </a:rPr>
              <a:t>gas_rule / report_template_*</a:t>
            </a:r>
            <a:r>
              <a:rPr sz="900" b="0">
                <a:solidFill>
                  <a:srgbClr val="D6E6F7"/>
                </a:solidFill>
                <a:latin typeface="微软雅黑"/>
                <a:ea typeface="微软雅黑"/>
                <a:cs typeface="微软雅黑"/>
              </a:rPr>
              <a:t>）由 </a:t>
            </a:r>
            <a:r>
              <a:rPr sz="900" b="0">
                <a:solidFill>
                  <a:srgbClr val="D6E6F7"/>
                </a:solidFill>
                <a:latin typeface="微软雅黑"/>
                <a:ea typeface="微软雅黑"/>
                <a:cs typeface="微软雅黑"/>
              </a:rPr>
              <a:t>ReportTemplateLoader </a:t>
            </a:r>
            <a:r>
              <a:rPr sz="900" b="0">
                <a:solidFill>
                  <a:srgbClr val="D6E6F7"/>
                </a:solidFill>
                <a:latin typeface="微软雅黑"/>
                <a:ea typeface="微软雅黑"/>
                <a:cs typeface="微软雅黑"/>
              </a:rPr>
              <a:t>在启动时装载进 </a:t>
            </a:r>
            <a:r>
              <a:rPr sz="900" b="0">
                <a:solidFill>
                  <a:srgbClr val="D6E6F7"/>
                </a:solidFill>
                <a:latin typeface="微软雅黑"/>
                <a:ea typeface="微软雅黑"/>
                <a:cs typeface="微软雅黑"/>
              </a:rPr>
              <a:t>ReportTemplate</a:t>
            </a:r>
            <a:r>
              <a:rPr sz="900" b="0">
                <a:solidFill>
                  <a:srgbClr val="D6E6F7"/>
                </a:solidFill>
                <a:latin typeface="微软雅黑"/>
                <a:ea typeface="微软雅黑"/>
                <a:cs typeface="微软雅黑"/>
              </a:rPr>
              <a:t>，管理员改库即改模板与阈值；规则引擎沿用同一条路子</a:t>
            </a:r>
            <a:r>
              <a:rPr sz="900" b="0">
                <a:solidFill>
                  <a:srgbClr val="D6E6F7"/>
                </a:solidFill>
                <a:latin typeface="微软雅黑"/>
                <a:ea typeface="微软雅黑"/>
                <a:cs typeface="微软雅黑"/>
              </a:rPr>
              <a:t>——</a:t>
            </a:r>
            <a:r>
              <a:rPr sz="900" b="0">
                <a:solidFill>
                  <a:srgbClr val="D6E6F7"/>
                </a:solidFill>
                <a:latin typeface="微软雅黑"/>
                <a:ea typeface="微软雅黑"/>
                <a:cs typeface="微软雅黑"/>
              </a:rPr>
              <a:t>判断逻辑进库、代码不硬编码，这也是「改库即改规则」能够成立的原因。</a:t>
            </a:r>
          </a:p>
        </p:txBody>
      </p:sp>
      <p:sp>
        <p:nvSpPr>
          <p:cNvPr id="88" name="">
            <a:extLst xmlns:a="http://schemas.openxmlformats.org/drawingml/2006/main">
              <a:ext uri="{FF2B5EF4-FFF2-40B4-BE49-F238E27FC236}">
                <a16:creationId xmlns:a16="http://schemas.microsoft.com/office/drawing/2014/main" id="{6BE9D5FD-C47A-4646-A957-9B077BBB2F61}"/>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503060F5-B4C0-41A8-817F-C720709694C1}"/>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1A4D461D-5FD1-4690-8B56-578BC261C0CC}"/>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B0A0557B-DC35-40C6-8626-44875A8E72AE}"/>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E08915B2-D97D-47B2-B3A1-EA1C5B4EB6AE}"/>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509E86F9-8B59-4B18-90A0-4E1B288CC836}"/>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94" name="">
            <a:extLst xmlns:a="http://schemas.openxmlformats.org/drawingml/2006/main">
              <a:ext uri="{FF2B5EF4-FFF2-40B4-BE49-F238E27FC236}">
                <a16:creationId xmlns:a16="http://schemas.microsoft.com/office/drawing/2014/main" id="{51618968-F374-4446-90F1-AEB850D38BAF}"/>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ACF2F0E4-18CF-46F8-9739-43AA5EE5C029}"/>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25</a:t>
            </a:r>
          </a:p>
        </p:txBody>
      </p:sp>
    </p:spTree>
    <p:extLst>
      <p:ext uri="{BB962C8B-B14F-4D97-AF65-F5344CB8AC3E}">
        <p14:creationId xmlns:p14="http://schemas.microsoft.com/office/powerpoint/2010/main" val="1234400192"/>
      </p:ext>
    </p:extLst>
  </p:cSld>
</p:sld>
</file>

<file path=ppt/slides/slide26.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8df27e14dd58444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CD495A1-18EB-43CB-BBEB-405246C4C7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879E192C-68F0-488F-A917-5E25F8189D38}"/>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AD3B6">
                  <a:alpha val="15000"/>
                </a:srgbClr>
              </a:gs>
              <a:gs pos="45000">
                <a:srgbClr val="2AD3B6">
                  <a:alpha val="6000"/>
                </a:srgbClr>
              </a:gs>
              <a:gs pos="100000">
                <a:srgbClr val="2AD3B6">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ADBA121A-B488-4487-99AA-80AB8BCD202A}"/>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90456E97-2CB1-458D-A654-6D13A36722C6}"/>
              </a:ext>
            </a:extLst>
          </p:cNvPr>
          <p:cNvSpPr>
            <a:spLocks xmlns:a="http://schemas.openxmlformats.org/drawingml/2006/main" noGrp="1"/>
          </p:cNvSpPr>
          <p:nvPr/>
        </p:nvSpPr>
        <p:spPr>
          <a:xfrm xmlns:a="http://schemas.openxmlformats.org/drawingml/2006/main">
            <a:off x="9601200" y="914400"/>
            <a:ext cx="1866900" cy="800100"/>
          </a:xfrm>
          <a:prstGeom xmlns:a="http://schemas.openxmlformats.org/drawingml/2006/main" prst="rect">
            <a:avLst/>
          </a:prstGeom>
          <a:pattFill xmlns:a="http://schemas.openxmlformats.org/drawingml/2006/main" prst="wdUpDiag">
            <a:fgClr>
              <a:srgbClr val="2A6BAE">
                <a:alpha val="42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A4CE9DA4-C1AA-4BBB-8849-8F04AE2A2621}"/>
              </a:ext>
            </a:extLst>
          </p:cNvPr>
          <p:cNvSpPr>
            <a:spLocks xmlns:a="http://schemas.openxmlformats.org/drawingml/2006/main" noGrp="1"/>
          </p:cNvSpPr>
          <p:nvPr/>
        </p:nvSpPr>
        <p:spPr>
          <a:xfrm xmlns:a="http://schemas.openxmlformats.org/drawingml/2006/main">
            <a:off x="11525250" y="914400"/>
            <a:ext cx="400050" cy="800100"/>
          </a:xfrm>
          <a:prstGeom xmlns:a="http://schemas.openxmlformats.org/drawingml/2006/main" prst="rect">
            <a:avLst/>
          </a:prstGeom>
          <a:pattFill xmlns:a="http://schemas.openxmlformats.org/drawingml/2006/main" prst="narVert">
            <a:fgClr>
              <a:srgbClr val="2AD3B6">
                <a:alpha val="32000"/>
              </a:srgbClr>
            </a:fgClr>
            <a:bgClr>
              <a:srgbClr val="0A2144"/>
            </a:bgClr>
          </a:patt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473E49A5-8400-4E80-AE89-CC2DA2B440F8}"/>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BCD092B8-6598-4D96-936A-DC44A1BFF6EE}"/>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3EEE27A2-042A-4B1F-BAF2-DABD435D89F7}"/>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01002839-AD0C-472D-983C-DD591DA5DD31}"/>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DD504C27-EDCE-4F13-813B-AEA5219FC62F}"/>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5E7F0348-1758-4343-AF0A-221F74FFDBAA}"/>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6927017B-3B93-432E-B555-90EDC39C3666}"/>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05788529-613F-472C-8446-77DF4BB045EC}"/>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14681B52-B94C-42F1-BB5F-0EF4655B3750}"/>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EB1C09D0-3AEE-4B55-B428-3DAD878624BB}"/>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21BCF6AB-D70B-4946-AEF7-69A1E7AD59C1}"/>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54DB899A-986B-4CB5-B3D9-093ED4483B3C}"/>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FCEBC8C6-26F8-4284-9DED-93E5B386590E}"/>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0" name="">
            <a:extLst xmlns:a="http://schemas.openxmlformats.org/drawingml/2006/main">
              <a:ext uri="{FF2B5EF4-FFF2-40B4-BE49-F238E27FC236}">
                <a16:creationId xmlns:a16="http://schemas.microsoft.com/office/drawing/2014/main" id="{3442C0C0-3BC3-457D-99CF-1F7170AA6E6E}"/>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1" name="">
            <a:extLst xmlns:a="http://schemas.openxmlformats.org/drawingml/2006/main">
              <a:ext uri="{FF2B5EF4-FFF2-40B4-BE49-F238E27FC236}">
                <a16:creationId xmlns:a16="http://schemas.microsoft.com/office/drawing/2014/main" id="{15826FD3-FA05-4768-8350-EB822019A759}"/>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95B6886A-6E4E-451F-8C16-20617C4524FD}"/>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1007EC34-8E2E-4429-9CBA-FE43BC8CC1CA}"/>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6FA92DEF-CACD-4AD4-AEC6-75D98BA75B3C}"/>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D7897B0C-9C27-4922-B4A7-41F3FB3C5196}"/>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36DF9E19-6285-44CE-BC57-0C5325B65230}"/>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98A15787-56B2-420C-9D4C-FE5266CCF7F5}"/>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E407150B-484D-4D51-A720-843BA2142E98}"/>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712BA61E-B169-4F02-8790-55F4FD7D06BD}"/>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8AC0D8C9-1B93-44BF-9803-D73B39859059}"/>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F8372203-3302-4D63-AF5A-3A74795B12A5}"/>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2353602D-BFA5-48DA-A965-1FBEC935DED3}"/>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6E2648C8-EB6D-462A-B786-6AE80F445FFF}"/>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996622C2-C57D-4050-91CD-DB47802D58D5}"/>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C8D4BAB5-6540-4482-9B13-F7D2EB675218}"/>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F0D77ECC-5A14-46B4-994C-2B40D8C8FE70}"/>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109FE3FD-D60F-42BF-BD8D-C9D436E39821}"/>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2197EBA8-5F41-46FE-B4AF-AF5768BFCEE8}"/>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AD3B6"/>
              </a:gs>
              <a:gs pos="100000">
                <a:srgbClr val="2AD3B6">
                  <a:alpha val="0"/>
                </a:srgbClr>
              </a:gs>
            </a:gsLst>
            <a:lin ang="540000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56A67147-4167-4D12-BD49-6215C43AE5D6}"/>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AD3B6">
                  <a:alpha val="45000"/>
                </a:srgbClr>
              </a:gs>
              <a:gs pos="100000">
                <a:srgbClr val="2AD3B6">
                  <a:alpha val="0"/>
                </a:srgbClr>
              </a:gs>
            </a:gsLst>
            <a:lin ang="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8B3607DE-2F1B-406B-BB56-B1C3AABC9F14}"/>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1" name="">
            <a:extLst xmlns:a="http://schemas.openxmlformats.org/drawingml/2006/main">
              <a:ext uri="{FF2B5EF4-FFF2-40B4-BE49-F238E27FC236}">
                <a16:creationId xmlns:a16="http://schemas.microsoft.com/office/drawing/2014/main" id="{23903E05-A6D5-4412-A330-34492296F1B8}"/>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AD3B6"/>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B6544009-AB45-41EB-AFD9-CCA52A53285E}"/>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1C69044B-23C1-4B93-93C7-96D86DB7BEB0}"/>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AD3B6">
                  <a:alpha val="26000"/>
                </a:srgbClr>
              </a:gs>
              <a:gs pos="45000">
                <a:srgbClr val="2AD3B6">
                  <a:alpha val="10000"/>
                </a:srgbClr>
              </a:gs>
              <a:gs pos="100000">
                <a:srgbClr val="2AD3B6">
                  <a:alpha val="0"/>
                </a:srgbClr>
              </a:gs>
            </a:gsLst>
            <a:path path="shape"/>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16E64354-6F90-4EBA-937C-1BDE5E31DE00}"/>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AD3B6"/>
              </a:gs>
              <a:gs pos="100000">
                <a:srgbClr val="156A5B"/>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04</a:t>
            </a:r>
          </a:p>
        </p:txBody>
      </p:sp>
      <p:sp>
        <p:nvSpPr>
          <p:cNvPr id="45" name="">
            <a:extLst xmlns:a="http://schemas.openxmlformats.org/drawingml/2006/main">
              <a:ext uri="{FF2B5EF4-FFF2-40B4-BE49-F238E27FC236}">
                <a16:creationId xmlns:a16="http://schemas.microsoft.com/office/drawing/2014/main" id="{6D495E3E-2B30-4E9E-95E0-6C4A9CA77647}"/>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系统实现</a:t>
            </a:r>
          </a:p>
        </p:txBody>
      </p:sp>
      <p:sp>
        <p:nvSpPr>
          <p:cNvPr id="46" name="">
            <a:extLst xmlns:a="http://schemas.openxmlformats.org/drawingml/2006/main">
              <a:ext uri="{FF2B5EF4-FFF2-40B4-BE49-F238E27FC236}">
                <a16:creationId xmlns:a16="http://schemas.microsoft.com/office/drawing/2014/main" id="{A842434A-C97C-410D-963D-CE2442DF821E}"/>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AD3B6"/>
              </a:gs>
              <a:gs pos="100000">
                <a:srgbClr val="2AD3B6">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5925C56A-8779-4824-A561-9B84CE0551E0}"/>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四类角色与数据流闭环</a:t>
            </a:r>
          </a:p>
        </p:txBody>
      </p:sp>
      <p:sp>
        <p:nvSpPr>
          <p:cNvPr id="48" name="">
            <a:extLst xmlns:a="http://schemas.openxmlformats.org/drawingml/2006/main">
              <a:ext uri="{FF2B5EF4-FFF2-40B4-BE49-F238E27FC236}">
                <a16:creationId xmlns:a16="http://schemas.microsoft.com/office/drawing/2014/main" id="{5AC1092B-E3C7-4B3E-85CE-B0ABC1652F25}"/>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B3EC0733-FB45-4691-A109-2AA9123CC0B0}"/>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59689E2D-4E38-4D7F-A373-D1E1DD046E52}"/>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380A4FAD-38FE-4B37-BC84-83558FD7A63D}"/>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9BD47DD6-A0B4-4FAB-83DA-E1669B07920F}"/>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3" name="">
            <a:extLst xmlns:a="http://schemas.openxmlformats.org/drawingml/2006/main">
              <a:ext uri="{FF2B5EF4-FFF2-40B4-BE49-F238E27FC236}">
                <a16:creationId xmlns:a16="http://schemas.microsoft.com/office/drawing/2014/main" id="{3A418072-450D-41C5-9068-AF9E8E7FAC66}"/>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4" name="">
            <a:extLst xmlns:a="http://schemas.openxmlformats.org/drawingml/2006/main">
              <a:ext uri="{FF2B5EF4-FFF2-40B4-BE49-F238E27FC236}">
                <a16:creationId xmlns:a16="http://schemas.microsoft.com/office/drawing/2014/main" id="{42BC2F44-A978-4D83-8D97-62F84A1EFE89}"/>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447B58EA-315C-49E3-BC1F-11F0A700C046}"/>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A60F43A5-1D91-499A-BC9B-9EEC23BFD0DA}"/>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5D8F7FDE-E2EC-438C-835F-19E377AA5FC0}"/>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2E7EBC9E-C88F-434E-B0AD-2960DC546B03}"/>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23EFCBC0-2790-418E-8F87-200336ABCC06}"/>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35D15ED6-FF8C-45D3-864D-C4CA5426F1FE}"/>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F30E5365-F41A-4CCC-BBFA-0CCE1B5F0318}"/>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2BDDA26B-9FD5-47D4-AD23-AE19A80223DF}"/>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四端共用一套数据底座，从个人能力提升、班组执行到管理决策，全程可确认、可追溯。</a:t>
            </a:r>
          </a:p>
        </p:txBody>
      </p:sp>
      <p:sp>
        <p:nvSpPr>
          <p:cNvPr id="63" name="">
            <a:extLst xmlns:a="http://schemas.openxmlformats.org/drawingml/2006/main">
              <a:ext uri="{FF2B5EF4-FFF2-40B4-BE49-F238E27FC236}">
                <a16:creationId xmlns:a16="http://schemas.microsoft.com/office/drawing/2014/main" id="{C23AFB40-099D-4AF7-A41A-5A9A34CF5CE1}"/>
              </a:ext>
            </a:extLst>
          </p:cNvPr>
          <p:cNvSpPr>
            <a:spLocks xmlns:a="http://schemas.openxmlformats.org/drawingml/2006/main" noGrp="1"/>
          </p:cNvSpPr>
          <p:nvPr/>
        </p:nvSpPr>
        <p:spPr>
          <a:xfrm xmlns:a="http://schemas.openxmlformats.org/drawingml/2006/main">
            <a:off x="285750" y="1333500"/>
            <a:ext cx="2781300" cy="2857500"/>
          </a:xfrm>
          <a:prstGeom xmlns:a="http://schemas.openxmlformats.org/drawingml/2006/main" prst="roundRect">
            <a:avLst>
              <a:gd name="adj" fmla="val 3082"/>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4" name="">
            <a:extLst xmlns:a="http://schemas.openxmlformats.org/drawingml/2006/main">
              <a:ext uri="{FF2B5EF4-FFF2-40B4-BE49-F238E27FC236}">
                <a16:creationId xmlns:a16="http://schemas.microsoft.com/office/drawing/2014/main" id="{378A9610-B741-4030-BF67-668BD1694B60}"/>
              </a:ext>
            </a:extLst>
          </p:cNvPr>
          <p:cNvSpPr>
            <a:spLocks xmlns:a="http://schemas.openxmlformats.org/drawingml/2006/main" noGrp="1"/>
          </p:cNvSpPr>
          <p:nvPr/>
        </p:nvSpPr>
        <p:spPr>
          <a:xfrm xmlns:a="http://schemas.openxmlformats.org/drawingml/2006/main">
            <a:off x="285750" y="1333500"/>
            <a:ext cx="2781300" cy="4762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610B4599-083F-49FD-8016-177F67C96B94}"/>
              </a:ext>
            </a:extLst>
          </p:cNvPr>
          <p:cNvSpPr>
            <a:spLocks xmlns:a="http://schemas.openxmlformats.org/drawingml/2006/main" noGrp="1"/>
          </p:cNvSpPr>
          <p:nvPr/>
        </p:nvSpPr>
        <p:spPr>
          <a:xfrm xmlns:a="http://schemas.openxmlformats.org/drawingml/2006/main">
            <a:off x="476250" y="1504950"/>
            <a:ext cx="23812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31C7F0"/>
                </a:solidFill>
                <a:latin typeface="微软雅黑"/>
                <a:ea typeface="微软雅黑"/>
                <a:cs typeface="微软雅黑"/>
              </a:defRPr>
            </a:pPr>
            <a:r>
              <a:rPr sz="1500" b="1">
                <a:solidFill>
                  <a:srgbClr val="31C7F0"/>
                </a:solidFill>
                <a:latin typeface="微软雅黑"/>
                <a:ea typeface="微软雅黑"/>
                <a:cs typeface="微软雅黑"/>
              </a:rPr>
              <a:t>员工端</a:t>
            </a:r>
          </a:p>
        </p:txBody>
      </p:sp>
      <p:sp>
        <p:nvSpPr>
          <p:cNvPr id="66" name="">
            <a:extLst xmlns:a="http://schemas.openxmlformats.org/drawingml/2006/main">
              <a:ext uri="{FF2B5EF4-FFF2-40B4-BE49-F238E27FC236}">
                <a16:creationId xmlns:a16="http://schemas.microsoft.com/office/drawing/2014/main" id="{DE46BC34-BE12-4D94-A24C-EC8A14817699}"/>
              </a:ext>
            </a:extLst>
          </p:cNvPr>
          <p:cNvSpPr>
            <a:spLocks xmlns:a="http://schemas.openxmlformats.org/drawingml/2006/main" noGrp="1"/>
          </p:cNvSpPr>
          <p:nvPr/>
        </p:nvSpPr>
        <p:spPr>
          <a:xfrm xmlns:a="http://schemas.openxmlformats.org/drawingml/2006/main">
            <a:off x="476250" y="1828800"/>
            <a:ext cx="2381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张伟</a:t>
            </a:r>
          </a:p>
        </p:txBody>
      </p:sp>
      <p:sp>
        <p:nvSpPr>
          <p:cNvPr id="67" name="">
            <a:extLst xmlns:a="http://schemas.openxmlformats.org/drawingml/2006/main">
              <a:ext uri="{FF2B5EF4-FFF2-40B4-BE49-F238E27FC236}">
                <a16:creationId xmlns:a16="http://schemas.microsoft.com/office/drawing/2014/main" id="{BA98D3E9-7B0B-4427-B2B2-D99D65AB0B84}"/>
              </a:ext>
            </a:extLst>
          </p:cNvPr>
          <p:cNvSpPr>
            <a:spLocks xmlns:a="http://schemas.openxmlformats.org/drawingml/2006/main" noGrp="1"/>
          </p:cNvSpPr>
          <p:nvPr/>
        </p:nvSpPr>
        <p:spPr>
          <a:xfrm xmlns:a="http://schemas.openxmlformats.org/drawingml/2006/main">
            <a:off x="476250" y="2114550"/>
            <a:ext cx="419100" cy="190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70C5593B-1842-4593-A084-AC763A5B1464}"/>
              </a:ext>
            </a:extLst>
          </p:cNvPr>
          <p:cNvSpPr>
            <a:spLocks xmlns:a="http://schemas.openxmlformats.org/drawingml/2006/main" noGrp="1"/>
          </p:cNvSpPr>
          <p:nvPr/>
        </p:nvSpPr>
        <p:spPr>
          <a:xfrm xmlns:a="http://schemas.openxmlformats.org/drawingml/2006/main">
            <a:off x="476250" y="2266950"/>
            <a:ext cx="2419350" cy="1809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查看个人能力画像与学习建议</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完成练习与考试</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查看错题原因与能力短板</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提交实操报告</a:t>
            </a:r>
          </a:p>
        </p:txBody>
      </p:sp>
      <p:sp>
        <p:nvSpPr>
          <p:cNvPr id="69" name="">
            <a:extLst xmlns:a="http://schemas.openxmlformats.org/drawingml/2006/main">
              <a:ext uri="{FF2B5EF4-FFF2-40B4-BE49-F238E27FC236}">
                <a16:creationId xmlns:a16="http://schemas.microsoft.com/office/drawing/2014/main" id="{3158CAB6-66A1-4C65-A5E9-E719FCF57862}"/>
              </a:ext>
            </a:extLst>
          </p:cNvPr>
          <p:cNvSpPr>
            <a:spLocks xmlns:a="http://schemas.openxmlformats.org/drawingml/2006/main" noGrp="1"/>
          </p:cNvSpPr>
          <p:nvPr/>
        </p:nvSpPr>
        <p:spPr>
          <a:xfrm xmlns:a="http://schemas.openxmlformats.org/drawingml/2006/main">
            <a:off x="3238500" y="1333500"/>
            <a:ext cx="2781300" cy="2857500"/>
          </a:xfrm>
          <a:prstGeom xmlns:a="http://schemas.openxmlformats.org/drawingml/2006/main" prst="roundRect">
            <a:avLst>
              <a:gd name="adj" fmla="val 3082"/>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0" name="">
            <a:extLst xmlns:a="http://schemas.openxmlformats.org/drawingml/2006/main">
              <a:ext uri="{FF2B5EF4-FFF2-40B4-BE49-F238E27FC236}">
                <a16:creationId xmlns:a16="http://schemas.microsoft.com/office/drawing/2014/main" id="{01CC269F-D439-44B5-9892-9014AE8B185D}"/>
              </a:ext>
            </a:extLst>
          </p:cNvPr>
          <p:cNvSpPr>
            <a:spLocks xmlns:a="http://schemas.openxmlformats.org/drawingml/2006/main" noGrp="1"/>
          </p:cNvSpPr>
          <p:nvPr/>
        </p:nvSpPr>
        <p:spPr>
          <a:xfrm xmlns:a="http://schemas.openxmlformats.org/drawingml/2006/main">
            <a:off x="3238500" y="1333500"/>
            <a:ext cx="2781300" cy="47625"/>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C409BB5B-4EC9-4C7D-A968-CAA4F2DC1AD8}"/>
              </a:ext>
            </a:extLst>
          </p:cNvPr>
          <p:cNvSpPr>
            <a:spLocks xmlns:a="http://schemas.openxmlformats.org/drawingml/2006/main" noGrp="1"/>
          </p:cNvSpPr>
          <p:nvPr/>
        </p:nvSpPr>
        <p:spPr>
          <a:xfrm xmlns:a="http://schemas.openxmlformats.org/drawingml/2006/main">
            <a:off x="3429000" y="1504950"/>
            <a:ext cx="23812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2E86E8"/>
                </a:solidFill>
                <a:latin typeface="微软雅黑"/>
                <a:ea typeface="微软雅黑"/>
                <a:cs typeface="微软雅黑"/>
              </a:defRPr>
            </a:pPr>
            <a:r>
              <a:rPr sz="1500" b="1">
                <a:solidFill>
                  <a:srgbClr val="2E86E8"/>
                </a:solidFill>
                <a:latin typeface="微软雅黑"/>
                <a:ea typeface="微软雅黑"/>
                <a:cs typeface="微软雅黑"/>
              </a:rPr>
              <a:t>班组长端</a:t>
            </a:r>
          </a:p>
        </p:txBody>
      </p:sp>
      <p:sp>
        <p:nvSpPr>
          <p:cNvPr id="72" name="">
            <a:extLst xmlns:a="http://schemas.openxmlformats.org/drawingml/2006/main">
              <a:ext uri="{FF2B5EF4-FFF2-40B4-BE49-F238E27FC236}">
                <a16:creationId xmlns:a16="http://schemas.microsoft.com/office/drawing/2014/main" id="{22E2D6F7-7066-4FB2-B717-2D057FEDBBC9}"/>
              </a:ext>
            </a:extLst>
          </p:cNvPr>
          <p:cNvSpPr>
            <a:spLocks xmlns:a="http://schemas.openxmlformats.org/drawingml/2006/main" noGrp="1"/>
          </p:cNvSpPr>
          <p:nvPr/>
        </p:nvSpPr>
        <p:spPr>
          <a:xfrm xmlns:a="http://schemas.openxmlformats.org/drawingml/2006/main">
            <a:off x="3429000" y="1828800"/>
            <a:ext cx="2381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李民（部长）</a:t>
            </a:r>
          </a:p>
        </p:txBody>
      </p:sp>
      <p:sp>
        <p:nvSpPr>
          <p:cNvPr id="73" name="">
            <a:extLst xmlns:a="http://schemas.openxmlformats.org/drawingml/2006/main">
              <a:ext uri="{FF2B5EF4-FFF2-40B4-BE49-F238E27FC236}">
                <a16:creationId xmlns:a16="http://schemas.microsoft.com/office/drawing/2014/main" id="{37947171-38C7-4EA8-B006-5C0CBCCA732E}"/>
              </a:ext>
            </a:extLst>
          </p:cNvPr>
          <p:cNvSpPr>
            <a:spLocks xmlns:a="http://schemas.openxmlformats.org/drawingml/2006/main" noGrp="1"/>
          </p:cNvSpPr>
          <p:nvPr/>
        </p:nvSpPr>
        <p:spPr>
          <a:xfrm xmlns:a="http://schemas.openxmlformats.org/drawingml/2006/main">
            <a:off x="3429000" y="2114550"/>
            <a:ext cx="419100" cy="1905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CD2D7EF4-BD5B-497D-B59E-1473980493A1}"/>
              </a:ext>
            </a:extLst>
          </p:cNvPr>
          <p:cNvSpPr>
            <a:spLocks xmlns:a="http://schemas.openxmlformats.org/drawingml/2006/main" noGrp="1"/>
          </p:cNvSpPr>
          <p:nvPr/>
        </p:nvSpPr>
        <p:spPr>
          <a:xfrm xmlns:a="http://schemas.openxmlformats.org/drawingml/2006/main">
            <a:off x="3429000" y="2266950"/>
            <a:ext cx="2419350" cy="1809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填报 </a:t>
            </a: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审核实操检测报告</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查看异常归因建议并确认</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查看本班组能力结构与报告台账</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发布任务与评分</a:t>
            </a:r>
          </a:p>
        </p:txBody>
      </p:sp>
      <p:sp>
        <p:nvSpPr>
          <p:cNvPr id="75" name="">
            <a:extLst xmlns:a="http://schemas.openxmlformats.org/drawingml/2006/main">
              <a:ext uri="{FF2B5EF4-FFF2-40B4-BE49-F238E27FC236}">
                <a16:creationId xmlns:a16="http://schemas.microsoft.com/office/drawing/2014/main" id="{26968F2B-E643-49F2-ADD6-3A44207AACC9}"/>
              </a:ext>
            </a:extLst>
          </p:cNvPr>
          <p:cNvSpPr>
            <a:spLocks xmlns:a="http://schemas.openxmlformats.org/drawingml/2006/main" noGrp="1"/>
          </p:cNvSpPr>
          <p:nvPr/>
        </p:nvSpPr>
        <p:spPr>
          <a:xfrm xmlns:a="http://schemas.openxmlformats.org/drawingml/2006/main">
            <a:off x="6191250" y="1333500"/>
            <a:ext cx="2781300" cy="2857500"/>
          </a:xfrm>
          <a:prstGeom xmlns:a="http://schemas.openxmlformats.org/drawingml/2006/main" prst="roundRect">
            <a:avLst>
              <a:gd name="adj" fmla="val 3082"/>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6" name="">
            <a:extLst xmlns:a="http://schemas.openxmlformats.org/drawingml/2006/main">
              <a:ext uri="{FF2B5EF4-FFF2-40B4-BE49-F238E27FC236}">
                <a16:creationId xmlns:a16="http://schemas.microsoft.com/office/drawing/2014/main" id="{5F5D6A11-B68F-4DFA-A371-2FD3548458EC}"/>
              </a:ext>
            </a:extLst>
          </p:cNvPr>
          <p:cNvSpPr>
            <a:spLocks xmlns:a="http://schemas.openxmlformats.org/drawingml/2006/main" noGrp="1"/>
          </p:cNvSpPr>
          <p:nvPr/>
        </p:nvSpPr>
        <p:spPr>
          <a:xfrm xmlns:a="http://schemas.openxmlformats.org/drawingml/2006/main">
            <a:off x="6191250" y="1333500"/>
            <a:ext cx="2781300" cy="4762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3965B5FE-46F6-40C1-A274-F711D5BE7BAA}"/>
              </a:ext>
            </a:extLst>
          </p:cNvPr>
          <p:cNvSpPr>
            <a:spLocks xmlns:a="http://schemas.openxmlformats.org/drawingml/2006/main" noGrp="1"/>
          </p:cNvSpPr>
          <p:nvPr/>
        </p:nvSpPr>
        <p:spPr>
          <a:xfrm xmlns:a="http://schemas.openxmlformats.org/drawingml/2006/main">
            <a:off x="6381750" y="1504950"/>
            <a:ext cx="23812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5C33B"/>
                </a:solidFill>
                <a:latin typeface="微软雅黑"/>
                <a:ea typeface="微软雅黑"/>
                <a:cs typeface="微软雅黑"/>
              </a:defRPr>
            </a:pPr>
            <a:r>
              <a:rPr sz="1500" b="1">
                <a:solidFill>
                  <a:srgbClr val="F5C33B"/>
                </a:solidFill>
                <a:latin typeface="微软雅黑"/>
                <a:ea typeface="微软雅黑"/>
                <a:cs typeface="微软雅黑"/>
              </a:rPr>
              <a:t>管理端</a:t>
            </a:r>
          </a:p>
        </p:txBody>
      </p:sp>
      <p:sp>
        <p:nvSpPr>
          <p:cNvPr id="78" name="">
            <a:extLst xmlns:a="http://schemas.openxmlformats.org/drawingml/2006/main">
              <a:ext uri="{FF2B5EF4-FFF2-40B4-BE49-F238E27FC236}">
                <a16:creationId xmlns:a16="http://schemas.microsoft.com/office/drawing/2014/main" id="{80B9ADA8-911C-42C2-A52D-8256246CC5A7}"/>
              </a:ext>
            </a:extLst>
          </p:cNvPr>
          <p:cNvSpPr>
            <a:spLocks xmlns:a="http://schemas.openxmlformats.org/drawingml/2006/main" noGrp="1"/>
          </p:cNvSpPr>
          <p:nvPr/>
        </p:nvSpPr>
        <p:spPr>
          <a:xfrm xmlns:a="http://schemas.openxmlformats.org/drawingml/2006/main">
            <a:off x="6381750" y="1828800"/>
            <a:ext cx="2381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王总</a:t>
            </a:r>
          </a:p>
        </p:txBody>
      </p:sp>
      <p:sp>
        <p:nvSpPr>
          <p:cNvPr id="79" name="">
            <a:extLst xmlns:a="http://schemas.openxmlformats.org/drawingml/2006/main">
              <a:ext uri="{FF2B5EF4-FFF2-40B4-BE49-F238E27FC236}">
                <a16:creationId xmlns:a16="http://schemas.microsoft.com/office/drawing/2014/main" id="{E2D509F0-C5EC-4AA8-8F18-2BC9FDAAC41D}"/>
              </a:ext>
            </a:extLst>
          </p:cNvPr>
          <p:cNvSpPr>
            <a:spLocks xmlns:a="http://schemas.openxmlformats.org/drawingml/2006/main" noGrp="1"/>
          </p:cNvSpPr>
          <p:nvPr/>
        </p:nvSpPr>
        <p:spPr>
          <a:xfrm xmlns:a="http://schemas.openxmlformats.org/drawingml/2006/main">
            <a:off x="6381750" y="2114550"/>
            <a:ext cx="4191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A3AA54DC-FC78-47E6-92BB-D459AF37212E}"/>
              </a:ext>
            </a:extLst>
          </p:cNvPr>
          <p:cNvSpPr>
            <a:spLocks xmlns:a="http://schemas.openxmlformats.org/drawingml/2006/main" noGrp="1"/>
          </p:cNvSpPr>
          <p:nvPr/>
        </p:nvSpPr>
        <p:spPr>
          <a:xfrm xmlns:a="http://schemas.openxmlformats.org/drawingml/2006/main">
            <a:off x="6381750" y="2266950"/>
            <a:ext cx="2419350" cy="1809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查看公司能力、成本、风险</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查看关键岗位备份情况</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查看建议来源与确认状态</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招聘 </a:t>
            </a: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转岗 </a:t>
            </a: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外委建议</a:t>
            </a:r>
          </a:p>
        </p:txBody>
      </p:sp>
      <p:sp>
        <p:nvSpPr>
          <p:cNvPr id="81" name="">
            <a:extLst xmlns:a="http://schemas.openxmlformats.org/drawingml/2006/main">
              <a:ext uri="{FF2B5EF4-FFF2-40B4-BE49-F238E27FC236}">
                <a16:creationId xmlns:a16="http://schemas.microsoft.com/office/drawing/2014/main" id="{D2FB8122-1491-49FD-9C01-94C26C486986}"/>
              </a:ext>
            </a:extLst>
          </p:cNvPr>
          <p:cNvSpPr>
            <a:spLocks xmlns:a="http://schemas.openxmlformats.org/drawingml/2006/main" noGrp="1"/>
          </p:cNvSpPr>
          <p:nvPr/>
        </p:nvSpPr>
        <p:spPr>
          <a:xfrm xmlns:a="http://schemas.openxmlformats.org/drawingml/2006/main">
            <a:off x="9144000" y="1333500"/>
            <a:ext cx="2781300" cy="2857500"/>
          </a:xfrm>
          <a:prstGeom xmlns:a="http://schemas.openxmlformats.org/drawingml/2006/main" prst="roundRect">
            <a:avLst>
              <a:gd name="adj" fmla="val 3082"/>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2" name="">
            <a:extLst xmlns:a="http://schemas.openxmlformats.org/drawingml/2006/main">
              <a:ext uri="{FF2B5EF4-FFF2-40B4-BE49-F238E27FC236}">
                <a16:creationId xmlns:a16="http://schemas.microsoft.com/office/drawing/2014/main" id="{D6B27304-E019-40A4-9B14-EE821D250855}"/>
              </a:ext>
            </a:extLst>
          </p:cNvPr>
          <p:cNvSpPr>
            <a:spLocks xmlns:a="http://schemas.openxmlformats.org/drawingml/2006/main" noGrp="1"/>
          </p:cNvSpPr>
          <p:nvPr/>
        </p:nvSpPr>
        <p:spPr>
          <a:xfrm xmlns:a="http://schemas.openxmlformats.org/drawingml/2006/main">
            <a:off x="9144000" y="1333500"/>
            <a:ext cx="2781300" cy="47625"/>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154C91D2-5150-473F-A87C-622F3A795272}"/>
              </a:ext>
            </a:extLst>
          </p:cNvPr>
          <p:cNvSpPr>
            <a:spLocks xmlns:a="http://schemas.openxmlformats.org/drawingml/2006/main" noGrp="1"/>
          </p:cNvSpPr>
          <p:nvPr/>
        </p:nvSpPr>
        <p:spPr>
          <a:xfrm xmlns:a="http://schemas.openxmlformats.org/drawingml/2006/main">
            <a:off x="9334500" y="1504950"/>
            <a:ext cx="23812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9B8CFF"/>
                </a:solidFill>
                <a:latin typeface="微软雅黑"/>
                <a:ea typeface="微软雅黑"/>
                <a:cs typeface="微软雅黑"/>
              </a:defRPr>
            </a:pPr>
            <a:r>
              <a:rPr sz="1500" b="1">
                <a:solidFill>
                  <a:srgbClr val="9B8CFF"/>
                </a:solidFill>
                <a:latin typeface="微软雅黑"/>
                <a:ea typeface="微软雅黑"/>
                <a:cs typeface="微软雅黑"/>
              </a:rPr>
              <a:t>管理员端</a:t>
            </a:r>
          </a:p>
        </p:txBody>
      </p:sp>
      <p:sp>
        <p:nvSpPr>
          <p:cNvPr id="84" name="">
            <a:extLst xmlns:a="http://schemas.openxmlformats.org/drawingml/2006/main">
              <a:ext uri="{FF2B5EF4-FFF2-40B4-BE49-F238E27FC236}">
                <a16:creationId xmlns:a16="http://schemas.microsoft.com/office/drawing/2014/main" id="{383B5BC5-A120-4F55-A22F-B09418BAE53E}"/>
              </a:ext>
            </a:extLst>
          </p:cNvPr>
          <p:cNvSpPr>
            <a:spLocks xmlns:a="http://schemas.openxmlformats.org/drawingml/2006/main" noGrp="1"/>
          </p:cNvSpPr>
          <p:nvPr/>
        </p:nvSpPr>
        <p:spPr>
          <a:xfrm xmlns:a="http://schemas.openxmlformats.org/drawingml/2006/main">
            <a:off x="9334500" y="1828800"/>
            <a:ext cx="2381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admin</a:t>
            </a:r>
          </a:p>
        </p:txBody>
      </p:sp>
      <p:sp>
        <p:nvSpPr>
          <p:cNvPr id="85" name="">
            <a:extLst xmlns:a="http://schemas.openxmlformats.org/drawingml/2006/main">
              <a:ext uri="{FF2B5EF4-FFF2-40B4-BE49-F238E27FC236}">
                <a16:creationId xmlns:a16="http://schemas.microsoft.com/office/drawing/2014/main" id="{3AAF71F4-AE08-4A25-8D4D-5E1E676BCA39}"/>
              </a:ext>
            </a:extLst>
          </p:cNvPr>
          <p:cNvSpPr>
            <a:spLocks xmlns:a="http://schemas.openxmlformats.org/drawingml/2006/main" noGrp="1"/>
          </p:cNvSpPr>
          <p:nvPr/>
        </p:nvSpPr>
        <p:spPr>
          <a:xfrm xmlns:a="http://schemas.openxmlformats.org/drawingml/2006/main">
            <a:off x="9334500" y="2114550"/>
            <a:ext cx="419100" cy="19050"/>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D4B850FC-FF5A-4ABB-B893-1433C3B2B021}"/>
              </a:ext>
            </a:extLst>
          </p:cNvPr>
          <p:cNvSpPr>
            <a:spLocks xmlns:a="http://schemas.openxmlformats.org/drawingml/2006/main" noGrp="1"/>
          </p:cNvSpPr>
          <p:nvPr/>
        </p:nvSpPr>
        <p:spPr>
          <a:xfrm xmlns:a="http://schemas.openxmlformats.org/drawingml/2006/main">
            <a:off x="9334500" y="2266950"/>
            <a:ext cx="2419350" cy="1809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配置岗位、技能、课程与考试</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审核课程与题库</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维护规则并查看执行留痕</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平台数据与审计</a:t>
            </a:r>
          </a:p>
        </p:txBody>
      </p:sp>
      <p:sp>
        <p:nvSpPr>
          <p:cNvPr id="87" name="">
            <a:extLst xmlns:a="http://schemas.openxmlformats.org/drawingml/2006/main">
              <a:ext uri="{FF2B5EF4-FFF2-40B4-BE49-F238E27FC236}">
                <a16:creationId xmlns:a16="http://schemas.microsoft.com/office/drawing/2014/main" id="{B1C1DCD3-F8F3-4900-911C-575CC5307F93}"/>
              </a:ext>
            </a:extLst>
          </p:cNvPr>
          <p:cNvSpPr>
            <a:spLocks xmlns:a="http://schemas.openxmlformats.org/drawingml/2006/main" noGrp="1"/>
          </p:cNvSpPr>
          <p:nvPr/>
        </p:nvSpPr>
        <p:spPr>
          <a:xfrm xmlns:a="http://schemas.openxmlformats.org/drawingml/2006/main">
            <a:off x="285750" y="4343400"/>
            <a:ext cx="11620500" cy="2057400"/>
          </a:xfrm>
          <a:prstGeom xmlns:a="http://schemas.openxmlformats.org/drawingml/2006/main" prst="roundRect">
            <a:avLst>
              <a:gd name="adj" fmla="val 4167"/>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88" name="">
            <a:extLst xmlns:a="http://schemas.openxmlformats.org/drawingml/2006/main">
              <a:ext uri="{FF2B5EF4-FFF2-40B4-BE49-F238E27FC236}">
                <a16:creationId xmlns:a16="http://schemas.microsoft.com/office/drawing/2014/main" id="{4773554D-368A-4AA5-93A1-B56AE9EA2604}"/>
              </a:ext>
            </a:extLst>
          </p:cNvPr>
          <p:cNvSpPr>
            <a:spLocks xmlns:a="http://schemas.openxmlformats.org/drawingml/2006/main" noGrp="1"/>
          </p:cNvSpPr>
          <p:nvPr/>
        </p:nvSpPr>
        <p:spPr>
          <a:xfrm xmlns:a="http://schemas.openxmlformats.org/drawingml/2006/main">
            <a:off x="457200" y="4457700"/>
            <a:ext cx="11239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5C33B"/>
                </a:solidFill>
                <a:latin typeface="微软雅黑"/>
                <a:ea typeface="微软雅黑"/>
                <a:cs typeface="微软雅黑"/>
              </a:defRPr>
            </a:pPr>
            <a:r>
              <a:rPr sz="1088" b="1">
                <a:solidFill>
                  <a:srgbClr val="F5C33B"/>
                </a:solidFill>
                <a:latin typeface="微软雅黑"/>
                <a:ea typeface="微软雅黑"/>
                <a:cs typeface="微软雅黑"/>
              </a:rPr>
              <a:t>数据流：一次实操归因如何穿过四类角色</a:t>
            </a:r>
          </a:p>
        </p:txBody>
      </p:sp>
      <p:sp>
        <p:nvSpPr>
          <p:cNvPr id="89" name="">
            <a:extLst xmlns:a="http://schemas.openxmlformats.org/drawingml/2006/main">
              <a:ext uri="{FF2B5EF4-FFF2-40B4-BE49-F238E27FC236}">
                <a16:creationId xmlns:a16="http://schemas.microsoft.com/office/drawing/2014/main" id="{52520523-A012-4B7D-9C1D-358C0731997B}"/>
              </a:ext>
            </a:extLst>
          </p:cNvPr>
          <p:cNvSpPr>
            <a:spLocks xmlns:a="http://schemas.openxmlformats.org/drawingml/2006/main" noGrp="1"/>
          </p:cNvSpPr>
          <p:nvPr/>
        </p:nvSpPr>
        <p:spPr>
          <a:xfrm xmlns:a="http://schemas.openxmlformats.org/drawingml/2006/main">
            <a:off x="457200" y="4819650"/>
            <a:ext cx="2133600" cy="1428750"/>
          </a:xfrm>
          <a:prstGeom xmlns:a="http://schemas.openxmlformats.org/drawingml/2006/main" prst="roundRect">
            <a:avLst>
              <a:gd name="adj" fmla="val 6000"/>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90" name="">
            <a:extLst xmlns:a="http://schemas.openxmlformats.org/drawingml/2006/main">
              <a:ext uri="{FF2B5EF4-FFF2-40B4-BE49-F238E27FC236}">
                <a16:creationId xmlns:a16="http://schemas.microsoft.com/office/drawing/2014/main" id="{2C70D635-8498-4ACC-BAAB-BCB6B8B0192F}"/>
              </a:ext>
            </a:extLst>
          </p:cNvPr>
          <p:cNvSpPr>
            <a:spLocks xmlns:a="http://schemas.openxmlformats.org/drawingml/2006/main" noGrp="1"/>
          </p:cNvSpPr>
          <p:nvPr/>
        </p:nvSpPr>
        <p:spPr>
          <a:xfrm xmlns:a="http://schemas.openxmlformats.org/drawingml/2006/main">
            <a:off x="590550" y="4933950"/>
            <a:ext cx="1866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① </a:t>
            </a:r>
            <a:r>
              <a:rPr sz="938" b="1">
                <a:solidFill>
                  <a:srgbClr val="31C7F0"/>
                </a:solidFill>
                <a:latin typeface="微软雅黑"/>
                <a:ea typeface="微软雅黑"/>
                <a:cs typeface="微软雅黑"/>
              </a:rPr>
              <a:t>员工提交报告</a:t>
            </a:r>
          </a:p>
        </p:txBody>
      </p:sp>
      <p:sp>
        <p:nvSpPr>
          <p:cNvPr id="91" name="">
            <a:extLst xmlns:a="http://schemas.openxmlformats.org/drawingml/2006/main">
              <a:ext uri="{FF2B5EF4-FFF2-40B4-BE49-F238E27FC236}">
                <a16:creationId xmlns:a16="http://schemas.microsoft.com/office/drawing/2014/main" id="{348D76A7-E9D2-465D-B00E-37F1D083D0D8}"/>
              </a:ext>
            </a:extLst>
          </p:cNvPr>
          <p:cNvSpPr>
            <a:spLocks xmlns:a="http://schemas.openxmlformats.org/drawingml/2006/main" noGrp="1"/>
          </p:cNvSpPr>
          <p:nvPr/>
        </p:nvSpPr>
        <p:spPr>
          <a:xfrm xmlns:a="http://schemas.openxmlformats.org/drawingml/2006/main">
            <a:off x="590550" y="5219700"/>
            <a:ext cx="188595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员工端提交实操报告（步骤、工时、问题、照片、录波）</a:t>
            </a:r>
          </a:p>
        </p:txBody>
      </p:sp>
      <p:sp>
        <p:nvSpPr>
          <p:cNvPr id="92" name="">
            <a:extLst xmlns:a="http://schemas.openxmlformats.org/drawingml/2006/main">
              <a:ext uri="{FF2B5EF4-FFF2-40B4-BE49-F238E27FC236}">
                <a16:creationId xmlns:a16="http://schemas.microsoft.com/office/drawing/2014/main" id="{4D9B5AD6-DE16-4C7C-911F-688778E71F28}"/>
              </a:ext>
            </a:extLst>
          </p:cNvPr>
          <p:cNvSpPr>
            <a:spLocks xmlns:a="http://schemas.openxmlformats.org/drawingml/2006/main" noGrp="1"/>
          </p:cNvSpPr>
          <p:nvPr/>
        </p:nvSpPr>
        <p:spPr>
          <a:xfrm xmlns:a="http://schemas.openxmlformats.org/drawingml/2006/main">
            <a:off x="2609850" y="5467350"/>
            <a:ext cx="1333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0">
                <a:solidFill>
                  <a:srgbClr val="F5C33B"/>
                </a:solidFill>
                <a:latin typeface="微软雅黑"/>
                <a:ea typeface="微软雅黑"/>
                <a:cs typeface="微软雅黑"/>
              </a:defRPr>
            </a:pPr>
            <a:r>
              <a:rPr sz="900" b="0">
                <a:solidFill>
                  <a:srgbClr val="F5C33B"/>
                </a:solidFill>
                <a:latin typeface="微软雅黑"/>
                <a:ea typeface="微软雅黑"/>
                <a:cs typeface="微软雅黑"/>
              </a:rPr>
              <a:t>▶</a:t>
            </a:r>
          </a:p>
        </p:txBody>
      </p:sp>
      <p:sp>
        <p:nvSpPr>
          <p:cNvPr id="93" name="">
            <a:extLst xmlns:a="http://schemas.openxmlformats.org/drawingml/2006/main">
              <a:ext uri="{FF2B5EF4-FFF2-40B4-BE49-F238E27FC236}">
                <a16:creationId xmlns:a16="http://schemas.microsoft.com/office/drawing/2014/main" id="{92024FF3-F971-49E7-AF9F-4274C428510E}"/>
              </a:ext>
            </a:extLst>
          </p:cNvPr>
          <p:cNvSpPr>
            <a:spLocks xmlns:a="http://schemas.openxmlformats.org/drawingml/2006/main" noGrp="1"/>
          </p:cNvSpPr>
          <p:nvPr/>
        </p:nvSpPr>
        <p:spPr>
          <a:xfrm xmlns:a="http://schemas.openxmlformats.org/drawingml/2006/main">
            <a:off x="2743200" y="4819650"/>
            <a:ext cx="2133600" cy="1428750"/>
          </a:xfrm>
          <a:prstGeom xmlns:a="http://schemas.openxmlformats.org/drawingml/2006/main" prst="roundRect">
            <a:avLst>
              <a:gd name="adj" fmla="val 6000"/>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94" name="">
            <a:extLst xmlns:a="http://schemas.openxmlformats.org/drawingml/2006/main">
              <a:ext uri="{FF2B5EF4-FFF2-40B4-BE49-F238E27FC236}">
                <a16:creationId xmlns:a16="http://schemas.microsoft.com/office/drawing/2014/main" id="{7B194256-853F-4590-989B-DCA88A9C9818}"/>
              </a:ext>
            </a:extLst>
          </p:cNvPr>
          <p:cNvSpPr>
            <a:spLocks xmlns:a="http://schemas.openxmlformats.org/drawingml/2006/main" noGrp="1"/>
          </p:cNvSpPr>
          <p:nvPr/>
        </p:nvSpPr>
        <p:spPr>
          <a:xfrm xmlns:a="http://schemas.openxmlformats.org/drawingml/2006/main">
            <a:off x="2876550" y="4933950"/>
            <a:ext cx="1866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② </a:t>
            </a:r>
            <a:r>
              <a:rPr sz="938" b="1">
                <a:solidFill>
                  <a:srgbClr val="31C7F0"/>
                </a:solidFill>
                <a:latin typeface="微软雅黑"/>
                <a:ea typeface="微软雅黑"/>
                <a:cs typeface="微软雅黑"/>
              </a:rPr>
              <a:t>规则执行</a:t>
            </a:r>
          </a:p>
        </p:txBody>
      </p:sp>
      <p:sp>
        <p:nvSpPr>
          <p:cNvPr id="95" name="">
            <a:extLst xmlns:a="http://schemas.openxmlformats.org/drawingml/2006/main">
              <a:ext uri="{FF2B5EF4-FFF2-40B4-BE49-F238E27FC236}">
                <a16:creationId xmlns:a16="http://schemas.microsoft.com/office/drawing/2014/main" id="{B398AA72-C991-4AE2-BE01-ED631240399C}"/>
              </a:ext>
            </a:extLst>
          </p:cNvPr>
          <p:cNvSpPr>
            <a:spLocks xmlns:a="http://schemas.openxmlformats.org/drawingml/2006/main" noGrp="1"/>
          </p:cNvSpPr>
          <p:nvPr/>
        </p:nvSpPr>
        <p:spPr>
          <a:xfrm xmlns:a="http://schemas.openxmlformats.org/drawingml/2006/main">
            <a:off x="2876550" y="5219700"/>
            <a:ext cx="188595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规则引擎按 </a:t>
            </a:r>
            <a:r>
              <a:rPr sz="825" b="0">
                <a:solidFill>
                  <a:srgbClr val="D6E6F7"/>
                </a:solidFill>
                <a:latin typeface="微软雅黑"/>
                <a:ea typeface="微软雅黑"/>
                <a:cs typeface="微软雅黑"/>
              </a:rPr>
              <a:t>REPORT_GAS / REPORT_ANALYSIS </a:t>
            </a:r>
            <a:r>
              <a:rPr sz="825" b="0">
                <a:solidFill>
                  <a:srgbClr val="D6E6F7"/>
                </a:solidFill>
                <a:latin typeface="微软雅黑"/>
                <a:ea typeface="微软雅黑"/>
                <a:cs typeface="微软雅黑"/>
              </a:rPr>
              <a:t>场景匹配，写 </a:t>
            </a:r>
            <a:r>
              <a:rPr sz="825" b="0">
                <a:solidFill>
                  <a:srgbClr val="D6E6F7"/>
                </a:solidFill>
                <a:latin typeface="微软雅黑"/>
                <a:ea typeface="微软雅黑"/>
                <a:cs typeface="微软雅黑"/>
              </a:rPr>
              <a:t>rule_result</a:t>
            </a:r>
          </a:p>
        </p:txBody>
      </p:sp>
      <p:sp>
        <p:nvSpPr>
          <p:cNvPr id="96" name="">
            <a:extLst xmlns:a="http://schemas.openxmlformats.org/drawingml/2006/main">
              <a:ext uri="{FF2B5EF4-FFF2-40B4-BE49-F238E27FC236}">
                <a16:creationId xmlns:a16="http://schemas.microsoft.com/office/drawing/2014/main" id="{CC8B5F47-65E0-4E75-95D0-43D18738CFC3}"/>
              </a:ext>
            </a:extLst>
          </p:cNvPr>
          <p:cNvSpPr>
            <a:spLocks xmlns:a="http://schemas.openxmlformats.org/drawingml/2006/main" noGrp="1"/>
          </p:cNvSpPr>
          <p:nvPr/>
        </p:nvSpPr>
        <p:spPr>
          <a:xfrm xmlns:a="http://schemas.openxmlformats.org/drawingml/2006/main">
            <a:off x="4895850" y="5467350"/>
            <a:ext cx="1333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0">
                <a:solidFill>
                  <a:srgbClr val="F5C33B"/>
                </a:solidFill>
                <a:latin typeface="微软雅黑"/>
                <a:ea typeface="微软雅黑"/>
                <a:cs typeface="微软雅黑"/>
              </a:defRPr>
            </a:pPr>
            <a:r>
              <a:rPr sz="900" b="0">
                <a:solidFill>
                  <a:srgbClr val="F5C33B"/>
                </a:solidFill>
                <a:latin typeface="微软雅黑"/>
                <a:ea typeface="微软雅黑"/>
                <a:cs typeface="微软雅黑"/>
              </a:rPr>
              <a:t>▶</a:t>
            </a:r>
          </a:p>
        </p:txBody>
      </p:sp>
      <p:sp>
        <p:nvSpPr>
          <p:cNvPr id="97" name="">
            <a:extLst xmlns:a="http://schemas.openxmlformats.org/drawingml/2006/main">
              <a:ext uri="{FF2B5EF4-FFF2-40B4-BE49-F238E27FC236}">
                <a16:creationId xmlns:a16="http://schemas.microsoft.com/office/drawing/2014/main" id="{F29DBF91-E248-4EBA-8EA3-1D89CB0FE616}"/>
              </a:ext>
            </a:extLst>
          </p:cNvPr>
          <p:cNvSpPr>
            <a:spLocks xmlns:a="http://schemas.openxmlformats.org/drawingml/2006/main" noGrp="1"/>
          </p:cNvSpPr>
          <p:nvPr/>
        </p:nvSpPr>
        <p:spPr>
          <a:xfrm xmlns:a="http://schemas.openxmlformats.org/drawingml/2006/main">
            <a:off x="5029200" y="4819650"/>
            <a:ext cx="2133600" cy="1428750"/>
          </a:xfrm>
          <a:prstGeom xmlns:a="http://schemas.openxmlformats.org/drawingml/2006/main" prst="roundRect">
            <a:avLst>
              <a:gd name="adj" fmla="val 6000"/>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98" name="">
            <a:extLst xmlns:a="http://schemas.openxmlformats.org/drawingml/2006/main">
              <a:ext uri="{FF2B5EF4-FFF2-40B4-BE49-F238E27FC236}">
                <a16:creationId xmlns:a16="http://schemas.microsoft.com/office/drawing/2014/main" id="{B61318AD-0568-466E-A2AC-708264E0B70E}"/>
              </a:ext>
            </a:extLst>
          </p:cNvPr>
          <p:cNvSpPr>
            <a:spLocks xmlns:a="http://schemas.openxmlformats.org/drawingml/2006/main" noGrp="1"/>
          </p:cNvSpPr>
          <p:nvPr/>
        </p:nvSpPr>
        <p:spPr>
          <a:xfrm xmlns:a="http://schemas.openxmlformats.org/drawingml/2006/main">
            <a:off x="5162550" y="4933950"/>
            <a:ext cx="1866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③ </a:t>
            </a:r>
            <a:r>
              <a:rPr sz="938" b="1">
                <a:solidFill>
                  <a:srgbClr val="31C7F0"/>
                </a:solidFill>
                <a:latin typeface="微软雅黑"/>
                <a:ea typeface="微软雅黑"/>
                <a:cs typeface="微软雅黑"/>
              </a:rPr>
              <a:t>建议生成</a:t>
            </a:r>
          </a:p>
        </p:txBody>
      </p:sp>
      <p:sp>
        <p:nvSpPr>
          <p:cNvPr id="99" name="">
            <a:extLst xmlns:a="http://schemas.openxmlformats.org/drawingml/2006/main">
              <a:ext uri="{FF2B5EF4-FFF2-40B4-BE49-F238E27FC236}">
                <a16:creationId xmlns:a16="http://schemas.microsoft.com/office/drawing/2014/main" id="{75317160-2DE1-4D05-A831-55141093BD26}"/>
              </a:ext>
            </a:extLst>
          </p:cNvPr>
          <p:cNvSpPr>
            <a:spLocks xmlns:a="http://schemas.openxmlformats.org/drawingml/2006/main" noGrp="1"/>
          </p:cNvSpPr>
          <p:nvPr/>
        </p:nvSpPr>
        <p:spPr>
          <a:xfrm xmlns:a="http://schemas.openxmlformats.org/drawingml/2006/main">
            <a:off x="5162550" y="5219700"/>
            <a:ext cx="188595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结论写入 </a:t>
            </a:r>
            <a:r>
              <a:rPr sz="825" b="0">
                <a:solidFill>
                  <a:srgbClr val="D6E6F7"/>
                </a:solidFill>
                <a:latin typeface="微软雅黑"/>
                <a:ea typeface="微软雅黑"/>
                <a:cs typeface="微软雅黑"/>
              </a:rPr>
              <a:t>agent_suggestion</a:t>
            </a:r>
            <a:r>
              <a:rPr sz="825" b="0">
                <a:solidFill>
                  <a:srgbClr val="D6E6F7"/>
                </a:solidFill>
                <a:latin typeface="微软雅黑"/>
                <a:ea typeface="微软雅黑"/>
                <a:cs typeface="微软雅黑"/>
              </a:rPr>
              <a:t>，带 </a:t>
            </a:r>
            <a:r>
              <a:rPr sz="825" b="0">
                <a:solidFill>
                  <a:srgbClr val="D6E6F7"/>
                </a:solidFill>
                <a:latin typeface="微软雅黑"/>
                <a:ea typeface="微软雅黑"/>
                <a:cs typeface="微软雅黑"/>
              </a:rPr>
              <a:t>confidence</a:t>
            </a:r>
            <a:r>
              <a:rPr sz="825" b="0">
                <a:solidFill>
                  <a:srgbClr val="D6E6F7"/>
                </a:solidFill>
                <a:latin typeface="微软雅黑"/>
                <a:ea typeface="微软雅黑"/>
                <a:cs typeface="微软雅黑"/>
              </a:rPr>
              <a:t>、</a:t>
            </a:r>
            <a:r>
              <a:rPr sz="825" b="0">
                <a:solidFill>
                  <a:srgbClr val="D6E6F7"/>
                </a:solidFill>
                <a:latin typeface="微软雅黑"/>
                <a:ea typeface="微软雅黑"/>
                <a:cs typeface="微软雅黑"/>
              </a:rPr>
              <a:t>source=rule</a:t>
            </a:r>
            <a:r>
              <a:rPr sz="825" b="0">
                <a:solidFill>
                  <a:srgbClr val="D6E6F7"/>
                </a:solidFill>
                <a:latin typeface="微软雅黑"/>
                <a:ea typeface="微软雅黑"/>
                <a:cs typeface="微软雅黑"/>
              </a:rPr>
              <a:t>、</a:t>
            </a:r>
            <a:r>
              <a:rPr sz="825" b="0">
                <a:solidFill>
                  <a:srgbClr val="D6E6F7"/>
                </a:solidFill>
                <a:latin typeface="微软雅黑"/>
                <a:ea typeface="微软雅黑"/>
                <a:cs typeface="微软雅黑"/>
              </a:rPr>
              <a:t>need_human_confirm</a:t>
            </a:r>
          </a:p>
        </p:txBody>
      </p:sp>
      <p:sp>
        <p:nvSpPr>
          <p:cNvPr id="100" name="">
            <a:extLst xmlns:a="http://schemas.openxmlformats.org/drawingml/2006/main">
              <a:ext uri="{FF2B5EF4-FFF2-40B4-BE49-F238E27FC236}">
                <a16:creationId xmlns:a16="http://schemas.microsoft.com/office/drawing/2014/main" id="{5022A011-D35B-4D7D-85DE-76851A9111F3}"/>
              </a:ext>
            </a:extLst>
          </p:cNvPr>
          <p:cNvSpPr>
            <a:spLocks xmlns:a="http://schemas.openxmlformats.org/drawingml/2006/main" noGrp="1"/>
          </p:cNvSpPr>
          <p:nvPr/>
        </p:nvSpPr>
        <p:spPr>
          <a:xfrm xmlns:a="http://schemas.openxmlformats.org/drawingml/2006/main">
            <a:off x="7181850" y="5467350"/>
            <a:ext cx="1333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0">
                <a:solidFill>
                  <a:srgbClr val="F5C33B"/>
                </a:solidFill>
                <a:latin typeface="微软雅黑"/>
                <a:ea typeface="微软雅黑"/>
                <a:cs typeface="微软雅黑"/>
              </a:defRPr>
            </a:pPr>
            <a:r>
              <a:rPr sz="900" b="0">
                <a:solidFill>
                  <a:srgbClr val="F5C33B"/>
                </a:solidFill>
                <a:latin typeface="微软雅黑"/>
                <a:ea typeface="微软雅黑"/>
                <a:cs typeface="微软雅黑"/>
              </a:rPr>
              <a:t>▶</a:t>
            </a:r>
          </a:p>
        </p:txBody>
      </p:sp>
      <p:sp>
        <p:nvSpPr>
          <p:cNvPr id="101" name="">
            <a:extLst xmlns:a="http://schemas.openxmlformats.org/drawingml/2006/main">
              <a:ext uri="{FF2B5EF4-FFF2-40B4-BE49-F238E27FC236}">
                <a16:creationId xmlns:a16="http://schemas.microsoft.com/office/drawing/2014/main" id="{8FEAC137-41A2-4D75-9093-60F20E136133}"/>
              </a:ext>
            </a:extLst>
          </p:cNvPr>
          <p:cNvSpPr>
            <a:spLocks xmlns:a="http://schemas.openxmlformats.org/drawingml/2006/main" noGrp="1"/>
          </p:cNvSpPr>
          <p:nvPr/>
        </p:nvSpPr>
        <p:spPr>
          <a:xfrm xmlns:a="http://schemas.openxmlformats.org/drawingml/2006/main">
            <a:off x="7315200" y="4819650"/>
            <a:ext cx="2133600" cy="1428750"/>
          </a:xfrm>
          <a:prstGeom xmlns:a="http://schemas.openxmlformats.org/drawingml/2006/main" prst="roundRect">
            <a:avLst>
              <a:gd name="adj" fmla="val 6000"/>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02" name="">
            <a:extLst xmlns:a="http://schemas.openxmlformats.org/drawingml/2006/main">
              <a:ext uri="{FF2B5EF4-FFF2-40B4-BE49-F238E27FC236}">
                <a16:creationId xmlns:a16="http://schemas.microsoft.com/office/drawing/2014/main" id="{CCF02BB6-944E-43B4-A1F9-85B6AF28BB4E}"/>
              </a:ext>
            </a:extLst>
          </p:cNvPr>
          <p:cNvSpPr>
            <a:spLocks xmlns:a="http://schemas.openxmlformats.org/drawingml/2006/main" noGrp="1"/>
          </p:cNvSpPr>
          <p:nvPr/>
        </p:nvSpPr>
        <p:spPr>
          <a:xfrm xmlns:a="http://schemas.openxmlformats.org/drawingml/2006/main">
            <a:off x="7448550" y="4933950"/>
            <a:ext cx="1866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④ </a:t>
            </a:r>
            <a:r>
              <a:rPr sz="938" b="1">
                <a:solidFill>
                  <a:srgbClr val="31C7F0"/>
                </a:solidFill>
                <a:latin typeface="微软雅黑"/>
                <a:ea typeface="微软雅黑"/>
                <a:cs typeface="微软雅黑"/>
              </a:rPr>
              <a:t>班组长确认</a:t>
            </a:r>
          </a:p>
        </p:txBody>
      </p:sp>
      <p:sp>
        <p:nvSpPr>
          <p:cNvPr id="103" name="">
            <a:extLst xmlns:a="http://schemas.openxmlformats.org/drawingml/2006/main">
              <a:ext uri="{FF2B5EF4-FFF2-40B4-BE49-F238E27FC236}">
                <a16:creationId xmlns:a16="http://schemas.microsoft.com/office/drawing/2014/main" id="{E60E9D95-2E43-42EC-BA09-84A40D3FAEC2}"/>
              </a:ext>
            </a:extLst>
          </p:cNvPr>
          <p:cNvSpPr>
            <a:spLocks xmlns:a="http://schemas.openxmlformats.org/drawingml/2006/main" noGrp="1"/>
          </p:cNvSpPr>
          <p:nvPr/>
        </p:nvSpPr>
        <p:spPr>
          <a:xfrm xmlns:a="http://schemas.openxmlformats.org/drawingml/2006/main">
            <a:off x="7448550" y="5219700"/>
            <a:ext cx="188595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班组长在确认接口采纳 </a:t>
            </a:r>
            <a:r>
              <a:rPr sz="825" b="0">
                <a:solidFill>
                  <a:srgbClr val="D6E6F7"/>
                </a:solidFill>
                <a:latin typeface="微软雅黑"/>
                <a:ea typeface="微软雅黑"/>
                <a:cs typeface="微软雅黑"/>
              </a:rPr>
              <a:t>/ </a:t>
            </a:r>
            <a:r>
              <a:rPr sz="825" b="0">
                <a:solidFill>
                  <a:srgbClr val="D6E6F7"/>
                </a:solidFill>
                <a:latin typeface="微软雅黑"/>
                <a:ea typeface="微软雅黑"/>
                <a:cs typeface="微软雅黑"/>
              </a:rPr>
              <a:t>驳回 </a:t>
            </a:r>
            <a:r>
              <a:rPr sz="825" b="0">
                <a:solidFill>
                  <a:srgbClr val="D6E6F7"/>
                </a:solidFill>
                <a:latin typeface="微软雅黑"/>
                <a:ea typeface="微软雅黑"/>
                <a:cs typeface="微软雅黑"/>
              </a:rPr>
              <a:t>/ </a:t>
            </a:r>
            <a:r>
              <a:rPr sz="825" b="0">
                <a:solidFill>
                  <a:srgbClr val="D6E6F7"/>
                </a:solidFill>
                <a:latin typeface="微软雅黑"/>
                <a:ea typeface="微软雅黑"/>
                <a:cs typeface="微软雅黑"/>
              </a:rPr>
              <a:t>修改，写 </a:t>
            </a:r>
            <a:r>
              <a:rPr sz="825" b="0">
                <a:solidFill>
                  <a:srgbClr val="D6E6F7"/>
                </a:solidFill>
                <a:latin typeface="微软雅黑"/>
                <a:ea typeface="微软雅黑"/>
                <a:cs typeface="微软雅黑"/>
              </a:rPr>
              <a:t>decision_log</a:t>
            </a:r>
            <a:r>
              <a:rPr sz="825" b="0">
                <a:solidFill>
                  <a:srgbClr val="D6E6F7"/>
                </a:solidFill>
                <a:latin typeface="微软雅黑"/>
                <a:ea typeface="微软雅黑"/>
                <a:cs typeface="微软雅黑"/>
              </a:rPr>
              <a:t>，只改建议状态</a:t>
            </a:r>
          </a:p>
        </p:txBody>
      </p:sp>
      <p:sp>
        <p:nvSpPr>
          <p:cNvPr id="104" name="">
            <a:extLst xmlns:a="http://schemas.openxmlformats.org/drawingml/2006/main">
              <a:ext uri="{FF2B5EF4-FFF2-40B4-BE49-F238E27FC236}">
                <a16:creationId xmlns:a16="http://schemas.microsoft.com/office/drawing/2014/main" id="{0CBC3CB6-B5B7-4140-9EC1-275F889C5EBF}"/>
              </a:ext>
            </a:extLst>
          </p:cNvPr>
          <p:cNvSpPr>
            <a:spLocks xmlns:a="http://schemas.openxmlformats.org/drawingml/2006/main" noGrp="1"/>
          </p:cNvSpPr>
          <p:nvPr/>
        </p:nvSpPr>
        <p:spPr>
          <a:xfrm xmlns:a="http://schemas.openxmlformats.org/drawingml/2006/main">
            <a:off x="9467850" y="5467350"/>
            <a:ext cx="1333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0">
                <a:solidFill>
                  <a:srgbClr val="F5C33B"/>
                </a:solidFill>
                <a:latin typeface="微软雅黑"/>
                <a:ea typeface="微软雅黑"/>
                <a:cs typeface="微软雅黑"/>
              </a:defRPr>
            </a:pPr>
            <a:r>
              <a:rPr sz="900" b="0">
                <a:solidFill>
                  <a:srgbClr val="F5C33B"/>
                </a:solidFill>
                <a:latin typeface="微软雅黑"/>
                <a:ea typeface="微软雅黑"/>
                <a:cs typeface="微软雅黑"/>
              </a:rPr>
              <a:t>▶</a:t>
            </a:r>
          </a:p>
        </p:txBody>
      </p:sp>
      <p:sp>
        <p:nvSpPr>
          <p:cNvPr id="105" name="">
            <a:extLst xmlns:a="http://schemas.openxmlformats.org/drawingml/2006/main">
              <a:ext uri="{FF2B5EF4-FFF2-40B4-BE49-F238E27FC236}">
                <a16:creationId xmlns:a16="http://schemas.microsoft.com/office/drawing/2014/main" id="{B264BDBB-DE79-44A6-8D9C-6B982AE836BE}"/>
              </a:ext>
            </a:extLst>
          </p:cNvPr>
          <p:cNvSpPr>
            <a:spLocks xmlns:a="http://schemas.openxmlformats.org/drawingml/2006/main" noGrp="1"/>
          </p:cNvSpPr>
          <p:nvPr/>
        </p:nvSpPr>
        <p:spPr>
          <a:xfrm xmlns:a="http://schemas.openxmlformats.org/drawingml/2006/main">
            <a:off x="9601200" y="4819650"/>
            <a:ext cx="2133600" cy="1428750"/>
          </a:xfrm>
          <a:prstGeom xmlns:a="http://schemas.openxmlformats.org/drawingml/2006/main" prst="roundRect">
            <a:avLst>
              <a:gd name="adj" fmla="val 600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F5C33B"/>
            </a:solidFill>
            <a:prstDash val="solid"/>
          </a:ln>
        </p:spPr>
      </p:sp>
      <p:sp>
        <p:nvSpPr>
          <p:cNvPr id="106" name="">
            <a:extLst xmlns:a="http://schemas.openxmlformats.org/drawingml/2006/main">
              <a:ext uri="{FF2B5EF4-FFF2-40B4-BE49-F238E27FC236}">
                <a16:creationId xmlns:a16="http://schemas.microsoft.com/office/drawing/2014/main" id="{FCD61B97-C3AE-49E5-BA05-2CEDA2F200E6}"/>
              </a:ext>
            </a:extLst>
          </p:cNvPr>
          <p:cNvSpPr>
            <a:spLocks xmlns:a="http://schemas.openxmlformats.org/drawingml/2006/main" noGrp="1"/>
          </p:cNvSpPr>
          <p:nvPr/>
        </p:nvSpPr>
        <p:spPr>
          <a:xfrm xmlns:a="http://schemas.openxmlformats.org/drawingml/2006/main">
            <a:off x="9734550" y="4933950"/>
            <a:ext cx="1866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⑤ </a:t>
            </a:r>
            <a:r>
              <a:rPr sz="938" b="1">
                <a:solidFill>
                  <a:srgbClr val="F5C33B"/>
                </a:solidFill>
                <a:latin typeface="微软雅黑"/>
                <a:ea typeface="微软雅黑"/>
                <a:cs typeface="微软雅黑"/>
              </a:rPr>
              <a:t>回流各端</a:t>
            </a:r>
          </a:p>
        </p:txBody>
      </p:sp>
      <p:sp>
        <p:nvSpPr>
          <p:cNvPr id="107" name="">
            <a:extLst xmlns:a="http://schemas.openxmlformats.org/drawingml/2006/main">
              <a:ext uri="{FF2B5EF4-FFF2-40B4-BE49-F238E27FC236}">
                <a16:creationId xmlns:a16="http://schemas.microsoft.com/office/drawing/2014/main" id="{1B0069E0-DF2D-48A2-AFAC-8335ACC30EED}"/>
              </a:ext>
            </a:extLst>
          </p:cNvPr>
          <p:cNvSpPr>
            <a:spLocks xmlns:a="http://schemas.openxmlformats.org/drawingml/2006/main" noGrp="1"/>
          </p:cNvSpPr>
          <p:nvPr/>
        </p:nvSpPr>
        <p:spPr>
          <a:xfrm xmlns:a="http://schemas.openxmlformats.org/drawingml/2006/main">
            <a:off x="9734550" y="5219700"/>
            <a:ext cx="188595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员工看到欠缺与学习计划；管理端看到缺口与风险；管理员可审计全链路</a:t>
            </a:r>
          </a:p>
        </p:txBody>
      </p:sp>
      <p:sp>
        <p:nvSpPr>
          <p:cNvPr id="108" name="">
            <a:extLst xmlns:a="http://schemas.openxmlformats.org/drawingml/2006/main">
              <a:ext uri="{FF2B5EF4-FFF2-40B4-BE49-F238E27FC236}">
                <a16:creationId xmlns:a16="http://schemas.microsoft.com/office/drawing/2014/main" id="{D1C4DB01-1F0B-4275-A167-D917F2F4237D}"/>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D3D926D1-BB15-4C63-84C9-5644230A2D6A}"/>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8CE98B80-E900-47A5-A090-6B65DDE895C8}"/>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1" name="">
            <a:extLst xmlns:a="http://schemas.openxmlformats.org/drawingml/2006/main">
              <a:ext uri="{FF2B5EF4-FFF2-40B4-BE49-F238E27FC236}">
                <a16:creationId xmlns:a16="http://schemas.microsoft.com/office/drawing/2014/main" id="{03B392C8-E79D-45F5-80F5-4953472894B3}"/>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2" name="">
            <a:extLst xmlns:a="http://schemas.openxmlformats.org/drawingml/2006/main">
              <a:ext uri="{FF2B5EF4-FFF2-40B4-BE49-F238E27FC236}">
                <a16:creationId xmlns:a16="http://schemas.microsoft.com/office/drawing/2014/main" id="{D706D170-BBAC-4877-9B71-B5729674CF09}"/>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3" name="">
            <a:extLst xmlns:a="http://schemas.openxmlformats.org/drawingml/2006/main">
              <a:ext uri="{FF2B5EF4-FFF2-40B4-BE49-F238E27FC236}">
                <a16:creationId xmlns:a16="http://schemas.microsoft.com/office/drawing/2014/main" id="{E4F62471-079D-4436-8486-EAF256E2752E}"/>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14" name="">
            <a:extLst xmlns:a="http://schemas.openxmlformats.org/drawingml/2006/main">
              <a:ext uri="{FF2B5EF4-FFF2-40B4-BE49-F238E27FC236}">
                <a16:creationId xmlns:a16="http://schemas.microsoft.com/office/drawing/2014/main" id="{E43BF2B4-20A0-4E03-ABA2-F1CDB0367719}"/>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8F3C9F9B-4B04-4A97-A6E7-378224A6B024}"/>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26</a:t>
            </a:r>
          </a:p>
        </p:txBody>
      </p:sp>
    </p:spTree>
    <p:extLst>
      <p:ext uri="{BB962C8B-B14F-4D97-AF65-F5344CB8AC3E}">
        <p14:creationId xmlns:p14="http://schemas.microsoft.com/office/powerpoint/2010/main" val="56716539"/>
      </p:ext>
    </p:extLst>
  </p:cSld>
</p:sld>
</file>

<file path=ppt/slides/slide27.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3d674de73b80494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13EF032-A3F4-4FAF-91A5-D82D4439A9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5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725ACE4B-CB6C-44A7-8F31-07DE25E1FB98}"/>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9B8CFF">
                  <a:alpha val="20000"/>
                </a:srgbClr>
              </a:gs>
              <a:gs pos="45000">
                <a:srgbClr val="9B8CFF">
                  <a:alpha val="8000"/>
                </a:srgbClr>
              </a:gs>
              <a:gs pos="100000">
                <a:srgbClr val="9B8C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A33040B9-FFE1-40EC-98BB-D05AB596A41D}"/>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2E86E8">
                  <a:alpha val="14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9B7547D8-A0A8-4850-A570-8865236B8E63}"/>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5C33B"/>
              </a:gs>
              <a:gs pos="52000">
                <a:srgbClr val="9B8CFF"/>
              </a:gs>
              <a:gs pos="100000">
                <a:srgbClr val="9B8CFF">
                  <a:alpha val="0"/>
                </a:srgbClr>
              </a:gs>
            </a:gsLst>
            <a:lin ang="5400000"/>
          </a:gra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336A9C5D-9247-4423-9B3D-8EDFC6A7C193}"/>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DBFDC087-29C3-4B01-8CDB-A3101F4B2F82}"/>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8" name="">
            <a:extLst xmlns:a="http://schemas.openxmlformats.org/drawingml/2006/main">
              <a:ext uri="{FF2B5EF4-FFF2-40B4-BE49-F238E27FC236}">
                <a16:creationId xmlns:a16="http://schemas.microsoft.com/office/drawing/2014/main" id="{7DBF352E-B1D9-474D-A174-CDE7CC50C2D9}"/>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9" name="">
            <a:extLst xmlns:a="http://schemas.openxmlformats.org/drawingml/2006/main">
              <a:ext uri="{FF2B5EF4-FFF2-40B4-BE49-F238E27FC236}">
                <a16:creationId xmlns:a16="http://schemas.microsoft.com/office/drawing/2014/main" id="{AED40310-5A61-4AE1-8B8C-D7CFB3CB7B7B}"/>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16BDD716-1F24-419C-9C50-3AD5B2342A1E}"/>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A2A00F7C-DE95-4C49-9F92-F16DE2193933}"/>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37E00DB0-C09D-4968-ABB6-F50CD1C453FC}"/>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0E04A6EA-D3C0-4153-85E8-F117CCE395BA}"/>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4E2F522C-6F7A-4BAF-8959-996797ED8255}"/>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CD50FF67-0E01-416B-A8DF-CB14E0316865}"/>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63DE5B5F-4570-493D-AC85-52B2B9B566A0}"/>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E069125B-DECF-4A5B-A6A6-7E0BF13C7052}"/>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36F51CAB-4254-4330-B84A-59B6E1765B70}"/>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E92B7770-FD06-41E0-BF57-034E40260DE3}"/>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B4225481-44F7-464C-97BD-0A635B91CDF1}"/>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BBB09BF6-5716-4881-A0A7-F043159CB0AA}"/>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84B76BB4-D20E-48DE-A46F-76ACC8C60B3D}"/>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8B40BD19-923A-4C59-B5C9-9A33188276A6}"/>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41D63A0A-DD80-462B-96AC-3D31AD2C6417}"/>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33951"/>
              </a:gs>
              <a:gs pos="62000">
                <a:srgbClr val="08203C"/>
              </a:gs>
              <a:gs pos="100000">
                <a:srgbClr val="06192F"/>
              </a:gs>
            </a:gsLst>
            <a:lin ang="8100000"/>
          </a:gradFill>
          <a:ln xmlns:a="http://schemas.openxmlformats.org/drawingml/2006/main" w="11430">
            <a:solidFill>
              <a:srgbClr val="9B8CFF">
                <a:alpha val="45000"/>
              </a:srgbClr>
            </a:solidFill>
            <a:prstDash val="solid"/>
          </a:ln>
        </p:spPr>
      </p:sp>
      <p:sp>
        <p:nvSpPr>
          <p:cNvPr id="25" name="">
            <a:extLst xmlns:a="http://schemas.openxmlformats.org/drawingml/2006/main">
              <a:ext uri="{FF2B5EF4-FFF2-40B4-BE49-F238E27FC236}">
                <a16:creationId xmlns:a16="http://schemas.microsoft.com/office/drawing/2014/main" id="{50B60118-4094-43D6-A5C1-6B3611759FBC}"/>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33F63"/>
              </a:gs>
              <a:gs pos="100000">
                <a:srgbClr val="071E3A"/>
              </a:gs>
            </a:gsLst>
            <a:lin ang="8100000"/>
          </a:gradFill>
          <a:ln xmlns:a="http://schemas.openxmlformats.org/drawingml/2006/main" w="9525">
            <a:solidFill>
              <a:srgbClr val="9B8CFF">
                <a:alpha val="28000"/>
              </a:srgbClr>
            </a:solidFill>
            <a:prstDash val="solid"/>
          </a:ln>
        </p:spPr>
      </p:sp>
      <p:sp>
        <p:nvSpPr>
          <p:cNvPr id="26" name="">
            <a:extLst xmlns:a="http://schemas.openxmlformats.org/drawingml/2006/main">
              <a:ext uri="{FF2B5EF4-FFF2-40B4-BE49-F238E27FC236}">
                <a16:creationId xmlns:a16="http://schemas.microsoft.com/office/drawing/2014/main" id="{6F93D0B7-F60D-4F9D-AADE-D5B8B70D78BB}"/>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2A6BAE">
                <a:alpha val="55000"/>
              </a:srgbClr>
            </a:fgClr>
            <a:bgClr>
              <a:srgbClr val="08203C"/>
            </a:bgClr>
          </a:patt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3993FAA9-9063-4B1A-81AE-17B7A85A1C00}"/>
              </a:ext>
            </a:extLst>
          </p:cNvPr>
          <p:cNvSpPr>
            <a:spLocks xmlns:a="http://schemas.openxmlformats.org/drawingml/2006/main" noGrp="1"/>
          </p:cNvSpPr>
          <p:nvPr/>
        </p:nvSpPr>
        <p:spPr>
          <a:xfrm xmlns:a="http://schemas.openxmlformats.org/drawingml/2006/main">
            <a:off x="7391400" y="1809750"/>
            <a:ext cx="723900" cy="651510"/>
          </a:xfrm>
          <a:prstGeom xmlns:a="http://schemas.openxmlformats.org/drawingml/2006/main" prst="hexagon">
            <a:avLst/>
          </a:prstGeom>
          <a:noFill xmlns:a="http://schemas.openxmlformats.org/drawingml/2006/main"/>
          <a:ln xmlns:a="http://schemas.openxmlformats.org/drawingml/2006/main">
            <a:solidFill>
              <a:srgbClr val="9B8CFF">
                <a:alpha val="30000"/>
              </a:srgbClr>
            </a:solidFill>
            <a:prstDash val="solid"/>
          </a:ln>
        </p:spPr>
      </p:sp>
      <p:sp>
        <p:nvSpPr>
          <p:cNvPr id="28" name="">
            <a:extLst xmlns:a="http://schemas.openxmlformats.org/drawingml/2006/main">
              <a:ext uri="{FF2B5EF4-FFF2-40B4-BE49-F238E27FC236}">
                <a16:creationId xmlns:a16="http://schemas.microsoft.com/office/drawing/2014/main" id="{497F2F1C-8252-44C9-A8C6-CF420AC01ADF}"/>
              </a:ext>
            </a:extLst>
          </p:cNvPr>
          <p:cNvSpPr>
            <a:spLocks xmlns:a="http://schemas.openxmlformats.org/drawingml/2006/main" noGrp="1"/>
          </p:cNvSpPr>
          <p:nvPr/>
        </p:nvSpPr>
        <p:spPr>
          <a:xfrm xmlns:a="http://schemas.openxmlformats.org/drawingml/2006/main">
            <a:off x="8147304" y="2012442"/>
            <a:ext cx="723900" cy="651510"/>
          </a:xfrm>
          <a:prstGeom xmlns:a="http://schemas.openxmlformats.org/drawingml/2006/main" prst="hexagon">
            <a:avLst/>
          </a:prstGeom>
          <a:noFill xmlns:a="http://schemas.openxmlformats.org/drawingml/2006/main"/>
          <a:ln xmlns:a="http://schemas.openxmlformats.org/drawingml/2006/main">
            <a:solidFill>
              <a:srgbClr val="9B8CFF">
                <a:alpha val="30000"/>
              </a:srgbClr>
            </a:solidFill>
            <a:prstDash val="solid"/>
          </a:ln>
        </p:spPr>
      </p:sp>
      <p:sp>
        <p:nvSpPr>
          <p:cNvPr id="29" name="">
            <a:extLst xmlns:a="http://schemas.openxmlformats.org/drawingml/2006/main">
              <a:ext uri="{FF2B5EF4-FFF2-40B4-BE49-F238E27FC236}">
                <a16:creationId xmlns:a16="http://schemas.microsoft.com/office/drawing/2014/main" id="{8D74BCEB-153F-40A4-AFE3-763DDBB297AC}"/>
              </a:ext>
            </a:extLst>
          </p:cNvPr>
          <p:cNvSpPr>
            <a:spLocks xmlns:a="http://schemas.openxmlformats.org/drawingml/2006/main" noGrp="1"/>
          </p:cNvSpPr>
          <p:nvPr/>
        </p:nvSpPr>
        <p:spPr>
          <a:xfrm xmlns:a="http://schemas.openxmlformats.org/drawingml/2006/main">
            <a:off x="8903208" y="1809750"/>
            <a:ext cx="723900" cy="651510"/>
          </a:xfrm>
          <a:prstGeom xmlns:a="http://schemas.openxmlformats.org/drawingml/2006/main" prst="hexagon">
            <a:avLst/>
          </a:prstGeom>
          <a:noFill xmlns:a="http://schemas.openxmlformats.org/drawingml/2006/main"/>
          <a:ln xmlns:a="http://schemas.openxmlformats.org/drawingml/2006/main">
            <a:solidFill>
              <a:srgbClr val="9B8CFF">
                <a:alpha val="30000"/>
              </a:srgbClr>
            </a:solidFill>
            <a:prstDash val="solid"/>
          </a:ln>
        </p:spPr>
      </p:sp>
      <p:sp>
        <p:nvSpPr>
          <p:cNvPr id="30" name="">
            <a:extLst xmlns:a="http://schemas.openxmlformats.org/drawingml/2006/main">
              <a:ext uri="{FF2B5EF4-FFF2-40B4-BE49-F238E27FC236}">
                <a16:creationId xmlns:a16="http://schemas.microsoft.com/office/drawing/2014/main" id="{8B02E1D5-8DA4-4C06-B05A-FC5306A46141}"/>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9B8CFF">
                      <a:alpha val="75000"/>
                    </a:srgbClr>
                  </a:solidFill>
                  <a:prstDash val="solid"/>
                </a:ln>
                <a:solidFill>
                  <a:srgbClr val="0B2C56"/>
                </a:solidFill>
                <a:latin typeface="Bahnschrift SemiBold"/>
                <a:ea typeface="Bahnschrift SemiBold"/>
                <a:cs typeface="Bahnschrift SemiBold"/>
              </a:defRPr>
            </a:pPr>
            <a:r>
              <a:rPr sz="9900" b="1">
                <a:ln w="14288">
                  <a:solidFill>
                    <a:srgbClr val="9B8CFF">
                      <a:alpha val="75000"/>
                    </a:srgbClr>
                  </a:solidFill>
                  <a:prstDash val="solid"/>
                </a:ln>
                <a:solidFill>
                  <a:srgbClr val="0B2C56"/>
                </a:solidFill>
                <a:latin typeface="Bahnschrift SemiBold"/>
                <a:ea typeface="Bahnschrift SemiBold"/>
                <a:cs typeface="Bahnschrift SemiBold"/>
              </a:rPr>
              <a:t>05</a:t>
            </a:r>
          </a:p>
        </p:txBody>
      </p:sp>
      <p:sp>
        <p:nvSpPr>
          <p:cNvPr id="31" name="">
            <a:extLst xmlns:a="http://schemas.openxmlformats.org/drawingml/2006/main">
              <a:ext uri="{FF2B5EF4-FFF2-40B4-BE49-F238E27FC236}">
                <a16:creationId xmlns:a16="http://schemas.microsoft.com/office/drawing/2014/main" id="{23F9005B-FFA9-454F-8E9F-4E746D54E75F}"/>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9B8CFF"/>
              </a:gs>
              <a:gs pos="100000">
                <a:srgbClr val="9B8CFF">
                  <a:alpha val="0"/>
                </a:srgbClr>
              </a:gs>
            </a:gsLst>
            <a:lin ang="0"/>
          </a:gra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29ECC043-53A7-4993-BE6C-72D92DD21D1C}"/>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9B8CFF">
                <a:alpha val="24000"/>
              </a:srgbClr>
            </a:fgClr>
            <a:bgClr>
              <a:srgbClr val="08203C"/>
            </a:bgClr>
          </a:patt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F6966D38-F0A8-42B0-94B5-0A054097A37A}"/>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32B7A228-BD22-48B5-BCCB-5DC988C22E5E}"/>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94B6EA40-DAC9-4AC6-A19A-2504D51CE954}"/>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6C547286-C31E-48BA-9564-7C4EF82118DF}"/>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A966078B-D55C-444E-8C18-8AF0C42FAFE7}"/>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9171A2CB-6126-4CC1-B792-4BA10F22294B}"/>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1E61F164-AD14-4E84-A381-550DF4343937}"/>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4A2815C5-0660-42A6-AB8B-502BDD59502D}"/>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0D0DD84E-2D74-4A2B-BE4D-1B42D9D67247}"/>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EAA3A403-57B3-4111-B542-BE37E1BBE6ED}"/>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7EF3D8E0-5D60-4453-8CFE-387C35BBCFFD}"/>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35BB9E2-3FE9-4693-AB29-FD4D67DD3EFE}"/>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F1FFD3A8-ED18-46F9-8384-91EE4744383F}"/>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D944207E-A8E8-407D-8297-B7CDAD0F971F}"/>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1632CFAB-D9B8-4009-8722-92DAD1F09A0B}"/>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E67E45B0-900D-491C-821A-0067DA8488BD}"/>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FEDBA1C8-C038-430D-8754-D188B58E9000}"/>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A00C61ED-C09F-4718-920B-82168EB8FD00}"/>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311E447B-56C2-4F8A-AE08-76E6484A1A4B}"/>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CB5719C0-F7DF-41C6-8E72-FD325E1B31CD}"/>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46872659-3364-4329-9D7E-2E6C063B993A}"/>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799AB5F6-3FD0-4395-A172-6BB77C023586}"/>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881C2094-AB2A-47C1-B0CB-A710677B8FDF}"/>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CD231C8B-6C46-4DED-987B-ED7C1A4ADE40}"/>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C42830DC-9231-4A8F-8E75-7006F89E3127}"/>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A1A19370-6BF5-4CF8-B53A-6B5EBAF50737}"/>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D6A94B67-123B-48C6-A2E0-702ACC8AC7BB}"/>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89F69C24-002E-4CC7-AA39-119DBE529ADD}"/>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74022955-7054-4703-A19A-6B0199880831}"/>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9B8CFF">
              <a:alpha val="28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EAB67EF6-7D9B-47BB-A6D7-8958D1CD4C50}"/>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9B8CFF">
              <a:alpha val="14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57EF61F9-530C-4D71-96BB-E426D24F04A4}"/>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123A63"/>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11AAB00E-C545-4AB2-8877-A9812FCAAD97}"/>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C6F27358-F402-4F65-BCAC-18555C69AD89}"/>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背景</a:t>
            </a:r>
          </a:p>
        </p:txBody>
      </p:sp>
      <p:sp>
        <p:nvSpPr>
          <p:cNvPr id="66" name="">
            <a:extLst xmlns:a="http://schemas.openxmlformats.org/drawingml/2006/main">
              <a:ext uri="{FF2B5EF4-FFF2-40B4-BE49-F238E27FC236}">
                <a16:creationId xmlns:a16="http://schemas.microsoft.com/office/drawing/2014/main" id="{8E1A6930-6653-4D88-81DC-4336C1BEE11E}"/>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6596AABB-2163-4884-9313-E044A81AC1B0}"/>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方案</a:t>
            </a:r>
          </a:p>
        </p:txBody>
      </p:sp>
      <p:sp>
        <p:nvSpPr>
          <p:cNvPr id="68" name="">
            <a:extLst xmlns:a="http://schemas.openxmlformats.org/drawingml/2006/main">
              <a:ext uri="{FF2B5EF4-FFF2-40B4-BE49-F238E27FC236}">
                <a16:creationId xmlns:a16="http://schemas.microsoft.com/office/drawing/2014/main" id="{672D0953-E6B2-4EBA-ABA9-9064B357CE2F}"/>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F2433A62-6246-496A-89F6-8B23D6F690F2}"/>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算法</a:t>
            </a:r>
          </a:p>
        </p:txBody>
      </p:sp>
      <p:sp>
        <p:nvSpPr>
          <p:cNvPr id="70" name="">
            <a:extLst xmlns:a="http://schemas.openxmlformats.org/drawingml/2006/main">
              <a:ext uri="{FF2B5EF4-FFF2-40B4-BE49-F238E27FC236}">
                <a16:creationId xmlns:a16="http://schemas.microsoft.com/office/drawing/2014/main" id="{3C74EDA5-4834-4D44-B5BD-C3F372859BE9}"/>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28CFC7AE-9D10-4575-8D96-9026121F247B}"/>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系统</a:t>
            </a:r>
          </a:p>
        </p:txBody>
      </p:sp>
      <p:sp>
        <p:nvSpPr>
          <p:cNvPr id="72" name="">
            <a:extLst xmlns:a="http://schemas.openxmlformats.org/drawingml/2006/main">
              <a:ext uri="{FF2B5EF4-FFF2-40B4-BE49-F238E27FC236}">
                <a16:creationId xmlns:a16="http://schemas.microsoft.com/office/drawing/2014/main" id="{0EBD2582-3C9A-4701-95ED-48A6778F25B5}"/>
              </a:ext>
            </a:extLst>
          </p:cNvPr>
          <p:cNvSpPr>
            <a:spLocks xmlns:a="http://schemas.openxmlformats.org/drawingml/2006/main" noGrp="1"/>
          </p:cNvSpPr>
          <p:nvPr/>
        </p:nvSpPr>
        <p:spPr>
          <a:xfrm xmlns:a="http://schemas.openxmlformats.org/drawingml/2006/main">
            <a:off x="9982200" y="4895850"/>
            <a:ext cx="571500" cy="571500"/>
          </a:xfrm>
          <a:prstGeom xmlns:a="http://schemas.openxmlformats.org/drawingml/2006/main" prst="ellipse">
            <a:avLst/>
          </a:prstGeom>
          <a:gradFill xmlns:a="http://schemas.openxmlformats.org/drawingml/2006/main">
            <a:gsLst>
              <a:gs pos="0">
                <a:srgbClr val="9B8CFF">
                  <a:alpha val="30000"/>
                </a:srgbClr>
              </a:gs>
              <a:gs pos="45000">
                <a:srgbClr val="9B8CFF">
                  <a:alpha val="12000"/>
                </a:srgbClr>
              </a:gs>
              <a:gs pos="100000">
                <a:srgbClr val="9B8CFF">
                  <a:alpha val="0"/>
                </a:srgbClr>
              </a:gs>
            </a:gsLst>
            <a:path path="shape"/>
          </a:gra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2C0643CE-69AC-4854-B406-4B1DAED3635F}"/>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9B8CFF"/>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E0121542-72B8-4754-80AC-9731B572E785}"/>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验证</a:t>
            </a:r>
          </a:p>
        </p:txBody>
      </p:sp>
      <p:sp>
        <p:nvSpPr>
          <p:cNvPr id="75" name="">
            <a:extLst xmlns:a="http://schemas.openxmlformats.org/drawingml/2006/main">
              <a:ext uri="{FF2B5EF4-FFF2-40B4-BE49-F238E27FC236}">
                <a16:creationId xmlns:a16="http://schemas.microsoft.com/office/drawing/2014/main" id="{67CEF0AC-705A-4284-9520-91AC4FC22732}"/>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B56ECC9D-D66B-430E-B525-5947E828DD7C}"/>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价值</a:t>
            </a:r>
          </a:p>
        </p:txBody>
      </p:sp>
      <p:sp>
        <p:nvSpPr>
          <p:cNvPr id="77" name="">
            <a:extLst xmlns:a="http://schemas.openxmlformats.org/drawingml/2006/main">
              <a:ext uri="{FF2B5EF4-FFF2-40B4-BE49-F238E27FC236}">
                <a16:creationId xmlns:a16="http://schemas.microsoft.com/office/drawing/2014/main" id="{DEBF6A16-E6E7-4476-A48E-0387551EF250}"/>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05697028-D166-44DD-BAA9-BF2417AED7FE}"/>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9FC2E8"/>
                </a:solidFill>
                <a:latin typeface="微软雅黑"/>
                <a:ea typeface="微软雅黑"/>
                <a:cs typeface="微软雅黑"/>
              </a:defRPr>
            </a:pPr>
            <a:r>
              <a:rPr sz="938" b="0" spc="1">
                <a:solidFill>
                  <a:srgbClr val="9FC2E8"/>
                </a:solidFill>
                <a:latin typeface="微软雅黑"/>
                <a:ea typeface="微软雅黑"/>
                <a:cs typeface="微软雅黑"/>
              </a:rPr>
              <a:t>答辩结构 </a:t>
            </a:r>
            <a:r>
              <a:rPr sz="938" b="0" spc="1">
                <a:solidFill>
                  <a:srgbClr val="9FC2E8"/>
                </a:solidFill>
                <a:latin typeface="微软雅黑"/>
                <a:ea typeface="微软雅黑"/>
                <a:cs typeface="微软雅黑"/>
              </a:rPr>
              <a:t>· </a:t>
            </a:r>
            <a:r>
              <a:rPr sz="938" b="0" spc="1">
                <a:solidFill>
                  <a:srgbClr val="9FC2E8"/>
                </a:solidFill>
                <a:latin typeface="微软雅黑"/>
                <a:ea typeface="微软雅黑"/>
                <a:cs typeface="微软雅黑"/>
              </a:rPr>
              <a:t>六章推进</a:t>
            </a:r>
          </a:p>
        </p:txBody>
      </p:sp>
      <p:sp>
        <p:nvSpPr>
          <p:cNvPr id="79" name="">
            <a:extLst xmlns:a="http://schemas.openxmlformats.org/drawingml/2006/main">
              <a:ext uri="{FF2B5EF4-FFF2-40B4-BE49-F238E27FC236}">
                <a16:creationId xmlns:a16="http://schemas.microsoft.com/office/drawing/2014/main" id="{DF857D5B-15A8-4FD8-B7B6-B0CA6CC7CDA7}"/>
              </a:ext>
            </a:extLst>
          </p:cNvPr>
          <p:cNvSpPr>
            <a:spLocks xmlns:a="http://schemas.openxmlformats.org/drawingml/2006/main" noGrp="1"/>
          </p:cNvSpPr>
          <p:nvPr/>
        </p:nvSpPr>
        <p:spPr>
          <a:xfrm xmlns:a="http://schemas.openxmlformats.org/drawingml/2006/main">
            <a:off x="7067550" y="1257300"/>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4F1CC2FF-10FE-44F6-8A01-1D2C69C0B20D}"/>
              </a:ext>
            </a:extLst>
          </p:cNvPr>
          <p:cNvSpPr>
            <a:spLocks xmlns:a="http://schemas.openxmlformats.org/drawingml/2006/main" noGrp="1"/>
          </p:cNvSpPr>
          <p:nvPr/>
        </p:nvSpPr>
        <p:spPr>
          <a:xfrm xmlns:a="http://schemas.openxmlformats.org/drawingml/2006/main">
            <a:off x="7067550" y="125730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037D4676-E535-400F-9DFA-CE65FE75EC40}"/>
              </a:ext>
            </a:extLst>
          </p:cNvPr>
          <p:cNvSpPr>
            <a:spLocks xmlns:a="http://schemas.openxmlformats.org/drawingml/2006/main" noGrp="1"/>
          </p:cNvSpPr>
          <p:nvPr/>
        </p:nvSpPr>
        <p:spPr>
          <a:xfrm xmlns:a="http://schemas.openxmlformats.org/drawingml/2006/main">
            <a:off x="11125200" y="5538978"/>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4CF7845C-8F45-4223-9E00-94ABDBE303B5}"/>
              </a:ext>
            </a:extLst>
          </p:cNvPr>
          <p:cNvSpPr>
            <a:spLocks xmlns:a="http://schemas.openxmlformats.org/drawingml/2006/main" noGrp="1"/>
          </p:cNvSpPr>
          <p:nvPr/>
        </p:nvSpPr>
        <p:spPr>
          <a:xfrm xmlns:a="http://schemas.openxmlformats.org/drawingml/2006/main">
            <a:off x="11349228" y="531495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DC85CA05-1254-48A2-8C52-1FB5ABACF1E6}"/>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7A9CC4"/>
                </a:solidFill>
                <a:latin typeface="Bahnschrift SemiBold"/>
                <a:ea typeface="Bahnschrift SemiBold"/>
                <a:cs typeface="Bahnschrift SemiBold"/>
              </a:rPr>
              <a:t>SECTION </a:t>
            </a:r>
            <a:r>
              <a:rPr sz="975" b="1" spc="3">
                <a:solidFill>
                  <a:srgbClr val="F5C33B"/>
                </a:solidFill>
                <a:latin typeface="Bahnschrift SemiBold"/>
                <a:ea typeface="Bahnschrift SemiBold"/>
                <a:cs typeface="Bahnschrift SemiBold"/>
              </a:rPr>
              <a:t>05</a:t>
            </a:r>
            <a:r>
              <a:rPr sz="975" spc="3">
                <a:solidFill>
                  <a:srgbClr val="7A9CC4"/>
                </a:solidFill>
                <a:latin typeface="Bahnschrift SemiBold"/>
                <a:ea typeface="Bahnschrift SemiBold"/>
                <a:cs typeface="Bahnschrift SemiBold"/>
              </a:rPr>
              <a:t> / 06</a:t>
            </a:r>
          </a:p>
        </p:txBody>
      </p:sp>
      <p:sp>
        <p:nvSpPr>
          <p:cNvPr id="84" name="">
            <a:extLst xmlns:a="http://schemas.openxmlformats.org/drawingml/2006/main">
              <a:ext uri="{FF2B5EF4-FFF2-40B4-BE49-F238E27FC236}">
                <a16:creationId xmlns:a16="http://schemas.microsoft.com/office/drawing/2014/main" id="{E4C90783-E4E5-4ECE-A51D-37C787A777BB}"/>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9B8CFF"/>
              </a:gs>
              <a:gs pos="100000">
                <a:srgbClr val="9B8CFF">
                  <a:alpha val="0"/>
                </a:srgbClr>
              </a:gs>
            </a:gsLst>
            <a:lin ang="0"/>
          </a:gra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08DEF11E-143B-4E1E-B0E0-9922F44EA14A}"/>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测试验证</a:t>
            </a:r>
          </a:p>
        </p:txBody>
      </p:sp>
      <p:sp>
        <p:nvSpPr>
          <p:cNvPr id="86" name="">
            <a:extLst xmlns:a="http://schemas.openxmlformats.org/drawingml/2006/main">
              <a:ext uri="{FF2B5EF4-FFF2-40B4-BE49-F238E27FC236}">
                <a16:creationId xmlns:a16="http://schemas.microsoft.com/office/drawing/2014/main" id="{E82EF5FF-012B-423C-9BDC-1B3492AC19C3}"/>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9B8CFF"/>
                </a:solidFill>
                <a:latin typeface="Bahnschrift"/>
                <a:ea typeface="Bahnschrift"/>
                <a:cs typeface="Bahnschrift"/>
              </a:defRPr>
            </a:pPr>
            <a:r>
              <a:rPr sz="1013" b="0" spc="3">
                <a:solidFill>
                  <a:srgbClr val="9B8CFF"/>
                </a:solidFill>
                <a:latin typeface="Bahnschrift"/>
                <a:ea typeface="Bahnschrift"/>
                <a:cs typeface="Bahnschrift"/>
              </a:rPr>
              <a:t>VALIDATION · TESTING &amp; COMPARISON</a:t>
            </a:r>
          </a:p>
        </p:txBody>
      </p:sp>
      <p:sp>
        <p:nvSpPr>
          <p:cNvPr id="87" name="">
            <a:extLst xmlns:a="http://schemas.openxmlformats.org/drawingml/2006/main">
              <a:ext uri="{FF2B5EF4-FFF2-40B4-BE49-F238E27FC236}">
                <a16:creationId xmlns:a16="http://schemas.microsoft.com/office/drawing/2014/main" id="{F841D0FC-FCF0-4455-84A9-CB45BA1820E1}"/>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067F5696-C65D-4617-B06B-07145B84A531}"/>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五层测试：建库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构建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引擎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鉴权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业务，全部有可复现的验收动作</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纵向对比：引入系统前后的结论一致性、组卷题量与举证成本</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横向对比：传统 </a:t>
            </a:r>
            <a:r>
              <a:rPr sz="1163">
                <a:solidFill>
                  <a:srgbClr val="9FC2E8"/>
                </a:solidFill>
                <a:latin typeface="微软雅黑"/>
                <a:ea typeface="微软雅黑"/>
                <a:cs typeface="微软雅黑"/>
              </a:rPr>
              <a:t>LMS / </a:t>
            </a:r>
            <a:r>
              <a:rPr sz="1163">
                <a:solidFill>
                  <a:srgbClr val="9FC2E8"/>
                </a:solidFill>
                <a:latin typeface="微软雅黑"/>
                <a:ea typeface="微软雅黑"/>
                <a:cs typeface="微软雅黑"/>
              </a:rPr>
              <a:t>通用大模型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工业智训的能力矩阵</a:t>
            </a:r>
          </a:p>
        </p:txBody>
      </p:sp>
      <p:sp>
        <p:nvSpPr>
          <p:cNvPr id="89" name="">
            <a:extLst xmlns:a="http://schemas.openxmlformats.org/drawingml/2006/main">
              <a:ext uri="{FF2B5EF4-FFF2-40B4-BE49-F238E27FC236}">
                <a16:creationId xmlns:a16="http://schemas.microsoft.com/office/drawing/2014/main" id="{F1E9C603-6C47-4674-A0B8-A03906EF55CF}"/>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9B8CFF">
                <a:alpha val="50000"/>
              </a:srgbClr>
            </a:solidFill>
            <a:prstDash val="solid"/>
          </a:ln>
        </p:spPr>
      </p:sp>
      <p:sp>
        <p:nvSpPr>
          <p:cNvPr id="90" name="">
            <a:extLst xmlns:a="http://schemas.openxmlformats.org/drawingml/2006/main">
              <a:ext uri="{FF2B5EF4-FFF2-40B4-BE49-F238E27FC236}">
                <a16:creationId xmlns:a16="http://schemas.microsoft.com/office/drawing/2014/main" id="{D28719B7-CA76-4C9B-9AD9-41262169C6B6}"/>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C21C3775-57B3-4E99-A67B-1E418B115E1F}"/>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5</a:t>
            </a:r>
          </a:p>
        </p:txBody>
      </p:sp>
      <p:sp>
        <p:nvSpPr>
          <p:cNvPr id="92" name="">
            <a:extLst xmlns:a="http://schemas.openxmlformats.org/drawingml/2006/main">
              <a:ext uri="{FF2B5EF4-FFF2-40B4-BE49-F238E27FC236}">
                <a16:creationId xmlns:a16="http://schemas.microsoft.com/office/drawing/2014/main" id="{3D9CF25C-4EC1-4236-9D65-BCFBE1C680DE}"/>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层测试全部通过</a:t>
            </a:r>
          </a:p>
        </p:txBody>
      </p:sp>
      <p:sp>
        <p:nvSpPr>
          <p:cNvPr id="93" name="">
            <a:extLst xmlns:a="http://schemas.openxmlformats.org/drawingml/2006/main">
              <a:ext uri="{FF2B5EF4-FFF2-40B4-BE49-F238E27FC236}">
                <a16:creationId xmlns:a16="http://schemas.microsoft.com/office/drawing/2014/main" id="{BCE92E9D-D0D8-4F27-9DCA-7C76653D0259}"/>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9B8CFF">
                <a:alpha val="50000"/>
              </a:srgbClr>
            </a:solidFill>
            <a:prstDash val="solid"/>
          </a:ln>
        </p:spPr>
      </p:sp>
      <p:sp>
        <p:nvSpPr>
          <p:cNvPr id="94" name="">
            <a:extLst xmlns:a="http://schemas.openxmlformats.org/drawingml/2006/main">
              <a:ext uri="{FF2B5EF4-FFF2-40B4-BE49-F238E27FC236}">
                <a16:creationId xmlns:a16="http://schemas.microsoft.com/office/drawing/2014/main" id="{0909CE25-FAE5-47E1-8B75-2AAF23485034}"/>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9235D02D-8AB4-4A12-96D2-E5B1D6C497C8}"/>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200</a:t>
            </a:r>
          </a:p>
        </p:txBody>
      </p:sp>
      <p:sp>
        <p:nvSpPr>
          <p:cNvPr id="96" name="">
            <a:extLst xmlns:a="http://schemas.openxmlformats.org/drawingml/2006/main">
              <a:ext uri="{FF2B5EF4-FFF2-40B4-BE49-F238E27FC236}">
                <a16:creationId xmlns:a16="http://schemas.microsoft.com/office/drawing/2014/main" id="{91B7BDC4-5322-4E12-B169-42DCFC32AFF7}"/>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次重复执行完全一致</a:t>
            </a:r>
          </a:p>
        </p:txBody>
      </p:sp>
      <p:sp>
        <p:nvSpPr>
          <p:cNvPr id="97" name="">
            <a:extLst xmlns:a="http://schemas.openxmlformats.org/drawingml/2006/main">
              <a:ext uri="{FF2B5EF4-FFF2-40B4-BE49-F238E27FC236}">
                <a16:creationId xmlns:a16="http://schemas.microsoft.com/office/drawing/2014/main" id="{76AE173B-E409-4C70-B6B2-9DB5A2A4EF5E}"/>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9B8CFF">
                <a:alpha val="50000"/>
              </a:srgbClr>
            </a:solidFill>
            <a:prstDash val="solid"/>
          </a:ln>
        </p:spPr>
      </p:sp>
      <p:sp>
        <p:nvSpPr>
          <p:cNvPr id="98" name="">
            <a:extLst xmlns:a="http://schemas.openxmlformats.org/drawingml/2006/main">
              <a:ext uri="{FF2B5EF4-FFF2-40B4-BE49-F238E27FC236}">
                <a16:creationId xmlns:a16="http://schemas.microsoft.com/office/drawing/2014/main" id="{1DE30283-E613-4D95-8435-5466BB5ABA20}"/>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1C5E5B4B-17B8-4FAF-A2BC-C95F714F5270}"/>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403</a:t>
            </a:r>
          </a:p>
        </p:txBody>
      </p:sp>
      <p:sp>
        <p:nvSpPr>
          <p:cNvPr id="100" name="">
            <a:extLst xmlns:a="http://schemas.openxmlformats.org/drawingml/2006/main">
              <a:ext uri="{FF2B5EF4-FFF2-40B4-BE49-F238E27FC236}">
                <a16:creationId xmlns:a16="http://schemas.microsoft.com/office/drawing/2014/main" id="{C9BA4420-857C-41A3-931E-3426142C5E1E}"/>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非管理员调用被拒</a:t>
            </a:r>
          </a:p>
        </p:txBody>
      </p:sp>
      <p:sp>
        <p:nvSpPr>
          <p:cNvPr id="101" name="">
            <a:extLst xmlns:a="http://schemas.openxmlformats.org/drawingml/2006/main">
              <a:ext uri="{FF2B5EF4-FFF2-40B4-BE49-F238E27FC236}">
                <a16:creationId xmlns:a16="http://schemas.microsoft.com/office/drawing/2014/main" id="{D8B5F05A-7315-4696-B70D-7DCE7945AB5B}"/>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9B8CFF"/>
              </a:gs>
              <a:gs pos="100000">
                <a:srgbClr val="9B8CFF">
                  <a:alpha val="0"/>
                </a:srgbClr>
              </a:gs>
            </a:gsLst>
            <a:lin ang="0"/>
          </a:gra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22C9F8DD-8E39-4062-B811-8FB92D4887CB}"/>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9B8CFF">
              <a:alpha val="60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BD5B927E-8347-4E90-8004-CB091E2BE940}"/>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9B8CFF">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837F7956-FBE3-4177-B702-499A8ED88799}"/>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9B8CFF">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1887976308"/>
      </p:ext>
    </p:extLst>
  </p:cSld>
</p:sld>
</file>

<file path=ppt/slides/slide28.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1a81bae66eb34de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F1028EF-AB90-4F1F-AC99-A272C6D7C4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0C0E4AB3-AFE2-4B6B-B46E-7EF08D1E546C}"/>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9B8CFF">
                  <a:alpha val="15000"/>
                </a:srgbClr>
              </a:gs>
              <a:gs pos="45000">
                <a:srgbClr val="9B8CFF">
                  <a:alpha val="6000"/>
                </a:srgbClr>
              </a:gs>
              <a:gs pos="100000">
                <a:srgbClr val="9B8C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3A28A5CF-8608-4B86-9AFE-FF88ABA499E6}"/>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524A2CFF-ECB2-4D8A-BF62-5AEEA3596A39}"/>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pattFill xmlns:a="http://schemas.openxmlformats.org/drawingml/2006/main" prst="dotGrid">
            <a:fgClr>
              <a:srgbClr val="2A6BAE">
                <a:alpha val="50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BB6A6E48-455B-4440-B043-992112A5FBE9}"/>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noFill xmlns:a="http://schemas.openxmlformats.org/drawingml/2006/main"/>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E434A609-62B2-4B41-8A7A-A16527980D93}"/>
              </a:ext>
            </a:extLst>
          </p:cNvPr>
          <p:cNvSpPr>
            <a:spLocks xmlns:a="http://schemas.openxmlformats.org/drawingml/2006/main" noGrp="1"/>
          </p:cNvSpPr>
          <p:nvPr/>
        </p:nvSpPr>
        <p:spPr>
          <a:xfrm xmlns:a="http://schemas.openxmlformats.org/drawingml/2006/main">
            <a:off x="9601200" y="914400"/>
            <a:ext cx="590550" cy="28575"/>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FD4D70B5-2621-49D8-926E-AEACB16C2854}"/>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B5B7A0EF-0DBD-4757-9D0D-45BFACC4BA24}"/>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C3AED758-6D43-4C5F-8B31-A82542B1F9A1}"/>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A82C6C5B-31FC-4C50-8E6A-A1A7C3779F57}"/>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61545808-663F-4059-A91A-E01A647494D5}"/>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524DF411-A288-49C9-9454-F031D4C77715}"/>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DA39B0CF-ECEF-42F6-B109-64FB1F741A4C}"/>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DCB6DF03-6778-4B5F-8881-01A188185D04}"/>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43DF1454-41DD-4C03-B541-ABA9EBF3B349}"/>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E2D0E316-40A3-4469-A8B6-2719A96F24DD}"/>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1B91ED7A-DE8C-43D9-A3F0-97B669C843EF}"/>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CE1E5E59-4725-417E-AD4A-88C1A6EF8AF8}"/>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4767FAC5-8691-4528-8F8F-0E0CD45AF196}"/>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1" name="">
            <a:extLst xmlns:a="http://schemas.openxmlformats.org/drawingml/2006/main">
              <a:ext uri="{FF2B5EF4-FFF2-40B4-BE49-F238E27FC236}">
                <a16:creationId xmlns:a16="http://schemas.microsoft.com/office/drawing/2014/main" id="{071DDC22-D140-45FC-A733-722F1230631D}"/>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2" name="">
            <a:extLst xmlns:a="http://schemas.openxmlformats.org/drawingml/2006/main">
              <a:ext uri="{FF2B5EF4-FFF2-40B4-BE49-F238E27FC236}">
                <a16:creationId xmlns:a16="http://schemas.microsoft.com/office/drawing/2014/main" id="{B1714787-C40B-4218-8932-D72AC89FEE9E}"/>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52360CDD-BE57-4CE4-A820-60268C72916C}"/>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F3AD5BDF-DDFA-48B7-9BA8-0D2A8A7F263F}"/>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65EC702D-B4E7-4726-9098-8528E4C46A05}"/>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72A50C93-CAC7-48F2-8E5F-3DA79F256C14}"/>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DF09D48F-C320-49FC-821B-82E89DD1D167}"/>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984A596D-8652-487D-8815-DBFBA430A959}"/>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A6B8BCBC-9FFC-47E6-8828-0742FE5640F6}"/>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7B16C4A2-7DD5-420E-A5EE-B05830B80C5B}"/>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85E1937B-02FC-420C-9D21-39D293C5631E}"/>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4DFCA1CA-049C-44C7-98B7-32FFBA7E511D}"/>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1D046853-548C-43AE-A1B8-338D87FB6889}"/>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D2143F1F-1B04-4C7D-837C-1C3257C30B20}"/>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2295B6E3-D132-4B12-9351-17AEFA3C9C51}"/>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4AFEA518-5B00-46FF-BAB7-21B8F457BDFE}"/>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FA5D9B06-3E1B-4496-807F-BBF6E3BB4069}"/>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CAD7634A-F19E-4A91-8234-E312E2A395E2}"/>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6FAE605B-48DD-429A-B995-F3CE59BBC918}"/>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9B8CFF"/>
              </a:gs>
              <a:gs pos="100000">
                <a:srgbClr val="9B8CFF">
                  <a:alpha val="0"/>
                </a:srgbClr>
              </a:gs>
            </a:gsLst>
            <a:lin ang="540000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DE077AE8-3D4E-4626-9954-38181FD82A2F}"/>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9B8CFF">
                  <a:alpha val="45000"/>
                </a:srgbClr>
              </a:gs>
              <a:gs pos="100000">
                <a:srgbClr val="9B8CFF">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19B132B4-C7A6-4F74-BF08-5E20FF594E4B}"/>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2" name="">
            <a:extLst xmlns:a="http://schemas.openxmlformats.org/drawingml/2006/main">
              <a:ext uri="{FF2B5EF4-FFF2-40B4-BE49-F238E27FC236}">
                <a16:creationId xmlns:a16="http://schemas.microsoft.com/office/drawing/2014/main" id="{1AA2119D-7B5B-4D68-907E-0CF11161F6E1}"/>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9B8CFF"/>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C2E79A5E-C0D0-4BD1-8DE4-F865A10E4071}"/>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6FCCF928-DF8C-4B64-A7F9-DE0E78A0885F}"/>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9B8CFF">
                  <a:alpha val="26000"/>
                </a:srgbClr>
              </a:gs>
              <a:gs pos="45000">
                <a:srgbClr val="9B8CFF">
                  <a:alpha val="10000"/>
                </a:srgbClr>
              </a:gs>
              <a:gs pos="100000">
                <a:srgbClr val="9B8CFF">
                  <a:alpha val="0"/>
                </a:srgbClr>
              </a:gs>
            </a:gsLst>
            <a:path path="shape"/>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251B9EA5-906C-4B77-987D-4DE2B4D9A370}"/>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9B8CFF"/>
              </a:gs>
              <a:gs pos="100000">
                <a:srgbClr val="4E4680"/>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05</a:t>
            </a:r>
          </a:p>
        </p:txBody>
      </p:sp>
      <p:sp>
        <p:nvSpPr>
          <p:cNvPr id="46" name="">
            <a:extLst xmlns:a="http://schemas.openxmlformats.org/drawingml/2006/main">
              <a:ext uri="{FF2B5EF4-FFF2-40B4-BE49-F238E27FC236}">
                <a16:creationId xmlns:a16="http://schemas.microsoft.com/office/drawing/2014/main" id="{C491D9BE-8623-4C3B-8328-F7FCC053B04F}"/>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测试验证</a:t>
            </a:r>
          </a:p>
        </p:txBody>
      </p:sp>
      <p:sp>
        <p:nvSpPr>
          <p:cNvPr id="47" name="">
            <a:extLst xmlns:a="http://schemas.openxmlformats.org/drawingml/2006/main">
              <a:ext uri="{FF2B5EF4-FFF2-40B4-BE49-F238E27FC236}">
                <a16:creationId xmlns:a16="http://schemas.microsoft.com/office/drawing/2014/main" id="{012922E3-0C7F-4317-A852-3E02E6240D2E}"/>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9B8CFF"/>
              </a:gs>
              <a:gs pos="100000">
                <a:srgbClr val="9B8CFF">
                  <a:alpha val="2000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9B6216CB-0B53-4432-BF3D-94CFABF3CA25}"/>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五层测试与验收结果</a:t>
            </a:r>
          </a:p>
        </p:txBody>
      </p:sp>
      <p:sp>
        <p:nvSpPr>
          <p:cNvPr id="49" name="">
            <a:extLst xmlns:a="http://schemas.openxmlformats.org/drawingml/2006/main">
              <a:ext uri="{FF2B5EF4-FFF2-40B4-BE49-F238E27FC236}">
                <a16:creationId xmlns:a16="http://schemas.microsoft.com/office/drawing/2014/main" id="{A9A0388C-A039-4F96-B889-943C125C4170}"/>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9B8CFF"/>
              </a:gs>
              <a:gs pos="100000">
                <a:srgbClr val="9B8CFF">
                  <a:alpha val="0"/>
                </a:srgbClr>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11B72957-3D7D-45D2-AEE2-1DD6E594EF55}"/>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3401CD4C-C2EC-4684-9321-0F491805D57D}"/>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D9436849-B1DD-4A0E-8A86-4D93FEAF76E3}"/>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CDE7DA28-DD62-4B96-94C9-630498D680A2}"/>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4" name="">
            <a:extLst xmlns:a="http://schemas.openxmlformats.org/drawingml/2006/main">
              <a:ext uri="{FF2B5EF4-FFF2-40B4-BE49-F238E27FC236}">
                <a16:creationId xmlns:a16="http://schemas.microsoft.com/office/drawing/2014/main" id="{62DCC037-BA09-4ACB-8002-35AECC50A22C}"/>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5" name="">
            <a:extLst xmlns:a="http://schemas.openxmlformats.org/drawingml/2006/main">
              <a:ext uri="{FF2B5EF4-FFF2-40B4-BE49-F238E27FC236}">
                <a16:creationId xmlns:a16="http://schemas.microsoft.com/office/drawing/2014/main" id="{952CC99D-D734-4FBD-A358-E47AC651FAF0}"/>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19DB4144-9019-41BB-AEDF-FC33AC49AC66}"/>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7" name="">
            <a:extLst xmlns:a="http://schemas.openxmlformats.org/drawingml/2006/main">
              <a:ext uri="{FF2B5EF4-FFF2-40B4-BE49-F238E27FC236}">
                <a16:creationId xmlns:a16="http://schemas.microsoft.com/office/drawing/2014/main" id="{161FDFF6-E732-489B-BFE6-7B20F734D4E2}"/>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9B5FB279-8966-4796-AD6E-0CD48AF149A2}"/>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A75AEC0B-E0B5-45D4-AEF8-51A99C366F69}"/>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F5655265-B22D-44D2-9FAB-8966F7D73038}"/>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14DC676B-AE07-472A-A501-61C3A4D3A926}"/>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FCADC1E1-AA1B-448E-8BC9-F2715479E146}"/>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A5787056-BBE5-4BF1-9044-65DCD16FE4E7}"/>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测试不是「跑通截图」，而是每一层都有明确的通过判据与可复现的验收动作。</a:t>
            </a:r>
          </a:p>
        </p:txBody>
      </p:sp>
      <p:sp>
        <p:nvSpPr>
          <p:cNvPr id="64" name="">
            <a:extLst xmlns:a="http://schemas.openxmlformats.org/drawingml/2006/main">
              <a:ext uri="{FF2B5EF4-FFF2-40B4-BE49-F238E27FC236}">
                <a16:creationId xmlns:a16="http://schemas.microsoft.com/office/drawing/2014/main" id="{446998DD-D364-4BA3-B45B-A8C7CA17547E}"/>
              </a:ext>
            </a:extLst>
          </p:cNvPr>
          <p:cNvSpPr>
            <a:spLocks xmlns:a="http://schemas.openxmlformats.org/drawingml/2006/main" noGrp="1"/>
          </p:cNvSpPr>
          <p:nvPr/>
        </p:nvSpPr>
        <p:spPr>
          <a:xfrm xmlns:a="http://schemas.openxmlformats.org/drawingml/2006/main">
            <a:off x="285750" y="1333500"/>
            <a:ext cx="11620500" cy="895350"/>
          </a:xfrm>
          <a:prstGeom xmlns:a="http://schemas.openxmlformats.org/drawingml/2006/main" prst="roundRect">
            <a:avLst>
              <a:gd name="adj" fmla="val 9574"/>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65" name="">
            <a:extLst xmlns:a="http://schemas.openxmlformats.org/drawingml/2006/main">
              <a:ext uri="{FF2B5EF4-FFF2-40B4-BE49-F238E27FC236}">
                <a16:creationId xmlns:a16="http://schemas.microsoft.com/office/drawing/2014/main" id="{90170BBA-3662-4B61-BAD4-F8A01B34F9F3}"/>
              </a:ext>
            </a:extLst>
          </p:cNvPr>
          <p:cNvSpPr>
            <a:spLocks xmlns:a="http://schemas.openxmlformats.org/drawingml/2006/main" noGrp="1"/>
          </p:cNvSpPr>
          <p:nvPr/>
        </p:nvSpPr>
        <p:spPr>
          <a:xfrm xmlns:a="http://schemas.openxmlformats.org/drawingml/2006/main">
            <a:off x="285750" y="1333500"/>
            <a:ext cx="47625" cy="8953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029A6324-29DC-4A9B-8CC1-E159FB0F7D5A}"/>
              </a:ext>
            </a:extLst>
          </p:cNvPr>
          <p:cNvSpPr>
            <a:spLocks xmlns:a="http://schemas.openxmlformats.org/drawingml/2006/main" noGrp="1"/>
          </p:cNvSpPr>
          <p:nvPr/>
        </p:nvSpPr>
        <p:spPr>
          <a:xfrm xmlns:a="http://schemas.openxmlformats.org/drawingml/2006/main">
            <a:off x="476250" y="1619250"/>
            <a:ext cx="1428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第一层 </a:t>
            </a:r>
            <a:r>
              <a:rPr sz="1125" b="1">
                <a:solidFill>
                  <a:srgbClr val="31C7F0"/>
                </a:solidFill>
                <a:latin typeface="微软雅黑"/>
                <a:ea typeface="微软雅黑"/>
                <a:cs typeface="微软雅黑"/>
              </a:rPr>
              <a:t>· </a:t>
            </a:r>
            <a:r>
              <a:rPr sz="1125" b="1">
                <a:solidFill>
                  <a:srgbClr val="31C7F0"/>
                </a:solidFill>
                <a:latin typeface="微软雅黑"/>
                <a:ea typeface="微软雅黑"/>
                <a:cs typeface="微软雅黑"/>
              </a:rPr>
              <a:t>建库</a:t>
            </a:r>
          </a:p>
        </p:txBody>
      </p:sp>
      <p:sp>
        <p:nvSpPr>
          <p:cNvPr id="67" name="">
            <a:extLst xmlns:a="http://schemas.openxmlformats.org/drawingml/2006/main">
              <a:ext uri="{FF2B5EF4-FFF2-40B4-BE49-F238E27FC236}">
                <a16:creationId xmlns:a16="http://schemas.microsoft.com/office/drawing/2014/main" id="{696C231E-75F3-4097-9844-F2D3DF7273E1}"/>
              </a:ext>
            </a:extLst>
          </p:cNvPr>
          <p:cNvSpPr>
            <a:spLocks xmlns:a="http://schemas.openxmlformats.org/drawingml/2006/main" noGrp="1"/>
          </p:cNvSpPr>
          <p:nvPr/>
        </p:nvSpPr>
        <p:spPr>
          <a:xfrm xmlns:a="http://schemas.openxmlformats.org/drawingml/2006/main">
            <a:off x="2038350" y="148590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11 </a:t>
            </a:r>
            <a:r>
              <a:rPr sz="938" b="0">
                <a:solidFill>
                  <a:srgbClr val="D6E6F7"/>
                </a:solidFill>
                <a:latin typeface="微软雅黑"/>
                <a:ea typeface="微软雅黑"/>
                <a:cs typeface="微软雅黑"/>
              </a:rPr>
              <a:t>个脚本按序对空库一次到位，</a:t>
            </a:r>
            <a:r>
              <a:rPr sz="938" b="0">
                <a:solidFill>
                  <a:srgbClr val="D6E6F7"/>
                </a:solidFill>
                <a:latin typeface="微软雅黑"/>
                <a:ea typeface="微软雅黑"/>
                <a:cs typeface="微软雅黑"/>
              </a:rPr>
              <a:t>docker logs </a:t>
            </a:r>
            <a:r>
              <a:rPr sz="938" b="0">
                <a:solidFill>
                  <a:srgbClr val="D6E6F7"/>
                </a:solidFill>
                <a:latin typeface="微软雅黑"/>
                <a:ea typeface="微软雅黑"/>
                <a:cs typeface="微软雅黑"/>
              </a:rPr>
              <a:t>无 </a:t>
            </a:r>
            <a:r>
              <a:rPr sz="938" b="0">
                <a:solidFill>
                  <a:srgbClr val="D6E6F7"/>
                </a:solidFill>
                <a:latin typeface="微软雅黑"/>
                <a:ea typeface="微软雅黑"/>
                <a:cs typeface="微软雅黑"/>
              </a:rPr>
              <a:t>ERROR</a:t>
            </a:r>
          </a:p>
        </p:txBody>
      </p:sp>
      <p:sp>
        <p:nvSpPr>
          <p:cNvPr id="68" name="">
            <a:extLst xmlns:a="http://schemas.openxmlformats.org/drawingml/2006/main">
              <a:ext uri="{FF2B5EF4-FFF2-40B4-BE49-F238E27FC236}">
                <a16:creationId xmlns:a16="http://schemas.microsoft.com/office/drawing/2014/main" id="{1CFA1099-6421-4C61-BC12-50E59CA826B1}"/>
              </a:ext>
            </a:extLst>
          </p:cNvPr>
          <p:cNvSpPr>
            <a:spLocks xmlns:a="http://schemas.openxmlformats.org/drawingml/2006/main" noGrp="1"/>
          </p:cNvSpPr>
          <p:nvPr/>
        </p:nvSpPr>
        <p:spPr>
          <a:xfrm xmlns:a="http://schemas.openxmlformats.org/drawingml/2006/main">
            <a:off x="2038350" y="177165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表数与脚本定义一致</a:t>
            </a:r>
          </a:p>
        </p:txBody>
      </p:sp>
      <p:sp>
        <p:nvSpPr>
          <p:cNvPr id="69" name="">
            <a:extLst xmlns:a="http://schemas.openxmlformats.org/drawingml/2006/main">
              <a:ext uri="{FF2B5EF4-FFF2-40B4-BE49-F238E27FC236}">
                <a16:creationId xmlns:a16="http://schemas.microsoft.com/office/drawing/2014/main" id="{E92873B6-5365-4C5A-AA65-4976A2537D59}"/>
              </a:ext>
            </a:extLst>
          </p:cNvPr>
          <p:cNvSpPr>
            <a:spLocks xmlns:a="http://schemas.openxmlformats.org/drawingml/2006/main" noGrp="1"/>
          </p:cNvSpPr>
          <p:nvPr/>
        </p:nvSpPr>
        <p:spPr>
          <a:xfrm xmlns:a="http://schemas.openxmlformats.org/drawingml/2006/main">
            <a:off x="7048500" y="1543050"/>
            <a:ext cx="1428750" cy="476250"/>
          </a:xfrm>
          <a:prstGeom xmlns:a="http://schemas.openxmlformats.org/drawingml/2006/main" prst="roundRect">
            <a:avLst>
              <a:gd name="adj" fmla="val 1200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73D68"/>
            </a:solidFill>
            <a:prstDash val="solid"/>
          </a:ln>
        </p:spPr>
      </p:sp>
      <p:sp>
        <p:nvSpPr>
          <p:cNvPr id="70" name="">
            <a:extLst xmlns:a="http://schemas.openxmlformats.org/drawingml/2006/main">
              <a:ext uri="{FF2B5EF4-FFF2-40B4-BE49-F238E27FC236}">
                <a16:creationId xmlns:a16="http://schemas.microsoft.com/office/drawing/2014/main" id="{C326737B-F26E-4628-8316-CCFB126FD0D5}"/>
              </a:ext>
            </a:extLst>
          </p:cNvPr>
          <p:cNvSpPr>
            <a:spLocks xmlns:a="http://schemas.openxmlformats.org/drawingml/2006/main" noGrp="1"/>
          </p:cNvSpPr>
          <p:nvPr/>
        </p:nvSpPr>
        <p:spPr>
          <a:xfrm xmlns:a="http://schemas.openxmlformats.org/drawingml/2006/main">
            <a:off x="7048500" y="1543050"/>
            <a:ext cx="142875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FD08A"/>
                </a:solidFill>
                <a:latin typeface="微软雅黑"/>
                <a:ea typeface="微软雅黑"/>
                <a:cs typeface="微软雅黑"/>
              </a:defRPr>
            </a:pPr>
            <a:r>
              <a:rPr sz="1200" b="1">
                <a:solidFill>
                  <a:srgbClr val="3FD08A"/>
                </a:solidFill>
                <a:latin typeface="微软雅黑"/>
                <a:ea typeface="微软雅黑"/>
                <a:cs typeface="微软雅黑"/>
              </a:rPr>
              <a:t>通过</a:t>
            </a:r>
          </a:p>
        </p:txBody>
      </p:sp>
      <p:sp>
        <p:nvSpPr>
          <p:cNvPr id="71" name="">
            <a:extLst xmlns:a="http://schemas.openxmlformats.org/drawingml/2006/main">
              <a:ext uri="{FF2B5EF4-FFF2-40B4-BE49-F238E27FC236}">
                <a16:creationId xmlns:a16="http://schemas.microsoft.com/office/drawing/2014/main" id="{A3A0A32A-EA62-4815-8B70-052E6BDB32D9}"/>
              </a:ext>
            </a:extLst>
          </p:cNvPr>
          <p:cNvSpPr>
            <a:spLocks xmlns:a="http://schemas.openxmlformats.org/drawingml/2006/main" noGrp="1"/>
          </p:cNvSpPr>
          <p:nvPr/>
        </p:nvSpPr>
        <p:spPr>
          <a:xfrm xmlns:a="http://schemas.openxmlformats.org/drawingml/2006/main">
            <a:off x="285750" y="2343150"/>
            <a:ext cx="11620500" cy="895350"/>
          </a:xfrm>
          <a:prstGeom xmlns:a="http://schemas.openxmlformats.org/drawingml/2006/main" prst="roundRect">
            <a:avLst>
              <a:gd name="adj" fmla="val 9574"/>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72" name="">
            <a:extLst xmlns:a="http://schemas.openxmlformats.org/drawingml/2006/main">
              <a:ext uri="{FF2B5EF4-FFF2-40B4-BE49-F238E27FC236}">
                <a16:creationId xmlns:a16="http://schemas.microsoft.com/office/drawing/2014/main" id="{D794C391-BCFE-460F-AEFC-D37E3A838A61}"/>
              </a:ext>
            </a:extLst>
          </p:cNvPr>
          <p:cNvSpPr>
            <a:spLocks xmlns:a="http://schemas.openxmlformats.org/drawingml/2006/main" noGrp="1"/>
          </p:cNvSpPr>
          <p:nvPr/>
        </p:nvSpPr>
        <p:spPr>
          <a:xfrm xmlns:a="http://schemas.openxmlformats.org/drawingml/2006/main">
            <a:off x="285750" y="2343150"/>
            <a:ext cx="47625" cy="89535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61178D48-DE9C-4A17-ADD9-1E2FE6273DE8}"/>
              </a:ext>
            </a:extLst>
          </p:cNvPr>
          <p:cNvSpPr>
            <a:spLocks xmlns:a="http://schemas.openxmlformats.org/drawingml/2006/main" noGrp="1"/>
          </p:cNvSpPr>
          <p:nvPr/>
        </p:nvSpPr>
        <p:spPr>
          <a:xfrm xmlns:a="http://schemas.openxmlformats.org/drawingml/2006/main">
            <a:off x="476250" y="2628900"/>
            <a:ext cx="1428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2E86E8"/>
                </a:solidFill>
                <a:latin typeface="微软雅黑"/>
                <a:ea typeface="微软雅黑"/>
                <a:cs typeface="微软雅黑"/>
              </a:defRPr>
            </a:pPr>
            <a:r>
              <a:rPr sz="1125" b="1">
                <a:solidFill>
                  <a:srgbClr val="2E86E8"/>
                </a:solidFill>
                <a:latin typeface="微软雅黑"/>
                <a:ea typeface="微软雅黑"/>
                <a:cs typeface="微软雅黑"/>
              </a:rPr>
              <a:t>第二层 </a:t>
            </a:r>
            <a:r>
              <a:rPr sz="1125" b="1">
                <a:solidFill>
                  <a:srgbClr val="2E86E8"/>
                </a:solidFill>
                <a:latin typeface="微软雅黑"/>
                <a:ea typeface="微软雅黑"/>
                <a:cs typeface="微软雅黑"/>
              </a:rPr>
              <a:t>· </a:t>
            </a:r>
            <a:r>
              <a:rPr sz="1125" b="1">
                <a:solidFill>
                  <a:srgbClr val="2E86E8"/>
                </a:solidFill>
                <a:latin typeface="微软雅黑"/>
                <a:ea typeface="微软雅黑"/>
                <a:cs typeface="微软雅黑"/>
              </a:rPr>
              <a:t>构建</a:t>
            </a:r>
          </a:p>
        </p:txBody>
      </p:sp>
      <p:sp>
        <p:nvSpPr>
          <p:cNvPr id="74" name="">
            <a:extLst xmlns:a="http://schemas.openxmlformats.org/drawingml/2006/main">
              <a:ext uri="{FF2B5EF4-FFF2-40B4-BE49-F238E27FC236}">
                <a16:creationId xmlns:a16="http://schemas.microsoft.com/office/drawing/2014/main" id="{82440BBB-2E3F-4627-B0A0-1F5CECD76224}"/>
              </a:ext>
            </a:extLst>
          </p:cNvPr>
          <p:cNvSpPr>
            <a:spLocks xmlns:a="http://schemas.openxmlformats.org/drawingml/2006/main" noGrp="1"/>
          </p:cNvSpPr>
          <p:nvPr/>
        </p:nvSpPr>
        <p:spPr>
          <a:xfrm xmlns:a="http://schemas.openxmlformats.org/drawingml/2006/main">
            <a:off x="2038350" y="249555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后端 </a:t>
            </a:r>
            <a:r>
              <a:rPr sz="938" b="0">
                <a:solidFill>
                  <a:srgbClr val="D6E6F7"/>
                </a:solidFill>
                <a:latin typeface="微软雅黑"/>
                <a:ea typeface="微软雅黑"/>
                <a:cs typeface="微软雅黑"/>
              </a:rPr>
              <a:t>mvn -DskipTests package </a:t>
            </a:r>
            <a:r>
              <a:rPr sz="938" b="0">
                <a:solidFill>
                  <a:srgbClr val="D6E6F7"/>
                </a:solidFill>
                <a:latin typeface="微软雅黑"/>
                <a:ea typeface="微软雅黑"/>
                <a:cs typeface="微软雅黑"/>
              </a:rPr>
              <a:t>通过；</a:t>
            </a:r>
            <a:r>
              <a:rPr sz="938" b="0">
                <a:solidFill>
                  <a:srgbClr val="D6E6F7"/>
                </a:solidFill>
                <a:latin typeface="微软雅黑"/>
                <a:ea typeface="微软雅黑"/>
                <a:cs typeface="微软雅黑"/>
              </a:rPr>
              <a:t>Swagger </a:t>
            </a:r>
            <a:r>
              <a:rPr sz="938" b="0">
                <a:solidFill>
                  <a:srgbClr val="D6E6F7"/>
                </a:solidFill>
                <a:latin typeface="微软雅黑"/>
                <a:ea typeface="微软雅黑"/>
                <a:cs typeface="微软雅黑"/>
              </a:rPr>
              <a:t>可打开</a:t>
            </a:r>
          </a:p>
        </p:txBody>
      </p:sp>
      <p:sp>
        <p:nvSpPr>
          <p:cNvPr id="75" name="">
            <a:extLst xmlns:a="http://schemas.openxmlformats.org/drawingml/2006/main">
              <a:ext uri="{FF2B5EF4-FFF2-40B4-BE49-F238E27FC236}">
                <a16:creationId xmlns:a16="http://schemas.microsoft.com/office/drawing/2014/main" id="{CB00CF43-D073-4B63-B55A-FA3F732D8082}"/>
              </a:ext>
            </a:extLst>
          </p:cNvPr>
          <p:cNvSpPr>
            <a:spLocks xmlns:a="http://schemas.openxmlformats.org/drawingml/2006/main" noGrp="1"/>
          </p:cNvSpPr>
          <p:nvPr/>
        </p:nvSpPr>
        <p:spPr>
          <a:xfrm xmlns:a="http://schemas.openxmlformats.org/drawingml/2006/main">
            <a:off x="2038350" y="278130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在线接口 </a:t>
            </a:r>
            <a:r>
              <a:rPr sz="863" b="0">
                <a:solidFill>
                  <a:srgbClr val="9FC2E8"/>
                </a:solidFill>
                <a:latin typeface="微软雅黑"/>
                <a:ea typeface="微软雅黑"/>
                <a:cs typeface="微软雅黑"/>
              </a:rPr>
              <a:t>75 </a:t>
            </a:r>
            <a:r>
              <a:rPr sz="863" b="0">
                <a:solidFill>
                  <a:srgbClr val="9FC2E8"/>
                </a:solidFill>
                <a:latin typeface="微软雅黑"/>
                <a:ea typeface="微软雅黑"/>
                <a:cs typeface="微软雅黑"/>
              </a:rPr>
              <a:t>个可见</a:t>
            </a:r>
          </a:p>
        </p:txBody>
      </p:sp>
      <p:sp>
        <p:nvSpPr>
          <p:cNvPr id="76" name="">
            <a:extLst xmlns:a="http://schemas.openxmlformats.org/drawingml/2006/main">
              <a:ext uri="{FF2B5EF4-FFF2-40B4-BE49-F238E27FC236}">
                <a16:creationId xmlns:a16="http://schemas.microsoft.com/office/drawing/2014/main" id="{C1502F2D-07F3-47A6-8ED1-FECD292D2545}"/>
              </a:ext>
            </a:extLst>
          </p:cNvPr>
          <p:cNvSpPr>
            <a:spLocks xmlns:a="http://schemas.openxmlformats.org/drawingml/2006/main" noGrp="1"/>
          </p:cNvSpPr>
          <p:nvPr/>
        </p:nvSpPr>
        <p:spPr>
          <a:xfrm xmlns:a="http://schemas.openxmlformats.org/drawingml/2006/main">
            <a:off x="7048500" y="2552700"/>
            <a:ext cx="1428750" cy="476250"/>
          </a:xfrm>
          <a:prstGeom xmlns:a="http://schemas.openxmlformats.org/drawingml/2006/main" prst="roundRect">
            <a:avLst>
              <a:gd name="adj" fmla="val 1200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73D68"/>
            </a:solidFill>
            <a:prstDash val="solid"/>
          </a:ln>
        </p:spPr>
      </p:sp>
      <p:sp>
        <p:nvSpPr>
          <p:cNvPr id="77" name="">
            <a:extLst xmlns:a="http://schemas.openxmlformats.org/drawingml/2006/main">
              <a:ext uri="{FF2B5EF4-FFF2-40B4-BE49-F238E27FC236}">
                <a16:creationId xmlns:a16="http://schemas.microsoft.com/office/drawing/2014/main" id="{CD1F664E-5903-4438-92B7-ECF034186422}"/>
              </a:ext>
            </a:extLst>
          </p:cNvPr>
          <p:cNvSpPr>
            <a:spLocks xmlns:a="http://schemas.openxmlformats.org/drawingml/2006/main" noGrp="1"/>
          </p:cNvSpPr>
          <p:nvPr/>
        </p:nvSpPr>
        <p:spPr>
          <a:xfrm xmlns:a="http://schemas.openxmlformats.org/drawingml/2006/main">
            <a:off x="7048500" y="2552700"/>
            <a:ext cx="142875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FD08A"/>
                </a:solidFill>
                <a:latin typeface="微软雅黑"/>
                <a:ea typeface="微软雅黑"/>
                <a:cs typeface="微软雅黑"/>
              </a:defRPr>
            </a:pPr>
            <a:r>
              <a:rPr sz="1200" b="1">
                <a:solidFill>
                  <a:srgbClr val="3FD08A"/>
                </a:solidFill>
                <a:latin typeface="微软雅黑"/>
                <a:ea typeface="微软雅黑"/>
                <a:cs typeface="微软雅黑"/>
              </a:rPr>
              <a:t>通过</a:t>
            </a:r>
          </a:p>
        </p:txBody>
      </p:sp>
      <p:sp>
        <p:nvSpPr>
          <p:cNvPr id="78" name="">
            <a:extLst xmlns:a="http://schemas.openxmlformats.org/drawingml/2006/main">
              <a:ext uri="{FF2B5EF4-FFF2-40B4-BE49-F238E27FC236}">
                <a16:creationId xmlns:a16="http://schemas.microsoft.com/office/drawing/2014/main" id="{FCEF3440-27D6-4FC3-8856-4BA8BC244DC5}"/>
              </a:ext>
            </a:extLst>
          </p:cNvPr>
          <p:cNvSpPr>
            <a:spLocks xmlns:a="http://schemas.openxmlformats.org/drawingml/2006/main" noGrp="1"/>
          </p:cNvSpPr>
          <p:nvPr/>
        </p:nvSpPr>
        <p:spPr>
          <a:xfrm xmlns:a="http://schemas.openxmlformats.org/drawingml/2006/main">
            <a:off x="285750" y="3352800"/>
            <a:ext cx="11620500" cy="895350"/>
          </a:xfrm>
          <a:prstGeom xmlns:a="http://schemas.openxmlformats.org/drawingml/2006/main" prst="roundRect">
            <a:avLst>
              <a:gd name="adj" fmla="val 9574"/>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79" name="">
            <a:extLst xmlns:a="http://schemas.openxmlformats.org/drawingml/2006/main">
              <a:ext uri="{FF2B5EF4-FFF2-40B4-BE49-F238E27FC236}">
                <a16:creationId xmlns:a16="http://schemas.microsoft.com/office/drawing/2014/main" id="{80DEF4D7-175F-49C4-B177-B9DA3F525733}"/>
              </a:ext>
            </a:extLst>
          </p:cNvPr>
          <p:cNvSpPr>
            <a:spLocks xmlns:a="http://schemas.openxmlformats.org/drawingml/2006/main" noGrp="1"/>
          </p:cNvSpPr>
          <p:nvPr/>
        </p:nvSpPr>
        <p:spPr>
          <a:xfrm xmlns:a="http://schemas.openxmlformats.org/drawingml/2006/main">
            <a:off x="285750" y="3352800"/>
            <a:ext cx="47625" cy="8953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E2EC9414-6ABD-4021-9898-2DB1ED8925DA}"/>
              </a:ext>
            </a:extLst>
          </p:cNvPr>
          <p:cNvSpPr>
            <a:spLocks xmlns:a="http://schemas.openxmlformats.org/drawingml/2006/main" noGrp="1"/>
          </p:cNvSpPr>
          <p:nvPr/>
        </p:nvSpPr>
        <p:spPr>
          <a:xfrm xmlns:a="http://schemas.openxmlformats.org/drawingml/2006/main">
            <a:off x="476250" y="3638550"/>
            <a:ext cx="1428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第三层 </a:t>
            </a:r>
            <a:r>
              <a:rPr sz="1125" b="1">
                <a:solidFill>
                  <a:srgbClr val="F5C33B"/>
                </a:solidFill>
                <a:latin typeface="微软雅黑"/>
                <a:ea typeface="微软雅黑"/>
                <a:cs typeface="微软雅黑"/>
              </a:rPr>
              <a:t>· </a:t>
            </a:r>
            <a:r>
              <a:rPr sz="1125" b="1">
                <a:solidFill>
                  <a:srgbClr val="F5C33B"/>
                </a:solidFill>
                <a:latin typeface="微软雅黑"/>
                <a:ea typeface="微软雅黑"/>
                <a:cs typeface="微软雅黑"/>
              </a:rPr>
              <a:t>引擎</a:t>
            </a:r>
          </a:p>
        </p:txBody>
      </p:sp>
      <p:sp>
        <p:nvSpPr>
          <p:cNvPr id="81" name="">
            <a:extLst xmlns:a="http://schemas.openxmlformats.org/drawingml/2006/main">
              <a:ext uri="{FF2B5EF4-FFF2-40B4-BE49-F238E27FC236}">
                <a16:creationId xmlns:a16="http://schemas.microsoft.com/office/drawing/2014/main" id="{F379AAC7-38EE-4E8F-BDEB-C12B1FF4A98E}"/>
              </a:ext>
            </a:extLst>
          </p:cNvPr>
          <p:cNvSpPr>
            <a:spLocks xmlns:a="http://schemas.openxmlformats.org/drawingml/2006/main" noGrp="1"/>
          </p:cNvSpPr>
          <p:nvPr/>
        </p:nvSpPr>
        <p:spPr>
          <a:xfrm xmlns:a="http://schemas.openxmlformats.org/drawingml/2006/main">
            <a:off x="2038350" y="350520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11 </a:t>
            </a:r>
            <a:r>
              <a:rPr sz="938" b="0">
                <a:solidFill>
                  <a:srgbClr val="D6E6F7"/>
                </a:solidFill>
                <a:latin typeface="微软雅黑"/>
                <a:ea typeface="微软雅黑"/>
                <a:cs typeface="微软雅黑"/>
              </a:rPr>
              <a:t>项规则场景测试全部通过</a:t>
            </a:r>
          </a:p>
        </p:txBody>
      </p:sp>
      <p:sp>
        <p:nvSpPr>
          <p:cNvPr id="82" name="">
            <a:extLst xmlns:a="http://schemas.openxmlformats.org/drawingml/2006/main">
              <a:ext uri="{FF2B5EF4-FFF2-40B4-BE49-F238E27FC236}">
                <a16:creationId xmlns:a16="http://schemas.microsoft.com/office/drawing/2014/main" id="{C6376542-FDB7-4E28-AAF2-7ECDF04180CC}"/>
              </a:ext>
            </a:extLst>
          </p:cNvPr>
          <p:cNvSpPr>
            <a:spLocks xmlns:a="http://schemas.openxmlformats.org/drawingml/2006/main" noGrp="1"/>
          </p:cNvSpPr>
          <p:nvPr/>
        </p:nvSpPr>
        <p:spPr>
          <a:xfrm xmlns:a="http://schemas.openxmlformats.org/drawingml/2006/main">
            <a:off x="2038350" y="379095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覆盖启停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优先级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分组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引用事实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兜底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脏数据</a:t>
            </a:r>
          </a:p>
        </p:txBody>
      </p:sp>
      <p:sp>
        <p:nvSpPr>
          <p:cNvPr id="83" name="">
            <a:extLst xmlns:a="http://schemas.openxmlformats.org/drawingml/2006/main">
              <a:ext uri="{FF2B5EF4-FFF2-40B4-BE49-F238E27FC236}">
                <a16:creationId xmlns:a16="http://schemas.microsoft.com/office/drawing/2014/main" id="{92B39F2C-64DC-4580-96DD-BB1D953E66AE}"/>
              </a:ext>
            </a:extLst>
          </p:cNvPr>
          <p:cNvSpPr>
            <a:spLocks xmlns:a="http://schemas.openxmlformats.org/drawingml/2006/main" noGrp="1"/>
          </p:cNvSpPr>
          <p:nvPr/>
        </p:nvSpPr>
        <p:spPr>
          <a:xfrm xmlns:a="http://schemas.openxmlformats.org/drawingml/2006/main">
            <a:off x="7048500" y="3562350"/>
            <a:ext cx="1428750" cy="476250"/>
          </a:xfrm>
          <a:prstGeom xmlns:a="http://schemas.openxmlformats.org/drawingml/2006/main" prst="roundRect">
            <a:avLst>
              <a:gd name="adj" fmla="val 1200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73D68"/>
            </a:solidFill>
            <a:prstDash val="solid"/>
          </a:ln>
        </p:spPr>
      </p:sp>
      <p:sp>
        <p:nvSpPr>
          <p:cNvPr id="84" name="">
            <a:extLst xmlns:a="http://schemas.openxmlformats.org/drawingml/2006/main">
              <a:ext uri="{FF2B5EF4-FFF2-40B4-BE49-F238E27FC236}">
                <a16:creationId xmlns:a16="http://schemas.microsoft.com/office/drawing/2014/main" id="{87FE5401-9362-4D06-A027-9AB5D725E2BA}"/>
              </a:ext>
            </a:extLst>
          </p:cNvPr>
          <p:cNvSpPr>
            <a:spLocks xmlns:a="http://schemas.openxmlformats.org/drawingml/2006/main" noGrp="1"/>
          </p:cNvSpPr>
          <p:nvPr/>
        </p:nvSpPr>
        <p:spPr>
          <a:xfrm xmlns:a="http://schemas.openxmlformats.org/drawingml/2006/main">
            <a:off x="7048500" y="3562350"/>
            <a:ext cx="142875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FD08A"/>
                </a:solidFill>
                <a:latin typeface="微软雅黑"/>
                <a:ea typeface="微软雅黑"/>
                <a:cs typeface="微软雅黑"/>
              </a:defRPr>
            </a:pPr>
            <a:r>
              <a:rPr sz="1200" b="1">
                <a:solidFill>
                  <a:srgbClr val="3FD08A"/>
                </a:solidFill>
                <a:latin typeface="微软雅黑"/>
                <a:ea typeface="微软雅黑"/>
                <a:cs typeface="微软雅黑"/>
              </a:rPr>
              <a:t>通过</a:t>
            </a:r>
          </a:p>
        </p:txBody>
      </p:sp>
      <p:sp>
        <p:nvSpPr>
          <p:cNvPr id="85" name="">
            <a:extLst xmlns:a="http://schemas.openxmlformats.org/drawingml/2006/main">
              <a:ext uri="{FF2B5EF4-FFF2-40B4-BE49-F238E27FC236}">
                <a16:creationId xmlns:a16="http://schemas.microsoft.com/office/drawing/2014/main" id="{008F7A0A-5746-4218-99D5-BF9788BFB5D4}"/>
              </a:ext>
            </a:extLst>
          </p:cNvPr>
          <p:cNvSpPr>
            <a:spLocks xmlns:a="http://schemas.openxmlformats.org/drawingml/2006/main" noGrp="1"/>
          </p:cNvSpPr>
          <p:nvPr/>
        </p:nvSpPr>
        <p:spPr>
          <a:xfrm xmlns:a="http://schemas.openxmlformats.org/drawingml/2006/main">
            <a:off x="285750" y="4362450"/>
            <a:ext cx="11620500" cy="895350"/>
          </a:xfrm>
          <a:prstGeom xmlns:a="http://schemas.openxmlformats.org/drawingml/2006/main" prst="roundRect">
            <a:avLst>
              <a:gd name="adj" fmla="val 9574"/>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86" name="">
            <a:extLst xmlns:a="http://schemas.openxmlformats.org/drawingml/2006/main">
              <a:ext uri="{FF2B5EF4-FFF2-40B4-BE49-F238E27FC236}">
                <a16:creationId xmlns:a16="http://schemas.microsoft.com/office/drawing/2014/main" id="{494DD871-24A1-4C50-8851-2FB98C419A1B}"/>
              </a:ext>
            </a:extLst>
          </p:cNvPr>
          <p:cNvSpPr>
            <a:spLocks xmlns:a="http://schemas.openxmlformats.org/drawingml/2006/main" noGrp="1"/>
          </p:cNvSpPr>
          <p:nvPr/>
        </p:nvSpPr>
        <p:spPr>
          <a:xfrm xmlns:a="http://schemas.openxmlformats.org/drawingml/2006/main">
            <a:off x="285750" y="4362450"/>
            <a:ext cx="47625" cy="895350"/>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3E74034A-A9C6-4045-9189-5BDEF7ED4973}"/>
              </a:ext>
            </a:extLst>
          </p:cNvPr>
          <p:cNvSpPr>
            <a:spLocks xmlns:a="http://schemas.openxmlformats.org/drawingml/2006/main" noGrp="1"/>
          </p:cNvSpPr>
          <p:nvPr/>
        </p:nvSpPr>
        <p:spPr>
          <a:xfrm xmlns:a="http://schemas.openxmlformats.org/drawingml/2006/main">
            <a:off x="476250" y="4648200"/>
            <a:ext cx="1428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9B8CFF"/>
                </a:solidFill>
                <a:latin typeface="微软雅黑"/>
                <a:ea typeface="微软雅黑"/>
                <a:cs typeface="微软雅黑"/>
              </a:defRPr>
            </a:pPr>
            <a:r>
              <a:rPr sz="1125" b="1">
                <a:solidFill>
                  <a:srgbClr val="9B8CFF"/>
                </a:solidFill>
                <a:latin typeface="微软雅黑"/>
                <a:ea typeface="微软雅黑"/>
                <a:cs typeface="微软雅黑"/>
              </a:rPr>
              <a:t>第四层 </a:t>
            </a:r>
            <a:r>
              <a:rPr sz="1125" b="1">
                <a:solidFill>
                  <a:srgbClr val="9B8CFF"/>
                </a:solidFill>
                <a:latin typeface="微软雅黑"/>
                <a:ea typeface="微软雅黑"/>
                <a:cs typeface="微软雅黑"/>
              </a:rPr>
              <a:t>· </a:t>
            </a:r>
            <a:r>
              <a:rPr sz="1125" b="1">
                <a:solidFill>
                  <a:srgbClr val="9B8CFF"/>
                </a:solidFill>
                <a:latin typeface="微软雅黑"/>
                <a:ea typeface="微软雅黑"/>
                <a:cs typeface="微软雅黑"/>
              </a:rPr>
              <a:t>鉴权</a:t>
            </a:r>
          </a:p>
        </p:txBody>
      </p:sp>
      <p:sp>
        <p:nvSpPr>
          <p:cNvPr id="88" name="">
            <a:extLst xmlns:a="http://schemas.openxmlformats.org/drawingml/2006/main">
              <a:ext uri="{FF2B5EF4-FFF2-40B4-BE49-F238E27FC236}">
                <a16:creationId xmlns:a16="http://schemas.microsoft.com/office/drawing/2014/main" id="{8F4B8B06-5644-4B43-9D02-1EB83DE7929C}"/>
              </a:ext>
            </a:extLst>
          </p:cNvPr>
          <p:cNvSpPr>
            <a:spLocks xmlns:a="http://schemas.openxmlformats.org/drawingml/2006/main" noGrp="1"/>
          </p:cNvSpPr>
          <p:nvPr/>
        </p:nvSpPr>
        <p:spPr>
          <a:xfrm xmlns:a="http://schemas.openxmlformats.org/drawingml/2006/main">
            <a:off x="2038350" y="451485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非管理员调用 </a:t>
            </a:r>
            <a:r>
              <a:rPr sz="938" b="0">
                <a:solidFill>
                  <a:srgbClr val="D6E6F7"/>
                </a:solidFill>
                <a:latin typeface="微软雅黑"/>
                <a:ea typeface="微软雅黑"/>
                <a:cs typeface="微软雅黑"/>
              </a:rPr>
              <a:t>/api/v1/rules/** </a:t>
            </a:r>
            <a:r>
              <a:rPr sz="938" b="0">
                <a:solidFill>
                  <a:srgbClr val="D6E6F7"/>
                </a:solidFill>
                <a:latin typeface="微软雅黑"/>
                <a:ea typeface="微软雅黑"/>
                <a:cs typeface="微软雅黑"/>
              </a:rPr>
              <a:t>必须被拒</a:t>
            </a:r>
          </a:p>
        </p:txBody>
      </p:sp>
      <p:sp>
        <p:nvSpPr>
          <p:cNvPr id="89" name="">
            <a:extLst xmlns:a="http://schemas.openxmlformats.org/drawingml/2006/main">
              <a:ext uri="{FF2B5EF4-FFF2-40B4-BE49-F238E27FC236}">
                <a16:creationId xmlns:a16="http://schemas.microsoft.com/office/drawing/2014/main" id="{5651004B-5CD6-4FEF-86D3-E37AA4F87094}"/>
              </a:ext>
            </a:extLst>
          </p:cNvPr>
          <p:cNvSpPr>
            <a:spLocks xmlns:a="http://schemas.openxmlformats.org/drawingml/2006/main" noGrp="1"/>
          </p:cNvSpPr>
          <p:nvPr/>
        </p:nvSpPr>
        <p:spPr>
          <a:xfrm xmlns:a="http://schemas.openxmlformats.org/drawingml/2006/main">
            <a:off x="2038350" y="480060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返回 </a:t>
            </a:r>
            <a:r>
              <a:rPr sz="863" b="0">
                <a:solidFill>
                  <a:srgbClr val="9FC2E8"/>
                </a:solidFill>
                <a:latin typeface="微软雅黑"/>
                <a:ea typeface="微软雅黑"/>
                <a:cs typeface="微软雅黑"/>
              </a:rPr>
              <a:t>403 / code=40301</a:t>
            </a:r>
            <a:r>
              <a:rPr sz="863" b="0">
                <a:solidFill>
                  <a:srgbClr val="9FC2E8"/>
                </a:solidFill>
                <a:latin typeface="微软雅黑"/>
                <a:ea typeface="微软雅黑"/>
                <a:cs typeface="微软雅黑"/>
              </a:rPr>
              <a:t>；伪造 </a:t>
            </a:r>
            <a:r>
              <a:rPr sz="863" b="0">
                <a:solidFill>
                  <a:srgbClr val="9FC2E8"/>
                </a:solidFill>
                <a:latin typeface="微软雅黑"/>
                <a:ea typeface="微软雅黑"/>
                <a:cs typeface="微软雅黑"/>
              </a:rPr>
              <a:t>X-User </a:t>
            </a:r>
            <a:r>
              <a:rPr sz="863" b="0">
                <a:solidFill>
                  <a:srgbClr val="9FC2E8"/>
                </a:solidFill>
                <a:latin typeface="微软雅黑"/>
                <a:ea typeface="微软雅黑"/>
                <a:cs typeface="微软雅黑"/>
              </a:rPr>
              <a:t>请求头失效</a:t>
            </a:r>
          </a:p>
        </p:txBody>
      </p:sp>
      <p:sp>
        <p:nvSpPr>
          <p:cNvPr id="90" name="">
            <a:extLst xmlns:a="http://schemas.openxmlformats.org/drawingml/2006/main">
              <a:ext uri="{FF2B5EF4-FFF2-40B4-BE49-F238E27FC236}">
                <a16:creationId xmlns:a16="http://schemas.microsoft.com/office/drawing/2014/main" id="{49995A7E-506B-4175-9B8E-E7BB54025508}"/>
              </a:ext>
            </a:extLst>
          </p:cNvPr>
          <p:cNvSpPr>
            <a:spLocks xmlns:a="http://schemas.openxmlformats.org/drawingml/2006/main" noGrp="1"/>
          </p:cNvSpPr>
          <p:nvPr/>
        </p:nvSpPr>
        <p:spPr>
          <a:xfrm xmlns:a="http://schemas.openxmlformats.org/drawingml/2006/main">
            <a:off x="7048500" y="4572000"/>
            <a:ext cx="1428750" cy="476250"/>
          </a:xfrm>
          <a:prstGeom xmlns:a="http://schemas.openxmlformats.org/drawingml/2006/main" prst="roundRect">
            <a:avLst>
              <a:gd name="adj" fmla="val 1200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73D68"/>
            </a:solidFill>
            <a:prstDash val="solid"/>
          </a:ln>
        </p:spPr>
      </p:sp>
      <p:sp>
        <p:nvSpPr>
          <p:cNvPr id="91" name="">
            <a:extLst xmlns:a="http://schemas.openxmlformats.org/drawingml/2006/main">
              <a:ext uri="{FF2B5EF4-FFF2-40B4-BE49-F238E27FC236}">
                <a16:creationId xmlns:a16="http://schemas.microsoft.com/office/drawing/2014/main" id="{E116EC88-4C82-4116-A61C-915D5218CF1C}"/>
              </a:ext>
            </a:extLst>
          </p:cNvPr>
          <p:cNvSpPr>
            <a:spLocks xmlns:a="http://schemas.openxmlformats.org/drawingml/2006/main" noGrp="1"/>
          </p:cNvSpPr>
          <p:nvPr/>
        </p:nvSpPr>
        <p:spPr>
          <a:xfrm xmlns:a="http://schemas.openxmlformats.org/drawingml/2006/main">
            <a:off x="7048500" y="4572000"/>
            <a:ext cx="142875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FD08A"/>
                </a:solidFill>
                <a:latin typeface="微软雅黑"/>
                <a:ea typeface="微软雅黑"/>
                <a:cs typeface="微软雅黑"/>
              </a:defRPr>
            </a:pPr>
            <a:r>
              <a:rPr sz="1200" b="1">
                <a:solidFill>
                  <a:srgbClr val="3FD08A"/>
                </a:solidFill>
                <a:latin typeface="微软雅黑"/>
                <a:ea typeface="微软雅黑"/>
                <a:cs typeface="微软雅黑"/>
              </a:rPr>
              <a:t>通过</a:t>
            </a:r>
          </a:p>
        </p:txBody>
      </p:sp>
      <p:sp>
        <p:nvSpPr>
          <p:cNvPr id="92" name="">
            <a:extLst xmlns:a="http://schemas.openxmlformats.org/drawingml/2006/main">
              <a:ext uri="{FF2B5EF4-FFF2-40B4-BE49-F238E27FC236}">
                <a16:creationId xmlns:a16="http://schemas.microsoft.com/office/drawing/2014/main" id="{80440778-ED37-49A6-82BC-9A266D6BB132}"/>
              </a:ext>
            </a:extLst>
          </p:cNvPr>
          <p:cNvSpPr>
            <a:spLocks xmlns:a="http://schemas.openxmlformats.org/drawingml/2006/main" noGrp="1"/>
          </p:cNvSpPr>
          <p:nvPr/>
        </p:nvSpPr>
        <p:spPr>
          <a:xfrm xmlns:a="http://schemas.openxmlformats.org/drawingml/2006/main">
            <a:off x="285750" y="5372100"/>
            <a:ext cx="11620500" cy="895350"/>
          </a:xfrm>
          <a:prstGeom xmlns:a="http://schemas.openxmlformats.org/drawingml/2006/main" prst="roundRect">
            <a:avLst>
              <a:gd name="adj" fmla="val 9574"/>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93" name="">
            <a:extLst xmlns:a="http://schemas.openxmlformats.org/drawingml/2006/main">
              <a:ext uri="{FF2B5EF4-FFF2-40B4-BE49-F238E27FC236}">
                <a16:creationId xmlns:a16="http://schemas.microsoft.com/office/drawing/2014/main" id="{6AFEA250-060E-4A31-8072-B51E96F9181F}"/>
              </a:ext>
            </a:extLst>
          </p:cNvPr>
          <p:cNvSpPr>
            <a:spLocks xmlns:a="http://schemas.openxmlformats.org/drawingml/2006/main" noGrp="1"/>
          </p:cNvSpPr>
          <p:nvPr/>
        </p:nvSpPr>
        <p:spPr>
          <a:xfrm xmlns:a="http://schemas.openxmlformats.org/drawingml/2006/main">
            <a:off x="285750" y="5372100"/>
            <a:ext cx="47625" cy="895350"/>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E1DA9F28-594C-403D-815A-63F6C27EDF6E}"/>
              </a:ext>
            </a:extLst>
          </p:cNvPr>
          <p:cNvSpPr>
            <a:spLocks xmlns:a="http://schemas.openxmlformats.org/drawingml/2006/main" noGrp="1"/>
          </p:cNvSpPr>
          <p:nvPr/>
        </p:nvSpPr>
        <p:spPr>
          <a:xfrm xmlns:a="http://schemas.openxmlformats.org/drawingml/2006/main">
            <a:off x="476250" y="5657850"/>
            <a:ext cx="1428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3FD08A"/>
                </a:solidFill>
                <a:latin typeface="微软雅黑"/>
                <a:ea typeface="微软雅黑"/>
                <a:cs typeface="微软雅黑"/>
              </a:defRPr>
            </a:pPr>
            <a:r>
              <a:rPr sz="1125" b="1">
                <a:solidFill>
                  <a:srgbClr val="3FD08A"/>
                </a:solidFill>
                <a:latin typeface="微软雅黑"/>
                <a:ea typeface="微软雅黑"/>
                <a:cs typeface="微软雅黑"/>
              </a:rPr>
              <a:t>第五层 </a:t>
            </a:r>
            <a:r>
              <a:rPr sz="1125" b="1">
                <a:solidFill>
                  <a:srgbClr val="3FD08A"/>
                </a:solidFill>
                <a:latin typeface="微软雅黑"/>
                <a:ea typeface="微软雅黑"/>
                <a:cs typeface="微软雅黑"/>
              </a:rPr>
              <a:t>· </a:t>
            </a:r>
            <a:r>
              <a:rPr sz="1125" b="1">
                <a:solidFill>
                  <a:srgbClr val="3FD08A"/>
                </a:solidFill>
                <a:latin typeface="微软雅黑"/>
                <a:ea typeface="微软雅黑"/>
                <a:cs typeface="微软雅黑"/>
              </a:rPr>
              <a:t>业务</a:t>
            </a:r>
          </a:p>
        </p:txBody>
      </p:sp>
      <p:sp>
        <p:nvSpPr>
          <p:cNvPr id="95" name="">
            <a:extLst xmlns:a="http://schemas.openxmlformats.org/drawingml/2006/main">
              <a:ext uri="{FF2B5EF4-FFF2-40B4-BE49-F238E27FC236}">
                <a16:creationId xmlns:a16="http://schemas.microsoft.com/office/drawing/2014/main" id="{4EC913A2-48B5-485C-9FF9-37009B3A9A2B}"/>
              </a:ext>
            </a:extLst>
          </p:cNvPr>
          <p:cNvSpPr>
            <a:spLocks xmlns:a="http://schemas.openxmlformats.org/drawingml/2006/main" noGrp="1"/>
          </p:cNvSpPr>
          <p:nvPr/>
        </p:nvSpPr>
        <p:spPr>
          <a:xfrm xmlns:a="http://schemas.openxmlformats.org/drawingml/2006/main">
            <a:off x="2038350" y="552450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端到端 </a:t>
            </a:r>
            <a:r>
              <a:rPr sz="938" b="0">
                <a:solidFill>
                  <a:srgbClr val="D6E6F7"/>
                </a:solidFill>
                <a:latin typeface="微软雅黑"/>
                <a:ea typeface="微软雅黑"/>
                <a:cs typeface="微软雅黑"/>
              </a:rPr>
              <a:t>analyze → confirm → </a:t>
            </a:r>
            <a:r>
              <a:rPr sz="938" b="0">
                <a:solidFill>
                  <a:srgbClr val="D6E6F7"/>
                </a:solidFill>
                <a:latin typeface="微软雅黑"/>
                <a:ea typeface="微软雅黑"/>
                <a:cs typeface="微软雅黑"/>
              </a:rPr>
              <a:t>留痕</a:t>
            </a:r>
          </a:p>
        </p:txBody>
      </p:sp>
      <p:sp>
        <p:nvSpPr>
          <p:cNvPr id="96" name="">
            <a:extLst xmlns:a="http://schemas.openxmlformats.org/drawingml/2006/main">
              <a:ext uri="{FF2B5EF4-FFF2-40B4-BE49-F238E27FC236}">
                <a16:creationId xmlns:a16="http://schemas.microsoft.com/office/drawing/2014/main" id="{D43B93F4-7819-4822-B4D9-E8AA5B0C469C}"/>
              </a:ext>
            </a:extLst>
          </p:cNvPr>
          <p:cNvSpPr>
            <a:spLocks xmlns:a="http://schemas.openxmlformats.org/drawingml/2006/main" noGrp="1"/>
          </p:cNvSpPr>
          <p:nvPr/>
        </p:nvSpPr>
        <p:spPr>
          <a:xfrm xmlns:a="http://schemas.openxmlformats.org/drawingml/2006/main">
            <a:off x="2038350" y="581025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三表同号（</a:t>
            </a:r>
            <a:r>
              <a:rPr sz="863" b="0">
                <a:solidFill>
                  <a:srgbClr val="9FC2E8"/>
                </a:solidFill>
                <a:latin typeface="微软雅黑"/>
                <a:ea typeface="微软雅黑"/>
                <a:cs typeface="微软雅黑"/>
              </a:rPr>
              <a:t>run_id</a:t>
            </a:r>
            <a:r>
              <a:rPr sz="863" b="0">
                <a:solidFill>
                  <a:srgbClr val="9FC2E8"/>
                </a:solidFill>
                <a:latin typeface="微软雅黑"/>
                <a:ea typeface="微软雅黑"/>
                <a:cs typeface="微软雅黑"/>
              </a:rPr>
              <a:t>），业务数据变更为零</a:t>
            </a:r>
          </a:p>
        </p:txBody>
      </p:sp>
      <p:sp>
        <p:nvSpPr>
          <p:cNvPr id="97" name="">
            <a:extLst xmlns:a="http://schemas.openxmlformats.org/drawingml/2006/main">
              <a:ext uri="{FF2B5EF4-FFF2-40B4-BE49-F238E27FC236}">
                <a16:creationId xmlns:a16="http://schemas.microsoft.com/office/drawing/2014/main" id="{3B82693F-7150-4E22-A474-4DC73AED89A2}"/>
              </a:ext>
            </a:extLst>
          </p:cNvPr>
          <p:cNvSpPr>
            <a:spLocks xmlns:a="http://schemas.openxmlformats.org/drawingml/2006/main" noGrp="1"/>
          </p:cNvSpPr>
          <p:nvPr/>
        </p:nvSpPr>
        <p:spPr>
          <a:xfrm xmlns:a="http://schemas.openxmlformats.org/drawingml/2006/main">
            <a:off x="7048500" y="5581650"/>
            <a:ext cx="1428750" cy="476250"/>
          </a:xfrm>
          <a:prstGeom xmlns:a="http://schemas.openxmlformats.org/drawingml/2006/main" prst="roundRect">
            <a:avLst>
              <a:gd name="adj" fmla="val 1200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73D68"/>
            </a:solidFill>
            <a:prstDash val="solid"/>
          </a:ln>
        </p:spPr>
      </p:sp>
      <p:sp>
        <p:nvSpPr>
          <p:cNvPr id="98" name="">
            <a:extLst xmlns:a="http://schemas.openxmlformats.org/drawingml/2006/main">
              <a:ext uri="{FF2B5EF4-FFF2-40B4-BE49-F238E27FC236}">
                <a16:creationId xmlns:a16="http://schemas.microsoft.com/office/drawing/2014/main" id="{ED8D1BA6-4E13-41BE-9C63-C1A6DD76EEDF}"/>
              </a:ext>
            </a:extLst>
          </p:cNvPr>
          <p:cNvSpPr>
            <a:spLocks xmlns:a="http://schemas.openxmlformats.org/drawingml/2006/main" noGrp="1"/>
          </p:cNvSpPr>
          <p:nvPr/>
        </p:nvSpPr>
        <p:spPr>
          <a:xfrm xmlns:a="http://schemas.openxmlformats.org/drawingml/2006/main">
            <a:off x="7048500" y="5581650"/>
            <a:ext cx="142875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FD08A"/>
                </a:solidFill>
                <a:latin typeface="微软雅黑"/>
                <a:ea typeface="微软雅黑"/>
                <a:cs typeface="微软雅黑"/>
              </a:defRPr>
            </a:pPr>
            <a:r>
              <a:rPr sz="1200" b="1">
                <a:solidFill>
                  <a:srgbClr val="3FD08A"/>
                </a:solidFill>
                <a:latin typeface="微软雅黑"/>
                <a:ea typeface="微软雅黑"/>
                <a:cs typeface="微软雅黑"/>
              </a:rPr>
              <a:t>通过</a:t>
            </a:r>
          </a:p>
        </p:txBody>
      </p:sp>
      <p:sp>
        <p:nvSpPr>
          <p:cNvPr id="99" name="">
            <a:extLst xmlns:a="http://schemas.openxmlformats.org/drawingml/2006/main">
              <a:ext uri="{FF2B5EF4-FFF2-40B4-BE49-F238E27FC236}">
                <a16:creationId xmlns:a16="http://schemas.microsoft.com/office/drawing/2014/main" id="{9DF14D12-61F4-47EA-AE5E-883B7B750EBC}"/>
              </a:ext>
            </a:extLst>
          </p:cNvPr>
          <p:cNvSpPr>
            <a:spLocks xmlns:a="http://schemas.openxmlformats.org/drawingml/2006/main" noGrp="1"/>
          </p:cNvSpPr>
          <p:nvPr/>
        </p:nvSpPr>
        <p:spPr>
          <a:xfrm xmlns:a="http://schemas.openxmlformats.org/drawingml/2006/main">
            <a:off x="8667750" y="1333500"/>
            <a:ext cx="3238500" cy="4267200"/>
          </a:xfrm>
          <a:prstGeom xmlns:a="http://schemas.openxmlformats.org/drawingml/2006/main" prst="roundRect">
            <a:avLst>
              <a:gd name="adj" fmla="val 264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13335">
            <a:solidFill>
              <a:srgbClr val="F5C33B"/>
            </a:solidFill>
            <a:prstDash val="solid"/>
          </a:ln>
        </p:spPr>
      </p:sp>
      <p:sp>
        <p:nvSpPr>
          <p:cNvPr id="100" name="">
            <a:extLst xmlns:a="http://schemas.openxmlformats.org/drawingml/2006/main">
              <a:ext uri="{FF2B5EF4-FFF2-40B4-BE49-F238E27FC236}">
                <a16:creationId xmlns:a16="http://schemas.microsoft.com/office/drawing/2014/main" id="{189666E7-ED6A-4A4B-84E3-65BDF2AFA335}"/>
              </a:ext>
            </a:extLst>
          </p:cNvPr>
          <p:cNvSpPr>
            <a:spLocks xmlns:a="http://schemas.openxmlformats.org/drawingml/2006/main" noGrp="1"/>
          </p:cNvSpPr>
          <p:nvPr/>
        </p:nvSpPr>
        <p:spPr>
          <a:xfrm xmlns:a="http://schemas.openxmlformats.org/drawingml/2006/main">
            <a:off x="8858250" y="1485900"/>
            <a:ext cx="2857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5C33B"/>
                </a:solidFill>
                <a:latin typeface="微软雅黑"/>
                <a:ea typeface="微软雅黑"/>
                <a:cs typeface="微软雅黑"/>
              </a:defRPr>
            </a:pPr>
            <a:r>
              <a:rPr sz="1088" b="1">
                <a:solidFill>
                  <a:srgbClr val="F5C33B"/>
                </a:solidFill>
                <a:latin typeface="微软雅黑"/>
                <a:ea typeface="微软雅黑"/>
                <a:cs typeface="微软雅黑"/>
              </a:rPr>
              <a:t>规则引擎专项自验（</a:t>
            </a:r>
            <a:r>
              <a:rPr sz="1088" b="1">
                <a:solidFill>
                  <a:srgbClr val="F5C33B"/>
                </a:solidFill>
                <a:latin typeface="微软雅黑"/>
                <a:ea typeface="微软雅黑"/>
                <a:cs typeface="微软雅黑"/>
              </a:rPr>
              <a:t>7 </a:t>
            </a:r>
            <a:r>
              <a:rPr sz="1088" b="1">
                <a:solidFill>
                  <a:srgbClr val="F5C33B"/>
                </a:solidFill>
                <a:latin typeface="微软雅黑"/>
                <a:ea typeface="微软雅黑"/>
                <a:cs typeface="微软雅黑"/>
              </a:rPr>
              <a:t>项）</a:t>
            </a:r>
          </a:p>
        </p:txBody>
      </p:sp>
      <p:sp>
        <p:nvSpPr>
          <p:cNvPr id="101" name="">
            <a:extLst xmlns:a="http://schemas.openxmlformats.org/drawingml/2006/main">
              <a:ext uri="{FF2B5EF4-FFF2-40B4-BE49-F238E27FC236}">
                <a16:creationId xmlns:a16="http://schemas.microsoft.com/office/drawing/2014/main" id="{F9B088A8-EEFA-4B2E-AEA4-A3FBF86BAE7A}"/>
              </a:ext>
            </a:extLst>
          </p:cNvPr>
          <p:cNvSpPr>
            <a:spLocks xmlns:a="http://schemas.openxmlformats.org/drawingml/2006/main" noGrp="1"/>
          </p:cNvSpPr>
          <p:nvPr/>
        </p:nvSpPr>
        <p:spPr>
          <a:xfrm xmlns:a="http://schemas.openxmlformats.org/drawingml/2006/main">
            <a:off x="8858250" y="1943100"/>
            <a:ext cx="152400" cy="15240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82DC2959-90F8-439D-8F97-882429BBECC1}"/>
              </a:ext>
            </a:extLst>
          </p:cNvPr>
          <p:cNvSpPr>
            <a:spLocks xmlns:a="http://schemas.openxmlformats.org/drawingml/2006/main" noGrp="1"/>
          </p:cNvSpPr>
          <p:nvPr/>
        </p:nvSpPr>
        <p:spPr>
          <a:xfrm xmlns:a="http://schemas.openxmlformats.org/drawingml/2006/main">
            <a:off x="9086850" y="18288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启用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停用（</a:t>
            </a:r>
            <a:r>
              <a:rPr sz="863" b="0">
                <a:solidFill>
                  <a:srgbClr val="D6E6F7"/>
                </a:solidFill>
                <a:latin typeface="微软雅黑"/>
                <a:ea typeface="微软雅黑"/>
                <a:cs typeface="微软雅黑"/>
              </a:rPr>
              <a:t>enabled</a:t>
            </a:r>
            <a:r>
              <a:rPr sz="863" b="0">
                <a:solidFill>
                  <a:srgbClr val="D6E6F7"/>
                </a:solidFill>
                <a:latin typeface="微软雅黑"/>
                <a:ea typeface="微软雅黑"/>
                <a:cs typeface="微软雅黑"/>
              </a:rPr>
              <a:t>）</a:t>
            </a:r>
          </a:p>
        </p:txBody>
      </p:sp>
      <p:sp>
        <p:nvSpPr>
          <p:cNvPr id="103" name="">
            <a:extLst xmlns:a="http://schemas.openxmlformats.org/drawingml/2006/main">
              <a:ext uri="{FF2B5EF4-FFF2-40B4-BE49-F238E27FC236}">
                <a16:creationId xmlns:a16="http://schemas.microsoft.com/office/drawing/2014/main" id="{96ACE551-B170-431A-8555-F4C805F62DF4}"/>
              </a:ext>
            </a:extLst>
          </p:cNvPr>
          <p:cNvSpPr>
            <a:spLocks xmlns:a="http://schemas.openxmlformats.org/drawingml/2006/main" noGrp="1"/>
          </p:cNvSpPr>
          <p:nvPr/>
        </p:nvSpPr>
        <p:spPr>
          <a:xfrm xmlns:a="http://schemas.openxmlformats.org/drawingml/2006/main">
            <a:off x="8858250" y="2438400"/>
            <a:ext cx="152400" cy="15240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DEB2454C-A342-43AA-BC59-B3B52617D8B1}"/>
              </a:ext>
            </a:extLst>
          </p:cNvPr>
          <p:cNvSpPr>
            <a:spLocks xmlns:a="http://schemas.openxmlformats.org/drawingml/2006/main" noGrp="1"/>
          </p:cNvSpPr>
          <p:nvPr/>
        </p:nvSpPr>
        <p:spPr>
          <a:xfrm xmlns:a="http://schemas.openxmlformats.org/drawingml/2006/main">
            <a:off x="9086850" y="23241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优先级覆盖（同场景 </a:t>
            </a:r>
            <a:r>
              <a:rPr sz="863" b="0">
                <a:solidFill>
                  <a:srgbClr val="D6E6F7"/>
                </a:solidFill>
                <a:latin typeface="微软雅黑"/>
                <a:ea typeface="微软雅黑"/>
                <a:cs typeface="微软雅黑"/>
              </a:rPr>
              <a:t>priority </a:t>
            </a:r>
            <a:r>
              <a:rPr sz="863" b="0">
                <a:solidFill>
                  <a:srgbClr val="D6E6F7"/>
                </a:solidFill>
                <a:latin typeface="微软雅黑"/>
                <a:ea typeface="微软雅黑"/>
                <a:cs typeface="微软雅黑"/>
              </a:rPr>
              <a:t>冲突）</a:t>
            </a:r>
          </a:p>
        </p:txBody>
      </p:sp>
      <p:sp>
        <p:nvSpPr>
          <p:cNvPr id="105" name="">
            <a:extLst xmlns:a="http://schemas.openxmlformats.org/drawingml/2006/main">
              <a:ext uri="{FF2B5EF4-FFF2-40B4-BE49-F238E27FC236}">
                <a16:creationId xmlns:a16="http://schemas.microsoft.com/office/drawing/2014/main" id="{85A0A274-3468-4B63-85D8-A5130C69B430}"/>
              </a:ext>
            </a:extLst>
          </p:cNvPr>
          <p:cNvSpPr>
            <a:spLocks xmlns:a="http://schemas.openxmlformats.org/drawingml/2006/main" noGrp="1"/>
          </p:cNvSpPr>
          <p:nvPr/>
        </p:nvSpPr>
        <p:spPr>
          <a:xfrm xmlns:a="http://schemas.openxmlformats.org/drawingml/2006/main">
            <a:off x="8858250" y="2933700"/>
            <a:ext cx="152400" cy="15240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106" name="">
            <a:extLst xmlns:a="http://schemas.openxmlformats.org/drawingml/2006/main">
              <a:ext uri="{FF2B5EF4-FFF2-40B4-BE49-F238E27FC236}">
                <a16:creationId xmlns:a16="http://schemas.microsoft.com/office/drawing/2014/main" id="{5695C279-5340-4351-973F-D81664FAE4BD}"/>
              </a:ext>
            </a:extLst>
          </p:cNvPr>
          <p:cNvSpPr>
            <a:spLocks xmlns:a="http://schemas.openxmlformats.org/drawingml/2006/main" noGrp="1"/>
          </p:cNvSpPr>
          <p:nvPr/>
        </p:nvSpPr>
        <p:spPr>
          <a:xfrm xmlns:a="http://schemas.openxmlformats.org/drawingml/2006/main">
            <a:off x="9086850" y="28194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分组（</a:t>
            </a:r>
            <a:r>
              <a:rPr sz="863" b="0">
                <a:solidFill>
                  <a:srgbClr val="D6E6F7"/>
                </a:solidFill>
                <a:latin typeface="微软雅黑"/>
                <a:ea typeface="微软雅黑"/>
                <a:cs typeface="微软雅黑"/>
              </a:rPr>
              <a:t>rule_group + stop_on_match / max_hits</a:t>
            </a:r>
            <a:r>
              <a:rPr sz="863" b="0">
                <a:solidFill>
                  <a:srgbClr val="D6E6F7"/>
                </a:solidFill>
                <a:latin typeface="微软雅黑"/>
                <a:ea typeface="微软雅黑"/>
                <a:cs typeface="微软雅黑"/>
              </a:rPr>
              <a:t>）</a:t>
            </a:r>
          </a:p>
        </p:txBody>
      </p:sp>
      <p:sp>
        <p:nvSpPr>
          <p:cNvPr id="107" name="">
            <a:extLst xmlns:a="http://schemas.openxmlformats.org/drawingml/2006/main">
              <a:ext uri="{FF2B5EF4-FFF2-40B4-BE49-F238E27FC236}">
                <a16:creationId xmlns:a16="http://schemas.microsoft.com/office/drawing/2014/main" id="{204B4607-9D65-476B-90C0-CFDC1D47E60A}"/>
              </a:ext>
            </a:extLst>
          </p:cNvPr>
          <p:cNvSpPr>
            <a:spLocks xmlns:a="http://schemas.openxmlformats.org/drawingml/2006/main" noGrp="1"/>
          </p:cNvSpPr>
          <p:nvPr/>
        </p:nvSpPr>
        <p:spPr>
          <a:xfrm xmlns:a="http://schemas.openxmlformats.org/drawingml/2006/main">
            <a:off x="8858250" y="3429000"/>
            <a:ext cx="152400" cy="15240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108" name="">
            <a:extLst xmlns:a="http://schemas.openxmlformats.org/drawingml/2006/main">
              <a:ext uri="{FF2B5EF4-FFF2-40B4-BE49-F238E27FC236}">
                <a16:creationId xmlns:a16="http://schemas.microsoft.com/office/drawing/2014/main" id="{D9EFDA01-1E8A-4883-9F0D-BB42B9BA5351}"/>
              </a:ext>
            </a:extLst>
          </p:cNvPr>
          <p:cNvSpPr>
            <a:spLocks xmlns:a="http://schemas.openxmlformats.org/drawingml/2006/main" noGrp="1"/>
          </p:cNvSpPr>
          <p:nvPr/>
        </p:nvSpPr>
        <p:spPr>
          <a:xfrm xmlns:a="http://schemas.openxmlformats.org/drawingml/2006/main">
            <a:off x="9086850" y="33147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*_from </a:t>
            </a:r>
            <a:r>
              <a:rPr sz="863" b="0">
                <a:solidFill>
                  <a:srgbClr val="D6E6F7"/>
                </a:solidFill>
                <a:latin typeface="微软雅黑"/>
                <a:ea typeface="微软雅黑"/>
                <a:cs typeface="微软雅黑"/>
              </a:rPr>
              <a:t>引用事实</a:t>
            </a:r>
          </a:p>
        </p:txBody>
      </p:sp>
      <p:sp>
        <p:nvSpPr>
          <p:cNvPr id="109" name="">
            <a:extLst xmlns:a="http://schemas.openxmlformats.org/drawingml/2006/main">
              <a:ext uri="{FF2B5EF4-FFF2-40B4-BE49-F238E27FC236}">
                <a16:creationId xmlns:a16="http://schemas.microsoft.com/office/drawing/2014/main" id="{653FE8A3-9F90-46EC-818B-6E49D98EA250}"/>
              </a:ext>
            </a:extLst>
          </p:cNvPr>
          <p:cNvSpPr>
            <a:spLocks xmlns:a="http://schemas.openxmlformats.org/drawingml/2006/main" noGrp="1"/>
          </p:cNvSpPr>
          <p:nvPr/>
        </p:nvSpPr>
        <p:spPr>
          <a:xfrm xmlns:a="http://schemas.openxmlformats.org/drawingml/2006/main">
            <a:off x="8858250" y="3924300"/>
            <a:ext cx="152400" cy="15240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9454BEF4-E9C6-41D6-B4D1-E4C9A4C0D0D4}"/>
              </a:ext>
            </a:extLst>
          </p:cNvPr>
          <p:cNvSpPr>
            <a:spLocks xmlns:a="http://schemas.openxmlformats.org/drawingml/2006/main" noGrp="1"/>
          </p:cNvSpPr>
          <p:nvPr/>
        </p:nvSpPr>
        <p:spPr>
          <a:xfrm xmlns:a="http://schemas.openxmlformats.org/drawingml/2006/main">
            <a:off x="9086850" y="38100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无匹配规则时的兜底输出</a:t>
            </a:r>
          </a:p>
        </p:txBody>
      </p:sp>
      <p:sp>
        <p:nvSpPr>
          <p:cNvPr id="111" name="">
            <a:extLst xmlns:a="http://schemas.openxmlformats.org/drawingml/2006/main">
              <a:ext uri="{FF2B5EF4-FFF2-40B4-BE49-F238E27FC236}">
                <a16:creationId xmlns:a16="http://schemas.microsoft.com/office/drawing/2014/main" id="{D51D7755-A8AF-4CEB-AFB3-EB505594C6A7}"/>
              </a:ext>
            </a:extLst>
          </p:cNvPr>
          <p:cNvSpPr>
            <a:spLocks xmlns:a="http://schemas.openxmlformats.org/drawingml/2006/main" noGrp="1"/>
          </p:cNvSpPr>
          <p:nvPr/>
        </p:nvSpPr>
        <p:spPr>
          <a:xfrm xmlns:a="http://schemas.openxmlformats.org/drawingml/2006/main">
            <a:off x="8858250" y="4419600"/>
            <a:ext cx="152400" cy="15240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112" name="">
            <a:extLst xmlns:a="http://schemas.openxmlformats.org/drawingml/2006/main">
              <a:ext uri="{FF2B5EF4-FFF2-40B4-BE49-F238E27FC236}">
                <a16:creationId xmlns:a16="http://schemas.microsoft.com/office/drawing/2014/main" id="{0DB3D8B4-2F5D-461D-AB26-93B99913ABFB}"/>
              </a:ext>
            </a:extLst>
          </p:cNvPr>
          <p:cNvSpPr>
            <a:spLocks xmlns:a="http://schemas.openxmlformats.org/drawingml/2006/main" noGrp="1"/>
          </p:cNvSpPr>
          <p:nvPr/>
        </p:nvSpPr>
        <p:spPr>
          <a:xfrm xmlns:a="http://schemas.openxmlformats.org/drawingml/2006/main">
            <a:off x="9086850" y="43053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condition_json </a:t>
            </a:r>
            <a:r>
              <a:rPr sz="863" b="0">
                <a:solidFill>
                  <a:srgbClr val="D6E6F7"/>
                </a:solidFill>
                <a:latin typeface="微软雅黑"/>
                <a:ea typeface="微软雅黑"/>
                <a:cs typeface="微软雅黑"/>
              </a:rPr>
              <a:t>字段缺失或类型不对</a:t>
            </a:r>
          </a:p>
        </p:txBody>
      </p:sp>
      <p:sp>
        <p:nvSpPr>
          <p:cNvPr id="113" name="">
            <a:extLst xmlns:a="http://schemas.openxmlformats.org/drawingml/2006/main">
              <a:ext uri="{FF2B5EF4-FFF2-40B4-BE49-F238E27FC236}">
                <a16:creationId xmlns:a16="http://schemas.microsoft.com/office/drawing/2014/main" id="{5290ED0D-1F77-405D-BF76-95475CB323E9}"/>
              </a:ext>
            </a:extLst>
          </p:cNvPr>
          <p:cNvSpPr>
            <a:spLocks xmlns:a="http://schemas.openxmlformats.org/drawingml/2006/main" noGrp="1"/>
          </p:cNvSpPr>
          <p:nvPr/>
        </p:nvSpPr>
        <p:spPr>
          <a:xfrm xmlns:a="http://schemas.openxmlformats.org/drawingml/2006/main">
            <a:off x="8858250" y="4914900"/>
            <a:ext cx="152400" cy="15240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114" name="">
            <a:extLst xmlns:a="http://schemas.openxmlformats.org/drawingml/2006/main">
              <a:ext uri="{FF2B5EF4-FFF2-40B4-BE49-F238E27FC236}">
                <a16:creationId xmlns:a16="http://schemas.microsoft.com/office/drawing/2014/main" id="{BDEB4CF5-54BB-492C-B728-4CB60E383E15}"/>
              </a:ext>
            </a:extLst>
          </p:cNvPr>
          <p:cNvSpPr>
            <a:spLocks xmlns:a="http://schemas.openxmlformats.org/drawingml/2006/main" noGrp="1"/>
          </p:cNvSpPr>
          <p:nvPr/>
        </p:nvSpPr>
        <p:spPr>
          <a:xfrm xmlns:a="http://schemas.openxmlformats.org/drawingml/2006/main">
            <a:off x="9086850" y="48006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结果是否带命中 </a:t>
            </a:r>
            <a:r>
              <a:rPr sz="863" b="0">
                <a:solidFill>
                  <a:srgbClr val="D6E6F7"/>
                </a:solidFill>
                <a:latin typeface="微软雅黑"/>
                <a:ea typeface="微软雅黑"/>
                <a:cs typeface="微软雅黑"/>
              </a:rPr>
              <a:t>rule_code </a:t>
            </a:r>
            <a:r>
              <a:rPr sz="863" b="0">
                <a:solidFill>
                  <a:srgbClr val="D6E6F7"/>
                </a:solidFill>
                <a:latin typeface="微软雅黑"/>
                <a:ea typeface="微软雅黑"/>
                <a:cs typeface="微软雅黑"/>
              </a:rPr>
              <a:t>与依据</a:t>
            </a:r>
          </a:p>
        </p:txBody>
      </p:sp>
      <p:sp>
        <p:nvSpPr>
          <p:cNvPr id="115" name="">
            <a:extLst xmlns:a="http://schemas.openxmlformats.org/drawingml/2006/main">
              <a:ext uri="{FF2B5EF4-FFF2-40B4-BE49-F238E27FC236}">
                <a16:creationId xmlns:a16="http://schemas.microsoft.com/office/drawing/2014/main" id="{999FE819-EBBD-46DE-965C-5A0A88FEE1E9}"/>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16" name="">
            <a:extLst xmlns:a="http://schemas.openxmlformats.org/drawingml/2006/main">
              <a:ext uri="{FF2B5EF4-FFF2-40B4-BE49-F238E27FC236}">
                <a16:creationId xmlns:a16="http://schemas.microsoft.com/office/drawing/2014/main" id="{9D1278BF-7B2C-495D-BA7D-C7DB28B4D243}"/>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7" name="">
            <a:extLst xmlns:a="http://schemas.openxmlformats.org/drawingml/2006/main">
              <a:ext uri="{FF2B5EF4-FFF2-40B4-BE49-F238E27FC236}">
                <a16:creationId xmlns:a16="http://schemas.microsoft.com/office/drawing/2014/main" id="{ADE41C38-C05B-4211-A5AF-83131119477C}"/>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8" name="">
            <a:extLst xmlns:a="http://schemas.openxmlformats.org/drawingml/2006/main">
              <a:ext uri="{FF2B5EF4-FFF2-40B4-BE49-F238E27FC236}">
                <a16:creationId xmlns:a16="http://schemas.microsoft.com/office/drawing/2014/main" id="{18C06840-E057-4087-954E-FDE4C6A85725}"/>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9" name="">
            <a:extLst xmlns:a="http://schemas.openxmlformats.org/drawingml/2006/main">
              <a:ext uri="{FF2B5EF4-FFF2-40B4-BE49-F238E27FC236}">
                <a16:creationId xmlns:a16="http://schemas.microsoft.com/office/drawing/2014/main" id="{F8BE356C-69E3-49DD-929F-098A57BC9079}"/>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5BFDA0AC-B783-40F8-AED0-9E9E15325DCF}"/>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21" name="">
            <a:extLst xmlns:a="http://schemas.openxmlformats.org/drawingml/2006/main">
              <a:ext uri="{FF2B5EF4-FFF2-40B4-BE49-F238E27FC236}">
                <a16:creationId xmlns:a16="http://schemas.microsoft.com/office/drawing/2014/main" id="{F4C7C3A2-4340-4C08-ADB3-921B78298AF2}"/>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22" name="">
            <a:extLst xmlns:a="http://schemas.openxmlformats.org/drawingml/2006/main">
              <a:ext uri="{FF2B5EF4-FFF2-40B4-BE49-F238E27FC236}">
                <a16:creationId xmlns:a16="http://schemas.microsoft.com/office/drawing/2014/main" id="{A1BA3955-24E3-442C-8475-B76B2C390566}"/>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28</a:t>
            </a:r>
          </a:p>
        </p:txBody>
      </p:sp>
    </p:spTree>
    <p:extLst>
      <p:ext uri="{BB962C8B-B14F-4D97-AF65-F5344CB8AC3E}">
        <p14:creationId xmlns:p14="http://schemas.microsoft.com/office/powerpoint/2010/main" val="2081569566"/>
      </p:ext>
    </p:extLst>
  </p:cSld>
</p:sld>
</file>

<file path=ppt/slides/slide29.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1142a6a41e8c42e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2B55F7E-2A7C-4F95-956E-4B8E0562129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10ED0F05-ED85-4BBF-8F83-68BD8DB8E772}"/>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9B8CFF">
                  <a:alpha val="15000"/>
                </a:srgbClr>
              </a:gs>
              <a:gs pos="45000">
                <a:srgbClr val="9B8CFF">
                  <a:alpha val="6000"/>
                </a:srgbClr>
              </a:gs>
              <a:gs pos="100000">
                <a:srgbClr val="9B8C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33FB5D21-0CF4-4C80-97A7-69B6D065085C}"/>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68B6EAF0-845E-4401-8064-229D85BE102D}"/>
              </a:ext>
            </a:extLst>
          </p:cNvPr>
          <p:cNvSpPr>
            <a:spLocks xmlns:a="http://schemas.openxmlformats.org/drawingml/2006/main" noGrp="1"/>
          </p:cNvSpPr>
          <p:nvPr/>
        </p:nvSpPr>
        <p:spPr>
          <a:xfrm xmlns:a="http://schemas.openxmlformats.org/drawingml/2006/main">
            <a:off x="9925050" y="952500"/>
            <a:ext cx="533400" cy="480060"/>
          </a:xfrm>
          <a:prstGeom xmlns:a="http://schemas.openxmlformats.org/drawingml/2006/main" prst="hexagon">
            <a:avLst/>
          </a:prstGeom>
          <a:noFill xmlns:a="http://schemas.openxmlformats.org/drawingml/2006/main"/>
          <a:ln xmlns:a="http://schemas.openxmlformats.org/drawingml/2006/main">
            <a:solidFill>
              <a:srgbClr val="9B8CFF">
                <a:alpha val="28000"/>
              </a:srgbClr>
            </a:solidFill>
            <a:prstDash val="solid"/>
          </a:ln>
        </p:spPr>
      </p:sp>
      <p:sp>
        <p:nvSpPr>
          <p:cNvPr id="6" name="">
            <a:extLst xmlns:a="http://schemas.openxmlformats.org/drawingml/2006/main">
              <a:ext uri="{FF2B5EF4-FFF2-40B4-BE49-F238E27FC236}">
                <a16:creationId xmlns:a16="http://schemas.microsoft.com/office/drawing/2014/main" id="{2E6FBC12-8230-49C0-8D66-2AAEF9E7539D}"/>
              </a:ext>
            </a:extLst>
          </p:cNvPr>
          <p:cNvSpPr>
            <a:spLocks xmlns:a="http://schemas.openxmlformats.org/drawingml/2006/main" noGrp="1"/>
          </p:cNvSpPr>
          <p:nvPr/>
        </p:nvSpPr>
        <p:spPr>
          <a:xfrm xmlns:a="http://schemas.openxmlformats.org/drawingml/2006/main">
            <a:off x="10479024" y="1101852"/>
            <a:ext cx="533400" cy="480060"/>
          </a:xfrm>
          <a:prstGeom xmlns:a="http://schemas.openxmlformats.org/drawingml/2006/main" prst="hexagon">
            <a:avLst/>
          </a:prstGeom>
          <a:noFill xmlns:a="http://schemas.openxmlformats.org/drawingml/2006/main"/>
          <a:ln xmlns:a="http://schemas.openxmlformats.org/drawingml/2006/main">
            <a:solidFill>
              <a:srgbClr val="9B8CFF">
                <a:alpha val="28000"/>
              </a:srgbClr>
            </a:solidFill>
            <a:prstDash val="solid"/>
          </a:ln>
        </p:spPr>
      </p:sp>
      <p:sp>
        <p:nvSpPr>
          <p:cNvPr id="7" name="">
            <a:extLst xmlns:a="http://schemas.openxmlformats.org/drawingml/2006/main">
              <a:ext uri="{FF2B5EF4-FFF2-40B4-BE49-F238E27FC236}">
                <a16:creationId xmlns:a16="http://schemas.microsoft.com/office/drawing/2014/main" id="{E5258EC0-A8AF-47F5-8DB3-FE82D227B912}"/>
              </a:ext>
            </a:extLst>
          </p:cNvPr>
          <p:cNvSpPr>
            <a:spLocks xmlns:a="http://schemas.openxmlformats.org/drawingml/2006/main" noGrp="1"/>
          </p:cNvSpPr>
          <p:nvPr/>
        </p:nvSpPr>
        <p:spPr>
          <a:xfrm xmlns:a="http://schemas.openxmlformats.org/drawingml/2006/main">
            <a:off x="11032998" y="952500"/>
            <a:ext cx="533400" cy="480060"/>
          </a:xfrm>
          <a:prstGeom xmlns:a="http://schemas.openxmlformats.org/drawingml/2006/main" prst="hexagon">
            <a:avLst/>
          </a:prstGeom>
          <a:noFill xmlns:a="http://schemas.openxmlformats.org/drawingml/2006/main"/>
          <a:ln xmlns:a="http://schemas.openxmlformats.org/drawingml/2006/main">
            <a:solidFill>
              <a:srgbClr val="9B8CFF">
                <a:alpha val="28000"/>
              </a:srgbClr>
            </a:solidFill>
            <a:prstDash val="solid"/>
          </a:ln>
        </p:spPr>
      </p:sp>
      <p:sp>
        <p:nvSpPr>
          <p:cNvPr id="8" name="">
            <a:extLst xmlns:a="http://schemas.openxmlformats.org/drawingml/2006/main">
              <a:ext uri="{FF2B5EF4-FFF2-40B4-BE49-F238E27FC236}">
                <a16:creationId xmlns:a16="http://schemas.microsoft.com/office/drawing/2014/main" id="{2C5E399E-DC4F-4B53-96F7-B6352DAA6CD0}"/>
              </a:ext>
            </a:extLst>
          </p:cNvPr>
          <p:cNvSpPr>
            <a:spLocks xmlns:a="http://schemas.openxmlformats.org/drawingml/2006/main" noGrp="1"/>
          </p:cNvSpPr>
          <p:nvPr/>
        </p:nvSpPr>
        <p:spPr>
          <a:xfrm xmlns:a="http://schemas.openxmlformats.org/drawingml/2006/main">
            <a:off x="9925050" y="1657350"/>
            <a:ext cx="1143000" cy="19050"/>
          </a:xfrm>
          <a:prstGeom xmlns:a="http://schemas.openxmlformats.org/drawingml/2006/main" prst="rect">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C3C22DFA-F992-4E2D-9A13-705643419DFF}"/>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2FE9C82E-5289-4882-AB44-7794D2454D93}"/>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93378D0C-549A-4923-BA60-2A5FCCE79777}"/>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E9BAFA18-659A-4531-8817-95CC557441BE}"/>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D21DF5AB-5EF4-4955-9593-A1EA25647458}"/>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476EDCC3-6C61-4C28-9DC1-0465E38D0F7C}"/>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D6160F68-65B9-4DD7-AE11-2D57166902F7}"/>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4F136322-A4D5-481F-A27E-CBB07FDF3605}"/>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42C5903D-276F-47A5-8170-0690ADFC09BA}"/>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DACCC9D9-5632-483E-B031-08117830C641}"/>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20D899FE-0865-4314-9CC1-E571F7E31E81}"/>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3E11B5B4-0C3B-4B00-97DC-D10306793189}"/>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FA0001F7-F4A5-45B6-8153-58ABEFAE6F47}"/>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2" name="">
            <a:extLst xmlns:a="http://schemas.openxmlformats.org/drawingml/2006/main">
              <a:ext uri="{FF2B5EF4-FFF2-40B4-BE49-F238E27FC236}">
                <a16:creationId xmlns:a16="http://schemas.microsoft.com/office/drawing/2014/main" id="{07E8F516-B949-4A1D-8FA9-B89072B2DE34}"/>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3" name="">
            <a:extLst xmlns:a="http://schemas.openxmlformats.org/drawingml/2006/main">
              <a:ext uri="{FF2B5EF4-FFF2-40B4-BE49-F238E27FC236}">
                <a16:creationId xmlns:a16="http://schemas.microsoft.com/office/drawing/2014/main" id="{ED6A547E-9F3D-4865-A8B7-F6BB85069219}"/>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3656F757-3686-427B-93FF-8C1158CB78DF}"/>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E93B36DA-6B6C-48FC-A199-A0FD946D3638}"/>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FC9D79C1-9644-4A86-AC7F-BA1F6A37C0A1}"/>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44FB9C62-F042-4326-8238-7E8B03244305}"/>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AD49A881-286C-400F-B4D4-DB2E0A1EF185}"/>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A24F2514-6F89-4E08-96C6-4BA2054E8F9A}"/>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0E2BEF03-463C-4409-922A-445395E4183C}"/>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867ED0A9-8FD8-4296-B253-FD4A9E945DCA}"/>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EC269D08-9B57-47D6-82C5-C62006024AD0}"/>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A6EC3DE7-EF39-427A-8E01-5BDBC4459838}"/>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28760C42-BFBB-46B7-B945-CEF955FEB739}"/>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F46301FA-49F4-45B1-8FCB-B55D50201B9C}"/>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F9C136C6-95CB-4FA0-AB16-7D6872F53ACE}"/>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A83FC3C5-6C1A-468C-A008-FB65653CAC0C}"/>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D20DF5A5-3614-4A28-ACAE-FC40992A7006}"/>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108DAC91-544B-4454-A185-E3C86C6AD4C8}"/>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4E2BBFA8-A0EA-459B-B1C6-089B3AE527B9}"/>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9B8CFF"/>
              </a:gs>
              <a:gs pos="100000">
                <a:srgbClr val="9B8CFF">
                  <a:alpha val="0"/>
                </a:srgbClr>
              </a:gs>
            </a:gsLst>
            <a:lin ang="540000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A9BFAD78-DE3B-499B-AAD3-680B2E65F144}"/>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9B8CFF">
                  <a:alpha val="45000"/>
                </a:srgbClr>
              </a:gs>
              <a:gs pos="100000">
                <a:srgbClr val="9B8CFF">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9A05EB6C-7E31-4608-A9B0-87048E1BD7D2}"/>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3" name="">
            <a:extLst xmlns:a="http://schemas.openxmlformats.org/drawingml/2006/main">
              <a:ext uri="{FF2B5EF4-FFF2-40B4-BE49-F238E27FC236}">
                <a16:creationId xmlns:a16="http://schemas.microsoft.com/office/drawing/2014/main" id="{BF4EF4D0-2BA0-4089-8D64-347C81A8FC2C}"/>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9B8CFF"/>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0360DA3D-A3D7-441C-9CC6-5D933F298F85}"/>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6F30CFA5-7EDC-4A52-904D-14089FEB41B6}"/>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9B8CFF">
                  <a:alpha val="26000"/>
                </a:srgbClr>
              </a:gs>
              <a:gs pos="45000">
                <a:srgbClr val="9B8CFF">
                  <a:alpha val="10000"/>
                </a:srgbClr>
              </a:gs>
              <a:gs pos="100000">
                <a:srgbClr val="9B8CFF">
                  <a:alpha val="0"/>
                </a:srgbClr>
              </a:gs>
            </a:gsLst>
            <a:path path="shape"/>
          </a:gra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E543D819-D91C-467C-BB52-FCB79BFF672D}"/>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9B8CFF"/>
              </a:gs>
              <a:gs pos="100000">
                <a:srgbClr val="4E4680"/>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05</a:t>
            </a:r>
          </a:p>
        </p:txBody>
      </p:sp>
      <p:sp>
        <p:nvSpPr>
          <p:cNvPr id="47" name="">
            <a:extLst xmlns:a="http://schemas.openxmlformats.org/drawingml/2006/main">
              <a:ext uri="{FF2B5EF4-FFF2-40B4-BE49-F238E27FC236}">
                <a16:creationId xmlns:a16="http://schemas.microsoft.com/office/drawing/2014/main" id="{8DA33060-B737-4401-885E-D73F007F5C3B}"/>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测试验证</a:t>
            </a:r>
          </a:p>
        </p:txBody>
      </p:sp>
      <p:sp>
        <p:nvSpPr>
          <p:cNvPr id="48" name="">
            <a:extLst xmlns:a="http://schemas.openxmlformats.org/drawingml/2006/main">
              <a:ext uri="{FF2B5EF4-FFF2-40B4-BE49-F238E27FC236}">
                <a16:creationId xmlns:a16="http://schemas.microsoft.com/office/drawing/2014/main" id="{1E0B0601-8D0E-4480-816C-1F755CB69A76}"/>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9B8CFF"/>
              </a:gs>
              <a:gs pos="100000">
                <a:srgbClr val="9B8CFF">
                  <a:alpha val="20000"/>
                </a:srgbClr>
              </a:gs>
            </a:gsLst>
            <a:lin ang="540000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57D78F1A-4245-4325-9EAC-A791C359694F}"/>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纵向对比：引入系统前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后</a:t>
            </a:r>
          </a:p>
        </p:txBody>
      </p:sp>
      <p:sp>
        <p:nvSpPr>
          <p:cNvPr id="50" name="">
            <a:extLst xmlns:a="http://schemas.openxmlformats.org/drawingml/2006/main">
              <a:ext uri="{FF2B5EF4-FFF2-40B4-BE49-F238E27FC236}">
                <a16:creationId xmlns:a16="http://schemas.microsoft.com/office/drawing/2014/main" id="{ADE2076F-4B87-4E12-97D6-59119853A047}"/>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9B8CFF"/>
              </a:gs>
              <a:gs pos="100000">
                <a:srgbClr val="9B8CFF">
                  <a:alpha val="0"/>
                </a:srgbClr>
              </a:gs>
            </a:gsLst>
            <a:lin ang="0"/>
          </a:gra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0C22C71E-7144-4D5B-B57D-FB4A6F83791B}"/>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7E2DA9A6-0B0C-42C2-A4DE-4E93A2244249}"/>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207A7C62-692E-4159-849D-236D3A81B69E}"/>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1BBD909D-60DD-4F60-B2F2-309307951FEB}"/>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5" name="">
            <a:extLst xmlns:a="http://schemas.openxmlformats.org/drawingml/2006/main">
              <a:ext uri="{FF2B5EF4-FFF2-40B4-BE49-F238E27FC236}">
                <a16:creationId xmlns:a16="http://schemas.microsoft.com/office/drawing/2014/main" id="{6A773ADF-53D5-4C4F-A67C-DECB5031111F}"/>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6" name="">
            <a:extLst xmlns:a="http://schemas.openxmlformats.org/drawingml/2006/main">
              <a:ext uri="{FF2B5EF4-FFF2-40B4-BE49-F238E27FC236}">
                <a16:creationId xmlns:a16="http://schemas.microsoft.com/office/drawing/2014/main" id="{A868BD38-8FF4-4BE3-A782-D8BB2FF3EA4B}"/>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44C04B7A-B0E1-47A4-AA3C-33093D2FB95B}"/>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8" name="">
            <a:extLst xmlns:a="http://schemas.openxmlformats.org/drawingml/2006/main">
              <a:ext uri="{FF2B5EF4-FFF2-40B4-BE49-F238E27FC236}">
                <a16:creationId xmlns:a16="http://schemas.microsoft.com/office/drawing/2014/main" id="{CD2F7D0B-7B02-4C1C-8F17-7DA47A8C7D17}"/>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AB06C434-3579-4742-9D34-186183D6EBE4}"/>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51A0B12A-5DDB-40F7-BABF-29A3B745494F}"/>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2B3D61A9-A002-48B7-BBED-8B0C2F9E0C2D}"/>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A1000AAA-B580-46B5-AEBE-10C6CA7CC96C}"/>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C5ADAF1C-3E2D-48B6-BEA0-F85EEB33A8D2}"/>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270B39E1-C60B-430E-AEB0-A00CCD3D1ECB}"/>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凡是能实测的都给了实测值；凡是测算的都标注了口径</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不把测算值写成试点值。</a:t>
            </a:r>
          </a:p>
        </p:txBody>
      </p:sp>
      <p:graphicFrame>
        <p:nvGraphicFramePr>
          <p:cNvPr id="140" name=""/>
          <p:cNvGraphicFramePr/>
          <p:nvPr/>
        </p:nvGraphicFramePr>
        <p:xfrm>
          <a:off xmlns:a="http://schemas.openxmlformats.org/drawingml/2006/main" x="285750" y="1333500"/>
          <a:ext xmlns:a="http://schemas.openxmlformats.org/drawingml/2006/main" cx="11620500" cy="4476750"/>
        </p:xfrm>
        <a:graphic xmlns:a="http://schemas.openxmlformats.org/drawingml/2006/main">
          <a:graphicData uri="http://schemas.openxmlformats.org/drawingml/2006/table">
            <a:tbl>
              <a:tblPr/>
              <a:tblGrid>
                <a:gridCol w="2556510"/>
                <a:gridCol w="2905125"/>
                <a:gridCol w="3950970"/>
                <a:gridCol w="2207895"/>
              </a:tblGrid>
              <a:tr h="361950">
                <a:tc>
                  <a:txBody>
                    <a:bodyPr/>
                    <a:lstStyle/>
                    <a:p>
                      <a:r>
                        <a:rPr sz="1013" b="1">
                          <a:solidFill>
                            <a:srgbClr val="FFFFFF"/>
                          </a:solidFill>
                          <a:latin typeface="微软雅黑"/>
                          <a:ea typeface="微软雅黑"/>
                          <a:cs typeface="微软雅黑"/>
                        </a:rPr>
                        <a:t>对比指标</a:t>
                      </a:r>
                    </a:p>
                  </a:txBody>
                  <a:tcPr marL="91440" marR="91440" marT="45720" marB="45720">
                    <a:solidFill>
                      <a:srgbClr val="14406F"/>
                    </a:solidFill>
                  </a:tcPr>
                </a:tc>
                <a:tc>
                  <a:txBody>
                    <a:bodyPr/>
                    <a:lstStyle/>
                    <a:p>
                      <a:r>
                        <a:rPr sz="1013" b="1">
                          <a:solidFill>
                            <a:srgbClr val="FFFFFF"/>
                          </a:solidFill>
                          <a:latin typeface="微软雅黑"/>
                          <a:ea typeface="微软雅黑"/>
                          <a:cs typeface="微软雅黑"/>
                        </a:rPr>
                        <a:t>引入前（现状）</a:t>
                      </a:r>
                    </a:p>
                  </a:txBody>
                  <a:tcPr marL="91440" marR="91440" marT="45720" marB="45720">
                    <a:solidFill>
                      <a:srgbClr val="14406F"/>
                    </a:solidFill>
                  </a:tcPr>
                </a:tc>
                <a:tc>
                  <a:txBody>
                    <a:bodyPr/>
                    <a:lstStyle/>
                    <a:p>
                      <a:r>
                        <a:rPr sz="1013" b="1">
                          <a:solidFill>
                            <a:srgbClr val="FFFFFF"/>
                          </a:solidFill>
                          <a:latin typeface="微软雅黑"/>
                          <a:ea typeface="微软雅黑"/>
                          <a:cs typeface="微软雅黑"/>
                        </a:rPr>
                        <a:t>引入后（实测 / 测算）</a:t>
                      </a:r>
                    </a:p>
                  </a:txBody>
                  <a:tcPr marL="91440" marR="91440" marT="45720" marB="45720">
                    <a:solidFill>
                      <a:srgbClr val="14406F"/>
                    </a:solidFill>
                  </a:tcPr>
                </a:tc>
                <a:tc>
                  <a:txBody>
                    <a:bodyPr/>
                    <a:lstStyle/>
                    <a:p>
                      <a:r>
                        <a:rPr sz="1013" b="1">
                          <a:solidFill>
                            <a:srgbClr val="FFFFFF"/>
                          </a:solidFill>
                          <a:latin typeface="微软雅黑"/>
                          <a:ea typeface="微软雅黑"/>
                          <a:cs typeface="微软雅黑"/>
                        </a:rPr>
                        <a:t>数据口径</a:t>
                      </a:r>
                    </a:p>
                  </a:txBody>
                  <a:tcPr marL="91440" marR="91440" marT="45720" marB="45720">
                    <a:solidFill>
                      <a:srgbClr val="14406F"/>
                    </a:solidFill>
                  </a:tcPr>
                </a:tc>
              </a:tr>
              <a:tr h="514350">
                <a:tc>
                  <a:txBody>
                    <a:bodyPr/>
                    <a:lstStyle/>
                    <a:p>
                      <a:r>
                        <a:rPr>
                          <a:solidFill>
                            <a:srgbClr val="31C7F0"/>
                          </a:solidFill>
                          <a:latin typeface="微软雅黑"/>
                          <a:ea typeface="微软雅黑"/>
                          <a:cs typeface="微软雅黑"/>
                        </a:rPr>
                        <a:t>同一报告结论一致性</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不同人判读得出不同结论</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同输入连续执行 200 次，rule_refs 100% 一致</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引擎自验</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归因依据可追溯</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纸质报告，无法回表核对</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每条结论带 rule_code、命中条件与依据事实</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归因输出</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规则回归覆盖</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无回归用例</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11 项规则测试场景全部通过</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引擎测试</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组卷针对性</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全员同一套固定试卷</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按 effort = 缺口权重 × max(0.2, 1.6 − 正确率) 分配题量</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算法口径 · 演示数据</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越权与伪造身份</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请求头可伪造身份</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令牌制校验；越权返回 403 / code=40301</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鉴权自验</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合规举证</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迎检临时补材料</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台账与留痕可一键导出，三表同号可下钻</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功能验收</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业务数据安全</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建议与执行混在一起</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确认接口只改建议状态，业务数据变更为零</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端到端验收</a:t>
                      </a:r>
                    </a:p>
                  </a:txBody>
                  <a:tcPr marL="91440" marR="91440" marT="45720" marB="45720">
                    <a:solidFill>
                      <a:srgbClr val="0A2444"/>
                    </a:solidFill>
                  </a:tcPr>
                </a:tc>
              </a:tr>
            </a:tbl>
          </a:graphicData>
        </a:graphic>
      </p:graphicFrame>
      <p:sp>
        <p:nvSpPr>
          <p:cNvPr id="66" name="">
            <a:extLst xmlns:a="http://schemas.openxmlformats.org/drawingml/2006/main">
              <a:ext uri="{FF2B5EF4-FFF2-40B4-BE49-F238E27FC236}">
                <a16:creationId xmlns:a16="http://schemas.microsoft.com/office/drawing/2014/main" id="{3B9B4286-EA35-445C-AE12-561E1D0A2908}"/>
              </a:ext>
            </a:extLst>
          </p:cNvPr>
          <p:cNvSpPr>
            <a:spLocks xmlns:a="http://schemas.openxmlformats.org/drawingml/2006/main" noGrp="1"/>
          </p:cNvSpPr>
          <p:nvPr/>
        </p:nvSpPr>
        <p:spPr>
          <a:xfrm xmlns:a="http://schemas.openxmlformats.org/drawingml/2006/main">
            <a:off x="285750" y="5448300"/>
            <a:ext cx="11620500" cy="952500"/>
          </a:xfrm>
          <a:prstGeom xmlns:a="http://schemas.openxmlformats.org/drawingml/2006/main" prst="roundRect">
            <a:avLst>
              <a:gd name="adj" fmla="val 9000"/>
            </a:avLst>
          </a:prstGeom>
          <a:gradFill xmlns:a="http://schemas.openxmlformats.org/drawingml/2006/main">
            <a:gsLst>
              <a:gs pos="0">
                <a:srgbClr val="412F39"/>
              </a:gs>
              <a:gs pos="62000">
                <a:srgbClr val="2A1520"/>
              </a:gs>
              <a:gs pos="100000">
                <a:srgbClr val="211019"/>
              </a:gs>
            </a:gsLst>
            <a:lin ang="8100000"/>
          </a:gradFill>
          <a:ln xmlns:a="http://schemas.openxmlformats.org/drawingml/2006/main" w="13335">
            <a:solidFill>
              <a:srgbClr val="F2705E"/>
            </a:solidFill>
            <a:prstDash val="solid"/>
          </a:ln>
        </p:spPr>
      </p:sp>
      <p:sp>
        <p:nvSpPr>
          <p:cNvPr id="67" name="">
            <a:extLst xmlns:a="http://schemas.openxmlformats.org/drawingml/2006/main">
              <a:ext uri="{FF2B5EF4-FFF2-40B4-BE49-F238E27FC236}">
                <a16:creationId xmlns:a16="http://schemas.microsoft.com/office/drawing/2014/main" id="{4FA085D3-C144-4E9A-8E71-C8B25EB4BD18}"/>
              </a:ext>
            </a:extLst>
          </p:cNvPr>
          <p:cNvSpPr>
            <a:spLocks xmlns:a="http://schemas.openxmlformats.org/drawingml/2006/main" noGrp="1"/>
          </p:cNvSpPr>
          <p:nvPr/>
        </p:nvSpPr>
        <p:spPr>
          <a:xfrm xmlns:a="http://schemas.openxmlformats.org/drawingml/2006/main">
            <a:off x="457200" y="5448300"/>
            <a:ext cx="1123950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4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口径声明：本项目暂无可用试用单位、试用周期与用户反馈，因此不虚构「已试点」。上表「实测」项均可当场复现；「算法口径」项为演示数据集下的算法输出，尚未取得企业实测值（如重复培训课时下降比例）暂不列入正式成果。</a:t>
            </a:r>
          </a:p>
        </p:txBody>
      </p:sp>
      <p:sp>
        <p:nvSpPr>
          <p:cNvPr id="68" name="">
            <a:extLst xmlns:a="http://schemas.openxmlformats.org/drawingml/2006/main">
              <a:ext uri="{FF2B5EF4-FFF2-40B4-BE49-F238E27FC236}">
                <a16:creationId xmlns:a16="http://schemas.microsoft.com/office/drawing/2014/main" id="{1720FA99-0850-4160-B278-A44F1F095A02}"/>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44F9DA74-2902-4EF7-981F-BD539599F3B5}"/>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502D15FB-9D07-45C0-AA79-3359ECCEBE10}"/>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9CD3CCE0-2AB2-4ABA-BB09-2AE222D72C29}"/>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1115686C-EE50-403A-8C29-401517F2FC29}"/>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C382D315-0F2B-46DD-A7EC-46DAEABA5039}"/>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74" name="">
            <a:extLst xmlns:a="http://schemas.openxmlformats.org/drawingml/2006/main">
              <a:ext uri="{FF2B5EF4-FFF2-40B4-BE49-F238E27FC236}">
                <a16:creationId xmlns:a16="http://schemas.microsoft.com/office/drawing/2014/main" id="{94AA6EB9-9A6A-426B-AD01-FF5F81102E77}"/>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49B0C9C1-4957-4171-B318-7CC1DC2D54DA}"/>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29</a:t>
            </a:r>
          </a:p>
        </p:txBody>
      </p:sp>
    </p:spTree>
    <p:extLst>
      <p:ext uri="{BB962C8B-B14F-4D97-AF65-F5344CB8AC3E}">
        <p14:creationId xmlns:p14="http://schemas.microsoft.com/office/powerpoint/2010/main" val="645126997"/>
      </p:ext>
    </p:extLst>
  </p:cSld>
</p:sld>
</file>

<file path=ppt/slides/slide30.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55052c3723f84ed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326D979-A3A8-4DB9-88A7-2161A3A1E5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5DA21137-BA6A-43C4-A7A2-194217C35769}"/>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9B8CFF">
                  <a:alpha val="15000"/>
                </a:srgbClr>
              </a:gs>
              <a:gs pos="45000">
                <a:srgbClr val="9B8CFF">
                  <a:alpha val="6000"/>
                </a:srgbClr>
              </a:gs>
              <a:gs pos="100000">
                <a:srgbClr val="9B8C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A2CFB036-CA15-4F40-A488-F6846AA3E311}"/>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CA30E127-21D3-4744-B7B7-0314933938C0}"/>
              </a:ext>
            </a:extLst>
          </p:cNvPr>
          <p:cNvSpPr>
            <a:spLocks xmlns:a="http://schemas.openxmlformats.org/drawingml/2006/main" noGrp="1"/>
          </p:cNvSpPr>
          <p:nvPr/>
        </p:nvSpPr>
        <p:spPr>
          <a:xfrm xmlns:a="http://schemas.openxmlformats.org/drawingml/2006/main">
            <a:off x="9601200" y="914400"/>
            <a:ext cx="1866900" cy="800100"/>
          </a:xfrm>
          <a:prstGeom xmlns:a="http://schemas.openxmlformats.org/drawingml/2006/main" prst="rect">
            <a:avLst/>
          </a:prstGeom>
          <a:pattFill xmlns:a="http://schemas.openxmlformats.org/drawingml/2006/main" prst="wdUpDiag">
            <a:fgClr>
              <a:srgbClr val="2A6BAE">
                <a:alpha val="42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E35E82C7-CAB7-4F7E-A4D0-55E3FBFDFEAE}"/>
              </a:ext>
            </a:extLst>
          </p:cNvPr>
          <p:cNvSpPr>
            <a:spLocks xmlns:a="http://schemas.openxmlformats.org/drawingml/2006/main" noGrp="1"/>
          </p:cNvSpPr>
          <p:nvPr/>
        </p:nvSpPr>
        <p:spPr>
          <a:xfrm xmlns:a="http://schemas.openxmlformats.org/drawingml/2006/main">
            <a:off x="11525250" y="914400"/>
            <a:ext cx="400050" cy="800100"/>
          </a:xfrm>
          <a:prstGeom xmlns:a="http://schemas.openxmlformats.org/drawingml/2006/main" prst="rect">
            <a:avLst/>
          </a:prstGeom>
          <a:pattFill xmlns:a="http://schemas.openxmlformats.org/drawingml/2006/main" prst="narVert">
            <a:fgClr>
              <a:srgbClr val="9B8CFF">
                <a:alpha val="32000"/>
              </a:srgbClr>
            </a:fgClr>
            <a:bgClr>
              <a:srgbClr val="0A2144"/>
            </a:bgClr>
          </a:patt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DA39A138-057A-4FD4-A242-6B4702328F3B}"/>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92EB3AAE-1568-4E10-ABC9-626946724B78}"/>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6328F60A-5A6B-4DF0-B3A2-112A63B707D3}"/>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FBEF444C-A646-4B34-BEB3-7AEDE5564A25}"/>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EFC431C0-E6B1-468C-8CDF-3A54F51D78A4}"/>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02D2F73F-9A46-4769-B520-73FFC0652801}"/>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315EC13B-072B-4520-AECD-AE51064C89D6}"/>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4F513639-B861-4FC8-A70C-1E403E6A0163}"/>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A349177B-68C8-4AE0-9FD7-3CF80DBAFB1A}"/>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352CDA8E-1EF0-447F-B3C6-409CC1797099}"/>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94DA6226-0EA5-4F40-ACBE-17826314D1C1}"/>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1A6EF887-8737-4D0E-A90B-80CEC54F675C}"/>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64F62122-ACA0-40E0-AC1F-83214CFC9156}"/>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0" name="">
            <a:extLst xmlns:a="http://schemas.openxmlformats.org/drawingml/2006/main">
              <a:ext uri="{FF2B5EF4-FFF2-40B4-BE49-F238E27FC236}">
                <a16:creationId xmlns:a16="http://schemas.microsoft.com/office/drawing/2014/main" id="{73B4B83F-7AEE-433F-8D5D-2A3354CE8C2A}"/>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1" name="">
            <a:extLst xmlns:a="http://schemas.openxmlformats.org/drawingml/2006/main">
              <a:ext uri="{FF2B5EF4-FFF2-40B4-BE49-F238E27FC236}">
                <a16:creationId xmlns:a16="http://schemas.microsoft.com/office/drawing/2014/main" id="{98761679-2EA4-4B5A-AA93-F424246C5844}"/>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39F8604D-0978-4550-8734-E57F8892879B}"/>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9FA7A099-3B24-41E0-BB53-C1C11A61267C}"/>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69877F23-F2C3-4954-9D9B-C9FFAA4D80C9}"/>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C5F602B6-7E64-4717-B426-15C92AA941F4}"/>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66AC0D76-F1B4-4C68-BAF7-1A4B447D3F76}"/>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44CAE113-2494-47E5-AE60-D5DB9280A767}"/>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342B0E4A-E319-424A-B7C4-E8BECD60A462}"/>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F2180DA1-C7A7-4220-9A4A-490671F2920D}"/>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0ABA8E68-A680-46EE-B7E5-4ED859A3984A}"/>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FB7833F4-428A-4943-9CAB-D011649CE5E4}"/>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1231F180-100D-4F27-AC6D-033D6E646578}"/>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BBC1CE12-77A8-4933-AFC4-E311C17D6E78}"/>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68FF6A9E-1194-4C71-82D6-6A404A2E3B88}"/>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4BADFCA2-306B-48A8-9917-644847BD5C46}"/>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B75D2BC2-2E5C-416C-9853-9DE38CEF9FE5}"/>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7695FC46-D442-4BA5-B0C2-75984A330A0C}"/>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15B8635A-826D-4A51-815B-31E0D226559C}"/>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9B8CFF"/>
              </a:gs>
              <a:gs pos="100000">
                <a:srgbClr val="9B8CFF">
                  <a:alpha val="0"/>
                </a:srgbClr>
              </a:gs>
            </a:gsLst>
            <a:lin ang="540000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BFB76785-B1CB-439E-8D1D-BB5338BD6C21}"/>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9B8CFF">
                  <a:alpha val="45000"/>
                </a:srgbClr>
              </a:gs>
              <a:gs pos="100000">
                <a:srgbClr val="9B8CFF">
                  <a:alpha val="0"/>
                </a:srgbClr>
              </a:gs>
            </a:gsLst>
            <a:lin ang="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400BF627-08D6-4506-B48A-FCA475C03415}"/>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1" name="">
            <a:extLst xmlns:a="http://schemas.openxmlformats.org/drawingml/2006/main">
              <a:ext uri="{FF2B5EF4-FFF2-40B4-BE49-F238E27FC236}">
                <a16:creationId xmlns:a16="http://schemas.microsoft.com/office/drawing/2014/main" id="{8ACB981D-5E34-4E17-97CD-1BED5CE6C644}"/>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9B8CFF"/>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3EE9F9BD-0088-4D81-AFBD-5EB3E7E0E719}"/>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CFEF1DC8-2333-44A2-B545-F1E6BE34C2AF}"/>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9B8CFF">
                  <a:alpha val="26000"/>
                </a:srgbClr>
              </a:gs>
              <a:gs pos="45000">
                <a:srgbClr val="9B8CFF">
                  <a:alpha val="10000"/>
                </a:srgbClr>
              </a:gs>
              <a:gs pos="100000">
                <a:srgbClr val="9B8CFF">
                  <a:alpha val="0"/>
                </a:srgbClr>
              </a:gs>
            </a:gsLst>
            <a:path path="shape"/>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46F72AB-3C9B-42F9-8EE4-1E5286F6376F}"/>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9B8CFF"/>
              </a:gs>
              <a:gs pos="100000">
                <a:srgbClr val="4E4680"/>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05</a:t>
            </a:r>
          </a:p>
        </p:txBody>
      </p:sp>
      <p:sp>
        <p:nvSpPr>
          <p:cNvPr id="45" name="">
            <a:extLst xmlns:a="http://schemas.openxmlformats.org/drawingml/2006/main">
              <a:ext uri="{FF2B5EF4-FFF2-40B4-BE49-F238E27FC236}">
                <a16:creationId xmlns:a16="http://schemas.microsoft.com/office/drawing/2014/main" id="{32CB4DC0-9B7E-4D5A-A74D-7EFC40189E35}"/>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测试验证</a:t>
            </a:r>
          </a:p>
        </p:txBody>
      </p:sp>
      <p:sp>
        <p:nvSpPr>
          <p:cNvPr id="46" name="">
            <a:extLst xmlns:a="http://schemas.openxmlformats.org/drawingml/2006/main">
              <a:ext uri="{FF2B5EF4-FFF2-40B4-BE49-F238E27FC236}">
                <a16:creationId xmlns:a16="http://schemas.microsoft.com/office/drawing/2014/main" id="{2980D8F3-E8E0-43B9-8125-99AA59E625CB}"/>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9B8CFF"/>
              </a:gs>
              <a:gs pos="100000">
                <a:srgbClr val="9B8CFF">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E63A5006-0046-4992-86D0-44CB40999E26}"/>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横向对比：三种方案的能力矩阵</a:t>
            </a:r>
          </a:p>
        </p:txBody>
      </p:sp>
      <p:sp>
        <p:nvSpPr>
          <p:cNvPr id="48" name="">
            <a:extLst xmlns:a="http://schemas.openxmlformats.org/drawingml/2006/main">
              <a:ext uri="{FF2B5EF4-FFF2-40B4-BE49-F238E27FC236}">
                <a16:creationId xmlns:a16="http://schemas.microsoft.com/office/drawing/2014/main" id="{0D1EEF5E-5E6C-4B7B-895A-A37E03E3C2EE}"/>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9B8CFF"/>
              </a:gs>
              <a:gs pos="100000">
                <a:srgbClr val="9B8CFF">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13BF1D6C-A9A7-488B-BF87-882B835D5C4A}"/>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3F615EE3-C773-414C-B9A5-D6050A22E659}"/>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37A5B9EB-7679-44BD-AD59-C12E8ED1263B}"/>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88C2B969-5427-46F1-85F8-F7444CE8DFDF}"/>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3" name="">
            <a:extLst xmlns:a="http://schemas.openxmlformats.org/drawingml/2006/main">
              <a:ext uri="{FF2B5EF4-FFF2-40B4-BE49-F238E27FC236}">
                <a16:creationId xmlns:a16="http://schemas.microsoft.com/office/drawing/2014/main" id="{2AFF954C-A6C8-4218-8004-D3727942BF3D}"/>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4" name="">
            <a:extLst xmlns:a="http://schemas.openxmlformats.org/drawingml/2006/main">
              <a:ext uri="{FF2B5EF4-FFF2-40B4-BE49-F238E27FC236}">
                <a16:creationId xmlns:a16="http://schemas.microsoft.com/office/drawing/2014/main" id="{57302A6E-F8A5-4465-BE15-B8155449233F}"/>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C3B64492-2789-401C-B2B8-4A0904B0A8D5}"/>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CBC64715-6A73-4A5D-9933-EDC0AC3D55DB}"/>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DC20B9E7-50D1-41E3-A1E6-A139802C2C51}"/>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19C26D12-B1A5-4FC2-86F2-46A5B0842846}"/>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E103C133-2694-41B0-9432-04563976F9F1}"/>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1B6A41D8-FBCB-4E51-9CA1-0885E41D51F5}"/>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63A9FB3E-E1B9-496C-B390-631066F2738A}"/>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612DCA07-044E-4BA6-AE4B-42382687CFB9}"/>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差异化不在「用不用 </a:t>
            </a:r>
            <a:r>
              <a:rPr sz="1238">
                <a:solidFill>
                  <a:srgbClr val="FFFFFF"/>
                </a:solidFill>
                <a:latin typeface="微软雅黑"/>
                <a:ea typeface="微软雅黑"/>
                <a:cs typeface="微软雅黑"/>
              </a:rPr>
              <a:t>AI</a:t>
            </a:r>
            <a:r>
              <a:rPr sz="1238">
                <a:solidFill>
                  <a:srgbClr val="FFFFFF"/>
                </a:solidFill>
                <a:latin typeface="微软雅黑"/>
                <a:ea typeface="微软雅黑"/>
                <a:cs typeface="微软雅黑"/>
              </a:rPr>
              <a:t>」，而在「结论能不能被复算、被追责、被替换」。</a:t>
            </a:r>
          </a:p>
        </p:txBody>
      </p:sp>
      <p:graphicFrame>
        <p:nvGraphicFramePr>
          <p:cNvPr id="134" name=""/>
          <p:cNvGraphicFramePr/>
          <p:nvPr/>
        </p:nvGraphicFramePr>
        <p:xfrm>
          <a:off xmlns:a="http://schemas.openxmlformats.org/drawingml/2006/main" x="285750" y="1333500"/>
          <a:ext xmlns:a="http://schemas.openxmlformats.org/drawingml/2006/main" cx="11620500" cy="4953000"/>
        </p:xfrm>
        <a:graphic xmlns:a="http://schemas.openxmlformats.org/drawingml/2006/main">
          <a:graphicData uri="http://schemas.openxmlformats.org/drawingml/2006/table">
            <a:tbl>
              <a:tblPr/>
              <a:tblGrid>
                <a:gridCol w="2395979"/>
                <a:gridCol w="2755376"/>
                <a:gridCol w="2755376"/>
                <a:gridCol w="3713768"/>
              </a:tblGrid>
              <a:tr h="381000">
                <a:tc>
                  <a:txBody>
                    <a:bodyPr/>
                    <a:lstStyle/>
                    <a:p>
                      <a:r>
                        <a:rPr sz="1050" b="1">
                          <a:solidFill>
                            <a:srgbClr val="FFFFFF"/>
                          </a:solidFill>
                          <a:latin typeface="微软雅黑"/>
                          <a:ea typeface="微软雅黑"/>
                          <a:cs typeface="微软雅黑"/>
                        </a:rPr>
                        <a:t>能力维度</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传统 LMS</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通用大模型工具</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工业智训（本系统）</a:t>
                      </a:r>
                    </a:p>
                  </a:txBody>
                  <a:tcPr marL="91440" marR="91440" marT="45720" marB="45720">
                    <a:solidFill>
                      <a:srgbClr val="14406F"/>
                    </a:solidFill>
                  </a:tcPr>
                </a:tc>
              </a:tr>
              <a:tr h="533400">
                <a:tc>
                  <a:txBody>
                    <a:bodyPr/>
                    <a:lstStyle/>
                    <a:p>
                      <a:r>
                        <a:rPr sz="938" b="1">
                          <a:solidFill>
                            <a:srgbClr val="31C7F0"/>
                          </a:solidFill>
                          <a:latin typeface="微软雅黑"/>
                          <a:ea typeface="微软雅黑"/>
                          <a:cs typeface="微软雅黑"/>
                        </a:rPr>
                        <a:t>数据结构</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只有总分与进度</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只有自然语言</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53 张表，能力项与结论结构化落库</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决策方式</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人工判读</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模型直接生成</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规则引擎确定性匹配</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结论一致性</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因人而异</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有随机性</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200 次重复执行 100% 一致</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可解释</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无法说明依据</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依据不可核验</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rule_code + 依据事实 + 置信度</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可离线</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可离线但无智能</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断网即失效</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AI_ENABLED=false 时全链路可用</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可审计</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纸质台账</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无留痕</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建议 / 确认 / 执行 / 回滚全程留痕</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人工确认</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无</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无</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need_human_confirm，写入 decision_log</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岗位适配</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通用课程</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与岗位脱节</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岗位—技能—课程—考试—实操打通</a:t>
                      </a:r>
                    </a:p>
                  </a:txBody>
                  <a:tcPr marL="91440" marR="91440" marT="45720" marB="45720">
                    <a:solidFill>
                      <a:srgbClr val="0F3159"/>
                    </a:solidFill>
                  </a:tcPr>
                </a:tc>
              </a:tr>
            </a:tbl>
          </a:graphicData>
        </a:graphic>
      </p:graphicFrame>
      <p:sp>
        <p:nvSpPr>
          <p:cNvPr id="64" name="">
            <a:extLst xmlns:a="http://schemas.openxmlformats.org/drawingml/2006/main">
              <a:ext uri="{FF2B5EF4-FFF2-40B4-BE49-F238E27FC236}">
                <a16:creationId xmlns:a16="http://schemas.microsoft.com/office/drawing/2014/main" id="{23BD2666-4796-4F4D-AD86-BFF673445986}"/>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31F8BA4C-ED25-435F-8B75-59F42DB2AF41}"/>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C9D06D75-DC23-43AC-9AE4-DA3E643E1F98}"/>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6A03BA97-2C4A-4F9D-B8E0-450AD7E54728}"/>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E56F42D1-5D03-4352-9AF8-38D588E3508A}"/>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06894049-AC92-4F2A-A7FB-E0983E3C2675}"/>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70" name="">
            <a:extLst xmlns:a="http://schemas.openxmlformats.org/drawingml/2006/main">
              <a:ext uri="{FF2B5EF4-FFF2-40B4-BE49-F238E27FC236}">
                <a16:creationId xmlns:a16="http://schemas.microsoft.com/office/drawing/2014/main" id="{4A7AA3F9-7EB5-417D-AD50-95EEACF87000}"/>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DFBA2131-5537-4302-8092-B337FFBED652}"/>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30</a:t>
            </a:r>
          </a:p>
        </p:txBody>
      </p:sp>
    </p:spTree>
    <p:extLst>
      <p:ext uri="{BB962C8B-B14F-4D97-AF65-F5344CB8AC3E}">
        <p14:creationId xmlns:p14="http://schemas.microsoft.com/office/powerpoint/2010/main" val="927023833"/>
      </p:ext>
    </p:extLst>
  </p:cSld>
</p:sld>
</file>

<file path=ppt/slides/slide31.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38" name=""/>
          <p:cNvPicPr>
            <a:picLocks xmlns:a="http://schemas.openxmlformats.org/drawingml/2006/main" noChangeAspect="1"/>
          </p:cNvPicPr>
          <p:nvPr/>
        </p:nvPicPr>
        <p:blipFill>
          <a:blip xmlns:r="http://schemas.openxmlformats.org/officeDocument/2006/relationships" xmlns:a="http://schemas.openxmlformats.org/drawingml/2006/main" r:embed="R149254c40dd1438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CFEAEB4-1CF6-46CE-919B-7BF9BA0634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49EEA92F-11C5-4DE8-B74F-07C3B6E49C6B}"/>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9B8CFF">
                  <a:alpha val="15000"/>
                </a:srgbClr>
              </a:gs>
              <a:gs pos="45000">
                <a:srgbClr val="9B8CFF">
                  <a:alpha val="6000"/>
                </a:srgbClr>
              </a:gs>
              <a:gs pos="100000">
                <a:srgbClr val="9B8C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813F2AB7-C331-4C1E-AE5B-65271F232D0E}"/>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561B79E9-9C5D-4E35-8FBC-5E2C62BBAC69}"/>
              </a:ext>
            </a:extLst>
          </p:cNvPr>
          <p:cNvSpPr>
            <a:spLocks xmlns:a="http://schemas.openxmlformats.org/drawingml/2006/main" noGrp="1"/>
          </p:cNvSpPr>
          <p:nvPr/>
        </p:nvSpPr>
        <p:spPr>
          <a:xfrm xmlns:a="http://schemas.openxmlformats.org/drawingml/2006/main">
            <a:off x="9658350"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8504C581-BA44-475E-9F88-FFBF3EA09832}"/>
              </a:ext>
            </a:extLst>
          </p:cNvPr>
          <p:cNvSpPr>
            <a:spLocks xmlns:a="http://schemas.openxmlformats.org/drawingml/2006/main" noGrp="1"/>
          </p:cNvSpPr>
          <p:nvPr/>
        </p:nvSpPr>
        <p:spPr>
          <a:xfrm xmlns:a="http://schemas.openxmlformats.org/drawingml/2006/main">
            <a:off x="9658350"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E9B18F34-1B4B-45B2-A63E-86625F0A86BA}"/>
              </a:ext>
            </a:extLst>
          </p:cNvPr>
          <p:cNvSpPr>
            <a:spLocks xmlns:a="http://schemas.openxmlformats.org/drawingml/2006/main" noGrp="1"/>
          </p:cNvSpPr>
          <p:nvPr/>
        </p:nvSpPr>
        <p:spPr>
          <a:xfrm xmlns:a="http://schemas.openxmlformats.org/drawingml/2006/main">
            <a:off x="9658350"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46139F13-137F-4511-B7D2-27BDE724A086}"/>
              </a:ext>
            </a:extLst>
          </p:cNvPr>
          <p:cNvSpPr>
            <a:spLocks xmlns:a="http://schemas.openxmlformats.org/drawingml/2006/main" noGrp="1"/>
          </p:cNvSpPr>
          <p:nvPr/>
        </p:nvSpPr>
        <p:spPr>
          <a:xfrm xmlns:a="http://schemas.openxmlformats.org/drawingml/2006/main">
            <a:off x="9782175"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5866268C-B0EB-46DF-9081-8A1C2B05FE72}"/>
              </a:ext>
            </a:extLst>
          </p:cNvPr>
          <p:cNvSpPr>
            <a:spLocks xmlns:a="http://schemas.openxmlformats.org/drawingml/2006/main" noGrp="1"/>
          </p:cNvSpPr>
          <p:nvPr/>
        </p:nvSpPr>
        <p:spPr>
          <a:xfrm xmlns:a="http://schemas.openxmlformats.org/drawingml/2006/main">
            <a:off x="9782175"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12911EC7-863A-45D1-A363-892BAD8EFCFF}"/>
              </a:ext>
            </a:extLst>
          </p:cNvPr>
          <p:cNvSpPr>
            <a:spLocks xmlns:a="http://schemas.openxmlformats.org/drawingml/2006/main" noGrp="1"/>
          </p:cNvSpPr>
          <p:nvPr/>
        </p:nvSpPr>
        <p:spPr>
          <a:xfrm xmlns:a="http://schemas.openxmlformats.org/drawingml/2006/main">
            <a:off x="9782175"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5FF272B3-E53F-46CE-A275-D0D0A020F757}"/>
              </a:ext>
            </a:extLst>
          </p:cNvPr>
          <p:cNvSpPr>
            <a:spLocks xmlns:a="http://schemas.openxmlformats.org/drawingml/2006/main" noGrp="1"/>
          </p:cNvSpPr>
          <p:nvPr/>
        </p:nvSpPr>
        <p:spPr>
          <a:xfrm xmlns:a="http://schemas.openxmlformats.org/drawingml/2006/main">
            <a:off x="9906000"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842D4051-67D4-4513-9F09-163DB40C3020}"/>
              </a:ext>
            </a:extLst>
          </p:cNvPr>
          <p:cNvSpPr>
            <a:spLocks xmlns:a="http://schemas.openxmlformats.org/drawingml/2006/main" noGrp="1"/>
          </p:cNvSpPr>
          <p:nvPr/>
        </p:nvSpPr>
        <p:spPr>
          <a:xfrm xmlns:a="http://schemas.openxmlformats.org/drawingml/2006/main">
            <a:off x="9906000"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0C4AEBAE-CF67-46D6-A428-B84423B45D75}"/>
              </a:ext>
            </a:extLst>
          </p:cNvPr>
          <p:cNvSpPr>
            <a:spLocks xmlns:a="http://schemas.openxmlformats.org/drawingml/2006/main" noGrp="1"/>
          </p:cNvSpPr>
          <p:nvPr/>
        </p:nvSpPr>
        <p:spPr>
          <a:xfrm xmlns:a="http://schemas.openxmlformats.org/drawingml/2006/main">
            <a:off x="9906000"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ABF7DB2C-24EC-4DA7-ABEF-7706117084E2}"/>
              </a:ext>
            </a:extLst>
          </p:cNvPr>
          <p:cNvSpPr>
            <a:spLocks xmlns:a="http://schemas.openxmlformats.org/drawingml/2006/main" noGrp="1"/>
          </p:cNvSpPr>
          <p:nvPr/>
        </p:nvSpPr>
        <p:spPr>
          <a:xfrm xmlns:a="http://schemas.openxmlformats.org/drawingml/2006/main">
            <a:off x="10029825"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0932DDF8-5EA6-41B3-B2E6-A6E4F97A3E2D}"/>
              </a:ext>
            </a:extLst>
          </p:cNvPr>
          <p:cNvSpPr>
            <a:spLocks xmlns:a="http://schemas.openxmlformats.org/drawingml/2006/main" noGrp="1"/>
          </p:cNvSpPr>
          <p:nvPr/>
        </p:nvSpPr>
        <p:spPr>
          <a:xfrm xmlns:a="http://schemas.openxmlformats.org/drawingml/2006/main">
            <a:off x="10029825"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2EAC96DE-F56F-4812-89C1-E1C529C8BD02}"/>
              </a:ext>
            </a:extLst>
          </p:cNvPr>
          <p:cNvSpPr>
            <a:spLocks xmlns:a="http://schemas.openxmlformats.org/drawingml/2006/main" noGrp="1"/>
          </p:cNvSpPr>
          <p:nvPr/>
        </p:nvSpPr>
        <p:spPr>
          <a:xfrm xmlns:a="http://schemas.openxmlformats.org/drawingml/2006/main">
            <a:off x="10029825"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D1A7060D-396E-4649-AEC3-22D310ABF1E0}"/>
              </a:ext>
            </a:extLst>
          </p:cNvPr>
          <p:cNvSpPr>
            <a:spLocks xmlns:a="http://schemas.openxmlformats.org/drawingml/2006/main" noGrp="1"/>
          </p:cNvSpPr>
          <p:nvPr/>
        </p:nvSpPr>
        <p:spPr>
          <a:xfrm xmlns:a="http://schemas.openxmlformats.org/drawingml/2006/main">
            <a:off x="10153650"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60CEF30D-98F9-428E-9946-8BCBA0E9AA06}"/>
              </a:ext>
            </a:extLst>
          </p:cNvPr>
          <p:cNvSpPr>
            <a:spLocks xmlns:a="http://schemas.openxmlformats.org/drawingml/2006/main" noGrp="1"/>
          </p:cNvSpPr>
          <p:nvPr/>
        </p:nvSpPr>
        <p:spPr>
          <a:xfrm xmlns:a="http://schemas.openxmlformats.org/drawingml/2006/main">
            <a:off x="10153650"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3FCBD2B8-9A61-44D3-8A13-FE1790F0146D}"/>
              </a:ext>
            </a:extLst>
          </p:cNvPr>
          <p:cNvSpPr>
            <a:spLocks xmlns:a="http://schemas.openxmlformats.org/drawingml/2006/main" noGrp="1"/>
          </p:cNvSpPr>
          <p:nvPr/>
        </p:nvSpPr>
        <p:spPr>
          <a:xfrm xmlns:a="http://schemas.openxmlformats.org/drawingml/2006/main">
            <a:off x="10153650"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8D79E320-F64A-4358-ACAB-C2880580E43E}"/>
              </a:ext>
            </a:extLst>
          </p:cNvPr>
          <p:cNvSpPr>
            <a:spLocks xmlns:a="http://schemas.openxmlformats.org/drawingml/2006/main" noGrp="1"/>
          </p:cNvSpPr>
          <p:nvPr/>
        </p:nvSpPr>
        <p:spPr>
          <a:xfrm xmlns:a="http://schemas.openxmlformats.org/drawingml/2006/main">
            <a:off x="10277475"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79E30D85-C66A-421A-BDB1-0CCE0AB939E8}"/>
              </a:ext>
            </a:extLst>
          </p:cNvPr>
          <p:cNvSpPr>
            <a:spLocks xmlns:a="http://schemas.openxmlformats.org/drawingml/2006/main" noGrp="1"/>
          </p:cNvSpPr>
          <p:nvPr/>
        </p:nvSpPr>
        <p:spPr>
          <a:xfrm xmlns:a="http://schemas.openxmlformats.org/drawingml/2006/main">
            <a:off x="10277475"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9E018F8E-EF04-471C-8390-28736DD58B11}"/>
              </a:ext>
            </a:extLst>
          </p:cNvPr>
          <p:cNvSpPr>
            <a:spLocks xmlns:a="http://schemas.openxmlformats.org/drawingml/2006/main" noGrp="1"/>
          </p:cNvSpPr>
          <p:nvPr/>
        </p:nvSpPr>
        <p:spPr>
          <a:xfrm xmlns:a="http://schemas.openxmlformats.org/drawingml/2006/main">
            <a:off x="10277475"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12AD12B1-6A5C-4A1D-BD7B-370766E96249}"/>
              </a:ext>
            </a:extLst>
          </p:cNvPr>
          <p:cNvSpPr>
            <a:spLocks xmlns:a="http://schemas.openxmlformats.org/drawingml/2006/main" noGrp="1"/>
          </p:cNvSpPr>
          <p:nvPr/>
        </p:nvSpPr>
        <p:spPr>
          <a:xfrm xmlns:a="http://schemas.openxmlformats.org/drawingml/2006/main">
            <a:off x="10401300"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54BA90DF-B59B-4D9D-BBE0-5191158D1A77}"/>
              </a:ext>
            </a:extLst>
          </p:cNvPr>
          <p:cNvSpPr>
            <a:spLocks xmlns:a="http://schemas.openxmlformats.org/drawingml/2006/main" noGrp="1"/>
          </p:cNvSpPr>
          <p:nvPr/>
        </p:nvSpPr>
        <p:spPr>
          <a:xfrm xmlns:a="http://schemas.openxmlformats.org/drawingml/2006/main">
            <a:off x="10401300"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EAE0A6D4-BD77-44AD-B993-BCE887E17E31}"/>
              </a:ext>
            </a:extLst>
          </p:cNvPr>
          <p:cNvSpPr>
            <a:spLocks xmlns:a="http://schemas.openxmlformats.org/drawingml/2006/main" noGrp="1"/>
          </p:cNvSpPr>
          <p:nvPr/>
        </p:nvSpPr>
        <p:spPr>
          <a:xfrm xmlns:a="http://schemas.openxmlformats.org/drawingml/2006/main">
            <a:off x="10401300"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973B3B6C-4895-4C2A-85C4-4119EC4FF46B}"/>
              </a:ext>
            </a:extLst>
          </p:cNvPr>
          <p:cNvSpPr>
            <a:spLocks xmlns:a="http://schemas.openxmlformats.org/drawingml/2006/main" noGrp="1"/>
          </p:cNvSpPr>
          <p:nvPr/>
        </p:nvSpPr>
        <p:spPr>
          <a:xfrm xmlns:a="http://schemas.openxmlformats.org/drawingml/2006/main">
            <a:off x="10525125"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24491172-9BE9-436B-BEF5-9DE2C56ECE4F}"/>
              </a:ext>
            </a:extLst>
          </p:cNvPr>
          <p:cNvSpPr>
            <a:spLocks xmlns:a="http://schemas.openxmlformats.org/drawingml/2006/main" noGrp="1"/>
          </p:cNvSpPr>
          <p:nvPr/>
        </p:nvSpPr>
        <p:spPr>
          <a:xfrm xmlns:a="http://schemas.openxmlformats.org/drawingml/2006/main">
            <a:off x="10525125"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3E21C514-7737-4D64-ACD6-C94FC8A1F947}"/>
              </a:ext>
            </a:extLst>
          </p:cNvPr>
          <p:cNvSpPr>
            <a:spLocks xmlns:a="http://schemas.openxmlformats.org/drawingml/2006/main" noGrp="1"/>
          </p:cNvSpPr>
          <p:nvPr/>
        </p:nvSpPr>
        <p:spPr>
          <a:xfrm xmlns:a="http://schemas.openxmlformats.org/drawingml/2006/main">
            <a:off x="10525125"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3582091D-74E2-4E69-AD91-A236752D802D}"/>
              </a:ext>
            </a:extLst>
          </p:cNvPr>
          <p:cNvSpPr>
            <a:spLocks xmlns:a="http://schemas.openxmlformats.org/drawingml/2006/main" noGrp="1"/>
          </p:cNvSpPr>
          <p:nvPr/>
        </p:nvSpPr>
        <p:spPr>
          <a:xfrm xmlns:a="http://schemas.openxmlformats.org/drawingml/2006/main">
            <a:off x="10648950"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1C25FB13-4F77-4219-BAC2-F31EC78F136E}"/>
              </a:ext>
            </a:extLst>
          </p:cNvPr>
          <p:cNvSpPr>
            <a:spLocks xmlns:a="http://schemas.openxmlformats.org/drawingml/2006/main" noGrp="1"/>
          </p:cNvSpPr>
          <p:nvPr/>
        </p:nvSpPr>
        <p:spPr>
          <a:xfrm xmlns:a="http://schemas.openxmlformats.org/drawingml/2006/main">
            <a:off x="10648950"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FCAF0C49-2E25-4D64-8224-5B44EAA49C87}"/>
              </a:ext>
            </a:extLst>
          </p:cNvPr>
          <p:cNvSpPr>
            <a:spLocks xmlns:a="http://schemas.openxmlformats.org/drawingml/2006/main" noGrp="1"/>
          </p:cNvSpPr>
          <p:nvPr/>
        </p:nvSpPr>
        <p:spPr>
          <a:xfrm xmlns:a="http://schemas.openxmlformats.org/drawingml/2006/main">
            <a:off x="10648950"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93F82437-7A62-4EF3-83B9-702FD03AA94F}"/>
              </a:ext>
            </a:extLst>
          </p:cNvPr>
          <p:cNvSpPr>
            <a:spLocks xmlns:a="http://schemas.openxmlformats.org/drawingml/2006/main" noGrp="1"/>
          </p:cNvSpPr>
          <p:nvPr/>
        </p:nvSpPr>
        <p:spPr>
          <a:xfrm xmlns:a="http://schemas.openxmlformats.org/drawingml/2006/main">
            <a:off x="10772775"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6D268685-9353-485F-A6E4-A45936C2CE4C}"/>
              </a:ext>
            </a:extLst>
          </p:cNvPr>
          <p:cNvSpPr>
            <a:spLocks xmlns:a="http://schemas.openxmlformats.org/drawingml/2006/main" noGrp="1"/>
          </p:cNvSpPr>
          <p:nvPr/>
        </p:nvSpPr>
        <p:spPr>
          <a:xfrm xmlns:a="http://schemas.openxmlformats.org/drawingml/2006/main">
            <a:off x="10772775"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96149AEB-06CF-47D5-AA72-0462A01D6320}"/>
              </a:ext>
            </a:extLst>
          </p:cNvPr>
          <p:cNvSpPr>
            <a:spLocks xmlns:a="http://schemas.openxmlformats.org/drawingml/2006/main" noGrp="1"/>
          </p:cNvSpPr>
          <p:nvPr/>
        </p:nvSpPr>
        <p:spPr>
          <a:xfrm xmlns:a="http://schemas.openxmlformats.org/drawingml/2006/main">
            <a:off x="10772775"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81B88811-EBF9-45AA-8EC4-930308B35A2A}"/>
              </a:ext>
            </a:extLst>
          </p:cNvPr>
          <p:cNvSpPr>
            <a:spLocks xmlns:a="http://schemas.openxmlformats.org/drawingml/2006/main" noGrp="1"/>
          </p:cNvSpPr>
          <p:nvPr/>
        </p:nvSpPr>
        <p:spPr>
          <a:xfrm xmlns:a="http://schemas.openxmlformats.org/drawingml/2006/main">
            <a:off x="10896600"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DAA118E9-45B2-4E7B-8F2A-2C8381157A77}"/>
              </a:ext>
            </a:extLst>
          </p:cNvPr>
          <p:cNvSpPr>
            <a:spLocks xmlns:a="http://schemas.openxmlformats.org/drawingml/2006/main" noGrp="1"/>
          </p:cNvSpPr>
          <p:nvPr/>
        </p:nvSpPr>
        <p:spPr>
          <a:xfrm xmlns:a="http://schemas.openxmlformats.org/drawingml/2006/main">
            <a:off x="10896600"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0A402C3E-3319-41F2-B9DE-AC515635BAA5}"/>
              </a:ext>
            </a:extLst>
          </p:cNvPr>
          <p:cNvSpPr>
            <a:spLocks xmlns:a="http://schemas.openxmlformats.org/drawingml/2006/main" noGrp="1"/>
          </p:cNvSpPr>
          <p:nvPr/>
        </p:nvSpPr>
        <p:spPr>
          <a:xfrm xmlns:a="http://schemas.openxmlformats.org/drawingml/2006/main">
            <a:off x="10896600"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B647749A-A686-42C6-8C25-75B180DFB26C}"/>
              </a:ext>
            </a:extLst>
          </p:cNvPr>
          <p:cNvSpPr>
            <a:spLocks xmlns:a="http://schemas.openxmlformats.org/drawingml/2006/main" noGrp="1"/>
          </p:cNvSpPr>
          <p:nvPr/>
        </p:nvSpPr>
        <p:spPr>
          <a:xfrm xmlns:a="http://schemas.openxmlformats.org/drawingml/2006/main">
            <a:off x="11020425"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4627968C-D6AF-40E1-AA3C-611CB6AC6674}"/>
              </a:ext>
            </a:extLst>
          </p:cNvPr>
          <p:cNvSpPr>
            <a:spLocks xmlns:a="http://schemas.openxmlformats.org/drawingml/2006/main" noGrp="1"/>
          </p:cNvSpPr>
          <p:nvPr/>
        </p:nvSpPr>
        <p:spPr>
          <a:xfrm xmlns:a="http://schemas.openxmlformats.org/drawingml/2006/main">
            <a:off x="11020425"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B1A6C787-3F7B-4380-87C1-50EF4719FB39}"/>
              </a:ext>
            </a:extLst>
          </p:cNvPr>
          <p:cNvSpPr>
            <a:spLocks xmlns:a="http://schemas.openxmlformats.org/drawingml/2006/main" noGrp="1"/>
          </p:cNvSpPr>
          <p:nvPr/>
        </p:nvSpPr>
        <p:spPr>
          <a:xfrm xmlns:a="http://schemas.openxmlformats.org/drawingml/2006/main">
            <a:off x="11020425"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F952A466-0B7D-40C9-BE37-67EEE387B12B}"/>
              </a:ext>
            </a:extLst>
          </p:cNvPr>
          <p:cNvSpPr>
            <a:spLocks xmlns:a="http://schemas.openxmlformats.org/drawingml/2006/main" noGrp="1"/>
          </p:cNvSpPr>
          <p:nvPr/>
        </p:nvSpPr>
        <p:spPr>
          <a:xfrm xmlns:a="http://schemas.openxmlformats.org/drawingml/2006/main">
            <a:off x="11144250"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E8F54491-16A3-44CF-877B-4DD6081C3ACA}"/>
              </a:ext>
            </a:extLst>
          </p:cNvPr>
          <p:cNvSpPr>
            <a:spLocks xmlns:a="http://schemas.openxmlformats.org/drawingml/2006/main" noGrp="1"/>
          </p:cNvSpPr>
          <p:nvPr/>
        </p:nvSpPr>
        <p:spPr>
          <a:xfrm xmlns:a="http://schemas.openxmlformats.org/drawingml/2006/main">
            <a:off x="11144250"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C6F7DCE1-19EC-4BFF-913B-C87B33139A32}"/>
              </a:ext>
            </a:extLst>
          </p:cNvPr>
          <p:cNvSpPr>
            <a:spLocks xmlns:a="http://schemas.openxmlformats.org/drawingml/2006/main" noGrp="1"/>
          </p:cNvSpPr>
          <p:nvPr/>
        </p:nvSpPr>
        <p:spPr>
          <a:xfrm xmlns:a="http://schemas.openxmlformats.org/drawingml/2006/main">
            <a:off x="11144250"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8200065B-72C7-4A6D-9334-8F249EB47F8E}"/>
              </a:ext>
            </a:extLst>
          </p:cNvPr>
          <p:cNvSpPr>
            <a:spLocks xmlns:a="http://schemas.openxmlformats.org/drawingml/2006/main" noGrp="1"/>
          </p:cNvSpPr>
          <p:nvPr/>
        </p:nvSpPr>
        <p:spPr>
          <a:xfrm xmlns:a="http://schemas.openxmlformats.org/drawingml/2006/main">
            <a:off x="11268075"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9D07C19D-8D90-475B-81F5-A55B84011A1D}"/>
              </a:ext>
            </a:extLst>
          </p:cNvPr>
          <p:cNvSpPr>
            <a:spLocks xmlns:a="http://schemas.openxmlformats.org/drawingml/2006/main" noGrp="1"/>
          </p:cNvSpPr>
          <p:nvPr/>
        </p:nvSpPr>
        <p:spPr>
          <a:xfrm xmlns:a="http://schemas.openxmlformats.org/drawingml/2006/main">
            <a:off x="11268075"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0773993D-008B-4E7B-A435-F9D0B9D2A80B}"/>
              </a:ext>
            </a:extLst>
          </p:cNvPr>
          <p:cNvSpPr>
            <a:spLocks xmlns:a="http://schemas.openxmlformats.org/drawingml/2006/main" noGrp="1"/>
          </p:cNvSpPr>
          <p:nvPr/>
        </p:nvSpPr>
        <p:spPr>
          <a:xfrm xmlns:a="http://schemas.openxmlformats.org/drawingml/2006/main">
            <a:off x="11268075"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BCCFF61C-6210-4600-9ADC-E19F55384EFB}"/>
              </a:ext>
            </a:extLst>
          </p:cNvPr>
          <p:cNvSpPr>
            <a:spLocks xmlns:a="http://schemas.openxmlformats.org/drawingml/2006/main" noGrp="1"/>
          </p:cNvSpPr>
          <p:nvPr/>
        </p:nvSpPr>
        <p:spPr>
          <a:xfrm xmlns:a="http://schemas.openxmlformats.org/drawingml/2006/main">
            <a:off x="9658350" y="1409700"/>
            <a:ext cx="1905000" cy="24003"/>
          </a:xfrm>
          <a:prstGeom xmlns:a="http://schemas.openxmlformats.org/drawingml/2006/main" prst="rect">
            <a:avLst/>
          </a:prstGeom>
          <a:gradFill xmlns:a="http://schemas.openxmlformats.org/drawingml/2006/main">
            <a:gsLst>
              <a:gs pos="0">
                <a:srgbClr val="9B8CFF">
                  <a:alpha val="0"/>
                </a:srgbClr>
              </a:gs>
              <a:gs pos="45000">
                <a:srgbClr val="9B8CFF"/>
              </a:gs>
              <a:gs pos="100000">
                <a:srgbClr val="9B8CFF">
                  <a:alpha val="0"/>
                </a:srgbClr>
              </a:gs>
            </a:gsLst>
            <a:lin ang="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3302546B-C682-4409-9B9C-1C704C01D4F2}"/>
              </a:ext>
            </a:extLst>
          </p:cNvPr>
          <p:cNvSpPr>
            <a:spLocks xmlns:a="http://schemas.openxmlformats.org/drawingml/2006/main" noGrp="1"/>
          </p:cNvSpPr>
          <p:nvPr/>
        </p:nvSpPr>
        <p:spPr>
          <a:xfrm xmlns:a="http://schemas.openxmlformats.org/drawingml/2006/main">
            <a:off x="11582400" y="1333500"/>
            <a:ext cx="190500" cy="190500"/>
          </a:xfrm>
          <a:prstGeom xmlns:a="http://schemas.openxmlformats.org/drawingml/2006/main" prst="chevron">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1542F8EB-E7ED-43FD-B5EC-FE34A0B99892}"/>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9AB4955C-901B-4828-B68C-5C9F8B3AF500}"/>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7B4DECD1-7177-4DDB-9050-4F0C23C0B7A3}"/>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56658030-55C3-4A61-BD24-C5207CE8D67D}"/>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1F098BF4-54BC-40C2-A6E4-2BA8FEBC84AD}"/>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C2A0EA59-7BEB-4C96-96DD-0BC1F34F2C0E}"/>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7B4BA17A-681F-4D66-A125-FED8A6D0CA49}"/>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D76F1CE5-F867-4CAC-A80F-FC39F16D3C99}"/>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F897BA31-BAE1-40D9-998E-B1F19973B114}"/>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ED730BAF-5608-41D8-959A-2F3C9415216B}"/>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D8F9814B-6D5A-4BBB-9185-38EB36FCC7AC}"/>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B1FECB8E-658E-43E2-AE55-5268EA236C8F}"/>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8892F242-1065-4C3C-AA7A-AC00B789D855}"/>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62" name="">
            <a:extLst xmlns:a="http://schemas.openxmlformats.org/drawingml/2006/main">
              <a:ext uri="{FF2B5EF4-FFF2-40B4-BE49-F238E27FC236}">
                <a16:creationId xmlns:a16="http://schemas.microsoft.com/office/drawing/2014/main" id="{D036DC8E-D0BA-4035-9998-FD1FF9B63654}"/>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63" name="">
            <a:extLst xmlns:a="http://schemas.openxmlformats.org/drawingml/2006/main">
              <a:ext uri="{FF2B5EF4-FFF2-40B4-BE49-F238E27FC236}">
                <a16:creationId xmlns:a16="http://schemas.microsoft.com/office/drawing/2014/main" id="{B76EEA6F-6F8C-4B78-B87C-F4C120CD9231}"/>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59FC0D0B-1F00-4551-88AC-21F16244B8A2}"/>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4A3383A5-12C3-40A7-8DFB-74F0008742F2}"/>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CDE6EA05-DC35-4020-BCB8-249222FB0AFE}"/>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C1EFFC01-D378-42ED-9BCF-BAF413666F7E}"/>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E3C32BB1-2619-4E72-B62D-0D1808E06F42}"/>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9D1A2A10-EF9D-4DF9-BE9A-53C4EB0ACEE2}"/>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EA66E22A-EE9F-465F-B6AD-CAB3C09DD6B1}"/>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5DBC9AC7-33B0-4BCF-919B-5A52853154EE}"/>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6514E241-71C0-4962-9EA4-32F321E9C016}"/>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25A29476-EDA0-4D98-B79E-475961C58A60}"/>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288F050E-669A-40E9-B241-DEFE51F0931E}"/>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6CC4D8AD-C2AC-4BD4-A1BC-F2B9480C76BD}"/>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BF053C6D-5FE1-408B-A7C7-E2E5B936696B}"/>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E2E6AECE-73CD-4DF9-97E0-BAEA9C8FFD53}"/>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5A656D25-3FA0-4D73-89D1-EBFF0CF3FA0A}"/>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F63A34B3-5F9E-42A4-B5D6-412DE56CEC3C}"/>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86F00986-F39B-449B-B5E3-5B4C79675750}"/>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9B8CFF"/>
              </a:gs>
              <a:gs pos="100000">
                <a:srgbClr val="9B8CFF">
                  <a:alpha val="0"/>
                </a:srgbClr>
              </a:gs>
            </a:gsLst>
            <a:lin ang="5400000"/>
          </a:gra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6465E84B-57EF-4363-AC52-6E4C32135891}"/>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9B8CFF">
                  <a:alpha val="45000"/>
                </a:srgbClr>
              </a:gs>
              <a:gs pos="100000">
                <a:srgbClr val="9B8CFF">
                  <a:alpha val="0"/>
                </a:srgbClr>
              </a:gs>
            </a:gsLst>
            <a:lin ang="0"/>
          </a:gra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EC4B20E4-A67F-44BC-A3A9-4E28AED282F5}"/>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83" name="">
            <a:extLst xmlns:a="http://schemas.openxmlformats.org/drawingml/2006/main">
              <a:ext uri="{FF2B5EF4-FFF2-40B4-BE49-F238E27FC236}">
                <a16:creationId xmlns:a16="http://schemas.microsoft.com/office/drawing/2014/main" id="{3FCDCF44-1173-4AE1-B4BB-01B162E751EF}"/>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9B8CFF"/>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4070AB17-D8F1-4A72-B5F5-1577E995F97C}"/>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F63BED06-CF15-44E8-B410-F9B0339C5CE0}"/>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9B8CFF">
                  <a:alpha val="26000"/>
                </a:srgbClr>
              </a:gs>
              <a:gs pos="45000">
                <a:srgbClr val="9B8CFF">
                  <a:alpha val="10000"/>
                </a:srgbClr>
              </a:gs>
              <a:gs pos="100000">
                <a:srgbClr val="9B8CFF">
                  <a:alpha val="0"/>
                </a:srgbClr>
              </a:gs>
            </a:gsLst>
            <a:path path="shape"/>
          </a:gra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8298693F-6C5F-487E-87D3-F3B1973C2B0B}"/>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9B8CFF"/>
              </a:gs>
              <a:gs pos="100000">
                <a:srgbClr val="4E4680"/>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05</a:t>
            </a:r>
          </a:p>
        </p:txBody>
      </p:sp>
      <p:sp>
        <p:nvSpPr>
          <p:cNvPr id="87" name="">
            <a:extLst xmlns:a="http://schemas.openxmlformats.org/drawingml/2006/main">
              <a:ext uri="{FF2B5EF4-FFF2-40B4-BE49-F238E27FC236}">
                <a16:creationId xmlns:a16="http://schemas.microsoft.com/office/drawing/2014/main" id="{8FA5059D-F9B3-4679-9BE9-C1778D0A5141}"/>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测试验证</a:t>
            </a:r>
          </a:p>
        </p:txBody>
      </p:sp>
      <p:sp>
        <p:nvSpPr>
          <p:cNvPr id="88" name="">
            <a:extLst xmlns:a="http://schemas.openxmlformats.org/drawingml/2006/main">
              <a:ext uri="{FF2B5EF4-FFF2-40B4-BE49-F238E27FC236}">
                <a16:creationId xmlns:a16="http://schemas.microsoft.com/office/drawing/2014/main" id="{F2D5EB70-9264-47F2-8D4F-3B92439097CB}"/>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9B8CFF"/>
              </a:gs>
              <a:gs pos="100000">
                <a:srgbClr val="9B8CFF">
                  <a:alpha val="20000"/>
                </a:srgbClr>
              </a:gs>
            </a:gsLst>
            <a:lin ang="540000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3EAE0176-2759-45F4-8E0C-047A63E9666C}"/>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合规与伦理：</a:t>
            </a:r>
            <a:r>
              <a:rPr sz="1088" b="0">
                <a:solidFill>
                  <a:srgbClr val="9FC2E8"/>
                </a:solidFill>
                <a:latin typeface="微软雅黑"/>
                <a:ea typeface="微软雅黑"/>
                <a:cs typeface="微软雅黑"/>
              </a:rPr>
              <a:t>AI </a:t>
            </a:r>
            <a:r>
              <a:rPr sz="1088" b="0">
                <a:solidFill>
                  <a:srgbClr val="9FC2E8"/>
                </a:solidFill>
                <a:latin typeface="微软雅黑"/>
                <a:ea typeface="微软雅黑"/>
                <a:cs typeface="微软雅黑"/>
              </a:rPr>
              <a:t>的能力边界写死在系统里</a:t>
            </a:r>
          </a:p>
        </p:txBody>
      </p:sp>
      <p:sp>
        <p:nvSpPr>
          <p:cNvPr id="90" name="">
            <a:extLst xmlns:a="http://schemas.openxmlformats.org/drawingml/2006/main">
              <a:ext uri="{FF2B5EF4-FFF2-40B4-BE49-F238E27FC236}">
                <a16:creationId xmlns:a16="http://schemas.microsoft.com/office/drawing/2014/main" id="{DEFA3172-E10C-4EAE-8342-EFD4E8F190BA}"/>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9B8CFF"/>
              </a:gs>
              <a:gs pos="100000">
                <a:srgbClr val="9B8CFF">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F1D59954-F509-47E9-AFC3-5308BF7ED153}"/>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18A05A5B-E30F-4478-9A7E-302CA9364879}"/>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0D689881-471F-440A-9191-5B90730CD923}"/>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26C88E8B-EACC-4816-9562-D626A2819487}"/>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95" name="">
            <a:extLst xmlns:a="http://schemas.openxmlformats.org/drawingml/2006/main">
              <a:ext uri="{FF2B5EF4-FFF2-40B4-BE49-F238E27FC236}">
                <a16:creationId xmlns:a16="http://schemas.microsoft.com/office/drawing/2014/main" id="{C5BF24A2-9206-481C-99EB-80AB1BD11D23}"/>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96" name="">
            <a:extLst xmlns:a="http://schemas.openxmlformats.org/drawingml/2006/main">
              <a:ext uri="{FF2B5EF4-FFF2-40B4-BE49-F238E27FC236}">
                <a16:creationId xmlns:a16="http://schemas.microsoft.com/office/drawing/2014/main" id="{996518C4-0E05-4806-8C2A-11B5AE905AF5}"/>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76EE7C8B-EC4B-4648-94E7-8CF41973EA55}"/>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98" name="">
            <a:extLst xmlns:a="http://schemas.openxmlformats.org/drawingml/2006/main">
              <a:ext uri="{FF2B5EF4-FFF2-40B4-BE49-F238E27FC236}">
                <a16:creationId xmlns:a16="http://schemas.microsoft.com/office/drawing/2014/main" id="{5666CD8F-A361-43F2-B1BD-1BBA20F96E25}"/>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73A455C8-3D79-4303-BE39-5B166191C5E4}"/>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0" name="">
            <a:extLst xmlns:a="http://schemas.openxmlformats.org/drawingml/2006/main">
              <a:ext uri="{FF2B5EF4-FFF2-40B4-BE49-F238E27FC236}">
                <a16:creationId xmlns:a16="http://schemas.microsoft.com/office/drawing/2014/main" id="{2BB997C0-2216-401B-845C-B7ABC45784BD}"/>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EA0642B5-155C-4D6A-A6FD-60E092D3AF7E}"/>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578CDCF8-9E8A-4B66-AAC5-6187E71B76C1}"/>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390B9A07-DC76-475B-AE74-19CC19894860}"/>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80E25DA7-1D37-413E-BEE1-26F1E44B6470}"/>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AI </a:t>
            </a:r>
            <a:r>
              <a:rPr sz="1238">
                <a:solidFill>
                  <a:srgbClr val="FFFFFF"/>
                </a:solidFill>
                <a:latin typeface="微软雅黑"/>
                <a:ea typeface="微软雅黑"/>
                <a:cs typeface="微软雅黑"/>
              </a:rPr>
              <a:t>只建议、不执行；数据不出内网；心理与关怀数据默认只有本人可见。</a:t>
            </a:r>
          </a:p>
        </p:txBody>
      </p:sp>
      <p:sp>
        <p:nvSpPr>
          <p:cNvPr id="105" name="">
            <a:extLst xmlns:a="http://schemas.openxmlformats.org/drawingml/2006/main">
              <a:ext uri="{FF2B5EF4-FFF2-40B4-BE49-F238E27FC236}">
                <a16:creationId xmlns:a16="http://schemas.microsoft.com/office/drawing/2014/main" id="{122F7FC3-663B-4CD1-BE39-7B48E287A0F4}"/>
              </a:ext>
            </a:extLst>
          </p:cNvPr>
          <p:cNvSpPr>
            <a:spLocks xmlns:a="http://schemas.openxmlformats.org/drawingml/2006/main" noGrp="1"/>
          </p:cNvSpPr>
          <p:nvPr/>
        </p:nvSpPr>
        <p:spPr>
          <a:xfrm xmlns:a="http://schemas.openxmlformats.org/drawingml/2006/main">
            <a:off x="285750" y="1333500"/>
            <a:ext cx="5695950" cy="1752600"/>
          </a:xfrm>
          <a:prstGeom xmlns:a="http://schemas.openxmlformats.org/drawingml/2006/main" prst="roundRect">
            <a:avLst>
              <a:gd name="adj" fmla="val 4891"/>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6" name="">
            <a:extLst xmlns:a="http://schemas.openxmlformats.org/drawingml/2006/main">
              <a:ext uri="{FF2B5EF4-FFF2-40B4-BE49-F238E27FC236}">
                <a16:creationId xmlns:a16="http://schemas.microsoft.com/office/drawing/2014/main" id="{64E0B3B4-2823-4F08-BA61-C3F72D80F559}"/>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07" name="">
            <a:extLst xmlns:a="http://schemas.openxmlformats.org/drawingml/2006/main">
              <a:ext uri="{FF2B5EF4-FFF2-40B4-BE49-F238E27FC236}">
                <a16:creationId xmlns:a16="http://schemas.microsoft.com/office/drawing/2014/main" id="{2B71C9FD-B0C2-477E-B32D-BB00E03287B7}"/>
              </a:ext>
            </a:extLst>
          </p:cNvPr>
          <p:cNvSpPr>
            <a:spLocks xmlns:a="http://schemas.openxmlformats.org/drawingml/2006/main" noGrp="1"/>
          </p:cNvSpPr>
          <p:nvPr/>
        </p:nvSpPr>
        <p:spPr>
          <a:xfrm xmlns:a="http://schemas.openxmlformats.org/drawingml/2006/main">
            <a:off x="514350" y="1485900"/>
            <a:ext cx="52387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31C7F0"/>
                </a:solidFill>
                <a:latin typeface="微软雅黑"/>
                <a:ea typeface="微软雅黑"/>
                <a:cs typeface="微软雅黑"/>
              </a:defRPr>
            </a:pPr>
            <a:r>
              <a:rPr sz="1500" b="1">
                <a:solidFill>
                  <a:srgbClr val="31C7F0"/>
                </a:solidFill>
                <a:latin typeface="微软雅黑"/>
                <a:ea typeface="微软雅黑"/>
                <a:cs typeface="微软雅黑"/>
              </a:rPr>
              <a:t>数据边界</a:t>
            </a:r>
          </a:p>
        </p:txBody>
      </p:sp>
      <p:sp>
        <p:nvSpPr>
          <p:cNvPr id="108" name="">
            <a:extLst xmlns:a="http://schemas.openxmlformats.org/drawingml/2006/main">
              <a:ext uri="{FF2B5EF4-FFF2-40B4-BE49-F238E27FC236}">
                <a16:creationId xmlns:a16="http://schemas.microsoft.com/office/drawing/2014/main" id="{0B94C536-CBB2-4ECD-8FEF-1535E2A9C45C}"/>
              </a:ext>
            </a:extLst>
          </p:cNvPr>
          <p:cNvSpPr>
            <a:spLocks xmlns:a="http://schemas.openxmlformats.org/drawingml/2006/main" noGrp="1"/>
          </p:cNvSpPr>
          <p:nvPr/>
        </p:nvSpPr>
        <p:spPr>
          <a:xfrm xmlns:a="http://schemas.openxmlformats.org/drawingml/2006/main">
            <a:off x="514350" y="1866900"/>
            <a:ext cx="5295900" cy="1123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心理与关怀数据默认仅本人可见，授权心理专员可查看</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管理端只返回脱敏聚合，不能用于裁员或绩效处罚</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数据不离开企业内网；外部模型必须可以整体关闭</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越权访问返回 </a:t>
            </a:r>
            <a:r>
              <a:rPr sz="938">
                <a:solidFill>
                  <a:srgbClr val="D6E6F7"/>
                </a:solidFill>
                <a:latin typeface="微软雅黑"/>
                <a:ea typeface="微软雅黑"/>
                <a:cs typeface="微软雅黑"/>
              </a:rPr>
              <a:t>403 / code=40301</a:t>
            </a:r>
            <a:r>
              <a:rPr sz="938">
                <a:solidFill>
                  <a:srgbClr val="D6E6F7"/>
                </a:solidFill>
                <a:latin typeface="微软雅黑"/>
                <a:ea typeface="微软雅黑"/>
                <a:cs typeface="微软雅黑"/>
              </a:rPr>
              <a:t>，并被审计记录</a:t>
            </a:r>
          </a:p>
        </p:txBody>
      </p:sp>
      <p:sp>
        <p:nvSpPr>
          <p:cNvPr id="109" name="">
            <a:extLst xmlns:a="http://schemas.openxmlformats.org/drawingml/2006/main">
              <a:ext uri="{FF2B5EF4-FFF2-40B4-BE49-F238E27FC236}">
                <a16:creationId xmlns:a16="http://schemas.microsoft.com/office/drawing/2014/main" id="{67B79576-C514-41E0-966F-CF018A071940}"/>
              </a:ext>
            </a:extLst>
          </p:cNvPr>
          <p:cNvSpPr>
            <a:spLocks xmlns:a="http://schemas.openxmlformats.org/drawingml/2006/main" noGrp="1"/>
          </p:cNvSpPr>
          <p:nvPr/>
        </p:nvSpPr>
        <p:spPr>
          <a:xfrm xmlns:a="http://schemas.openxmlformats.org/drawingml/2006/main">
            <a:off x="6210300" y="1333500"/>
            <a:ext cx="5695950" cy="1752600"/>
          </a:xfrm>
          <a:prstGeom xmlns:a="http://schemas.openxmlformats.org/drawingml/2006/main" prst="roundRect">
            <a:avLst>
              <a:gd name="adj" fmla="val 4891"/>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0" name="">
            <a:extLst xmlns:a="http://schemas.openxmlformats.org/drawingml/2006/main">
              <a:ext uri="{FF2B5EF4-FFF2-40B4-BE49-F238E27FC236}">
                <a16:creationId xmlns:a16="http://schemas.microsoft.com/office/drawing/2014/main" id="{9CC35D6A-2895-4A1D-9F73-4E8D3BE76E1C}"/>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1" name="">
            <a:extLst xmlns:a="http://schemas.openxmlformats.org/drawingml/2006/main">
              <a:ext uri="{FF2B5EF4-FFF2-40B4-BE49-F238E27FC236}">
                <a16:creationId xmlns:a16="http://schemas.microsoft.com/office/drawing/2014/main" id="{B95EB07B-206C-48D2-AD95-A692582D5E0B}"/>
              </a:ext>
            </a:extLst>
          </p:cNvPr>
          <p:cNvSpPr>
            <a:spLocks xmlns:a="http://schemas.openxmlformats.org/drawingml/2006/main" noGrp="1"/>
          </p:cNvSpPr>
          <p:nvPr/>
        </p:nvSpPr>
        <p:spPr>
          <a:xfrm xmlns:a="http://schemas.openxmlformats.org/drawingml/2006/main">
            <a:off x="6438900" y="1485900"/>
            <a:ext cx="52387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5C33B"/>
                </a:solidFill>
                <a:latin typeface="微软雅黑"/>
                <a:ea typeface="微软雅黑"/>
                <a:cs typeface="微软雅黑"/>
              </a:defRPr>
            </a:pPr>
            <a:r>
              <a:rPr sz="1500" b="1">
                <a:solidFill>
                  <a:srgbClr val="F5C33B"/>
                </a:solidFill>
                <a:latin typeface="微软雅黑"/>
                <a:ea typeface="微软雅黑"/>
                <a:cs typeface="微软雅黑"/>
              </a:rPr>
              <a:t>AI </a:t>
            </a:r>
            <a:r>
              <a:rPr sz="1500" b="1">
                <a:solidFill>
                  <a:srgbClr val="F5C33B"/>
                </a:solidFill>
                <a:latin typeface="微软雅黑"/>
                <a:ea typeface="微软雅黑"/>
                <a:cs typeface="微软雅黑"/>
              </a:rPr>
              <a:t>边界</a:t>
            </a:r>
          </a:p>
        </p:txBody>
      </p:sp>
      <p:sp>
        <p:nvSpPr>
          <p:cNvPr id="112" name="">
            <a:extLst xmlns:a="http://schemas.openxmlformats.org/drawingml/2006/main">
              <a:ext uri="{FF2B5EF4-FFF2-40B4-BE49-F238E27FC236}">
                <a16:creationId xmlns:a16="http://schemas.microsoft.com/office/drawing/2014/main" id="{3092CADE-D268-4779-863E-ECC568D594B7}"/>
              </a:ext>
            </a:extLst>
          </p:cNvPr>
          <p:cNvSpPr>
            <a:spLocks xmlns:a="http://schemas.openxmlformats.org/drawingml/2006/main" noGrp="1"/>
          </p:cNvSpPr>
          <p:nvPr/>
        </p:nvSpPr>
        <p:spPr>
          <a:xfrm xmlns:a="http://schemas.openxmlformats.org/drawingml/2006/main">
            <a:off x="6438900" y="1866900"/>
            <a:ext cx="5295900" cy="1123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AI </a:t>
            </a:r>
            <a:r>
              <a:rPr sz="938">
                <a:solidFill>
                  <a:srgbClr val="D6E6F7"/>
                </a:solidFill>
                <a:latin typeface="微软雅黑"/>
                <a:ea typeface="微软雅黑"/>
                <a:cs typeface="微软雅黑"/>
              </a:rPr>
              <a:t>只提供建议，不直接执行裁员、降职、调岗或绩效处罚</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可提出转岗、培训、外包等建议，但最终由人工确认</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确认记录用户、决定、理由与时间，可回滚</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need_human_confirm=true </a:t>
            </a:r>
            <a:r>
              <a:rPr sz="938">
                <a:solidFill>
                  <a:srgbClr val="D6E6F7"/>
                </a:solidFill>
                <a:latin typeface="微软雅黑"/>
                <a:ea typeface="微软雅黑"/>
                <a:cs typeface="微软雅黑"/>
              </a:rPr>
              <a:t>的结论在确认前不改业务数据</a:t>
            </a:r>
          </a:p>
        </p:txBody>
      </p:sp>
      <p:sp>
        <p:nvSpPr>
          <p:cNvPr id="113" name="">
            <a:extLst xmlns:a="http://schemas.openxmlformats.org/drawingml/2006/main">
              <a:ext uri="{FF2B5EF4-FFF2-40B4-BE49-F238E27FC236}">
                <a16:creationId xmlns:a16="http://schemas.microsoft.com/office/drawing/2014/main" id="{A26B2727-1BFA-415D-8330-21470FF34A9C}"/>
              </a:ext>
            </a:extLst>
          </p:cNvPr>
          <p:cNvSpPr>
            <a:spLocks xmlns:a="http://schemas.openxmlformats.org/drawingml/2006/main" noGrp="1"/>
          </p:cNvSpPr>
          <p:nvPr/>
        </p:nvSpPr>
        <p:spPr>
          <a:xfrm xmlns:a="http://schemas.openxmlformats.org/drawingml/2006/main">
            <a:off x="285750" y="3238500"/>
            <a:ext cx="5695950" cy="1752600"/>
          </a:xfrm>
          <a:prstGeom xmlns:a="http://schemas.openxmlformats.org/drawingml/2006/main" prst="roundRect">
            <a:avLst>
              <a:gd name="adj" fmla="val 4891"/>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4" name="">
            <a:extLst xmlns:a="http://schemas.openxmlformats.org/drawingml/2006/main">
              <a:ext uri="{FF2B5EF4-FFF2-40B4-BE49-F238E27FC236}">
                <a16:creationId xmlns:a16="http://schemas.microsoft.com/office/drawing/2014/main" id="{AC54F18B-EFE8-49FA-B788-DEBD25637B31}"/>
              </a:ext>
            </a:extLst>
          </p:cNvPr>
          <p:cNvSpPr>
            <a:spLocks xmlns:a="http://schemas.openxmlformats.org/drawingml/2006/main" noGrp="1"/>
          </p:cNvSpPr>
          <p:nvPr/>
        </p:nvSpPr>
        <p:spPr>
          <a:xfrm xmlns:a="http://schemas.openxmlformats.org/drawingml/2006/main">
            <a:off x="285750" y="3238500"/>
            <a:ext cx="5695950" cy="47625"/>
          </a:xfrm>
          <a:prstGeom xmlns:a="http://schemas.openxmlformats.org/drawingml/2006/main" prst="rect">
            <a:avLst/>
          </a:prstGeom>
          <a:solidFill xmlns:a="http://schemas.openxmlformats.org/drawingml/2006/main">
            <a:srgbClr val="F2705E"/>
          </a:soli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D1868CE5-58C3-4458-95D7-6D8B88D250B4}"/>
              </a:ext>
            </a:extLst>
          </p:cNvPr>
          <p:cNvSpPr>
            <a:spLocks xmlns:a="http://schemas.openxmlformats.org/drawingml/2006/main" noGrp="1"/>
          </p:cNvSpPr>
          <p:nvPr/>
        </p:nvSpPr>
        <p:spPr>
          <a:xfrm xmlns:a="http://schemas.openxmlformats.org/drawingml/2006/main">
            <a:off x="514350" y="3390900"/>
            <a:ext cx="52387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2705E"/>
                </a:solidFill>
                <a:latin typeface="微软雅黑"/>
                <a:ea typeface="微软雅黑"/>
                <a:cs typeface="微软雅黑"/>
              </a:defRPr>
            </a:pPr>
            <a:r>
              <a:rPr sz="1500" b="1">
                <a:solidFill>
                  <a:srgbClr val="F2705E"/>
                </a:solidFill>
                <a:latin typeface="微软雅黑"/>
                <a:ea typeface="微软雅黑"/>
                <a:cs typeface="微软雅黑"/>
              </a:rPr>
              <a:t>安全一票否决</a:t>
            </a:r>
          </a:p>
        </p:txBody>
      </p:sp>
      <p:sp>
        <p:nvSpPr>
          <p:cNvPr id="116" name="">
            <a:extLst xmlns:a="http://schemas.openxmlformats.org/drawingml/2006/main">
              <a:ext uri="{FF2B5EF4-FFF2-40B4-BE49-F238E27FC236}">
                <a16:creationId xmlns:a16="http://schemas.microsoft.com/office/drawing/2014/main" id="{2062E211-3394-457A-8C1B-36167F355F0E}"/>
              </a:ext>
            </a:extLst>
          </p:cNvPr>
          <p:cNvSpPr>
            <a:spLocks xmlns:a="http://schemas.openxmlformats.org/drawingml/2006/main" noGrp="1"/>
          </p:cNvSpPr>
          <p:nvPr/>
        </p:nvSpPr>
        <p:spPr>
          <a:xfrm xmlns:a="http://schemas.openxmlformats.org/drawingml/2006/main">
            <a:off x="514350" y="3771900"/>
            <a:ext cx="5295900" cy="1123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安全记录、违章、事故在人才决策中拥有最高优先级</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安全不合格触发一票否决：晋升、评优、关键岗位任命</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该优先级写在规则里，不由模型临场判断</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规则与模型冲突时，以安全规则的结论为准</a:t>
            </a:r>
          </a:p>
        </p:txBody>
      </p:sp>
      <p:sp>
        <p:nvSpPr>
          <p:cNvPr id="117" name="">
            <a:extLst xmlns:a="http://schemas.openxmlformats.org/drawingml/2006/main">
              <a:ext uri="{FF2B5EF4-FFF2-40B4-BE49-F238E27FC236}">
                <a16:creationId xmlns:a16="http://schemas.microsoft.com/office/drawing/2014/main" id="{D92700A0-B231-4D3A-8B98-B768ED4C2581}"/>
              </a:ext>
            </a:extLst>
          </p:cNvPr>
          <p:cNvSpPr>
            <a:spLocks xmlns:a="http://schemas.openxmlformats.org/drawingml/2006/main" noGrp="1"/>
          </p:cNvSpPr>
          <p:nvPr/>
        </p:nvSpPr>
        <p:spPr>
          <a:xfrm xmlns:a="http://schemas.openxmlformats.org/drawingml/2006/main">
            <a:off x="6210300" y="3238500"/>
            <a:ext cx="5695950" cy="1752600"/>
          </a:xfrm>
          <a:prstGeom xmlns:a="http://schemas.openxmlformats.org/drawingml/2006/main" prst="roundRect">
            <a:avLst>
              <a:gd name="adj" fmla="val 4891"/>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8" name="">
            <a:extLst xmlns:a="http://schemas.openxmlformats.org/drawingml/2006/main">
              <a:ext uri="{FF2B5EF4-FFF2-40B4-BE49-F238E27FC236}">
                <a16:creationId xmlns:a16="http://schemas.microsoft.com/office/drawing/2014/main" id="{FDD98B1B-3FF8-4D65-9724-B78996663FD5}"/>
              </a:ext>
            </a:extLst>
          </p:cNvPr>
          <p:cNvSpPr>
            <a:spLocks xmlns:a="http://schemas.openxmlformats.org/drawingml/2006/main" noGrp="1"/>
          </p:cNvSpPr>
          <p:nvPr/>
        </p:nvSpPr>
        <p:spPr>
          <a:xfrm xmlns:a="http://schemas.openxmlformats.org/drawingml/2006/main">
            <a:off x="6210300" y="3238500"/>
            <a:ext cx="5695950" cy="47625"/>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119" name="">
            <a:extLst xmlns:a="http://schemas.openxmlformats.org/drawingml/2006/main">
              <a:ext uri="{FF2B5EF4-FFF2-40B4-BE49-F238E27FC236}">
                <a16:creationId xmlns:a16="http://schemas.microsoft.com/office/drawing/2014/main" id="{42B3EAD6-BCAB-4A4A-8482-12E1CEB3FB31}"/>
              </a:ext>
            </a:extLst>
          </p:cNvPr>
          <p:cNvSpPr>
            <a:spLocks xmlns:a="http://schemas.openxmlformats.org/drawingml/2006/main" noGrp="1"/>
          </p:cNvSpPr>
          <p:nvPr/>
        </p:nvSpPr>
        <p:spPr>
          <a:xfrm xmlns:a="http://schemas.openxmlformats.org/drawingml/2006/main">
            <a:off x="6438900" y="3390900"/>
            <a:ext cx="52387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3FD08A"/>
                </a:solidFill>
                <a:latin typeface="微软雅黑"/>
                <a:ea typeface="微软雅黑"/>
                <a:cs typeface="微软雅黑"/>
              </a:defRPr>
            </a:pPr>
            <a:r>
              <a:rPr sz="1500" b="1">
                <a:solidFill>
                  <a:srgbClr val="3FD08A"/>
                </a:solidFill>
                <a:latin typeface="微软雅黑"/>
                <a:ea typeface="微软雅黑"/>
                <a:cs typeface="微软雅黑"/>
              </a:rPr>
              <a:t>可替换性</a:t>
            </a:r>
          </a:p>
        </p:txBody>
      </p:sp>
      <p:sp>
        <p:nvSpPr>
          <p:cNvPr id="120" name="">
            <a:extLst xmlns:a="http://schemas.openxmlformats.org/drawingml/2006/main">
              <a:ext uri="{FF2B5EF4-FFF2-40B4-BE49-F238E27FC236}">
                <a16:creationId xmlns:a16="http://schemas.microsoft.com/office/drawing/2014/main" id="{EC16128D-1671-4898-BFAC-0259CE18C194}"/>
              </a:ext>
            </a:extLst>
          </p:cNvPr>
          <p:cNvSpPr>
            <a:spLocks xmlns:a="http://schemas.openxmlformats.org/drawingml/2006/main" noGrp="1"/>
          </p:cNvSpPr>
          <p:nvPr/>
        </p:nvSpPr>
        <p:spPr>
          <a:xfrm xmlns:a="http://schemas.openxmlformats.org/drawingml/2006/main">
            <a:off x="6438900" y="3771900"/>
            <a:ext cx="5295900" cy="1123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source=rule </a:t>
            </a:r>
            <a:r>
              <a:rPr sz="938">
                <a:solidFill>
                  <a:srgbClr val="D6E6F7"/>
                </a:solidFill>
                <a:latin typeface="微软雅黑"/>
                <a:ea typeface="微软雅黑"/>
                <a:cs typeface="微软雅黑"/>
              </a:rPr>
              <a:t>现在，</a:t>
            </a:r>
            <a:r>
              <a:rPr sz="938">
                <a:solidFill>
                  <a:srgbClr val="D6E6F7"/>
                </a:solidFill>
                <a:latin typeface="微软雅黑"/>
                <a:ea typeface="微软雅黑"/>
                <a:cs typeface="微软雅黑"/>
              </a:rPr>
              <a:t>source=model </a:t>
            </a:r>
            <a:r>
              <a:rPr sz="938">
                <a:solidFill>
                  <a:srgbClr val="D6E6F7"/>
                </a:solidFill>
                <a:latin typeface="微软雅黑"/>
                <a:ea typeface="微软雅黑"/>
                <a:cs typeface="微软雅黑"/>
              </a:rPr>
              <a:t>将来，接口与前端不动</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AI </a:t>
            </a:r>
            <a:r>
              <a:rPr sz="938">
                <a:solidFill>
                  <a:srgbClr val="D6E6F7"/>
                </a:solidFill>
                <a:latin typeface="微软雅黑"/>
                <a:ea typeface="微软雅黑"/>
                <a:cs typeface="微软雅黑"/>
              </a:rPr>
              <a:t>失败自动回退规则并写 </a:t>
            </a:r>
            <a:r>
              <a:rPr sz="938">
                <a:solidFill>
                  <a:srgbClr val="D6E6F7"/>
                </a:solidFill>
                <a:latin typeface="微软雅黑"/>
                <a:ea typeface="微软雅黑"/>
                <a:cs typeface="微软雅黑"/>
              </a:rPr>
              <a:t>fallback_note</a:t>
            </a:r>
            <a:r>
              <a:rPr sz="938">
                <a:solidFill>
                  <a:srgbClr val="D6E6F7"/>
                </a:solidFill>
                <a:latin typeface="微软雅黑"/>
                <a:ea typeface="微软雅黑"/>
                <a:cs typeface="微软雅黑"/>
              </a:rPr>
              <a:t>（既有模式）</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规则路径不依赖 </a:t>
            </a:r>
            <a:r>
              <a:rPr sz="938">
                <a:solidFill>
                  <a:srgbClr val="D6E6F7"/>
                </a:solidFill>
                <a:latin typeface="微软雅黑"/>
                <a:ea typeface="微软雅黑"/>
                <a:cs typeface="微软雅黑"/>
              </a:rPr>
              <a:t>AI</a:t>
            </a:r>
            <a:r>
              <a:rPr sz="938">
                <a:solidFill>
                  <a:srgbClr val="D6E6F7"/>
                </a:solidFill>
                <a:latin typeface="微软雅黑"/>
                <a:ea typeface="微软雅黑"/>
                <a:cs typeface="微软雅黑"/>
              </a:rPr>
              <a:t>，</a:t>
            </a:r>
            <a:r>
              <a:rPr sz="938">
                <a:solidFill>
                  <a:srgbClr val="D6E6F7"/>
                </a:solidFill>
                <a:latin typeface="微软雅黑"/>
                <a:ea typeface="微软雅黑"/>
                <a:cs typeface="微软雅黑"/>
              </a:rPr>
              <a:t>AI_ENABLED </a:t>
            </a:r>
            <a:r>
              <a:rPr sz="938">
                <a:solidFill>
                  <a:srgbClr val="D6E6F7"/>
                </a:solidFill>
                <a:latin typeface="微软雅黑"/>
                <a:ea typeface="微软雅黑"/>
                <a:cs typeface="微软雅黑"/>
              </a:rPr>
              <a:t>默认 </a:t>
            </a:r>
            <a:r>
              <a:rPr sz="938">
                <a:solidFill>
                  <a:srgbClr val="D6E6F7"/>
                </a:solidFill>
                <a:latin typeface="微软雅黑"/>
                <a:ea typeface="微软雅黑"/>
                <a:cs typeface="微软雅黑"/>
              </a:rPr>
              <a:t>false</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换模型只换 </a:t>
            </a:r>
            <a:r>
              <a:rPr sz="938">
                <a:solidFill>
                  <a:srgbClr val="D6E6F7"/>
                </a:solidFill>
                <a:latin typeface="微软雅黑"/>
                <a:ea typeface="微软雅黑"/>
                <a:cs typeface="微软雅黑"/>
              </a:rPr>
              <a:t>Service </a:t>
            </a:r>
            <a:r>
              <a:rPr sz="938">
                <a:solidFill>
                  <a:srgbClr val="D6E6F7"/>
                </a:solidFill>
                <a:latin typeface="微软雅黑"/>
                <a:ea typeface="微软雅黑"/>
                <a:cs typeface="微软雅黑"/>
              </a:rPr>
              <a:t>实现，业务结论口径不变</a:t>
            </a:r>
          </a:p>
        </p:txBody>
      </p:sp>
      <p:sp>
        <p:nvSpPr>
          <p:cNvPr id="121" name="">
            <a:extLst xmlns:a="http://schemas.openxmlformats.org/drawingml/2006/main">
              <a:ext uri="{FF2B5EF4-FFF2-40B4-BE49-F238E27FC236}">
                <a16:creationId xmlns:a16="http://schemas.microsoft.com/office/drawing/2014/main" id="{BB7BB23D-0AA9-4AEB-8415-8CB6DAE4209D}"/>
              </a:ext>
            </a:extLst>
          </p:cNvPr>
          <p:cNvSpPr>
            <a:spLocks xmlns:a="http://schemas.openxmlformats.org/drawingml/2006/main" noGrp="1"/>
          </p:cNvSpPr>
          <p:nvPr/>
        </p:nvSpPr>
        <p:spPr>
          <a:xfrm xmlns:a="http://schemas.openxmlformats.org/drawingml/2006/main">
            <a:off x="285750" y="5257800"/>
            <a:ext cx="11620500" cy="1219200"/>
          </a:xfrm>
          <a:prstGeom xmlns:a="http://schemas.openxmlformats.org/drawingml/2006/main" prst="roundRect">
            <a:avLst>
              <a:gd name="adj" fmla="val 7031"/>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22" name="">
            <a:extLst xmlns:a="http://schemas.openxmlformats.org/drawingml/2006/main">
              <a:ext uri="{FF2B5EF4-FFF2-40B4-BE49-F238E27FC236}">
                <a16:creationId xmlns:a16="http://schemas.microsoft.com/office/drawing/2014/main" id="{4174EF9A-D84D-4EE4-B7C2-ED637854236B}"/>
              </a:ext>
            </a:extLst>
          </p:cNvPr>
          <p:cNvSpPr>
            <a:spLocks xmlns:a="http://schemas.openxmlformats.org/drawingml/2006/main" noGrp="1"/>
          </p:cNvSpPr>
          <p:nvPr/>
        </p:nvSpPr>
        <p:spPr>
          <a:xfrm xmlns:a="http://schemas.openxmlformats.org/drawingml/2006/main">
            <a:off x="457200" y="5353050"/>
            <a:ext cx="1123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写死在系统里的三条硬约束（不依赖模型、不依赖人工临场判断）</a:t>
            </a:r>
          </a:p>
        </p:txBody>
      </p:sp>
      <p:sp>
        <p:nvSpPr>
          <p:cNvPr id="123" name="">
            <a:extLst xmlns:a="http://schemas.openxmlformats.org/drawingml/2006/main">
              <a:ext uri="{FF2B5EF4-FFF2-40B4-BE49-F238E27FC236}">
                <a16:creationId xmlns:a16="http://schemas.microsoft.com/office/drawing/2014/main" id="{A7D884DF-1535-43F4-B9AC-2057E43D4C43}"/>
              </a:ext>
            </a:extLst>
          </p:cNvPr>
          <p:cNvSpPr>
            <a:spLocks xmlns:a="http://schemas.openxmlformats.org/drawingml/2006/main" noGrp="1"/>
          </p:cNvSpPr>
          <p:nvPr/>
        </p:nvSpPr>
        <p:spPr>
          <a:xfrm xmlns:a="http://schemas.openxmlformats.org/drawingml/2006/main">
            <a:off x="457200" y="5619750"/>
            <a:ext cx="36576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安全 </a:t>
            </a:r>
            <a:r>
              <a:rPr sz="938" b="1">
                <a:solidFill>
                  <a:srgbClr val="31C7F0"/>
                </a:solidFill>
                <a:latin typeface="微软雅黑"/>
                <a:ea typeface="微软雅黑"/>
                <a:cs typeface="微软雅黑"/>
              </a:rPr>
              <a:t>&gt; </a:t>
            </a:r>
            <a:r>
              <a:rPr sz="938" b="1">
                <a:solidFill>
                  <a:srgbClr val="31C7F0"/>
                </a:solidFill>
                <a:latin typeface="微软雅黑"/>
                <a:ea typeface="微软雅黑"/>
                <a:cs typeface="微软雅黑"/>
              </a:rPr>
              <a:t>一切</a:t>
            </a:r>
          </a:p>
        </p:txBody>
      </p:sp>
      <p:sp>
        <p:nvSpPr>
          <p:cNvPr id="124" name="">
            <a:extLst xmlns:a="http://schemas.openxmlformats.org/drawingml/2006/main">
              <a:ext uri="{FF2B5EF4-FFF2-40B4-BE49-F238E27FC236}">
                <a16:creationId xmlns:a16="http://schemas.microsoft.com/office/drawing/2014/main" id="{D40FCE19-BD50-4A34-A7D7-D3A20F39A790}"/>
              </a:ext>
            </a:extLst>
          </p:cNvPr>
          <p:cNvSpPr>
            <a:spLocks xmlns:a="http://schemas.openxmlformats.org/drawingml/2006/main" noGrp="1"/>
          </p:cNvSpPr>
          <p:nvPr/>
        </p:nvSpPr>
        <p:spPr>
          <a:xfrm xmlns:a="http://schemas.openxmlformats.org/drawingml/2006/main">
            <a:off x="457200" y="5829300"/>
            <a:ext cx="3695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安全不合格触发一票否决，该优先级写在规则里</a:t>
            </a:r>
          </a:p>
        </p:txBody>
      </p:sp>
      <p:sp>
        <p:nvSpPr>
          <p:cNvPr id="125" name="">
            <a:extLst xmlns:a="http://schemas.openxmlformats.org/drawingml/2006/main">
              <a:ext uri="{FF2B5EF4-FFF2-40B4-BE49-F238E27FC236}">
                <a16:creationId xmlns:a16="http://schemas.microsoft.com/office/drawing/2014/main" id="{E78F78E7-49ED-43A5-A224-AAA60B0F1E54}"/>
              </a:ext>
            </a:extLst>
          </p:cNvPr>
          <p:cNvSpPr>
            <a:spLocks xmlns:a="http://schemas.openxmlformats.org/drawingml/2006/main" noGrp="1"/>
          </p:cNvSpPr>
          <p:nvPr/>
        </p:nvSpPr>
        <p:spPr>
          <a:xfrm xmlns:a="http://schemas.openxmlformats.org/drawingml/2006/main">
            <a:off x="4267200" y="5619750"/>
            <a:ext cx="36576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数据不出内网</a:t>
            </a:r>
          </a:p>
        </p:txBody>
      </p:sp>
      <p:sp>
        <p:nvSpPr>
          <p:cNvPr id="126" name="">
            <a:extLst xmlns:a="http://schemas.openxmlformats.org/drawingml/2006/main">
              <a:ext uri="{FF2B5EF4-FFF2-40B4-BE49-F238E27FC236}">
                <a16:creationId xmlns:a16="http://schemas.microsoft.com/office/drawing/2014/main" id="{7B3203CD-4426-4976-BF7E-B910A548B066}"/>
              </a:ext>
            </a:extLst>
          </p:cNvPr>
          <p:cNvSpPr>
            <a:spLocks xmlns:a="http://schemas.openxmlformats.org/drawingml/2006/main" noGrp="1"/>
          </p:cNvSpPr>
          <p:nvPr/>
        </p:nvSpPr>
        <p:spPr>
          <a:xfrm xmlns:a="http://schemas.openxmlformats.org/drawingml/2006/main">
            <a:off x="4267200" y="5829300"/>
            <a:ext cx="3695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外部模型可整体关闭；</a:t>
            </a:r>
            <a:r>
              <a:rPr sz="863" b="0">
                <a:solidFill>
                  <a:srgbClr val="D6E6F7"/>
                </a:solidFill>
                <a:latin typeface="微软雅黑"/>
                <a:ea typeface="微软雅黑"/>
                <a:cs typeface="微软雅黑"/>
              </a:rPr>
              <a:t>AI_ENABLED </a:t>
            </a:r>
            <a:r>
              <a:rPr sz="863" b="0">
                <a:solidFill>
                  <a:srgbClr val="D6E6F7"/>
                </a:solidFill>
                <a:latin typeface="微软雅黑"/>
                <a:ea typeface="微软雅黑"/>
                <a:cs typeface="微软雅黑"/>
              </a:rPr>
              <a:t>默认 </a:t>
            </a:r>
            <a:r>
              <a:rPr sz="863" b="0">
                <a:solidFill>
                  <a:srgbClr val="D6E6F7"/>
                </a:solidFill>
                <a:latin typeface="微软雅黑"/>
                <a:ea typeface="微软雅黑"/>
                <a:cs typeface="微软雅黑"/>
              </a:rPr>
              <a:t>false</a:t>
            </a:r>
          </a:p>
        </p:txBody>
      </p:sp>
      <p:sp>
        <p:nvSpPr>
          <p:cNvPr id="127" name="">
            <a:extLst xmlns:a="http://schemas.openxmlformats.org/drawingml/2006/main">
              <a:ext uri="{FF2B5EF4-FFF2-40B4-BE49-F238E27FC236}">
                <a16:creationId xmlns:a16="http://schemas.microsoft.com/office/drawing/2014/main" id="{DE5B4D3C-BF2E-40EB-8735-F302175333A8}"/>
              </a:ext>
            </a:extLst>
          </p:cNvPr>
          <p:cNvSpPr>
            <a:spLocks xmlns:a="http://schemas.openxmlformats.org/drawingml/2006/main" noGrp="1"/>
          </p:cNvSpPr>
          <p:nvPr/>
        </p:nvSpPr>
        <p:spPr>
          <a:xfrm xmlns:a="http://schemas.openxmlformats.org/drawingml/2006/main">
            <a:off x="8077200" y="5619750"/>
            <a:ext cx="36576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结论必须可追溯</a:t>
            </a:r>
          </a:p>
        </p:txBody>
      </p:sp>
      <p:sp>
        <p:nvSpPr>
          <p:cNvPr id="128" name="">
            <a:extLst xmlns:a="http://schemas.openxmlformats.org/drawingml/2006/main">
              <a:ext uri="{FF2B5EF4-FFF2-40B4-BE49-F238E27FC236}">
                <a16:creationId xmlns:a16="http://schemas.microsoft.com/office/drawing/2014/main" id="{4AE60B1B-0FAB-458A-9255-80B1AADACA8E}"/>
              </a:ext>
            </a:extLst>
          </p:cNvPr>
          <p:cNvSpPr>
            <a:spLocks xmlns:a="http://schemas.openxmlformats.org/drawingml/2006/main" noGrp="1"/>
          </p:cNvSpPr>
          <p:nvPr/>
        </p:nvSpPr>
        <p:spPr>
          <a:xfrm xmlns:a="http://schemas.openxmlformats.org/drawingml/2006/main">
            <a:off x="8077200" y="5829300"/>
            <a:ext cx="3695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每条建议带 </a:t>
            </a:r>
            <a:r>
              <a:rPr sz="863" b="0">
                <a:solidFill>
                  <a:srgbClr val="D6E6F7"/>
                </a:solidFill>
                <a:latin typeface="微软雅黑"/>
                <a:ea typeface="微软雅黑"/>
                <a:cs typeface="微软雅黑"/>
              </a:rPr>
              <a:t>rule_code </a:t>
            </a:r>
            <a:r>
              <a:rPr sz="863" b="0">
                <a:solidFill>
                  <a:srgbClr val="D6E6F7"/>
                </a:solidFill>
                <a:latin typeface="微软雅黑"/>
                <a:ea typeface="微软雅黑"/>
                <a:cs typeface="微软雅黑"/>
              </a:rPr>
              <a:t>与依据事实，可复算、可回放</a:t>
            </a:r>
          </a:p>
        </p:txBody>
      </p:sp>
      <p:sp>
        <p:nvSpPr>
          <p:cNvPr id="129" name="">
            <a:extLst xmlns:a="http://schemas.openxmlformats.org/drawingml/2006/main">
              <a:ext uri="{FF2B5EF4-FFF2-40B4-BE49-F238E27FC236}">
                <a16:creationId xmlns:a16="http://schemas.microsoft.com/office/drawing/2014/main" id="{D2BD98D1-914C-4BA0-999B-1081B69D9C11}"/>
              </a:ext>
            </a:extLst>
          </p:cNvPr>
          <p:cNvSpPr>
            <a:spLocks xmlns:a="http://schemas.openxmlformats.org/drawingml/2006/main" noGrp="1"/>
          </p:cNvSpPr>
          <p:nvPr/>
        </p:nvSpPr>
        <p:spPr>
          <a:xfrm xmlns:a="http://schemas.openxmlformats.org/drawingml/2006/main">
            <a:off x="457200" y="6267450"/>
            <a:ext cx="11239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如实标注：当前仍为 </a:t>
            </a:r>
            <a:r>
              <a:rPr sz="825" b="0">
                <a:solidFill>
                  <a:srgbClr val="7A9CC4"/>
                </a:solidFill>
                <a:latin typeface="微软雅黑"/>
                <a:ea typeface="微软雅黑"/>
                <a:cs typeface="微软雅黑"/>
              </a:rPr>
              <a:t>MVP——</a:t>
            </a:r>
            <a:r>
              <a:rPr sz="825" b="0">
                <a:solidFill>
                  <a:srgbClr val="7A9CC4"/>
                </a:solidFill>
                <a:latin typeface="微软雅黑"/>
                <a:ea typeface="微软雅黑"/>
                <a:cs typeface="微软雅黑"/>
              </a:rPr>
              <a:t>账号暂无密码校验与刷新令牌，规则增删改与启停开关尚未提供接口，对外部署前必须接入内网统一身份；以上限制已写入技术报告，不做隐藏。</a:t>
            </a:r>
          </a:p>
        </p:txBody>
      </p:sp>
      <p:sp>
        <p:nvSpPr>
          <p:cNvPr id="130" name="">
            <a:extLst xmlns:a="http://schemas.openxmlformats.org/drawingml/2006/main">
              <a:ext uri="{FF2B5EF4-FFF2-40B4-BE49-F238E27FC236}">
                <a16:creationId xmlns:a16="http://schemas.microsoft.com/office/drawing/2014/main" id="{6E6EADCD-EDE1-4F91-8F18-38CF7C886A97}"/>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31" name="">
            <a:extLst xmlns:a="http://schemas.openxmlformats.org/drawingml/2006/main">
              <a:ext uri="{FF2B5EF4-FFF2-40B4-BE49-F238E27FC236}">
                <a16:creationId xmlns:a16="http://schemas.microsoft.com/office/drawing/2014/main" id="{043A353B-4683-4B3D-9DA1-E9D0BECA5BD6}"/>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32" name="">
            <a:extLst xmlns:a="http://schemas.openxmlformats.org/drawingml/2006/main">
              <a:ext uri="{FF2B5EF4-FFF2-40B4-BE49-F238E27FC236}">
                <a16:creationId xmlns:a16="http://schemas.microsoft.com/office/drawing/2014/main" id="{BABD0E79-6353-4275-BEE3-062C77B0F3CA}"/>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33" name="">
            <a:extLst xmlns:a="http://schemas.openxmlformats.org/drawingml/2006/main">
              <a:ext uri="{FF2B5EF4-FFF2-40B4-BE49-F238E27FC236}">
                <a16:creationId xmlns:a16="http://schemas.microsoft.com/office/drawing/2014/main" id="{51609205-A43C-4670-ADC4-EE6885C784EB}"/>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34" name="">
            <a:extLst xmlns:a="http://schemas.openxmlformats.org/drawingml/2006/main">
              <a:ext uri="{FF2B5EF4-FFF2-40B4-BE49-F238E27FC236}">
                <a16:creationId xmlns:a16="http://schemas.microsoft.com/office/drawing/2014/main" id="{E2ADA268-D20D-43A1-A6D0-A4F65896039E}"/>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35" name="">
            <a:extLst xmlns:a="http://schemas.openxmlformats.org/drawingml/2006/main">
              <a:ext uri="{FF2B5EF4-FFF2-40B4-BE49-F238E27FC236}">
                <a16:creationId xmlns:a16="http://schemas.microsoft.com/office/drawing/2014/main" id="{1875FC1F-E441-4355-AFCA-D063259B6D9F}"/>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36" name="">
            <a:extLst xmlns:a="http://schemas.openxmlformats.org/drawingml/2006/main">
              <a:ext uri="{FF2B5EF4-FFF2-40B4-BE49-F238E27FC236}">
                <a16:creationId xmlns:a16="http://schemas.microsoft.com/office/drawing/2014/main" id="{907B7AA7-D0E4-4039-947D-896F3801BD75}"/>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37" name="">
            <a:extLst xmlns:a="http://schemas.openxmlformats.org/drawingml/2006/main">
              <a:ext uri="{FF2B5EF4-FFF2-40B4-BE49-F238E27FC236}">
                <a16:creationId xmlns:a16="http://schemas.microsoft.com/office/drawing/2014/main" id="{5F57EB07-0D23-47B4-8A03-D8F546BF5108}"/>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31</a:t>
            </a:r>
          </a:p>
        </p:txBody>
      </p:sp>
    </p:spTree>
    <p:extLst>
      <p:ext uri="{BB962C8B-B14F-4D97-AF65-F5344CB8AC3E}">
        <p14:creationId xmlns:p14="http://schemas.microsoft.com/office/powerpoint/2010/main" val="850971974"/>
      </p:ext>
    </p:extLst>
  </p:cSld>
</p:sld>
</file>

<file path=ppt/slides/slide32.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f9a07b1f181f454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1F7157A-697A-4CF8-AD92-BB355C2F22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5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1CF4D3BF-1BC4-4A52-BE2F-A6307BB8B8A8}"/>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3FD08A">
                  <a:alpha val="20000"/>
                </a:srgbClr>
              </a:gs>
              <a:gs pos="45000">
                <a:srgbClr val="3FD08A">
                  <a:alpha val="8000"/>
                </a:srgbClr>
              </a:gs>
              <a:gs pos="100000">
                <a:srgbClr val="3FD08A">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549B7949-18A5-4337-9F52-F429730F6F6D}"/>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2E86E8">
                  <a:alpha val="14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0CF32F42-ADA9-4F61-9233-DAF32840CB85}"/>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5C33B"/>
              </a:gs>
              <a:gs pos="52000">
                <a:srgbClr val="3FD08A"/>
              </a:gs>
              <a:gs pos="100000">
                <a:srgbClr val="3FD08A">
                  <a:alpha val="0"/>
                </a:srgbClr>
              </a:gs>
            </a:gsLst>
            <a:lin ang="5400000"/>
          </a:gra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12773311-81CF-434C-892D-88B15A49CB59}"/>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DCBF4107-0618-4EA0-8B5A-D1E125B5D73C}"/>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8" name="">
            <a:extLst xmlns:a="http://schemas.openxmlformats.org/drawingml/2006/main">
              <a:ext uri="{FF2B5EF4-FFF2-40B4-BE49-F238E27FC236}">
                <a16:creationId xmlns:a16="http://schemas.microsoft.com/office/drawing/2014/main" id="{6B15ACBD-1121-4AB6-BEDB-AA7F96E31C44}"/>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9" name="">
            <a:extLst xmlns:a="http://schemas.openxmlformats.org/drawingml/2006/main">
              <a:ext uri="{FF2B5EF4-FFF2-40B4-BE49-F238E27FC236}">
                <a16:creationId xmlns:a16="http://schemas.microsoft.com/office/drawing/2014/main" id="{084FC847-E638-4FDC-8060-4D272C61E8BF}"/>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5FC8C731-9F6F-4615-8209-0B7E31FBFAE0}"/>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DFC73388-2E32-4797-8F20-5E4FF06832F7}"/>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2FC088CB-4B64-4205-B5C3-FE24D26AEA16}"/>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F5290C8F-6ACE-4462-A9AE-A950FD48F032}"/>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929BD77F-FFE4-4C0E-B5CF-A43B0836B056}"/>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88CC8561-09C3-4578-830E-D1F5FC424B9D}"/>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3B8B09DF-9847-49AA-941C-B615348D9228}"/>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8CE1DB78-7F9B-431A-B1C8-4F901C4A2052}"/>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C1A2C17A-6201-45AC-B7C0-07A2A1DD02C2}"/>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E06C8A78-E3AE-422B-94F6-EAA8491A8ABD}"/>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7362261B-39C7-4A12-B0D6-A2E0FCB5A8D5}"/>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901C9F2C-9528-4132-A7E9-A90BF9B8466B}"/>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2C8B01D1-459E-49C6-B96F-0E6B7387D770}"/>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6FBB8F21-D10C-4D1A-BA8A-B67A50705A05}"/>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BC1003BB-5D86-4D7D-9DE8-4E215EFC3CBF}"/>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33951"/>
              </a:gs>
              <a:gs pos="62000">
                <a:srgbClr val="08203C"/>
              </a:gs>
              <a:gs pos="100000">
                <a:srgbClr val="06192F"/>
              </a:gs>
            </a:gsLst>
            <a:lin ang="8100000"/>
          </a:gradFill>
          <a:ln xmlns:a="http://schemas.openxmlformats.org/drawingml/2006/main" w="11430">
            <a:solidFill>
              <a:srgbClr val="3FD08A">
                <a:alpha val="45000"/>
              </a:srgbClr>
            </a:solidFill>
            <a:prstDash val="solid"/>
          </a:ln>
        </p:spPr>
      </p:sp>
      <p:sp>
        <p:nvSpPr>
          <p:cNvPr id="25" name="">
            <a:extLst xmlns:a="http://schemas.openxmlformats.org/drawingml/2006/main">
              <a:ext uri="{FF2B5EF4-FFF2-40B4-BE49-F238E27FC236}">
                <a16:creationId xmlns:a16="http://schemas.microsoft.com/office/drawing/2014/main" id="{EDD4B2AE-0AF6-4F61-98DB-37DF5C284B66}"/>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33F63"/>
              </a:gs>
              <a:gs pos="100000">
                <a:srgbClr val="071E3A"/>
              </a:gs>
            </a:gsLst>
            <a:lin ang="8100000"/>
          </a:gradFill>
          <a:ln xmlns:a="http://schemas.openxmlformats.org/drawingml/2006/main" w="9525">
            <a:solidFill>
              <a:srgbClr val="3FD08A">
                <a:alpha val="28000"/>
              </a:srgbClr>
            </a:solidFill>
            <a:prstDash val="solid"/>
          </a:ln>
        </p:spPr>
      </p:sp>
      <p:sp>
        <p:nvSpPr>
          <p:cNvPr id="26" name="">
            <a:extLst xmlns:a="http://schemas.openxmlformats.org/drawingml/2006/main">
              <a:ext uri="{FF2B5EF4-FFF2-40B4-BE49-F238E27FC236}">
                <a16:creationId xmlns:a16="http://schemas.microsoft.com/office/drawing/2014/main" id="{43A91960-C3D0-41DC-823C-B9DC88DCC5DD}"/>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2A6BAE">
                <a:alpha val="55000"/>
              </a:srgbClr>
            </a:fgClr>
            <a:bgClr>
              <a:srgbClr val="08203C"/>
            </a:bgClr>
          </a:patt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FA9D3655-3932-4182-BEA2-493A1A5D0C1D}"/>
              </a:ext>
            </a:extLst>
          </p:cNvPr>
          <p:cNvSpPr>
            <a:spLocks xmlns:a="http://schemas.openxmlformats.org/drawingml/2006/main" noGrp="1"/>
          </p:cNvSpPr>
          <p:nvPr/>
        </p:nvSpPr>
        <p:spPr>
          <a:xfrm xmlns:a="http://schemas.openxmlformats.org/drawingml/2006/main">
            <a:off x="7391400" y="1809750"/>
            <a:ext cx="723900" cy="651510"/>
          </a:xfrm>
          <a:prstGeom xmlns:a="http://schemas.openxmlformats.org/drawingml/2006/main" prst="hexagon">
            <a:avLst/>
          </a:prstGeom>
          <a:noFill xmlns:a="http://schemas.openxmlformats.org/drawingml/2006/main"/>
          <a:ln xmlns:a="http://schemas.openxmlformats.org/drawingml/2006/main">
            <a:solidFill>
              <a:srgbClr val="3FD08A">
                <a:alpha val="30000"/>
              </a:srgbClr>
            </a:solidFill>
            <a:prstDash val="solid"/>
          </a:ln>
        </p:spPr>
      </p:sp>
      <p:sp>
        <p:nvSpPr>
          <p:cNvPr id="28" name="">
            <a:extLst xmlns:a="http://schemas.openxmlformats.org/drawingml/2006/main">
              <a:ext uri="{FF2B5EF4-FFF2-40B4-BE49-F238E27FC236}">
                <a16:creationId xmlns:a16="http://schemas.microsoft.com/office/drawing/2014/main" id="{AC39113D-4AFD-45B4-930D-FAEA1D658045}"/>
              </a:ext>
            </a:extLst>
          </p:cNvPr>
          <p:cNvSpPr>
            <a:spLocks xmlns:a="http://schemas.openxmlformats.org/drawingml/2006/main" noGrp="1"/>
          </p:cNvSpPr>
          <p:nvPr/>
        </p:nvSpPr>
        <p:spPr>
          <a:xfrm xmlns:a="http://schemas.openxmlformats.org/drawingml/2006/main">
            <a:off x="8147304" y="2012442"/>
            <a:ext cx="723900" cy="651510"/>
          </a:xfrm>
          <a:prstGeom xmlns:a="http://schemas.openxmlformats.org/drawingml/2006/main" prst="hexagon">
            <a:avLst/>
          </a:prstGeom>
          <a:noFill xmlns:a="http://schemas.openxmlformats.org/drawingml/2006/main"/>
          <a:ln xmlns:a="http://schemas.openxmlformats.org/drawingml/2006/main">
            <a:solidFill>
              <a:srgbClr val="3FD08A">
                <a:alpha val="30000"/>
              </a:srgbClr>
            </a:solidFill>
            <a:prstDash val="solid"/>
          </a:ln>
        </p:spPr>
      </p:sp>
      <p:sp>
        <p:nvSpPr>
          <p:cNvPr id="29" name="">
            <a:extLst xmlns:a="http://schemas.openxmlformats.org/drawingml/2006/main">
              <a:ext uri="{FF2B5EF4-FFF2-40B4-BE49-F238E27FC236}">
                <a16:creationId xmlns:a16="http://schemas.microsoft.com/office/drawing/2014/main" id="{7C9D3228-2BE5-4E91-9501-3C88ED6D9B50}"/>
              </a:ext>
            </a:extLst>
          </p:cNvPr>
          <p:cNvSpPr>
            <a:spLocks xmlns:a="http://schemas.openxmlformats.org/drawingml/2006/main" noGrp="1"/>
          </p:cNvSpPr>
          <p:nvPr/>
        </p:nvSpPr>
        <p:spPr>
          <a:xfrm xmlns:a="http://schemas.openxmlformats.org/drawingml/2006/main">
            <a:off x="8903208" y="1809750"/>
            <a:ext cx="723900" cy="651510"/>
          </a:xfrm>
          <a:prstGeom xmlns:a="http://schemas.openxmlformats.org/drawingml/2006/main" prst="hexagon">
            <a:avLst/>
          </a:prstGeom>
          <a:noFill xmlns:a="http://schemas.openxmlformats.org/drawingml/2006/main"/>
          <a:ln xmlns:a="http://schemas.openxmlformats.org/drawingml/2006/main">
            <a:solidFill>
              <a:srgbClr val="3FD08A">
                <a:alpha val="30000"/>
              </a:srgbClr>
            </a:solidFill>
            <a:prstDash val="solid"/>
          </a:ln>
        </p:spPr>
      </p:sp>
      <p:sp>
        <p:nvSpPr>
          <p:cNvPr id="30" name="">
            <a:extLst xmlns:a="http://schemas.openxmlformats.org/drawingml/2006/main">
              <a:ext uri="{FF2B5EF4-FFF2-40B4-BE49-F238E27FC236}">
                <a16:creationId xmlns:a16="http://schemas.microsoft.com/office/drawing/2014/main" id="{941F861F-A37B-4E09-9D74-EB1D36088570}"/>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3FD08A">
                      <a:alpha val="75000"/>
                    </a:srgbClr>
                  </a:solidFill>
                  <a:prstDash val="solid"/>
                </a:ln>
                <a:solidFill>
                  <a:srgbClr val="0B2C56"/>
                </a:solidFill>
                <a:latin typeface="Bahnschrift SemiBold"/>
                <a:ea typeface="Bahnschrift SemiBold"/>
                <a:cs typeface="Bahnschrift SemiBold"/>
              </a:defRPr>
            </a:pPr>
            <a:r>
              <a:rPr sz="9900" b="1">
                <a:ln w="14288">
                  <a:solidFill>
                    <a:srgbClr val="3FD08A">
                      <a:alpha val="75000"/>
                    </a:srgbClr>
                  </a:solidFill>
                  <a:prstDash val="solid"/>
                </a:ln>
                <a:solidFill>
                  <a:srgbClr val="0B2C56"/>
                </a:solidFill>
                <a:latin typeface="Bahnschrift SemiBold"/>
                <a:ea typeface="Bahnschrift SemiBold"/>
                <a:cs typeface="Bahnschrift SemiBold"/>
              </a:rPr>
              <a:t>06</a:t>
            </a:r>
          </a:p>
        </p:txBody>
      </p:sp>
      <p:sp>
        <p:nvSpPr>
          <p:cNvPr id="31" name="">
            <a:extLst xmlns:a="http://schemas.openxmlformats.org/drawingml/2006/main">
              <a:ext uri="{FF2B5EF4-FFF2-40B4-BE49-F238E27FC236}">
                <a16:creationId xmlns:a16="http://schemas.microsoft.com/office/drawing/2014/main" id="{94B05BA9-D44D-40F7-A659-7D181146FF6D}"/>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3FD08A"/>
              </a:gs>
              <a:gs pos="100000">
                <a:srgbClr val="3FD08A">
                  <a:alpha val="0"/>
                </a:srgbClr>
              </a:gs>
            </a:gsLst>
            <a:lin ang="0"/>
          </a:gra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4F2430CC-DB97-47A5-852D-9F6C9AB0B4A6}"/>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3FD08A">
                <a:alpha val="24000"/>
              </a:srgbClr>
            </a:fgClr>
            <a:bgClr>
              <a:srgbClr val="08203C"/>
            </a:bgClr>
          </a:patt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24954502-FDB2-4273-A556-286FDAF9A3C9}"/>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63755503-A9E0-4BBC-9C0C-BCEDC6D0F039}"/>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54DB6A94-D713-44A7-A961-D853FFB710B9}"/>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B93D104D-2337-46AD-89D0-2F73371982B7}"/>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2FC0B13E-ED96-44B2-89C3-79286A4AC71D}"/>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23909762-5790-4A6F-8C9A-96B362AE5849}"/>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6F13274A-59F1-4C01-9388-5D45BDE25243}"/>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83F04AB4-98AB-4B6B-A69F-DD1D34BBB067}"/>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197A519B-CDF3-468D-B31E-B20278FEB4E2}"/>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4BE0D5C9-9E99-4260-803D-2E6CABC3FD87}"/>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DBB8432D-5C1F-4C16-875C-64A55C39A95E}"/>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14534DFB-1C0F-4BD4-9308-05EE1B9DAB16}"/>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063E0D03-02F4-4ADD-AB8E-27261594CFD3}"/>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667108C3-C4E8-49A6-9AAA-5DA0EC925461}"/>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940BF20F-DD3F-45C6-B78F-8196E28EEBB7}"/>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5DA5DC51-8A0C-4CD8-A895-1BE54812D8F5}"/>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2E66BEF1-08A6-4AAE-B514-A660E07140CD}"/>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46123620-1C40-4C1A-B2A7-6BA6BB58CE72}"/>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479245CE-45E8-41D5-81DC-C9AE784FF777}"/>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6941ABEC-9505-47E0-A4FA-B3BBF25501FE}"/>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C61FDF62-8910-4A9B-9802-D6E811360155}"/>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E7E9E165-4BA8-4DE5-B86E-7A8743967F1F}"/>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913398AB-9CE4-49E0-995B-58EF0F449AF8}"/>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2A18DC2D-6FA0-40E4-AD27-B12140BE1D7E}"/>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5CEE429E-94EB-4BE4-B55A-0E3409670679}"/>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132895C0-76A1-4388-B589-1724E3FF3BFF}"/>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B0C1C7B4-C717-4A12-B3DD-CB67E9907392}"/>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279F67AD-D9C6-47F5-94C0-F8E24AFB2683}"/>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341927C1-4BB2-4599-9C55-E7F70E8224BB}"/>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3FD08A">
              <a:alpha val="28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C759A24C-955B-4B75-8259-1F4FE7A91727}"/>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3FD08A">
              <a:alpha val="14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8D3B9C5C-E6A6-4F9E-9C86-F5682E22A0BB}"/>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123A63"/>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038F073C-5548-49DB-9B99-78F4ED92EFF7}"/>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C630E5B4-4A5B-4B78-8054-08CC08B88442}"/>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背景</a:t>
            </a:r>
          </a:p>
        </p:txBody>
      </p:sp>
      <p:sp>
        <p:nvSpPr>
          <p:cNvPr id="66" name="">
            <a:extLst xmlns:a="http://schemas.openxmlformats.org/drawingml/2006/main">
              <a:ext uri="{FF2B5EF4-FFF2-40B4-BE49-F238E27FC236}">
                <a16:creationId xmlns:a16="http://schemas.microsoft.com/office/drawing/2014/main" id="{2F1CFED5-F197-4982-A793-CE6B69298659}"/>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0B188D12-2A95-49FC-B37F-84A16E986383}"/>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方案</a:t>
            </a:r>
          </a:p>
        </p:txBody>
      </p:sp>
      <p:sp>
        <p:nvSpPr>
          <p:cNvPr id="68" name="">
            <a:extLst xmlns:a="http://schemas.openxmlformats.org/drawingml/2006/main">
              <a:ext uri="{FF2B5EF4-FFF2-40B4-BE49-F238E27FC236}">
                <a16:creationId xmlns:a16="http://schemas.microsoft.com/office/drawing/2014/main" id="{1C46975D-C217-4919-99E5-DB264E5371E7}"/>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C4A4DAE6-88BA-4640-BA97-5D6347923157}"/>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算法</a:t>
            </a:r>
          </a:p>
        </p:txBody>
      </p:sp>
      <p:sp>
        <p:nvSpPr>
          <p:cNvPr id="70" name="">
            <a:extLst xmlns:a="http://schemas.openxmlformats.org/drawingml/2006/main">
              <a:ext uri="{FF2B5EF4-FFF2-40B4-BE49-F238E27FC236}">
                <a16:creationId xmlns:a16="http://schemas.microsoft.com/office/drawing/2014/main" id="{B7E12314-584E-42C0-9AAD-8E1C53522BDD}"/>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9BA9FC54-26D6-46DB-96F5-1199DCA67666}"/>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系统</a:t>
            </a:r>
          </a:p>
        </p:txBody>
      </p:sp>
      <p:sp>
        <p:nvSpPr>
          <p:cNvPr id="72" name="">
            <a:extLst xmlns:a="http://schemas.openxmlformats.org/drawingml/2006/main">
              <a:ext uri="{FF2B5EF4-FFF2-40B4-BE49-F238E27FC236}">
                <a16:creationId xmlns:a16="http://schemas.microsoft.com/office/drawing/2014/main" id="{E6052F54-96E4-4147-9AA6-6D8D8A632159}"/>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20294120-AA53-4800-880A-0FA6C6677120}"/>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验证</a:t>
            </a:r>
          </a:p>
        </p:txBody>
      </p:sp>
      <p:sp>
        <p:nvSpPr>
          <p:cNvPr id="74" name="">
            <a:extLst xmlns:a="http://schemas.openxmlformats.org/drawingml/2006/main">
              <a:ext uri="{FF2B5EF4-FFF2-40B4-BE49-F238E27FC236}">
                <a16:creationId xmlns:a16="http://schemas.microsoft.com/office/drawing/2014/main" id="{5B2ECCBE-FEAC-4597-9B73-2D401E90290B}"/>
              </a:ext>
            </a:extLst>
          </p:cNvPr>
          <p:cNvSpPr>
            <a:spLocks xmlns:a="http://schemas.openxmlformats.org/drawingml/2006/main" noGrp="1"/>
          </p:cNvSpPr>
          <p:nvPr/>
        </p:nvSpPr>
        <p:spPr>
          <a:xfrm xmlns:a="http://schemas.openxmlformats.org/drawingml/2006/main">
            <a:off x="10639425" y="4895850"/>
            <a:ext cx="571500" cy="571500"/>
          </a:xfrm>
          <a:prstGeom xmlns:a="http://schemas.openxmlformats.org/drawingml/2006/main" prst="ellipse">
            <a:avLst/>
          </a:prstGeom>
          <a:gradFill xmlns:a="http://schemas.openxmlformats.org/drawingml/2006/main">
            <a:gsLst>
              <a:gs pos="0">
                <a:srgbClr val="3FD08A">
                  <a:alpha val="30000"/>
                </a:srgbClr>
              </a:gs>
              <a:gs pos="45000">
                <a:srgbClr val="3FD08A">
                  <a:alpha val="12000"/>
                </a:srgbClr>
              </a:gs>
              <a:gs pos="100000">
                <a:srgbClr val="3FD08A">
                  <a:alpha val="0"/>
                </a:srgbClr>
              </a:gs>
            </a:gsLst>
            <a:path path="shape"/>
          </a:gra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6FBC402A-C820-46A6-97B4-AFF30F8EB322}"/>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17999F72-C0CE-4418-9CC2-249CCE1F51F5}"/>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价值</a:t>
            </a:r>
          </a:p>
        </p:txBody>
      </p:sp>
      <p:sp>
        <p:nvSpPr>
          <p:cNvPr id="77" name="">
            <a:extLst xmlns:a="http://schemas.openxmlformats.org/drawingml/2006/main">
              <a:ext uri="{FF2B5EF4-FFF2-40B4-BE49-F238E27FC236}">
                <a16:creationId xmlns:a16="http://schemas.microsoft.com/office/drawing/2014/main" id="{1EB8DC8F-111B-4421-AE3B-7571426C4995}"/>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8ECC757F-F3A6-4972-9AD6-56AAB7CD74F6}"/>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9FC2E8"/>
                </a:solidFill>
                <a:latin typeface="微软雅黑"/>
                <a:ea typeface="微软雅黑"/>
                <a:cs typeface="微软雅黑"/>
              </a:defRPr>
            </a:pPr>
            <a:r>
              <a:rPr sz="938" b="0" spc="1">
                <a:solidFill>
                  <a:srgbClr val="9FC2E8"/>
                </a:solidFill>
                <a:latin typeface="微软雅黑"/>
                <a:ea typeface="微软雅黑"/>
                <a:cs typeface="微软雅黑"/>
              </a:rPr>
              <a:t>答辩结构 </a:t>
            </a:r>
            <a:r>
              <a:rPr sz="938" b="0" spc="1">
                <a:solidFill>
                  <a:srgbClr val="9FC2E8"/>
                </a:solidFill>
                <a:latin typeface="微软雅黑"/>
                <a:ea typeface="微软雅黑"/>
                <a:cs typeface="微软雅黑"/>
              </a:rPr>
              <a:t>· </a:t>
            </a:r>
            <a:r>
              <a:rPr sz="938" b="0" spc="1">
                <a:solidFill>
                  <a:srgbClr val="9FC2E8"/>
                </a:solidFill>
                <a:latin typeface="微软雅黑"/>
                <a:ea typeface="微软雅黑"/>
                <a:cs typeface="微软雅黑"/>
              </a:rPr>
              <a:t>六章推进</a:t>
            </a:r>
          </a:p>
        </p:txBody>
      </p:sp>
      <p:sp>
        <p:nvSpPr>
          <p:cNvPr id="79" name="">
            <a:extLst xmlns:a="http://schemas.openxmlformats.org/drawingml/2006/main">
              <a:ext uri="{FF2B5EF4-FFF2-40B4-BE49-F238E27FC236}">
                <a16:creationId xmlns:a16="http://schemas.microsoft.com/office/drawing/2014/main" id="{69A27D80-063B-4BFB-A779-08D4C59305E7}"/>
              </a:ext>
            </a:extLst>
          </p:cNvPr>
          <p:cNvSpPr>
            <a:spLocks xmlns:a="http://schemas.openxmlformats.org/drawingml/2006/main" noGrp="1"/>
          </p:cNvSpPr>
          <p:nvPr/>
        </p:nvSpPr>
        <p:spPr>
          <a:xfrm xmlns:a="http://schemas.openxmlformats.org/drawingml/2006/main">
            <a:off x="7067550" y="1257300"/>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A5F57C25-8C57-4A73-BADD-676B7BFA49A2}"/>
              </a:ext>
            </a:extLst>
          </p:cNvPr>
          <p:cNvSpPr>
            <a:spLocks xmlns:a="http://schemas.openxmlformats.org/drawingml/2006/main" noGrp="1"/>
          </p:cNvSpPr>
          <p:nvPr/>
        </p:nvSpPr>
        <p:spPr>
          <a:xfrm xmlns:a="http://schemas.openxmlformats.org/drawingml/2006/main">
            <a:off x="7067550" y="125730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52C6A4F5-562B-4921-A533-8DB33A721E42}"/>
              </a:ext>
            </a:extLst>
          </p:cNvPr>
          <p:cNvSpPr>
            <a:spLocks xmlns:a="http://schemas.openxmlformats.org/drawingml/2006/main" noGrp="1"/>
          </p:cNvSpPr>
          <p:nvPr/>
        </p:nvSpPr>
        <p:spPr>
          <a:xfrm xmlns:a="http://schemas.openxmlformats.org/drawingml/2006/main">
            <a:off x="11125200" y="5538978"/>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EFDF276D-60F0-4B5B-B6FB-17D66EAC2C76}"/>
              </a:ext>
            </a:extLst>
          </p:cNvPr>
          <p:cNvSpPr>
            <a:spLocks xmlns:a="http://schemas.openxmlformats.org/drawingml/2006/main" noGrp="1"/>
          </p:cNvSpPr>
          <p:nvPr/>
        </p:nvSpPr>
        <p:spPr>
          <a:xfrm xmlns:a="http://schemas.openxmlformats.org/drawingml/2006/main">
            <a:off x="11349228" y="531495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85AF2CFF-31FF-4A94-88A6-B90A03E34963}"/>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7A9CC4"/>
                </a:solidFill>
                <a:latin typeface="Bahnschrift SemiBold"/>
                <a:ea typeface="Bahnschrift SemiBold"/>
                <a:cs typeface="Bahnschrift SemiBold"/>
              </a:rPr>
              <a:t>SECTION </a:t>
            </a:r>
            <a:r>
              <a:rPr sz="975" b="1" spc="3">
                <a:solidFill>
                  <a:srgbClr val="F5C33B"/>
                </a:solidFill>
                <a:latin typeface="Bahnschrift SemiBold"/>
                <a:ea typeface="Bahnschrift SemiBold"/>
                <a:cs typeface="Bahnschrift SemiBold"/>
              </a:rPr>
              <a:t>06</a:t>
            </a:r>
            <a:r>
              <a:rPr sz="975" spc="3">
                <a:solidFill>
                  <a:srgbClr val="7A9CC4"/>
                </a:solidFill>
                <a:latin typeface="Bahnschrift SemiBold"/>
                <a:ea typeface="Bahnschrift SemiBold"/>
                <a:cs typeface="Bahnschrift SemiBold"/>
              </a:rPr>
              <a:t> / 06</a:t>
            </a:r>
          </a:p>
        </p:txBody>
      </p:sp>
      <p:sp>
        <p:nvSpPr>
          <p:cNvPr id="84" name="">
            <a:extLst xmlns:a="http://schemas.openxmlformats.org/drawingml/2006/main">
              <a:ext uri="{FF2B5EF4-FFF2-40B4-BE49-F238E27FC236}">
                <a16:creationId xmlns:a16="http://schemas.microsoft.com/office/drawing/2014/main" id="{7344818B-0BA3-4CDE-960A-93977558E169}"/>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3FD08A"/>
              </a:gs>
              <a:gs pos="100000">
                <a:srgbClr val="3FD08A">
                  <a:alpha val="0"/>
                </a:srgbClr>
              </a:gs>
            </a:gsLst>
            <a:lin ang="0"/>
          </a:gra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F434201D-3030-4841-9FD8-5D48BE85CDBE}"/>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成果与价值</a:t>
            </a:r>
          </a:p>
        </p:txBody>
      </p:sp>
      <p:sp>
        <p:nvSpPr>
          <p:cNvPr id="86" name="">
            <a:extLst xmlns:a="http://schemas.openxmlformats.org/drawingml/2006/main">
              <a:ext uri="{FF2B5EF4-FFF2-40B4-BE49-F238E27FC236}">
                <a16:creationId xmlns:a16="http://schemas.microsoft.com/office/drawing/2014/main" id="{AA92E1EF-1710-45E8-AC41-6ED377CC8C6D}"/>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3FD08A"/>
                </a:solidFill>
                <a:latin typeface="Bahnschrift"/>
                <a:ea typeface="Bahnschrift"/>
                <a:cs typeface="Bahnschrift"/>
              </a:defRPr>
            </a:pPr>
            <a:r>
              <a:rPr sz="1013" b="0" spc="3">
                <a:solidFill>
                  <a:srgbClr val="3FD08A"/>
                </a:solidFill>
                <a:latin typeface="Bahnschrift"/>
                <a:ea typeface="Bahnschrift"/>
                <a:cs typeface="Bahnschrift"/>
              </a:rPr>
              <a:t>OUTCOMES · VALUE &amp; ROADMAP</a:t>
            </a:r>
          </a:p>
        </p:txBody>
      </p:sp>
      <p:sp>
        <p:nvSpPr>
          <p:cNvPr id="87" name="">
            <a:extLst xmlns:a="http://schemas.openxmlformats.org/drawingml/2006/main">
              <a:ext uri="{FF2B5EF4-FFF2-40B4-BE49-F238E27FC236}">
                <a16:creationId xmlns:a16="http://schemas.microsoft.com/office/drawing/2014/main" id="{D4B62B97-D3ED-48E5-8517-8095F0D23C9C}"/>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8F40380B-04B8-48D1-9720-B5F8C3D5C014}"/>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已有基础与成果沉淀：清单化罗列，能核对的都给出出处</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应用场景与目标客户：县级供电公司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变电运维班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电力高职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新能源电站</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市场价值测算：按成本口径算账，并如实标注测算与实测的边界</a:t>
            </a:r>
          </a:p>
        </p:txBody>
      </p:sp>
      <p:sp>
        <p:nvSpPr>
          <p:cNvPr id="89" name="">
            <a:extLst xmlns:a="http://schemas.openxmlformats.org/drawingml/2006/main">
              <a:ext uri="{FF2B5EF4-FFF2-40B4-BE49-F238E27FC236}">
                <a16:creationId xmlns:a16="http://schemas.microsoft.com/office/drawing/2014/main" id="{FF2439F0-5A38-4954-AC9F-85BB2368C53C}"/>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3FD08A">
                <a:alpha val="50000"/>
              </a:srgbClr>
            </a:solidFill>
            <a:prstDash val="solid"/>
          </a:ln>
        </p:spPr>
      </p:sp>
      <p:sp>
        <p:nvSpPr>
          <p:cNvPr id="90" name="">
            <a:extLst xmlns:a="http://schemas.openxmlformats.org/drawingml/2006/main">
              <a:ext uri="{FF2B5EF4-FFF2-40B4-BE49-F238E27FC236}">
                <a16:creationId xmlns:a16="http://schemas.microsoft.com/office/drawing/2014/main" id="{CE1817AD-664B-4B49-A5AB-4F7B16BE9802}"/>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69FA78E5-C01E-4B25-8B53-1C0830018847}"/>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2" name="">
            <a:extLst xmlns:a="http://schemas.openxmlformats.org/drawingml/2006/main">
              <a:ext uri="{FF2B5EF4-FFF2-40B4-BE49-F238E27FC236}">
                <a16:creationId xmlns:a16="http://schemas.microsoft.com/office/drawing/2014/main" id="{915DA908-4A0B-45A5-B45B-544CE1A5FCB7}"/>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类已有研发基础</a:t>
            </a:r>
          </a:p>
        </p:txBody>
      </p:sp>
      <p:sp>
        <p:nvSpPr>
          <p:cNvPr id="93" name="">
            <a:extLst xmlns:a="http://schemas.openxmlformats.org/drawingml/2006/main">
              <a:ext uri="{FF2B5EF4-FFF2-40B4-BE49-F238E27FC236}">
                <a16:creationId xmlns:a16="http://schemas.microsoft.com/office/drawing/2014/main" id="{8B3F0498-5C86-4EB8-953C-75D33454C3C5}"/>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3FD08A">
                <a:alpha val="50000"/>
              </a:srgbClr>
            </a:solidFill>
            <a:prstDash val="solid"/>
          </a:ln>
        </p:spPr>
      </p:sp>
      <p:sp>
        <p:nvSpPr>
          <p:cNvPr id="94" name="">
            <a:extLst xmlns:a="http://schemas.openxmlformats.org/drawingml/2006/main">
              <a:ext uri="{FF2B5EF4-FFF2-40B4-BE49-F238E27FC236}">
                <a16:creationId xmlns:a16="http://schemas.microsoft.com/office/drawing/2014/main" id="{38E15798-44D2-4BF0-B70D-38232BAE9B8C}"/>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56A1B8FB-50B1-4D8A-8C1F-88AF245B05FB}"/>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6" name="">
            <a:extLst xmlns:a="http://schemas.openxmlformats.org/drawingml/2006/main">
              <a:ext uri="{FF2B5EF4-FFF2-40B4-BE49-F238E27FC236}">
                <a16:creationId xmlns:a16="http://schemas.microsoft.com/office/drawing/2014/main" id="{C58C2390-4279-4368-9945-4013E0903FC4}"/>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类目标客户</a:t>
            </a:r>
          </a:p>
        </p:txBody>
      </p:sp>
      <p:sp>
        <p:nvSpPr>
          <p:cNvPr id="97" name="">
            <a:extLst xmlns:a="http://schemas.openxmlformats.org/drawingml/2006/main">
              <a:ext uri="{FF2B5EF4-FFF2-40B4-BE49-F238E27FC236}">
                <a16:creationId xmlns:a16="http://schemas.microsoft.com/office/drawing/2014/main" id="{08F3B811-A3D4-4C93-B171-730DF3387C7D}"/>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3FD08A">
                <a:alpha val="50000"/>
              </a:srgbClr>
            </a:solidFill>
            <a:prstDash val="solid"/>
          </a:ln>
        </p:spPr>
      </p:sp>
      <p:sp>
        <p:nvSpPr>
          <p:cNvPr id="98" name="">
            <a:extLst xmlns:a="http://schemas.openxmlformats.org/drawingml/2006/main">
              <a:ext uri="{FF2B5EF4-FFF2-40B4-BE49-F238E27FC236}">
                <a16:creationId xmlns:a16="http://schemas.microsoft.com/office/drawing/2014/main" id="{7337759C-2189-44CD-815B-5DECA7534349}"/>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80E68E79-8EA4-4D28-8712-F21AEB43EE31}"/>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0" name="">
            <a:extLst xmlns:a="http://schemas.openxmlformats.org/drawingml/2006/main">
              <a:ext uri="{FF2B5EF4-FFF2-40B4-BE49-F238E27FC236}">
                <a16:creationId xmlns:a16="http://schemas.microsoft.com/office/drawing/2014/main" id="{E473B243-0E07-440C-A152-74D26F2B427C}"/>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阶段演进路径</a:t>
            </a:r>
          </a:p>
        </p:txBody>
      </p:sp>
      <p:sp>
        <p:nvSpPr>
          <p:cNvPr id="101" name="">
            <a:extLst xmlns:a="http://schemas.openxmlformats.org/drawingml/2006/main">
              <a:ext uri="{FF2B5EF4-FFF2-40B4-BE49-F238E27FC236}">
                <a16:creationId xmlns:a16="http://schemas.microsoft.com/office/drawing/2014/main" id="{813E2981-818E-4754-BB94-7131569A8974}"/>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3FD08A"/>
              </a:gs>
              <a:gs pos="100000">
                <a:srgbClr val="3FD08A">
                  <a:alpha val="0"/>
                </a:srgbClr>
              </a:gs>
            </a:gsLst>
            <a:lin ang="0"/>
          </a:gra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94B19EF8-7E84-420F-AA61-DB2AB586300C}"/>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3FD08A">
              <a:alpha val="60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C6207E9C-E747-48FD-9F26-D2CE30EDA5C8}"/>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3FD08A">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F042F3ED-93F3-4BD2-9600-8D9D67F7A324}"/>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3FD08A">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976379007"/>
      </p:ext>
    </p:extLst>
  </p:cSld>
</p:sld>
</file>

<file path=ppt/slides/slide33.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07" name=""/>
          <p:cNvPicPr>
            <a:picLocks xmlns:a="http://schemas.openxmlformats.org/drawingml/2006/main" noChangeAspect="1"/>
          </p:cNvPicPr>
          <p:nvPr/>
        </p:nvPicPr>
        <p:blipFill>
          <a:blip xmlns:r="http://schemas.openxmlformats.org/officeDocument/2006/relationships" xmlns:a="http://schemas.openxmlformats.org/drawingml/2006/main" r:embed="R1a293b000c59453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D7E4E0A-2983-42EC-989D-BA7A6194471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1942FA7C-08EB-4587-983F-027715BC121C}"/>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FD08A">
                  <a:alpha val="15000"/>
                </a:srgbClr>
              </a:gs>
              <a:gs pos="45000">
                <a:srgbClr val="3FD08A">
                  <a:alpha val="6000"/>
                </a:srgbClr>
              </a:gs>
              <a:gs pos="100000">
                <a:srgbClr val="3FD08A">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02A5C6CD-B0DC-448E-BD35-0D57EFEC0F1E}"/>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15761275-3BC4-48E8-9AE0-839489B7CDCC}"/>
              </a:ext>
            </a:extLst>
          </p:cNvPr>
          <p:cNvSpPr>
            <a:spLocks xmlns:a="http://schemas.openxmlformats.org/drawingml/2006/main" noGrp="1"/>
          </p:cNvSpPr>
          <p:nvPr/>
        </p:nvSpPr>
        <p:spPr>
          <a:xfrm xmlns:a="http://schemas.openxmlformats.org/drawingml/2006/main">
            <a:off x="9925050" y="952500"/>
            <a:ext cx="533400" cy="480060"/>
          </a:xfrm>
          <a:prstGeom xmlns:a="http://schemas.openxmlformats.org/drawingml/2006/main" prst="hexagon">
            <a:avLst/>
          </a:prstGeom>
          <a:noFill xmlns:a="http://schemas.openxmlformats.org/drawingml/2006/main"/>
          <a:ln xmlns:a="http://schemas.openxmlformats.org/drawingml/2006/main">
            <a:solidFill>
              <a:srgbClr val="3FD08A">
                <a:alpha val="28000"/>
              </a:srgbClr>
            </a:solidFill>
            <a:prstDash val="solid"/>
          </a:ln>
        </p:spPr>
      </p:sp>
      <p:sp>
        <p:nvSpPr>
          <p:cNvPr id="6" name="">
            <a:extLst xmlns:a="http://schemas.openxmlformats.org/drawingml/2006/main">
              <a:ext uri="{FF2B5EF4-FFF2-40B4-BE49-F238E27FC236}">
                <a16:creationId xmlns:a16="http://schemas.microsoft.com/office/drawing/2014/main" id="{BA16EF6C-CF10-4B07-A873-43F44B95A102}"/>
              </a:ext>
            </a:extLst>
          </p:cNvPr>
          <p:cNvSpPr>
            <a:spLocks xmlns:a="http://schemas.openxmlformats.org/drawingml/2006/main" noGrp="1"/>
          </p:cNvSpPr>
          <p:nvPr/>
        </p:nvSpPr>
        <p:spPr>
          <a:xfrm xmlns:a="http://schemas.openxmlformats.org/drawingml/2006/main">
            <a:off x="10479024" y="1101852"/>
            <a:ext cx="533400" cy="480060"/>
          </a:xfrm>
          <a:prstGeom xmlns:a="http://schemas.openxmlformats.org/drawingml/2006/main" prst="hexagon">
            <a:avLst/>
          </a:prstGeom>
          <a:noFill xmlns:a="http://schemas.openxmlformats.org/drawingml/2006/main"/>
          <a:ln xmlns:a="http://schemas.openxmlformats.org/drawingml/2006/main">
            <a:solidFill>
              <a:srgbClr val="3FD08A">
                <a:alpha val="28000"/>
              </a:srgbClr>
            </a:solidFill>
            <a:prstDash val="solid"/>
          </a:ln>
        </p:spPr>
      </p:sp>
      <p:sp>
        <p:nvSpPr>
          <p:cNvPr id="7" name="">
            <a:extLst xmlns:a="http://schemas.openxmlformats.org/drawingml/2006/main">
              <a:ext uri="{FF2B5EF4-FFF2-40B4-BE49-F238E27FC236}">
                <a16:creationId xmlns:a16="http://schemas.microsoft.com/office/drawing/2014/main" id="{8CF9ED06-B085-417D-B581-3373F2E1A81A}"/>
              </a:ext>
            </a:extLst>
          </p:cNvPr>
          <p:cNvSpPr>
            <a:spLocks xmlns:a="http://schemas.openxmlformats.org/drawingml/2006/main" noGrp="1"/>
          </p:cNvSpPr>
          <p:nvPr/>
        </p:nvSpPr>
        <p:spPr>
          <a:xfrm xmlns:a="http://schemas.openxmlformats.org/drawingml/2006/main">
            <a:off x="11032998" y="952500"/>
            <a:ext cx="533400" cy="480060"/>
          </a:xfrm>
          <a:prstGeom xmlns:a="http://schemas.openxmlformats.org/drawingml/2006/main" prst="hexagon">
            <a:avLst/>
          </a:prstGeom>
          <a:noFill xmlns:a="http://schemas.openxmlformats.org/drawingml/2006/main"/>
          <a:ln xmlns:a="http://schemas.openxmlformats.org/drawingml/2006/main">
            <a:solidFill>
              <a:srgbClr val="3FD08A">
                <a:alpha val="28000"/>
              </a:srgbClr>
            </a:solidFill>
            <a:prstDash val="solid"/>
          </a:ln>
        </p:spPr>
      </p:sp>
      <p:sp>
        <p:nvSpPr>
          <p:cNvPr id="8" name="">
            <a:extLst xmlns:a="http://schemas.openxmlformats.org/drawingml/2006/main">
              <a:ext uri="{FF2B5EF4-FFF2-40B4-BE49-F238E27FC236}">
                <a16:creationId xmlns:a16="http://schemas.microsoft.com/office/drawing/2014/main" id="{DCF268EC-25B1-46E6-9BAC-83EB0EAAEBEC}"/>
              </a:ext>
            </a:extLst>
          </p:cNvPr>
          <p:cNvSpPr>
            <a:spLocks xmlns:a="http://schemas.openxmlformats.org/drawingml/2006/main" noGrp="1"/>
          </p:cNvSpPr>
          <p:nvPr/>
        </p:nvSpPr>
        <p:spPr>
          <a:xfrm xmlns:a="http://schemas.openxmlformats.org/drawingml/2006/main">
            <a:off x="9925050" y="1657350"/>
            <a:ext cx="1143000" cy="19050"/>
          </a:xfrm>
          <a:prstGeom xmlns:a="http://schemas.openxmlformats.org/drawingml/2006/main" prst="rect">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6CEDB881-34F9-45FE-8FDE-C554276AB2CA}"/>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AFFDAA5B-E312-4524-BE0E-EE69A09A6F4F}"/>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8112AFFF-9C80-4A99-94DA-DFDAFD4F8DE3}"/>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1BE9DA28-AF0E-4981-8E70-57575D556DA8}"/>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BA3E5ECD-C160-425F-BFDE-5A65ED9A9F09}"/>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BF338265-ABB4-4142-8C4F-C173F36F94C5}"/>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3FD16A49-BF9D-43D8-925B-38F2010CE867}"/>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62E917AC-D416-4E67-87AC-A564F41D6FD8}"/>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04ACC1D6-71E5-4395-9B01-4546DA13CD7B}"/>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2B3B86A3-8B15-4B2C-BD99-ABB7C1879391}"/>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9DFEC0F0-66A5-4B0C-9EA1-7B3C0673B6B0}"/>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B93DBBB8-D81F-49A5-AD98-DE6D2C55A46C}"/>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CDAB64EF-6A44-4B76-8948-D878FD761D69}"/>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2" name="">
            <a:extLst xmlns:a="http://schemas.openxmlformats.org/drawingml/2006/main">
              <a:ext uri="{FF2B5EF4-FFF2-40B4-BE49-F238E27FC236}">
                <a16:creationId xmlns:a16="http://schemas.microsoft.com/office/drawing/2014/main" id="{6F3E5CA4-50A0-422A-A85B-942020A68A91}"/>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3" name="">
            <a:extLst xmlns:a="http://schemas.openxmlformats.org/drawingml/2006/main">
              <a:ext uri="{FF2B5EF4-FFF2-40B4-BE49-F238E27FC236}">
                <a16:creationId xmlns:a16="http://schemas.microsoft.com/office/drawing/2014/main" id="{B00CE7A9-42F0-45DE-BE86-7FB1CC203A36}"/>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4C69142E-77CC-400C-B98E-A3EA19724E62}"/>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5E5A4CE1-F3AE-427E-A301-AFE834245C82}"/>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0F4A2EB3-EDD6-4645-B309-7C8696F490A0}"/>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09C96501-3203-4585-8928-8102C22E9F70}"/>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BEE337B0-8702-476C-8C10-BA01F23CC2F2}"/>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5C15A5F6-026F-44FC-85A1-AE77F71C21AD}"/>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794DAF9A-A223-493A-BE3C-EE77BE404967}"/>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F13A3AD6-F1AB-4CC0-9A69-50BE90ED2830}"/>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5B667496-E688-4C7F-973F-767EEBB37A6C}"/>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0AA53002-570B-417F-A013-4E312CE2C12D}"/>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A791EEC3-1D3F-443E-85F8-EA8C8D052B62}"/>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AB57CFF1-B1AE-40AD-B918-091B22AE19CE}"/>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861B4BB0-5C89-4103-9189-F4D0B67BA64E}"/>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8498BAC4-62EE-4FA7-B004-71A0C8733EC3}"/>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58B6441E-356F-4823-909D-1FAD3C6786B5}"/>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0652E4DC-FDAC-4BCD-8DC5-35ED416EED2D}"/>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C0A8F527-24AF-463F-9302-15BB853BA971}"/>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FD08A"/>
              </a:gs>
              <a:gs pos="100000">
                <a:srgbClr val="3FD08A">
                  <a:alpha val="0"/>
                </a:srgbClr>
              </a:gs>
            </a:gsLst>
            <a:lin ang="540000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9250F85C-86C7-4A1F-85EA-7337BFEE1039}"/>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FD08A">
                  <a:alpha val="45000"/>
                </a:srgbClr>
              </a:gs>
              <a:gs pos="100000">
                <a:srgbClr val="3FD08A">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12357B24-EB5A-4A98-B026-78AEE4F952A4}"/>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3" name="">
            <a:extLst xmlns:a="http://schemas.openxmlformats.org/drawingml/2006/main">
              <a:ext uri="{FF2B5EF4-FFF2-40B4-BE49-F238E27FC236}">
                <a16:creationId xmlns:a16="http://schemas.microsoft.com/office/drawing/2014/main" id="{ACA96D55-0CBF-4DE1-8A50-897B14376609}"/>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FD08A"/>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3596AC98-C35F-4EA6-ADD7-531056EB8A09}"/>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DA8A7A61-19A6-490D-8183-0F341FFC0180}"/>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FD08A">
                  <a:alpha val="26000"/>
                </a:srgbClr>
              </a:gs>
              <a:gs pos="45000">
                <a:srgbClr val="3FD08A">
                  <a:alpha val="10000"/>
                </a:srgbClr>
              </a:gs>
              <a:gs pos="100000">
                <a:srgbClr val="3FD08A">
                  <a:alpha val="0"/>
                </a:srgbClr>
              </a:gs>
            </a:gsLst>
            <a:path path="shape"/>
          </a:gra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AB9ED8D5-959F-442D-94A7-9D24FAF869F6}"/>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FD08A"/>
              </a:gs>
              <a:gs pos="100000">
                <a:srgbClr val="206845"/>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06</a:t>
            </a:r>
          </a:p>
        </p:txBody>
      </p:sp>
      <p:sp>
        <p:nvSpPr>
          <p:cNvPr id="47" name="">
            <a:extLst xmlns:a="http://schemas.openxmlformats.org/drawingml/2006/main">
              <a:ext uri="{FF2B5EF4-FFF2-40B4-BE49-F238E27FC236}">
                <a16:creationId xmlns:a16="http://schemas.microsoft.com/office/drawing/2014/main" id="{8CE96F09-0FA7-4CE3-BEC4-089F563B1C36}"/>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成果与价值</a:t>
            </a:r>
          </a:p>
        </p:txBody>
      </p:sp>
      <p:sp>
        <p:nvSpPr>
          <p:cNvPr id="48" name="">
            <a:extLst xmlns:a="http://schemas.openxmlformats.org/drawingml/2006/main">
              <a:ext uri="{FF2B5EF4-FFF2-40B4-BE49-F238E27FC236}">
                <a16:creationId xmlns:a16="http://schemas.microsoft.com/office/drawing/2014/main" id="{80570220-A8D3-43C7-BF6E-DBF661F9340A}"/>
              </a:ext>
            </a:extLst>
          </p:cNvPr>
          <p:cNvSpPr>
            <a:spLocks xmlns:a="http://schemas.openxmlformats.org/drawingml/2006/main" noGrp="1"/>
          </p:cNvSpPr>
          <p:nvPr/>
        </p:nvSpPr>
        <p:spPr>
          <a:xfrm xmlns:a="http://schemas.openxmlformats.org/drawingml/2006/main">
            <a:off x="2000250" y="152400"/>
            <a:ext cx="19050" cy="247650"/>
          </a:xfrm>
          <a:prstGeom xmlns:a="http://schemas.openxmlformats.org/drawingml/2006/main" prst="rect">
            <a:avLst/>
          </a:prstGeom>
          <a:gradFill xmlns:a="http://schemas.openxmlformats.org/drawingml/2006/main">
            <a:gsLst>
              <a:gs pos="0">
                <a:srgbClr val="3FD08A"/>
              </a:gs>
              <a:gs pos="100000">
                <a:srgbClr val="3FD08A">
                  <a:alpha val="20000"/>
                </a:srgbClr>
              </a:gs>
            </a:gsLst>
            <a:lin ang="540000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8AE39F55-9927-4A2B-B269-CEB1E979C53B}"/>
              </a:ext>
            </a:extLst>
          </p:cNvPr>
          <p:cNvSpPr>
            <a:spLocks xmlns:a="http://schemas.openxmlformats.org/drawingml/2006/main" noGrp="1"/>
          </p:cNvSpPr>
          <p:nvPr/>
        </p:nvSpPr>
        <p:spPr>
          <a:xfrm xmlns:a="http://schemas.openxmlformats.org/drawingml/2006/main">
            <a:off x="213360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已有基础与成果沉淀</a:t>
            </a:r>
          </a:p>
        </p:txBody>
      </p:sp>
      <p:sp>
        <p:nvSpPr>
          <p:cNvPr id="50" name="">
            <a:extLst xmlns:a="http://schemas.openxmlformats.org/drawingml/2006/main">
              <a:ext uri="{FF2B5EF4-FFF2-40B4-BE49-F238E27FC236}">
                <a16:creationId xmlns:a16="http://schemas.microsoft.com/office/drawing/2014/main" id="{CE78F25F-8D22-4D26-81DF-CBF90910C1DB}"/>
              </a:ext>
            </a:extLst>
          </p:cNvPr>
          <p:cNvSpPr>
            <a:spLocks xmlns:a="http://schemas.openxmlformats.org/drawingml/2006/main" noGrp="1"/>
          </p:cNvSpPr>
          <p:nvPr/>
        </p:nvSpPr>
        <p:spPr>
          <a:xfrm xmlns:a="http://schemas.openxmlformats.org/drawingml/2006/main">
            <a:off x="876300" y="438150"/>
            <a:ext cx="1047750" cy="14478"/>
          </a:xfrm>
          <a:prstGeom xmlns:a="http://schemas.openxmlformats.org/drawingml/2006/main" prst="rect">
            <a:avLst/>
          </a:prstGeom>
          <a:gradFill xmlns:a="http://schemas.openxmlformats.org/drawingml/2006/main">
            <a:gsLst>
              <a:gs pos="0">
                <a:srgbClr val="3FD08A"/>
              </a:gs>
              <a:gs pos="100000">
                <a:srgbClr val="3FD08A">
                  <a:alpha val="0"/>
                </a:srgbClr>
              </a:gs>
            </a:gsLst>
            <a:lin ang="0"/>
          </a:gra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663E456C-9BE5-435A-898A-25AB923C8FEE}"/>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5D8D92A8-D797-45B4-825E-1C82EC78DE67}"/>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BC132788-A269-45F2-B67B-2840A8798617}"/>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23C412EB-1044-44F9-989F-6F5DEF0D2DC2}"/>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5" name="">
            <a:extLst xmlns:a="http://schemas.openxmlformats.org/drawingml/2006/main">
              <a:ext uri="{FF2B5EF4-FFF2-40B4-BE49-F238E27FC236}">
                <a16:creationId xmlns:a16="http://schemas.microsoft.com/office/drawing/2014/main" id="{9AAC5815-DA11-49D2-8D2B-AE67422D6A38}"/>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6" name="">
            <a:extLst xmlns:a="http://schemas.openxmlformats.org/drawingml/2006/main">
              <a:ext uri="{FF2B5EF4-FFF2-40B4-BE49-F238E27FC236}">
                <a16:creationId xmlns:a16="http://schemas.microsoft.com/office/drawing/2014/main" id="{C151D13D-8C2B-4D47-A75F-907913652C1A}"/>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89D5AA98-FA5A-4B61-9794-B0DE10A79A5C}"/>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8" name="">
            <a:extLst xmlns:a="http://schemas.openxmlformats.org/drawingml/2006/main">
              <a:ext uri="{FF2B5EF4-FFF2-40B4-BE49-F238E27FC236}">
                <a16:creationId xmlns:a16="http://schemas.microsoft.com/office/drawing/2014/main" id="{5692BD8A-69A3-4D19-A066-4630DCB8AED4}"/>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1EF3121D-E370-4F6F-AFD1-6FE924CAD11B}"/>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3CD7526F-1984-4E43-B27F-059672E49EFF}"/>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1C5856C7-01B8-4815-97F5-206D7DD6E2DC}"/>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437C8F6C-0E80-43AA-B9BB-A9004512AAD6}"/>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F9981EE6-9366-4F13-B574-811A2E40A597}"/>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6AEC4319-25ED-4B16-8372-CC1266E6845B}"/>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本项目不是从零脑补：可运行系统、验收记录与全套文档均已就位；外部成果按实填写，不虚构。</a:t>
            </a:r>
          </a:p>
        </p:txBody>
      </p:sp>
      <p:sp>
        <p:nvSpPr>
          <p:cNvPr id="65" name="">
            <a:extLst xmlns:a="http://schemas.openxmlformats.org/drawingml/2006/main">
              <a:ext uri="{FF2B5EF4-FFF2-40B4-BE49-F238E27FC236}">
                <a16:creationId xmlns:a16="http://schemas.microsoft.com/office/drawing/2014/main" id="{BB6359E6-8CF7-4C87-B4AD-9BCA865BDB99}"/>
              </a:ext>
            </a:extLst>
          </p:cNvPr>
          <p:cNvSpPr>
            <a:spLocks xmlns:a="http://schemas.openxmlformats.org/drawingml/2006/main" noGrp="1"/>
          </p:cNvSpPr>
          <p:nvPr/>
        </p:nvSpPr>
        <p:spPr>
          <a:xfrm xmlns:a="http://schemas.openxmlformats.org/drawingml/2006/main">
            <a:off x="285750" y="1333500"/>
            <a:ext cx="571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3FD08A"/>
                </a:solidFill>
                <a:latin typeface="微软雅黑"/>
                <a:ea typeface="微软雅黑"/>
                <a:cs typeface="微软雅黑"/>
              </a:defRPr>
            </a:pPr>
            <a:r>
              <a:rPr sz="1088" b="1">
                <a:solidFill>
                  <a:srgbClr val="3FD08A"/>
                </a:solidFill>
                <a:latin typeface="微软雅黑"/>
                <a:ea typeface="微软雅黑"/>
                <a:cs typeface="微软雅黑"/>
              </a:rPr>
              <a:t>一、已具备的研发与落地基础（可现场核验）</a:t>
            </a:r>
          </a:p>
        </p:txBody>
      </p:sp>
      <p:sp>
        <p:nvSpPr>
          <p:cNvPr id="66" name="">
            <a:extLst xmlns:a="http://schemas.openxmlformats.org/drawingml/2006/main">
              <a:ext uri="{FF2B5EF4-FFF2-40B4-BE49-F238E27FC236}">
                <a16:creationId xmlns:a16="http://schemas.microsoft.com/office/drawing/2014/main" id="{853282F4-18C2-4486-9A0E-AB541B7441C2}"/>
              </a:ext>
            </a:extLst>
          </p:cNvPr>
          <p:cNvSpPr>
            <a:spLocks xmlns:a="http://schemas.openxmlformats.org/drawingml/2006/main" noGrp="1"/>
          </p:cNvSpPr>
          <p:nvPr/>
        </p:nvSpPr>
        <p:spPr>
          <a:xfrm xmlns:a="http://schemas.openxmlformats.org/drawingml/2006/main">
            <a:off x="285750" y="1638300"/>
            <a:ext cx="5753100" cy="419100"/>
          </a:xfrm>
          <a:prstGeom xmlns:a="http://schemas.openxmlformats.org/drawingml/2006/main" prst="roundRect">
            <a:avLst>
              <a:gd name="adj" fmla="val 20455"/>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67" name="">
            <a:extLst xmlns:a="http://schemas.openxmlformats.org/drawingml/2006/main">
              <a:ext uri="{FF2B5EF4-FFF2-40B4-BE49-F238E27FC236}">
                <a16:creationId xmlns:a16="http://schemas.microsoft.com/office/drawing/2014/main" id="{9DDBB8CC-8E1A-44AF-9CFB-AEBCCF20D38F}"/>
              </a:ext>
            </a:extLst>
          </p:cNvPr>
          <p:cNvSpPr>
            <a:spLocks xmlns:a="http://schemas.openxmlformats.org/drawingml/2006/main" noGrp="1"/>
          </p:cNvSpPr>
          <p:nvPr/>
        </p:nvSpPr>
        <p:spPr>
          <a:xfrm xmlns:a="http://schemas.openxmlformats.org/drawingml/2006/main">
            <a:off x="419100" y="173355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可运行系统</a:t>
            </a:r>
          </a:p>
        </p:txBody>
      </p:sp>
      <p:sp>
        <p:nvSpPr>
          <p:cNvPr id="68" name="">
            <a:extLst xmlns:a="http://schemas.openxmlformats.org/drawingml/2006/main">
              <a:ext uri="{FF2B5EF4-FFF2-40B4-BE49-F238E27FC236}">
                <a16:creationId xmlns:a16="http://schemas.microsoft.com/office/drawing/2014/main" id="{87859150-9DD5-493C-8C7B-381AA7B196B0}"/>
              </a:ext>
            </a:extLst>
          </p:cNvPr>
          <p:cNvSpPr>
            <a:spLocks xmlns:a="http://schemas.openxmlformats.org/drawingml/2006/main" noGrp="1"/>
          </p:cNvSpPr>
          <p:nvPr/>
        </p:nvSpPr>
        <p:spPr>
          <a:xfrm xmlns:a="http://schemas.openxmlformats.org/drawingml/2006/main">
            <a:off x="1638300" y="173355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1 </a:t>
            </a:r>
            <a:r>
              <a:rPr sz="863" b="0">
                <a:solidFill>
                  <a:srgbClr val="D6E6F7"/>
                </a:solidFill>
                <a:latin typeface="微软雅黑"/>
                <a:ea typeface="微软雅黑"/>
                <a:cs typeface="微软雅黑"/>
              </a:rPr>
              <a:t>套：</a:t>
            </a:r>
            <a:r>
              <a:rPr sz="863" b="0">
                <a:solidFill>
                  <a:srgbClr val="D6E6F7"/>
                </a:solidFill>
                <a:latin typeface="微软雅黑"/>
                <a:ea typeface="微软雅黑"/>
                <a:cs typeface="微软雅黑"/>
              </a:rPr>
              <a:t>Vue 3 </a:t>
            </a:r>
            <a:r>
              <a:rPr sz="863" b="0">
                <a:solidFill>
                  <a:srgbClr val="D6E6F7"/>
                </a:solidFill>
                <a:latin typeface="微软雅黑"/>
                <a:ea typeface="微软雅黑"/>
                <a:cs typeface="微软雅黑"/>
              </a:rPr>
              <a:t>前端 </a:t>
            </a:r>
            <a:r>
              <a:rPr sz="863" b="0">
                <a:solidFill>
                  <a:srgbClr val="D6E6F7"/>
                </a:solidFill>
                <a:latin typeface="微软雅黑"/>
                <a:ea typeface="微软雅黑"/>
                <a:cs typeface="微软雅黑"/>
              </a:rPr>
              <a:t>+ Spring Boot </a:t>
            </a:r>
            <a:r>
              <a:rPr sz="863" b="0">
                <a:solidFill>
                  <a:srgbClr val="D6E6F7"/>
                </a:solidFill>
                <a:latin typeface="微软雅黑"/>
                <a:ea typeface="微软雅黑"/>
                <a:cs typeface="微软雅黑"/>
              </a:rPr>
              <a:t>后端 </a:t>
            </a:r>
            <a:r>
              <a:rPr sz="863" b="0">
                <a:solidFill>
                  <a:srgbClr val="D6E6F7"/>
                </a:solidFill>
                <a:latin typeface="微软雅黑"/>
                <a:ea typeface="微软雅黑"/>
                <a:cs typeface="微软雅黑"/>
              </a:rPr>
              <a:t>+ MySQL 8</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Docker Compose </a:t>
            </a:r>
            <a:r>
              <a:rPr sz="863" b="0">
                <a:solidFill>
                  <a:srgbClr val="D6E6F7"/>
                </a:solidFill>
                <a:latin typeface="微软雅黑"/>
                <a:ea typeface="微软雅黑"/>
                <a:cs typeface="微软雅黑"/>
              </a:rPr>
              <a:t>一键部署</a:t>
            </a:r>
          </a:p>
        </p:txBody>
      </p:sp>
      <p:sp>
        <p:nvSpPr>
          <p:cNvPr id="69" name="">
            <a:extLst xmlns:a="http://schemas.openxmlformats.org/drawingml/2006/main">
              <a:ext uri="{FF2B5EF4-FFF2-40B4-BE49-F238E27FC236}">
                <a16:creationId xmlns:a16="http://schemas.microsoft.com/office/drawing/2014/main" id="{5B338F68-F1F4-4968-ACEB-F7E3EC3AAD4D}"/>
              </a:ext>
            </a:extLst>
          </p:cNvPr>
          <p:cNvSpPr>
            <a:spLocks xmlns:a="http://schemas.openxmlformats.org/drawingml/2006/main" noGrp="1"/>
          </p:cNvSpPr>
          <p:nvPr/>
        </p:nvSpPr>
        <p:spPr>
          <a:xfrm xmlns:a="http://schemas.openxmlformats.org/drawingml/2006/main">
            <a:off x="285750" y="2114550"/>
            <a:ext cx="5753100" cy="419100"/>
          </a:xfrm>
          <a:prstGeom xmlns:a="http://schemas.openxmlformats.org/drawingml/2006/main" prst="roundRect">
            <a:avLst>
              <a:gd name="adj" fmla="val 20455"/>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70" name="">
            <a:extLst xmlns:a="http://schemas.openxmlformats.org/drawingml/2006/main">
              <a:ext uri="{FF2B5EF4-FFF2-40B4-BE49-F238E27FC236}">
                <a16:creationId xmlns:a16="http://schemas.microsoft.com/office/drawing/2014/main" id="{4CAAAE8C-679C-479F-B32E-D2E61DCF66A9}"/>
              </a:ext>
            </a:extLst>
          </p:cNvPr>
          <p:cNvSpPr>
            <a:spLocks xmlns:a="http://schemas.openxmlformats.org/drawingml/2006/main" noGrp="1"/>
          </p:cNvSpPr>
          <p:nvPr/>
        </p:nvSpPr>
        <p:spPr>
          <a:xfrm xmlns:a="http://schemas.openxmlformats.org/drawingml/2006/main">
            <a:off x="419100" y="220980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数据库与脚本</a:t>
            </a:r>
          </a:p>
        </p:txBody>
      </p:sp>
      <p:sp>
        <p:nvSpPr>
          <p:cNvPr id="71" name="">
            <a:extLst xmlns:a="http://schemas.openxmlformats.org/drawingml/2006/main">
              <a:ext uri="{FF2B5EF4-FFF2-40B4-BE49-F238E27FC236}">
                <a16:creationId xmlns:a16="http://schemas.microsoft.com/office/drawing/2014/main" id="{E17CB4D5-63F2-43C8-8A8C-90D727A53959}"/>
              </a:ext>
            </a:extLst>
          </p:cNvPr>
          <p:cNvSpPr>
            <a:spLocks xmlns:a="http://schemas.openxmlformats.org/drawingml/2006/main" noGrp="1"/>
          </p:cNvSpPr>
          <p:nvPr/>
        </p:nvSpPr>
        <p:spPr>
          <a:xfrm xmlns:a="http://schemas.openxmlformats.org/drawingml/2006/main">
            <a:off x="1638300" y="220980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11 </a:t>
            </a:r>
            <a:r>
              <a:rPr sz="863" b="0">
                <a:solidFill>
                  <a:srgbClr val="D6E6F7"/>
                </a:solidFill>
                <a:latin typeface="微软雅黑"/>
                <a:ea typeface="微软雅黑"/>
                <a:cs typeface="微软雅黑"/>
              </a:rPr>
              <a:t>个建库脚本（</a:t>
            </a:r>
            <a:r>
              <a:rPr sz="863" b="0">
                <a:solidFill>
                  <a:srgbClr val="D6E6F7"/>
                </a:solidFill>
                <a:latin typeface="微软雅黑"/>
                <a:ea typeface="微软雅黑"/>
                <a:cs typeface="微软雅黑"/>
              </a:rPr>
              <a:t>001~011</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53 </a:t>
            </a:r>
            <a:r>
              <a:rPr sz="863" b="0">
                <a:solidFill>
                  <a:srgbClr val="D6E6F7"/>
                </a:solidFill>
                <a:latin typeface="微软雅黑"/>
                <a:ea typeface="微软雅黑"/>
                <a:cs typeface="微软雅黑"/>
              </a:rPr>
              <a:t>张表，可重复执行、幂等</a:t>
            </a:r>
          </a:p>
        </p:txBody>
      </p:sp>
      <p:sp>
        <p:nvSpPr>
          <p:cNvPr id="72" name="">
            <a:extLst xmlns:a="http://schemas.openxmlformats.org/drawingml/2006/main">
              <a:ext uri="{FF2B5EF4-FFF2-40B4-BE49-F238E27FC236}">
                <a16:creationId xmlns:a16="http://schemas.microsoft.com/office/drawing/2014/main" id="{548214EC-97A0-449B-9687-29AC26CFE177}"/>
              </a:ext>
            </a:extLst>
          </p:cNvPr>
          <p:cNvSpPr>
            <a:spLocks xmlns:a="http://schemas.openxmlformats.org/drawingml/2006/main" noGrp="1"/>
          </p:cNvSpPr>
          <p:nvPr/>
        </p:nvSpPr>
        <p:spPr>
          <a:xfrm xmlns:a="http://schemas.openxmlformats.org/drawingml/2006/main">
            <a:off x="285750" y="2590800"/>
            <a:ext cx="5753100" cy="419100"/>
          </a:xfrm>
          <a:prstGeom xmlns:a="http://schemas.openxmlformats.org/drawingml/2006/main" prst="roundRect">
            <a:avLst>
              <a:gd name="adj" fmla="val 20455"/>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73" name="">
            <a:extLst xmlns:a="http://schemas.openxmlformats.org/drawingml/2006/main">
              <a:ext uri="{FF2B5EF4-FFF2-40B4-BE49-F238E27FC236}">
                <a16:creationId xmlns:a16="http://schemas.microsoft.com/office/drawing/2014/main" id="{EB83A9BC-44C4-4F68-BAF0-56A31C9056C6}"/>
              </a:ext>
            </a:extLst>
          </p:cNvPr>
          <p:cNvSpPr>
            <a:spLocks xmlns:a="http://schemas.openxmlformats.org/drawingml/2006/main" noGrp="1"/>
          </p:cNvSpPr>
          <p:nvPr/>
        </p:nvSpPr>
        <p:spPr>
          <a:xfrm xmlns:a="http://schemas.openxmlformats.org/drawingml/2006/main">
            <a:off x="419100" y="268605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规则资产</a:t>
            </a:r>
          </a:p>
        </p:txBody>
      </p:sp>
      <p:sp>
        <p:nvSpPr>
          <p:cNvPr id="74" name="">
            <a:extLst xmlns:a="http://schemas.openxmlformats.org/drawingml/2006/main">
              <a:ext uri="{FF2B5EF4-FFF2-40B4-BE49-F238E27FC236}">
                <a16:creationId xmlns:a16="http://schemas.microsoft.com/office/drawing/2014/main" id="{8FA72BE0-B6A2-4C2D-8D6E-F0FBD8231D00}"/>
              </a:ext>
            </a:extLst>
          </p:cNvPr>
          <p:cNvSpPr>
            <a:spLocks xmlns:a="http://schemas.openxmlformats.org/drawingml/2006/main" noGrp="1"/>
          </p:cNvSpPr>
          <p:nvPr/>
        </p:nvSpPr>
        <p:spPr>
          <a:xfrm xmlns:a="http://schemas.openxmlformats.org/drawingml/2006/main">
            <a:off x="1638300" y="268605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18 </a:t>
            </a:r>
            <a:r>
              <a:rPr sz="863" b="0">
                <a:solidFill>
                  <a:srgbClr val="D6E6F7"/>
                </a:solidFill>
                <a:latin typeface="微软雅黑"/>
                <a:ea typeface="微软雅黑"/>
                <a:cs typeface="微软雅黑"/>
              </a:rPr>
              <a:t>条启用规则，覆盖 </a:t>
            </a:r>
            <a:r>
              <a:rPr sz="863" b="0">
                <a:solidFill>
                  <a:srgbClr val="D6E6F7"/>
                </a:solidFill>
                <a:latin typeface="微软雅黑"/>
                <a:ea typeface="微软雅黑"/>
                <a:cs typeface="微软雅黑"/>
              </a:rPr>
              <a:t>5 </a:t>
            </a:r>
            <a:r>
              <a:rPr sz="863" b="0">
                <a:solidFill>
                  <a:srgbClr val="D6E6F7"/>
                </a:solidFill>
                <a:latin typeface="微软雅黑"/>
                <a:ea typeface="微软雅黑"/>
                <a:cs typeface="微软雅黑"/>
              </a:rPr>
              <a:t>个场景、</a:t>
            </a:r>
            <a:r>
              <a:rPr sz="863" b="0">
                <a:solidFill>
                  <a:srgbClr val="D6E6F7"/>
                </a:solidFill>
                <a:latin typeface="微软雅黑"/>
                <a:ea typeface="微软雅黑"/>
                <a:cs typeface="微软雅黑"/>
              </a:rPr>
              <a:t>3 </a:t>
            </a:r>
            <a:r>
              <a:rPr sz="863" b="0">
                <a:solidFill>
                  <a:srgbClr val="D6E6F7"/>
                </a:solidFill>
                <a:latin typeface="微软雅黑"/>
                <a:ea typeface="微软雅黑"/>
                <a:cs typeface="微软雅黑"/>
              </a:rPr>
              <a:t>个匹配分组，含 </a:t>
            </a:r>
            <a:r>
              <a:rPr sz="863" b="0">
                <a:solidFill>
                  <a:srgbClr val="D6E6F7"/>
                </a:solidFill>
                <a:latin typeface="微软雅黑"/>
                <a:ea typeface="微软雅黑"/>
                <a:cs typeface="微软雅黑"/>
              </a:rPr>
              <a:t>7 </a:t>
            </a:r>
            <a:r>
              <a:rPr sz="863" b="0">
                <a:solidFill>
                  <a:srgbClr val="D6E6F7"/>
                </a:solidFill>
                <a:latin typeface="微软雅黑"/>
                <a:ea typeface="微软雅黑"/>
                <a:cs typeface="微软雅黑"/>
              </a:rPr>
              <a:t>条气体关键词规则</a:t>
            </a:r>
          </a:p>
        </p:txBody>
      </p:sp>
      <p:sp>
        <p:nvSpPr>
          <p:cNvPr id="75" name="">
            <a:extLst xmlns:a="http://schemas.openxmlformats.org/drawingml/2006/main">
              <a:ext uri="{FF2B5EF4-FFF2-40B4-BE49-F238E27FC236}">
                <a16:creationId xmlns:a16="http://schemas.microsoft.com/office/drawing/2014/main" id="{CA22C709-6622-4C56-83B8-3AE678D288D7}"/>
              </a:ext>
            </a:extLst>
          </p:cNvPr>
          <p:cNvSpPr>
            <a:spLocks xmlns:a="http://schemas.openxmlformats.org/drawingml/2006/main" noGrp="1"/>
          </p:cNvSpPr>
          <p:nvPr/>
        </p:nvSpPr>
        <p:spPr>
          <a:xfrm xmlns:a="http://schemas.openxmlformats.org/drawingml/2006/main">
            <a:off x="285750" y="3067050"/>
            <a:ext cx="5753100" cy="419100"/>
          </a:xfrm>
          <a:prstGeom xmlns:a="http://schemas.openxmlformats.org/drawingml/2006/main" prst="roundRect">
            <a:avLst>
              <a:gd name="adj" fmla="val 20455"/>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76" name="">
            <a:extLst xmlns:a="http://schemas.openxmlformats.org/drawingml/2006/main">
              <a:ext uri="{FF2B5EF4-FFF2-40B4-BE49-F238E27FC236}">
                <a16:creationId xmlns:a16="http://schemas.microsoft.com/office/drawing/2014/main" id="{1EB45DBA-73A0-4D64-90B3-F1CF9410807D}"/>
              </a:ext>
            </a:extLst>
          </p:cNvPr>
          <p:cNvSpPr>
            <a:spLocks xmlns:a="http://schemas.openxmlformats.org/drawingml/2006/main" noGrp="1"/>
          </p:cNvSpPr>
          <p:nvPr/>
        </p:nvSpPr>
        <p:spPr>
          <a:xfrm xmlns:a="http://schemas.openxmlformats.org/drawingml/2006/main">
            <a:off x="419100" y="316230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验收记录</a:t>
            </a:r>
          </a:p>
        </p:txBody>
      </p:sp>
      <p:sp>
        <p:nvSpPr>
          <p:cNvPr id="77" name="">
            <a:extLst xmlns:a="http://schemas.openxmlformats.org/drawingml/2006/main">
              <a:ext uri="{FF2B5EF4-FFF2-40B4-BE49-F238E27FC236}">
                <a16:creationId xmlns:a16="http://schemas.microsoft.com/office/drawing/2014/main" id="{7A6BDC2B-76E5-4246-87ED-E407BC44CA9D}"/>
              </a:ext>
            </a:extLst>
          </p:cNvPr>
          <p:cNvSpPr>
            <a:spLocks xmlns:a="http://schemas.openxmlformats.org/drawingml/2006/main" noGrp="1"/>
          </p:cNvSpPr>
          <p:nvPr/>
        </p:nvSpPr>
        <p:spPr>
          <a:xfrm xmlns:a="http://schemas.openxmlformats.org/drawingml/2006/main">
            <a:off x="1638300" y="316230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五层测试验收记录、规则回归结果、数据库留痕链、越权拦截记录</a:t>
            </a:r>
          </a:p>
        </p:txBody>
      </p:sp>
      <p:sp>
        <p:nvSpPr>
          <p:cNvPr id="78" name="">
            <a:extLst xmlns:a="http://schemas.openxmlformats.org/drawingml/2006/main">
              <a:ext uri="{FF2B5EF4-FFF2-40B4-BE49-F238E27FC236}">
                <a16:creationId xmlns:a16="http://schemas.microsoft.com/office/drawing/2014/main" id="{FB8A3B98-ED59-4DE8-A7D9-47CCB100E131}"/>
              </a:ext>
            </a:extLst>
          </p:cNvPr>
          <p:cNvSpPr>
            <a:spLocks xmlns:a="http://schemas.openxmlformats.org/drawingml/2006/main" noGrp="1"/>
          </p:cNvSpPr>
          <p:nvPr/>
        </p:nvSpPr>
        <p:spPr>
          <a:xfrm xmlns:a="http://schemas.openxmlformats.org/drawingml/2006/main">
            <a:off x="285750" y="3543300"/>
            <a:ext cx="5753100" cy="419100"/>
          </a:xfrm>
          <a:prstGeom xmlns:a="http://schemas.openxmlformats.org/drawingml/2006/main" prst="roundRect">
            <a:avLst>
              <a:gd name="adj" fmla="val 20455"/>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79" name="">
            <a:extLst xmlns:a="http://schemas.openxmlformats.org/drawingml/2006/main">
              <a:ext uri="{FF2B5EF4-FFF2-40B4-BE49-F238E27FC236}">
                <a16:creationId xmlns:a16="http://schemas.microsoft.com/office/drawing/2014/main" id="{CB23147D-7F90-4B94-85D5-1CF98280322A}"/>
              </a:ext>
            </a:extLst>
          </p:cNvPr>
          <p:cNvSpPr>
            <a:spLocks xmlns:a="http://schemas.openxmlformats.org/drawingml/2006/main" noGrp="1"/>
          </p:cNvSpPr>
          <p:nvPr/>
        </p:nvSpPr>
        <p:spPr>
          <a:xfrm xmlns:a="http://schemas.openxmlformats.org/drawingml/2006/main">
            <a:off x="419100" y="363855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系统截图</a:t>
            </a:r>
          </a:p>
        </p:txBody>
      </p:sp>
      <p:sp>
        <p:nvSpPr>
          <p:cNvPr id="80" name="">
            <a:extLst xmlns:a="http://schemas.openxmlformats.org/drawingml/2006/main">
              <a:ext uri="{FF2B5EF4-FFF2-40B4-BE49-F238E27FC236}">
                <a16:creationId xmlns:a16="http://schemas.microsoft.com/office/drawing/2014/main" id="{97A0A610-70B4-4990-A92F-CE99ED85E6A9}"/>
              </a:ext>
            </a:extLst>
          </p:cNvPr>
          <p:cNvSpPr>
            <a:spLocks xmlns:a="http://schemas.openxmlformats.org/drawingml/2006/main" noGrp="1"/>
          </p:cNvSpPr>
          <p:nvPr/>
        </p:nvSpPr>
        <p:spPr>
          <a:xfrm xmlns:a="http://schemas.openxmlformats.org/drawingml/2006/main">
            <a:off x="1638300" y="363855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员工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班组长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管理者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管理员四端核心页面截图（本 </a:t>
            </a:r>
            <a:r>
              <a:rPr sz="863" b="0">
                <a:solidFill>
                  <a:srgbClr val="D6E6F7"/>
                </a:solidFill>
                <a:latin typeface="微软雅黑"/>
                <a:ea typeface="微软雅黑"/>
                <a:cs typeface="微软雅黑"/>
              </a:rPr>
              <a:t>PPT </a:t>
            </a:r>
            <a:r>
              <a:rPr sz="863" b="0">
                <a:solidFill>
                  <a:srgbClr val="D6E6F7"/>
                </a:solidFill>
                <a:latin typeface="微软雅黑"/>
                <a:ea typeface="微软雅黑"/>
                <a:cs typeface="微软雅黑"/>
              </a:rPr>
              <a:t>第 </a:t>
            </a:r>
            <a:r>
              <a:rPr sz="863" b="0">
                <a:solidFill>
                  <a:srgbClr val="D6E6F7"/>
                </a:solidFill>
                <a:latin typeface="微软雅黑"/>
                <a:ea typeface="微软雅黑"/>
                <a:cs typeface="微软雅黑"/>
              </a:rPr>
              <a:t>21~25 </a:t>
            </a:r>
            <a:r>
              <a:rPr sz="863" b="0">
                <a:solidFill>
                  <a:srgbClr val="D6E6F7"/>
                </a:solidFill>
                <a:latin typeface="微软雅黑"/>
                <a:ea typeface="微软雅黑"/>
                <a:cs typeface="微软雅黑"/>
              </a:rPr>
              <a:t>页）</a:t>
            </a:r>
          </a:p>
        </p:txBody>
      </p:sp>
      <p:sp>
        <p:nvSpPr>
          <p:cNvPr id="81" name="">
            <a:extLst xmlns:a="http://schemas.openxmlformats.org/drawingml/2006/main">
              <a:ext uri="{FF2B5EF4-FFF2-40B4-BE49-F238E27FC236}">
                <a16:creationId xmlns:a16="http://schemas.microsoft.com/office/drawing/2014/main" id="{D43F1781-75F6-4EAC-990D-A57EF61E46EC}"/>
              </a:ext>
            </a:extLst>
          </p:cNvPr>
          <p:cNvSpPr>
            <a:spLocks xmlns:a="http://schemas.openxmlformats.org/drawingml/2006/main" noGrp="1"/>
          </p:cNvSpPr>
          <p:nvPr/>
        </p:nvSpPr>
        <p:spPr>
          <a:xfrm xmlns:a="http://schemas.openxmlformats.org/drawingml/2006/main">
            <a:off x="285750" y="4019550"/>
            <a:ext cx="5753100" cy="419100"/>
          </a:xfrm>
          <a:prstGeom xmlns:a="http://schemas.openxmlformats.org/drawingml/2006/main" prst="roundRect">
            <a:avLst>
              <a:gd name="adj" fmla="val 20455"/>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82" name="">
            <a:extLst xmlns:a="http://schemas.openxmlformats.org/drawingml/2006/main">
              <a:ext uri="{FF2B5EF4-FFF2-40B4-BE49-F238E27FC236}">
                <a16:creationId xmlns:a16="http://schemas.microsoft.com/office/drawing/2014/main" id="{A025204A-08A8-451B-8EA5-59C24F195C97}"/>
              </a:ext>
            </a:extLst>
          </p:cNvPr>
          <p:cNvSpPr>
            <a:spLocks xmlns:a="http://schemas.openxmlformats.org/drawingml/2006/main" noGrp="1"/>
          </p:cNvSpPr>
          <p:nvPr/>
        </p:nvSpPr>
        <p:spPr>
          <a:xfrm xmlns:a="http://schemas.openxmlformats.org/drawingml/2006/main">
            <a:off x="419100" y="411480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交付文档</a:t>
            </a:r>
          </a:p>
        </p:txBody>
      </p:sp>
      <p:sp>
        <p:nvSpPr>
          <p:cNvPr id="83" name="">
            <a:extLst xmlns:a="http://schemas.openxmlformats.org/drawingml/2006/main">
              <a:ext uri="{FF2B5EF4-FFF2-40B4-BE49-F238E27FC236}">
                <a16:creationId xmlns:a16="http://schemas.microsoft.com/office/drawing/2014/main" id="{52AF4B51-DAC1-4E07-A1E8-AD45EA0A1983}"/>
              </a:ext>
            </a:extLst>
          </p:cNvPr>
          <p:cNvSpPr>
            <a:spLocks xmlns:a="http://schemas.openxmlformats.org/drawingml/2006/main" noGrp="1"/>
          </p:cNvSpPr>
          <p:nvPr/>
        </p:nvSpPr>
        <p:spPr>
          <a:xfrm xmlns:a="http://schemas.openxmlformats.org/drawingml/2006/main">
            <a:off x="1638300" y="411480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技术方案、技术报告、四人身份使用报告书、功能演示视频脚本、项目介绍</a:t>
            </a:r>
          </a:p>
        </p:txBody>
      </p:sp>
      <p:sp>
        <p:nvSpPr>
          <p:cNvPr id="84" name="">
            <a:extLst xmlns:a="http://schemas.openxmlformats.org/drawingml/2006/main">
              <a:ext uri="{FF2B5EF4-FFF2-40B4-BE49-F238E27FC236}">
                <a16:creationId xmlns:a16="http://schemas.microsoft.com/office/drawing/2014/main" id="{0CE5E704-B79D-4F68-9FB0-085A95107CA7}"/>
              </a:ext>
            </a:extLst>
          </p:cNvPr>
          <p:cNvSpPr>
            <a:spLocks xmlns:a="http://schemas.openxmlformats.org/drawingml/2006/main" noGrp="1"/>
          </p:cNvSpPr>
          <p:nvPr/>
        </p:nvSpPr>
        <p:spPr>
          <a:xfrm xmlns:a="http://schemas.openxmlformats.org/drawingml/2006/main">
            <a:off x="285750" y="4572000"/>
            <a:ext cx="5753100" cy="1752600"/>
          </a:xfrm>
          <a:prstGeom xmlns:a="http://schemas.openxmlformats.org/drawingml/2006/main" prst="roundRect">
            <a:avLst>
              <a:gd name="adj" fmla="val 4891"/>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85" name="">
            <a:extLst xmlns:a="http://schemas.openxmlformats.org/drawingml/2006/main">
              <a:ext uri="{FF2B5EF4-FFF2-40B4-BE49-F238E27FC236}">
                <a16:creationId xmlns:a16="http://schemas.microsoft.com/office/drawing/2014/main" id="{C9A286D2-35A0-44C9-85CF-EAF7E240B972}"/>
              </a:ext>
            </a:extLst>
          </p:cNvPr>
          <p:cNvSpPr>
            <a:spLocks xmlns:a="http://schemas.openxmlformats.org/drawingml/2006/main" noGrp="1"/>
          </p:cNvSpPr>
          <p:nvPr/>
        </p:nvSpPr>
        <p:spPr>
          <a:xfrm xmlns:a="http://schemas.openxmlformats.org/drawingml/2006/main">
            <a:off x="476250" y="4686300"/>
            <a:ext cx="53911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团队分工与协作机制（已在实施）</a:t>
            </a:r>
          </a:p>
        </p:txBody>
      </p:sp>
      <p:sp>
        <p:nvSpPr>
          <p:cNvPr id="86" name="">
            <a:extLst xmlns:a="http://schemas.openxmlformats.org/drawingml/2006/main">
              <a:ext uri="{FF2B5EF4-FFF2-40B4-BE49-F238E27FC236}">
                <a16:creationId xmlns:a16="http://schemas.microsoft.com/office/drawing/2014/main" id="{7B2277F5-382B-4180-80AA-EF5AC617BD1E}"/>
              </a:ext>
            </a:extLst>
          </p:cNvPr>
          <p:cNvSpPr>
            <a:spLocks xmlns:a="http://schemas.openxmlformats.org/drawingml/2006/main" noGrp="1"/>
          </p:cNvSpPr>
          <p:nvPr/>
        </p:nvSpPr>
        <p:spPr>
          <a:xfrm xmlns:a="http://schemas.openxmlformats.org/drawingml/2006/main">
            <a:off x="476250" y="501015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后端与规则引擎</a:t>
            </a:r>
          </a:p>
        </p:txBody>
      </p:sp>
      <p:sp>
        <p:nvSpPr>
          <p:cNvPr id="87" name="">
            <a:extLst xmlns:a="http://schemas.openxmlformats.org/drawingml/2006/main">
              <a:ext uri="{FF2B5EF4-FFF2-40B4-BE49-F238E27FC236}">
                <a16:creationId xmlns:a16="http://schemas.microsoft.com/office/drawing/2014/main" id="{37CA47C5-BEFE-42AB-BBF0-974DA1DC4548}"/>
              </a:ext>
            </a:extLst>
          </p:cNvPr>
          <p:cNvSpPr>
            <a:spLocks xmlns:a="http://schemas.openxmlformats.org/drawingml/2006/main" noGrp="1"/>
          </p:cNvSpPr>
          <p:nvPr/>
        </p:nvSpPr>
        <p:spPr>
          <a:xfrm xmlns:a="http://schemas.openxmlformats.org/drawingml/2006/main">
            <a:off x="1752600" y="5010150"/>
            <a:ext cx="41338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规则表设计、</a:t>
            </a:r>
            <a:r>
              <a:rPr sz="825" b="0">
                <a:solidFill>
                  <a:srgbClr val="D6E6F7"/>
                </a:solidFill>
                <a:latin typeface="微软雅黑"/>
                <a:ea typeface="微软雅黑"/>
                <a:cs typeface="微软雅黑"/>
              </a:rPr>
              <a:t>RuleEngine </a:t>
            </a:r>
            <a:r>
              <a:rPr sz="825" b="0">
                <a:solidFill>
                  <a:srgbClr val="D6E6F7"/>
                </a:solidFill>
                <a:latin typeface="微软雅黑"/>
                <a:ea typeface="微软雅黑"/>
                <a:cs typeface="微软雅黑"/>
              </a:rPr>
              <a:t>匹配与分组、归因适配层、鉴权与审计接口</a:t>
            </a:r>
          </a:p>
        </p:txBody>
      </p:sp>
      <p:sp>
        <p:nvSpPr>
          <p:cNvPr id="88" name="">
            <a:extLst xmlns:a="http://schemas.openxmlformats.org/drawingml/2006/main">
              <a:ext uri="{FF2B5EF4-FFF2-40B4-BE49-F238E27FC236}">
                <a16:creationId xmlns:a16="http://schemas.microsoft.com/office/drawing/2014/main" id="{8DE03FCE-7406-44E6-914F-854150497E28}"/>
              </a:ext>
            </a:extLst>
          </p:cNvPr>
          <p:cNvSpPr>
            <a:spLocks xmlns:a="http://schemas.openxmlformats.org/drawingml/2006/main" noGrp="1"/>
          </p:cNvSpPr>
          <p:nvPr/>
        </p:nvSpPr>
        <p:spPr>
          <a:xfrm xmlns:a="http://schemas.openxmlformats.org/drawingml/2006/main">
            <a:off x="476250" y="533400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前端与交互</a:t>
            </a:r>
          </a:p>
        </p:txBody>
      </p:sp>
      <p:sp>
        <p:nvSpPr>
          <p:cNvPr id="89" name="">
            <a:extLst xmlns:a="http://schemas.openxmlformats.org/drawingml/2006/main">
              <a:ext uri="{FF2B5EF4-FFF2-40B4-BE49-F238E27FC236}">
                <a16:creationId xmlns:a16="http://schemas.microsoft.com/office/drawing/2014/main" id="{892B69B4-DD78-4420-87AB-25813CE301B8}"/>
              </a:ext>
            </a:extLst>
          </p:cNvPr>
          <p:cNvSpPr>
            <a:spLocks xmlns:a="http://schemas.openxmlformats.org/drawingml/2006/main" noGrp="1"/>
          </p:cNvSpPr>
          <p:nvPr/>
        </p:nvSpPr>
        <p:spPr>
          <a:xfrm xmlns:a="http://schemas.openxmlformats.org/drawingml/2006/main">
            <a:off x="1752600" y="5334000"/>
            <a:ext cx="41338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四端界面：能力画像、组卷考试、班组报告、管理看板与配置后台</a:t>
            </a:r>
          </a:p>
        </p:txBody>
      </p:sp>
      <p:sp>
        <p:nvSpPr>
          <p:cNvPr id="90" name="">
            <a:extLst xmlns:a="http://schemas.openxmlformats.org/drawingml/2006/main">
              <a:ext uri="{FF2B5EF4-FFF2-40B4-BE49-F238E27FC236}">
                <a16:creationId xmlns:a16="http://schemas.microsoft.com/office/drawing/2014/main" id="{6F1A1031-E7FC-45FF-8772-FF753D580EE6}"/>
              </a:ext>
            </a:extLst>
          </p:cNvPr>
          <p:cNvSpPr>
            <a:spLocks xmlns:a="http://schemas.openxmlformats.org/drawingml/2006/main" noGrp="1"/>
          </p:cNvSpPr>
          <p:nvPr/>
        </p:nvSpPr>
        <p:spPr>
          <a:xfrm xmlns:a="http://schemas.openxmlformats.org/drawingml/2006/main">
            <a:off x="476250" y="565785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数据与测试</a:t>
            </a:r>
          </a:p>
        </p:txBody>
      </p:sp>
      <p:sp>
        <p:nvSpPr>
          <p:cNvPr id="91" name="">
            <a:extLst xmlns:a="http://schemas.openxmlformats.org/drawingml/2006/main">
              <a:ext uri="{FF2B5EF4-FFF2-40B4-BE49-F238E27FC236}">
                <a16:creationId xmlns:a16="http://schemas.microsoft.com/office/drawing/2014/main" id="{292A8490-517E-48AD-87D8-B52CAB6D14DF}"/>
              </a:ext>
            </a:extLst>
          </p:cNvPr>
          <p:cNvSpPr>
            <a:spLocks xmlns:a="http://schemas.openxmlformats.org/drawingml/2006/main" noGrp="1"/>
          </p:cNvSpPr>
          <p:nvPr/>
        </p:nvSpPr>
        <p:spPr>
          <a:xfrm xmlns:a="http://schemas.openxmlformats.org/drawingml/2006/main">
            <a:off x="1752600" y="5657850"/>
            <a:ext cx="41338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建库脚本 </a:t>
            </a:r>
            <a:r>
              <a:rPr sz="825" b="0">
                <a:solidFill>
                  <a:srgbClr val="D6E6F7"/>
                </a:solidFill>
                <a:latin typeface="微软雅黑"/>
                <a:ea typeface="微软雅黑"/>
                <a:cs typeface="微软雅黑"/>
              </a:rPr>
              <a:t>001~011</a:t>
            </a:r>
            <a:r>
              <a:rPr sz="825" b="0">
                <a:solidFill>
                  <a:srgbClr val="D6E6F7"/>
                </a:solidFill>
                <a:latin typeface="微软雅黑"/>
                <a:ea typeface="微软雅黑"/>
                <a:cs typeface="微软雅黑"/>
              </a:rPr>
              <a:t>、种子数据、五层测试验收与规则回归用例</a:t>
            </a:r>
          </a:p>
        </p:txBody>
      </p:sp>
      <p:sp>
        <p:nvSpPr>
          <p:cNvPr id="92" name="">
            <a:extLst xmlns:a="http://schemas.openxmlformats.org/drawingml/2006/main">
              <a:ext uri="{FF2B5EF4-FFF2-40B4-BE49-F238E27FC236}">
                <a16:creationId xmlns:a16="http://schemas.microsoft.com/office/drawing/2014/main" id="{0E854CCA-4739-40BA-A0C3-30944D50C7BE}"/>
              </a:ext>
            </a:extLst>
          </p:cNvPr>
          <p:cNvSpPr>
            <a:spLocks xmlns:a="http://schemas.openxmlformats.org/drawingml/2006/main" noGrp="1"/>
          </p:cNvSpPr>
          <p:nvPr/>
        </p:nvSpPr>
        <p:spPr>
          <a:xfrm xmlns:a="http://schemas.openxmlformats.org/drawingml/2006/main">
            <a:off x="476250" y="598170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文档与合规</a:t>
            </a:r>
          </a:p>
        </p:txBody>
      </p:sp>
      <p:sp>
        <p:nvSpPr>
          <p:cNvPr id="93" name="">
            <a:extLst xmlns:a="http://schemas.openxmlformats.org/drawingml/2006/main">
              <a:ext uri="{FF2B5EF4-FFF2-40B4-BE49-F238E27FC236}">
                <a16:creationId xmlns:a16="http://schemas.microsoft.com/office/drawing/2014/main" id="{87139DD3-DE56-403C-9127-3C43E26C2B56}"/>
              </a:ext>
            </a:extLst>
          </p:cNvPr>
          <p:cNvSpPr>
            <a:spLocks xmlns:a="http://schemas.openxmlformats.org/drawingml/2006/main" noGrp="1"/>
          </p:cNvSpPr>
          <p:nvPr/>
        </p:nvSpPr>
        <p:spPr>
          <a:xfrm xmlns:a="http://schemas.openxmlformats.org/drawingml/2006/main">
            <a:off x="1752600" y="5981700"/>
            <a:ext cx="41338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技术方案、技术报告、使用报告书、演示脚本与合规伦理说明</a:t>
            </a:r>
          </a:p>
        </p:txBody>
      </p:sp>
      <p:sp>
        <p:nvSpPr>
          <p:cNvPr id="94" name="">
            <a:extLst xmlns:a="http://schemas.openxmlformats.org/drawingml/2006/main">
              <a:ext uri="{FF2B5EF4-FFF2-40B4-BE49-F238E27FC236}">
                <a16:creationId xmlns:a16="http://schemas.microsoft.com/office/drawing/2014/main" id="{111D837F-06F9-4694-9885-202481A8C802}"/>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5C33B"/>
                </a:solidFill>
                <a:latin typeface="微软雅黑"/>
                <a:ea typeface="微软雅黑"/>
                <a:cs typeface="微软雅黑"/>
              </a:defRPr>
            </a:pPr>
            <a:r>
              <a:rPr sz="1088" b="1">
                <a:solidFill>
                  <a:srgbClr val="F5C33B"/>
                </a:solidFill>
                <a:latin typeface="微软雅黑"/>
                <a:ea typeface="微软雅黑"/>
                <a:cs typeface="微软雅黑"/>
              </a:rPr>
              <a:t>二、团队与外部成果清单（按实填写，留空处待补）</a:t>
            </a:r>
          </a:p>
        </p:txBody>
      </p:sp>
      <p:graphicFrame>
        <p:nvGraphicFramePr>
          <p:cNvPr id="201" name=""/>
          <p:cNvGraphicFramePr/>
          <p:nvPr/>
        </p:nvGraphicFramePr>
        <p:xfrm>
          <a:off xmlns:a="http://schemas.openxmlformats.org/drawingml/2006/main" x="6229350" y="1638300"/>
          <a:ext xmlns:a="http://schemas.openxmlformats.org/drawingml/2006/main" cx="5676900" cy="3619500"/>
        </p:xfrm>
        <a:graphic xmlns:a="http://schemas.openxmlformats.org/drawingml/2006/main">
          <a:graphicData uri="http://schemas.openxmlformats.org/drawingml/2006/table">
            <a:tbl>
              <a:tblPr/>
              <a:tblGrid>
                <a:gridCol w="1669676"/>
                <a:gridCol w="960064"/>
                <a:gridCol w="1127032"/>
                <a:gridCol w="667871"/>
                <a:gridCol w="1252257"/>
              </a:tblGrid>
              <a:tr h="304800">
                <a:tc>
                  <a:txBody>
                    <a:bodyPr/>
                    <a:lstStyle/>
                    <a:p>
                      <a:r>
                        <a:rPr sz="825" b="1">
                          <a:solidFill>
                            <a:srgbClr val="FFFFFF"/>
                          </a:solidFill>
                          <a:latin typeface="微软雅黑"/>
                          <a:ea typeface="微软雅黑"/>
                          <a:cs typeface="微软雅黑"/>
                        </a:rPr>
                        <a:t>项目名称 / 成果</a:t>
                      </a:r>
                    </a:p>
                  </a:txBody>
                  <a:tcPr marL="91440" marR="91440" marT="45720" marB="45720">
                    <a:solidFill>
                      <a:srgbClr val="14406F"/>
                    </a:solidFill>
                  </a:tcPr>
                </a:tc>
                <a:tc>
                  <a:txBody>
                    <a:bodyPr/>
                    <a:lstStyle/>
                    <a:p>
                      <a:r>
                        <a:rPr sz="825" b="1">
                          <a:solidFill>
                            <a:srgbClr val="FFFFFF"/>
                          </a:solidFill>
                          <a:latin typeface="微软雅黑"/>
                          <a:ea typeface="微软雅黑"/>
                          <a:cs typeface="微软雅黑"/>
                        </a:rPr>
                        <a:t>类别</a:t>
                      </a:r>
                    </a:p>
                  </a:txBody>
                  <a:tcPr marL="91440" marR="91440" marT="45720" marB="45720">
                    <a:solidFill>
                      <a:srgbClr val="14406F"/>
                    </a:solidFill>
                  </a:tcPr>
                </a:tc>
                <a:tc>
                  <a:txBody>
                    <a:bodyPr/>
                    <a:lstStyle/>
                    <a:p>
                      <a:r>
                        <a:rPr sz="825" b="1">
                          <a:solidFill>
                            <a:srgbClr val="FFFFFF"/>
                          </a:solidFill>
                          <a:latin typeface="微软雅黑"/>
                          <a:ea typeface="微软雅黑"/>
                          <a:cs typeface="微软雅黑"/>
                        </a:rPr>
                        <a:t>级别</a:t>
                      </a:r>
                    </a:p>
                  </a:txBody>
                  <a:tcPr marL="91440" marR="91440" marT="45720" marB="45720">
                    <a:solidFill>
                      <a:srgbClr val="14406F"/>
                    </a:solidFill>
                  </a:tcPr>
                </a:tc>
                <a:tc>
                  <a:txBody>
                    <a:bodyPr/>
                    <a:lstStyle/>
                    <a:p>
                      <a:r>
                        <a:rPr sz="825" b="1">
                          <a:solidFill>
                            <a:srgbClr val="FFFFFF"/>
                          </a:solidFill>
                          <a:latin typeface="微软雅黑"/>
                          <a:ea typeface="微软雅黑"/>
                          <a:cs typeface="微软雅黑"/>
                        </a:rPr>
                        <a:t>年份</a:t>
                      </a:r>
                    </a:p>
                  </a:txBody>
                  <a:tcPr marL="91440" marR="91440" marT="45720" marB="45720">
                    <a:solidFill>
                      <a:srgbClr val="14406F"/>
                    </a:solidFill>
                  </a:tcPr>
                </a:tc>
                <a:tc>
                  <a:txBody>
                    <a:bodyPr/>
                    <a:lstStyle/>
                    <a:p>
                      <a:r>
                        <a:rPr sz="825" b="1">
                          <a:solidFill>
                            <a:srgbClr val="FFFFFF"/>
                          </a:solidFill>
                          <a:latin typeface="微软雅黑"/>
                          <a:ea typeface="微软雅黑"/>
                          <a:cs typeface="微软雅黑"/>
                        </a:rPr>
                        <a:t>本人贡献</a:t>
                      </a:r>
                    </a:p>
                  </a:txBody>
                  <a:tcPr marL="91440" marR="91440" marT="45720" marB="45720">
                    <a:solidFill>
                      <a:srgbClr val="14406F"/>
                    </a:solidFill>
                  </a:tcPr>
                </a:tc>
              </a:tr>
              <a:tr h="514350">
                <a:tc>
                  <a:txBody>
                    <a:bodyPr/>
                    <a:lstStyle/>
                    <a:p>
                      <a:r>
                        <a:rPr sz="788">
                          <a:solidFill>
                            <a:srgbClr val="F5C33B"/>
                          </a:solidFill>
                          <a:latin typeface="微软雅黑"/>
                          <a:ea typeface="微软雅黑"/>
                          <a:cs typeface="微软雅黑"/>
                        </a:rPr>
                        <a:t>（待补：竞赛获奖名称）</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学科竞赛</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（国家级 / 省级）</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（角色与工作）</a:t>
                      </a:r>
                    </a:p>
                  </a:txBody>
                  <a:tcPr marL="91440" marR="91440" marT="45720" marB="45720">
                    <a:solidFill>
                      <a:srgbClr val="0C2A50"/>
                    </a:solidFill>
                  </a:tcPr>
                </a:tc>
              </a:tr>
              <a:tr h="514350">
                <a:tc>
                  <a:txBody>
                    <a:bodyPr/>
                    <a:lstStyle/>
                    <a:p>
                      <a:r>
                        <a:rPr sz="788">
                          <a:solidFill>
                            <a:srgbClr val="F5C33B"/>
                          </a:solidFill>
                          <a:latin typeface="微软雅黑"/>
                          <a:ea typeface="微软雅黑"/>
                          <a:cs typeface="微软雅黑"/>
                        </a:rPr>
                        <a:t>（待补：大创 / 教科创项目名称）</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大创 / 教科创</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（国家级 / 省级）</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（角色与工作）</a:t>
                      </a:r>
                    </a:p>
                  </a:txBody>
                  <a:tcPr marL="91440" marR="91440" marT="45720" marB="45720">
                    <a:solidFill>
                      <a:srgbClr val="0C2A50"/>
                    </a:solidFill>
                  </a:tcPr>
                </a:tc>
              </a:tr>
              <a:tr h="514350">
                <a:tc>
                  <a:txBody>
                    <a:bodyPr/>
                    <a:lstStyle/>
                    <a:p>
                      <a:r>
                        <a:rPr sz="788">
                          <a:solidFill>
                            <a:srgbClr val="F5C33B"/>
                          </a:solidFill>
                          <a:latin typeface="微软雅黑"/>
                          <a:ea typeface="微软雅黑"/>
                          <a:cs typeface="微软雅黑"/>
                        </a:rPr>
                        <a:t>（待补：软件著作权名称）</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软件著作权</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（登记号）</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（作者排序）</a:t>
                      </a:r>
                    </a:p>
                  </a:txBody>
                  <a:tcPr marL="91440" marR="91440" marT="45720" marB="45720">
                    <a:solidFill>
                      <a:srgbClr val="0C2A50"/>
                    </a:solidFill>
                  </a:tcPr>
                </a:tc>
              </a:tr>
              <a:tr h="514350">
                <a:tc>
                  <a:txBody>
                    <a:bodyPr/>
                    <a:lstStyle/>
                    <a:p>
                      <a:r>
                        <a:rPr sz="788">
                          <a:solidFill>
                            <a:srgbClr val="F5C33B"/>
                          </a:solidFill>
                          <a:latin typeface="微软雅黑"/>
                          <a:ea typeface="微软雅黑"/>
                          <a:cs typeface="微软雅黑"/>
                        </a:rPr>
                        <a:t>（待补：论文题目）</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学术论文</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（期刊 / 会议）</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（作者排序）</a:t>
                      </a:r>
                    </a:p>
                  </a:txBody>
                  <a:tcPr marL="91440" marR="91440" marT="45720" marB="45720">
                    <a:solidFill>
                      <a:srgbClr val="0C2A50"/>
                    </a:solidFill>
                  </a:tcPr>
                </a:tc>
              </a:tr>
              <a:tr h="514350">
                <a:tc>
                  <a:txBody>
                    <a:bodyPr/>
                    <a:lstStyle/>
                    <a:p>
                      <a:r>
                        <a:rPr sz="788">
                          <a:solidFill>
                            <a:srgbClr val="F5C33B"/>
                          </a:solidFill>
                          <a:latin typeface="微软雅黑"/>
                          <a:ea typeface="微软雅黑"/>
                          <a:cs typeface="微软雅黑"/>
                        </a:rPr>
                        <a:t>（待补：企业合作产品）</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企业合作</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（合作单位）</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（承担模块）</a:t>
                      </a:r>
                    </a:p>
                  </a:txBody>
                  <a:tcPr marL="91440" marR="91440" marT="45720" marB="45720">
                    <a:solidFill>
                      <a:srgbClr val="0C2A50"/>
                    </a:solidFill>
                  </a:tcPr>
                </a:tc>
              </a:tr>
              <a:tr h="514350">
                <a:tc>
                  <a:txBody>
                    <a:bodyPr/>
                    <a:lstStyle/>
                    <a:p>
                      <a:r>
                        <a:rPr sz="788">
                          <a:solidFill>
                            <a:srgbClr val="F5C33B"/>
                          </a:solidFill>
                          <a:latin typeface="微软雅黑"/>
                          <a:ea typeface="微软雅黑"/>
                          <a:cs typeface="微软雅黑"/>
                        </a:rPr>
                        <a:t>（待补：指导老师结题项目）</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教师科研</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（项目级别）</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（学生参与内容）</a:t>
                      </a:r>
                    </a:p>
                  </a:txBody>
                  <a:tcPr marL="91440" marR="91440" marT="45720" marB="45720">
                    <a:solidFill>
                      <a:srgbClr val="0C2A50"/>
                    </a:solidFill>
                  </a:tcPr>
                </a:tc>
              </a:tr>
            </a:tbl>
          </a:graphicData>
        </a:graphic>
      </p:graphicFrame>
      <p:sp>
        <p:nvSpPr>
          <p:cNvPr id="96" name="">
            <a:extLst xmlns:a="http://schemas.openxmlformats.org/drawingml/2006/main">
              <a:ext uri="{FF2B5EF4-FFF2-40B4-BE49-F238E27FC236}">
                <a16:creationId xmlns:a16="http://schemas.microsoft.com/office/drawing/2014/main" id="{F709FADC-858B-4061-ACEC-DDFE7E958B4E}"/>
              </a:ext>
            </a:extLst>
          </p:cNvPr>
          <p:cNvSpPr>
            <a:spLocks xmlns:a="http://schemas.openxmlformats.org/drawingml/2006/main" noGrp="1"/>
          </p:cNvSpPr>
          <p:nvPr/>
        </p:nvSpPr>
        <p:spPr>
          <a:xfrm xmlns:a="http://schemas.openxmlformats.org/drawingml/2006/main">
            <a:off x="6229350" y="5143500"/>
            <a:ext cx="5676900" cy="1181100"/>
          </a:xfrm>
          <a:prstGeom xmlns:a="http://schemas.openxmlformats.org/drawingml/2006/main" prst="roundRect">
            <a:avLst>
              <a:gd name="adj" fmla="val 7258"/>
            </a:avLst>
          </a:prstGeom>
          <a:gradFill xmlns:a="http://schemas.openxmlformats.org/drawingml/2006/main">
            <a:gsLst>
              <a:gs pos="0">
                <a:srgbClr val="413C2F"/>
              </a:gs>
              <a:gs pos="62000">
                <a:srgbClr val="2A2415"/>
              </a:gs>
              <a:gs pos="100000">
                <a:srgbClr val="211C10"/>
              </a:gs>
            </a:gsLst>
            <a:lin ang="8100000"/>
          </a:gradFill>
          <a:ln xmlns:a="http://schemas.openxmlformats.org/drawingml/2006/main" w="13335">
            <a:solidFill>
              <a:srgbClr val="F5C33B"/>
            </a:solidFill>
            <a:prstDash val="solid"/>
          </a:ln>
        </p:spPr>
      </p:sp>
      <p:sp>
        <p:nvSpPr>
          <p:cNvPr id="97" name="">
            <a:extLst xmlns:a="http://schemas.openxmlformats.org/drawingml/2006/main">
              <a:ext uri="{FF2B5EF4-FFF2-40B4-BE49-F238E27FC236}">
                <a16:creationId xmlns:a16="http://schemas.microsoft.com/office/drawing/2014/main" id="{5D1161F0-4DC8-44A4-9EAA-CF0866235FE6}"/>
              </a:ext>
            </a:extLst>
          </p:cNvPr>
          <p:cNvSpPr>
            <a:spLocks xmlns:a="http://schemas.openxmlformats.org/drawingml/2006/main" noGrp="1"/>
          </p:cNvSpPr>
          <p:nvPr/>
        </p:nvSpPr>
        <p:spPr>
          <a:xfrm xmlns:a="http://schemas.openxmlformats.org/drawingml/2006/main">
            <a:off x="6400800" y="52578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5C33B"/>
                </a:solidFill>
                <a:latin typeface="微软雅黑"/>
                <a:ea typeface="微软雅黑"/>
                <a:cs typeface="微软雅黑"/>
              </a:defRPr>
            </a:pPr>
            <a:r>
              <a:rPr sz="975" b="1">
                <a:solidFill>
                  <a:srgbClr val="F5C33B"/>
                </a:solidFill>
                <a:latin typeface="微软雅黑"/>
                <a:ea typeface="微软雅黑"/>
                <a:cs typeface="微软雅黑"/>
              </a:rPr>
              <a:t>为什么这一页留空而不是编数据</a:t>
            </a:r>
          </a:p>
        </p:txBody>
      </p:sp>
      <p:sp>
        <p:nvSpPr>
          <p:cNvPr id="98" name="">
            <a:extLst xmlns:a="http://schemas.openxmlformats.org/drawingml/2006/main">
              <a:ext uri="{FF2B5EF4-FFF2-40B4-BE49-F238E27FC236}">
                <a16:creationId xmlns:a16="http://schemas.microsoft.com/office/drawing/2014/main" id="{7F5842E0-7CA9-4AB4-B87E-713F7AD36660}"/>
              </a:ext>
            </a:extLst>
          </p:cNvPr>
          <p:cNvSpPr>
            <a:spLocks xmlns:a="http://schemas.openxmlformats.org/drawingml/2006/main" noGrp="1"/>
          </p:cNvSpPr>
          <p:nvPr/>
        </p:nvSpPr>
        <p:spPr>
          <a:xfrm xmlns:a="http://schemas.openxmlformats.org/drawingml/2006/main">
            <a:off x="6400800" y="5524500"/>
            <a:ext cx="5353050" cy="704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团队获奖、软著、论文、企业合作与教师结题项目属于可被评委逐条核验的材料。本页先固定「项目名称</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类别</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级别</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年份</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贡献」的表格结构，等团队按指导老师的教科创结题材料填齐后再定稿，避免出现无法对证的成果条目。</a:t>
            </a:r>
          </a:p>
        </p:txBody>
      </p:sp>
      <p:sp>
        <p:nvSpPr>
          <p:cNvPr id="99" name="">
            <a:extLst xmlns:a="http://schemas.openxmlformats.org/drawingml/2006/main">
              <a:ext uri="{FF2B5EF4-FFF2-40B4-BE49-F238E27FC236}">
                <a16:creationId xmlns:a16="http://schemas.microsoft.com/office/drawing/2014/main" id="{72974FE1-B8A7-4DA3-8E4C-449982BE97DE}"/>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00" name="">
            <a:extLst xmlns:a="http://schemas.openxmlformats.org/drawingml/2006/main">
              <a:ext uri="{FF2B5EF4-FFF2-40B4-BE49-F238E27FC236}">
                <a16:creationId xmlns:a16="http://schemas.microsoft.com/office/drawing/2014/main" id="{01144E28-89C6-431C-AB5F-0C869624D406}"/>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74A9C93B-0B7A-49B9-A9A6-5815072DBCFF}"/>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AF1B1D6A-4DA4-4037-B673-28F0BABF7288}"/>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E10F64BA-206C-45B1-9444-B352C285EE68}"/>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C7A13ACB-FE9B-47CF-8C90-3EEDD07B2719}"/>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05" name="">
            <a:extLst xmlns:a="http://schemas.openxmlformats.org/drawingml/2006/main">
              <a:ext uri="{FF2B5EF4-FFF2-40B4-BE49-F238E27FC236}">
                <a16:creationId xmlns:a16="http://schemas.microsoft.com/office/drawing/2014/main" id="{FAB127FA-B0C9-4B33-8322-95C7509E8418}"/>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06" name="">
            <a:extLst xmlns:a="http://schemas.openxmlformats.org/drawingml/2006/main">
              <a:ext uri="{FF2B5EF4-FFF2-40B4-BE49-F238E27FC236}">
                <a16:creationId xmlns:a16="http://schemas.microsoft.com/office/drawing/2014/main" id="{67DC400B-2E91-49E4-B881-58592D2DBE99}"/>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33</a:t>
            </a:r>
          </a:p>
        </p:txBody>
      </p:sp>
    </p:spTree>
    <p:extLst>
      <p:ext uri="{BB962C8B-B14F-4D97-AF65-F5344CB8AC3E}">
        <p14:creationId xmlns:p14="http://schemas.microsoft.com/office/powerpoint/2010/main" val="959303522"/>
      </p:ext>
    </p:extLst>
  </p:cSld>
</p:sld>
</file>

<file path=ppt/slides/slide34.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c89e3f2173e84f1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02D3ACB-389B-4E8E-9900-2E7F6F6AFC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F9BFA2CF-604C-47A5-AED1-F867819DE54D}"/>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FD08A">
                  <a:alpha val="15000"/>
                </a:srgbClr>
              </a:gs>
              <a:gs pos="45000">
                <a:srgbClr val="3FD08A">
                  <a:alpha val="6000"/>
                </a:srgbClr>
              </a:gs>
              <a:gs pos="100000">
                <a:srgbClr val="3FD08A">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07912019-8641-4DBF-A508-5E326B429F28}"/>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B0C7B004-7D7B-4D4D-8F04-D0AB1C7EBC79}"/>
              </a:ext>
            </a:extLst>
          </p:cNvPr>
          <p:cNvSpPr>
            <a:spLocks xmlns:a="http://schemas.openxmlformats.org/drawingml/2006/main" noGrp="1"/>
          </p:cNvSpPr>
          <p:nvPr/>
        </p:nvSpPr>
        <p:spPr>
          <a:xfrm xmlns:a="http://schemas.openxmlformats.org/drawingml/2006/main">
            <a:off x="9601200" y="914400"/>
            <a:ext cx="1866900" cy="800100"/>
          </a:xfrm>
          <a:prstGeom xmlns:a="http://schemas.openxmlformats.org/drawingml/2006/main" prst="rect">
            <a:avLst/>
          </a:prstGeom>
          <a:pattFill xmlns:a="http://schemas.openxmlformats.org/drawingml/2006/main" prst="wdUpDiag">
            <a:fgClr>
              <a:srgbClr val="2A6BAE">
                <a:alpha val="42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DA6B5D1B-E771-4B1B-A795-5328F3D250C5}"/>
              </a:ext>
            </a:extLst>
          </p:cNvPr>
          <p:cNvSpPr>
            <a:spLocks xmlns:a="http://schemas.openxmlformats.org/drawingml/2006/main" noGrp="1"/>
          </p:cNvSpPr>
          <p:nvPr/>
        </p:nvSpPr>
        <p:spPr>
          <a:xfrm xmlns:a="http://schemas.openxmlformats.org/drawingml/2006/main">
            <a:off x="11525250" y="914400"/>
            <a:ext cx="400050" cy="800100"/>
          </a:xfrm>
          <a:prstGeom xmlns:a="http://schemas.openxmlformats.org/drawingml/2006/main" prst="rect">
            <a:avLst/>
          </a:prstGeom>
          <a:pattFill xmlns:a="http://schemas.openxmlformats.org/drawingml/2006/main" prst="narVert">
            <a:fgClr>
              <a:srgbClr val="3FD08A">
                <a:alpha val="32000"/>
              </a:srgbClr>
            </a:fgClr>
            <a:bgClr>
              <a:srgbClr val="0A2144"/>
            </a:bgClr>
          </a:patt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984FA358-BEDC-4BA8-A385-B5E1040ADB0E}"/>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9481C25D-DD3C-4DAD-89FC-BD87D691F413}"/>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6A744DE4-16B3-4C3F-9423-CC36BD3DF483}"/>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53CB8700-49DA-4F63-A047-BAD8513DB75F}"/>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2AFFA279-CDB1-46E4-9ED4-CBCA7B2B9332}"/>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B86C554D-9445-42A3-878D-4F00FE637C4C}"/>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87969814-B36A-468B-BF2D-D908545A4031}"/>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10AC958A-E584-4841-B0F1-358A1A2C8F15}"/>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699EBFCC-6E26-4A14-AA9F-66761AC965B6}"/>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E22A0C0C-0668-4E7D-B131-F301C392F518}"/>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CEBEE1A3-412B-461C-8320-1CE35BE852A0}"/>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8B1C60A2-5072-4A1B-83D9-EB3F169720B8}"/>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144AFE2F-3E02-43FE-B6FB-A0550D4CB4F6}"/>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0" name="">
            <a:extLst xmlns:a="http://schemas.openxmlformats.org/drawingml/2006/main">
              <a:ext uri="{FF2B5EF4-FFF2-40B4-BE49-F238E27FC236}">
                <a16:creationId xmlns:a16="http://schemas.microsoft.com/office/drawing/2014/main" id="{6A7BDB27-950E-4058-91CB-5C6C6AB382BC}"/>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1" name="">
            <a:extLst xmlns:a="http://schemas.openxmlformats.org/drawingml/2006/main">
              <a:ext uri="{FF2B5EF4-FFF2-40B4-BE49-F238E27FC236}">
                <a16:creationId xmlns:a16="http://schemas.microsoft.com/office/drawing/2014/main" id="{9CD00D79-D436-4421-9786-2514F2718EC6}"/>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6A58E6A1-A6CE-4D02-B5C3-A402F40C9F26}"/>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1736DCD0-1E35-4973-A891-9C2EFD0BA2D9}"/>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77DCA996-F5D9-40D0-82CA-4EE948BEB4D9}"/>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C0BE72C0-AE74-4C16-AC4B-49401F029630}"/>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FDDA9AF5-767A-4F2E-932A-FCB8791C903F}"/>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5876BE43-EEC9-4882-80E0-C29705EAD9EA}"/>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FCD94589-D4E1-4ACD-AEE6-2B2D8970506F}"/>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2FE6A37D-FC2C-433A-8ABC-D0A6FA118597}"/>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90D42E1E-1B00-4A3B-B61F-8B33B5035047}"/>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E2FB12B8-9D3E-4136-9E02-DA10D0FB67B9}"/>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0CFB9366-659A-4A04-BDB8-C153385887ED}"/>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3F7E11FD-1CE2-4D59-B0D7-996DD0EFF484}"/>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DF9D06EF-922F-4EC9-9B4E-2DD719A464A5}"/>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83DFD29F-C7DC-4AD3-8FAA-B0C81460C6D4}"/>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B469AD1B-97F9-48F5-BB66-42C4853C0C28}"/>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78B63D37-001A-4BED-8113-50C646F60540}"/>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5E395A82-9F25-4C0F-A2D2-78B5EA48D3AF}"/>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FD08A"/>
              </a:gs>
              <a:gs pos="100000">
                <a:srgbClr val="3FD08A">
                  <a:alpha val="0"/>
                </a:srgbClr>
              </a:gs>
            </a:gsLst>
            <a:lin ang="540000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329621AC-CDB5-43EA-8071-1F9BCC9F7C2A}"/>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FD08A">
                  <a:alpha val="45000"/>
                </a:srgbClr>
              </a:gs>
              <a:gs pos="100000">
                <a:srgbClr val="3FD08A">
                  <a:alpha val="0"/>
                </a:srgbClr>
              </a:gs>
            </a:gsLst>
            <a:lin ang="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0E07E652-9FA8-49D1-8B4D-EB98882035E5}"/>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1" name="">
            <a:extLst xmlns:a="http://schemas.openxmlformats.org/drawingml/2006/main">
              <a:ext uri="{FF2B5EF4-FFF2-40B4-BE49-F238E27FC236}">
                <a16:creationId xmlns:a16="http://schemas.microsoft.com/office/drawing/2014/main" id="{B5E33BE0-F348-42D2-840B-F7A49998202F}"/>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FD08A"/>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6F3B41D6-E462-469A-BB28-C12CBD6F22C6}"/>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D6E2CA10-D43C-4D7E-ADA2-E29D4999B5AD}"/>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FD08A">
                  <a:alpha val="26000"/>
                </a:srgbClr>
              </a:gs>
              <a:gs pos="45000">
                <a:srgbClr val="3FD08A">
                  <a:alpha val="10000"/>
                </a:srgbClr>
              </a:gs>
              <a:gs pos="100000">
                <a:srgbClr val="3FD08A">
                  <a:alpha val="0"/>
                </a:srgbClr>
              </a:gs>
            </a:gsLst>
            <a:path path="shape"/>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6C2D344-0A47-414E-91FB-EF8A7D9AF5CB}"/>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FD08A"/>
              </a:gs>
              <a:gs pos="100000">
                <a:srgbClr val="206845"/>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06</a:t>
            </a:r>
          </a:p>
        </p:txBody>
      </p:sp>
      <p:sp>
        <p:nvSpPr>
          <p:cNvPr id="45" name="">
            <a:extLst xmlns:a="http://schemas.openxmlformats.org/drawingml/2006/main">
              <a:ext uri="{FF2B5EF4-FFF2-40B4-BE49-F238E27FC236}">
                <a16:creationId xmlns:a16="http://schemas.microsoft.com/office/drawing/2014/main" id="{B0E1076D-5296-4176-B70C-F377631CF923}"/>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成果与价值</a:t>
            </a:r>
          </a:p>
        </p:txBody>
      </p:sp>
      <p:sp>
        <p:nvSpPr>
          <p:cNvPr id="46" name="">
            <a:extLst xmlns:a="http://schemas.openxmlformats.org/drawingml/2006/main">
              <a:ext uri="{FF2B5EF4-FFF2-40B4-BE49-F238E27FC236}">
                <a16:creationId xmlns:a16="http://schemas.microsoft.com/office/drawing/2014/main" id="{287C7310-D663-4BC3-A6BD-0788F781581C}"/>
              </a:ext>
            </a:extLst>
          </p:cNvPr>
          <p:cNvSpPr>
            <a:spLocks xmlns:a="http://schemas.openxmlformats.org/drawingml/2006/main" noGrp="1"/>
          </p:cNvSpPr>
          <p:nvPr/>
        </p:nvSpPr>
        <p:spPr>
          <a:xfrm xmlns:a="http://schemas.openxmlformats.org/drawingml/2006/main">
            <a:off x="2000250" y="152400"/>
            <a:ext cx="19050" cy="247650"/>
          </a:xfrm>
          <a:prstGeom xmlns:a="http://schemas.openxmlformats.org/drawingml/2006/main" prst="rect">
            <a:avLst/>
          </a:prstGeom>
          <a:gradFill xmlns:a="http://schemas.openxmlformats.org/drawingml/2006/main">
            <a:gsLst>
              <a:gs pos="0">
                <a:srgbClr val="3FD08A"/>
              </a:gs>
              <a:gs pos="100000">
                <a:srgbClr val="3FD08A">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E75C6C89-D536-450F-94C6-603490DDF942}"/>
              </a:ext>
            </a:extLst>
          </p:cNvPr>
          <p:cNvSpPr>
            <a:spLocks xmlns:a="http://schemas.openxmlformats.org/drawingml/2006/main" noGrp="1"/>
          </p:cNvSpPr>
          <p:nvPr/>
        </p:nvSpPr>
        <p:spPr>
          <a:xfrm xmlns:a="http://schemas.openxmlformats.org/drawingml/2006/main">
            <a:off x="213360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应用场景与目标客户</a:t>
            </a:r>
          </a:p>
        </p:txBody>
      </p:sp>
      <p:sp>
        <p:nvSpPr>
          <p:cNvPr id="48" name="">
            <a:extLst xmlns:a="http://schemas.openxmlformats.org/drawingml/2006/main">
              <a:ext uri="{FF2B5EF4-FFF2-40B4-BE49-F238E27FC236}">
                <a16:creationId xmlns:a16="http://schemas.microsoft.com/office/drawing/2014/main" id="{DBD1C914-A799-427E-9B19-CA9C02B79D28}"/>
              </a:ext>
            </a:extLst>
          </p:cNvPr>
          <p:cNvSpPr>
            <a:spLocks xmlns:a="http://schemas.openxmlformats.org/drawingml/2006/main" noGrp="1"/>
          </p:cNvSpPr>
          <p:nvPr/>
        </p:nvSpPr>
        <p:spPr>
          <a:xfrm xmlns:a="http://schemas.openxmlformats.org/drawingml/2006/main">
            <a:off x="876300" y="438150"/>
            <a:ext cx="1047750" cy="14478"/>
          </a:xfrm>
          <a:prstGeom xmlns:a="http://schemas.openxmlformats.org/drawingml/2006/main" prst="rect">
            <a:avLst/>
          </a:prstGeom>
          <a:gradFill xmlns:a="http://schemas.openxmlformats.org/drawingml/2006/main">
            <a:gsLst>
              <a:gs pos="0">
                <a:srgbClr val="3FD08A"/>
              </a:gs>
              <a:gs pos="100000">
                <a:srgbClr val="3FD08A">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0E0BB5F6-EFC3-41A6-BA08-6828AC4A40DA}"/>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24B1687E-E098-45D6-A190-86674742F620}"/>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AFC0C762-3BB6-488C-819F-56BEB2243332}"/>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584082F9-E0A8-4D68-A3B3-5FACCE848A0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3" name="">
            <a:extLst xmlns:a="http://schemas.openxmlformats.org/drawingml/2006/main">
              <a:ext uri="{FF2B5EF4-FFF2-40B4-BE49-F238E27FC236}">
                <a16:creationId xmlns:a16="http://schemas.microsoft.com/office/drawing/2014/main" id="{548985D6-A598-4D8F-886D-F6F5EBD7D2CC}"/>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4" name="">
            <a:extLst xmlns:a="http://schemas.openxmlformats.org/drawingml/2006/main">
              <a:ext uri="{FF2B5EF4-FFF2-40B4-BE49-F238E27FC236}">
                <a16:creationId xmlns:a16="http://schemas.microsoft.com/office/drawing/2014/main" id="{08F595B9-C26E-4E05-A44A-AA01B960A9BA}"/>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041D0933-5156-4C01-80CA-12DA229FD74B}"/>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C6C7879C-3FB2-46B5-B33F-764746BD785B}"/>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785FB339-D61B-4ED3-9620-88FF00CFCE4B}"/>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0EBE85A5-BECB-4A5C-8830-581DA040BD0D}"/>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017DD05B-3CEC-464D-9720-1C95E8141FBA}"/>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824CA2A7-E968-4CE7-A5C0-12286BB52AA1}"/>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DBF523B3-814C-4723-994D-B077A6592467}"/>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AD483942-0DEA-42C5-9FE5-F460CA41F20E}"/>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不写「可推广到电力行业」，而是写清四类具体客户、部署方式与付费逻辑。</a:t>
            </a:r>
          </a:p>
        </p:txBody>
      </p:sp>
      <p:sp>
        <p:nvSpPr>
          <p:cNvPr id="63" name="">
            <a:extLst xmlns:a="http://schemas.openxmlformats.org/drawingml/2006/main">
              <a:ext uri="{FF2B5EF4-FFF2-40B4-BE49-F238E27FC236}">
                <a16:creationId xmlns:a16="http://schemas.microsoft.com/office/drawing/2014/main" id="{CA04A99D-9B5C-4955-AF9E-EB9F9D5178A5}"/>
              </a:ext>
            </a:extLst>
          </p:cNvPr>
          <p:cNvSpPr>
            <a:spLocks xmlns:a="http://schemas.openxmlformats.org/drawingml/2006/main" noGrp="1"/>
          </p:cNvSpPr>
          <p:nvPr/>
        </p:nvSpPr>
        <p:spPr>
          <a:xfrm xmlns:a="http://schemas.openxmlformats.org/drawingml/2006/main">
            <a:off x="285750" y="1333500"/>
            <a:ext cx="5695950" cy="2228850"/>
          </a:xfrm>
          <a:prstGeom xmlns:a="http://schemas.openxmlformats.org/drawingml/2006/main" prst="roundRect">
            <a:avLst>
              <a:gd name="adj" fmla="val 384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4" name="">
            <a:extLst xmlns:a="http://schemas.openxmlformats.org/drawingml/2006/main">
              <a:ext uri="{FF2B5EF4-FFF2-40B4-BE49-F238E27FC236}">
                <a16:creationId xmlns:a16="http://schemas.microsoft.com/office/drawing/2014/main" id="{A8CD9901-9582-4402-958A-4F49921DA3A5}"/>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3AB69133-6F19-4887-B215-9CA312E40179}"/>
              </a:ext>
            </a:extLst>
          </p:cNvPr>
          <p:cNvSpPr>
            <a:spLocks xmlns:a="http://schemas.openxmlformats.org/drawingml/2006/main" noGrp="1"/>
          </p:cNvSpPr>
          <p:nvPr/>
        </p:nvSpPr>
        <p:spPr>
          <a:xfrm xmlns:a="http://schemas.openxmlformats.org/drawingml/2006/main">
            <a:off x="495300" y="1504950"/>
            <a:ext cx="3619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31C7F0"/>
                </a:solidFill>
                <a:latin typeface="微软雅黑"/>
                <a:ea typeface="微软雅黑"/>
                <a:cs typeface="微软雅黑"/>
              </a:defRPr>
            </a:pPr>
            <a:r>
              <a:rPr sz="1425" b="1">
                <a:solidFill>
                  <a:srgbClr val="31C7F0"/>
                </a:solidFill>
                <a:latin typeface="微软雅黑"/>
                <a:ea typeface="微软雅黑"/>
                <a:cs typeface="微软雅黑"/>
              </a:rPr>
              <a:t>县级 </a:t>
            </a:r>
            <a:r>
              <a:rPr sz="1425" b="1">
                <a:solidFill>
                  <a:srgbClr val="31C7F0"/>
                </a:solidFill>
                <a:latin typeface="微软雅黑"/>
                <a:ea typeface="微软雅黑"/>
                <a:cs typeface="微软雅黑"/>
              </a:rPr>
              <a:t>/ </a:t>
            </a:r>
            <a:r>
              <a:rPr sz="1425" b="1">
                <a:solidFill>
                  <a:srgbClr val="31C7F0"/>
                </a:solidFill>
                <a:latin typeface="微软雅黑"/>
                <a:ea typeface="微软雅黑"/>
                <a:cs typeface="微软雅黑"/>
              </a:rPr>
              <a:t>地市供电公司</a:t>
            </a:r>
          </a:p>
        </p:txBody>
      </p:sp>
      <p:sp>
        <p:nvSpPr>
          <p:cNvPr id="66" name="">
            <a:extLst xmlns:a="http://schemas.openxmlformats.org/drawingml/2006/main">
              <a:ext uri="{FF2B5EF4-FFF2-40B4-BE49-F238E27FC236}">
                <a16:creationId xmlns:a16="http://schemas.microsoft.com/office/drawing/2014/main" id="{87F48667-0988-4A15-B261-82377F81A9B9}"/>
              </a:ext>
            </a:extLst>
          </p:cNvPr>
          <p:cNvSpPr>
            <a:spLocks xmlns:a="http://schemas.openxmlformats.org/drawingml/2006/main" noGrp="1"/>
          </p:cNvSpPr>
          <p:nvPr/>
        </p:nvSpPr>
        <p:spPr>
          <a:xfrm xmlns:a="http://schemas.openxmlformats.org/drawingml/2006/main">
            <a:off x="495300" y="1809750"/>
            <a:ext cx="43815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7A9CC4"/>
                </a:solidFill>
                <a:latin typeface="微软雅黑"/>
                <a:ea typeface="微软雅黑"/>
                <a:cs typeface="微软雅黑"/>
              </a:defRPr>
            </a:pPr>
            <a:r>
              <a:rPr sz="900" b="0">
                <a:solidFill>
                  <a:srgbClr val="7A9CC4"/>
                </a:solidFill>
                <a:latin typeface="微软雅黑"/>
                <a:ea typeface="微软雅黑"/>
                <a:cs typeface="微软雅黑"/>
              </a:rPr>
              <a:t>变电运维中心</a:t>
            </a:r>
          </a:p>
        </p:txBody>
      </p:sp>
      <p:sp>
        <p:nvSpPr>
          <p:cNvPr id="67" name="">
            <a:extLst xmlns:a="http://schemas.openxmlformats.org/drawingml/2006/main">
              <a:ext uri="{FF2B5EF4-FFF2-40B4-BE49-F238E27FC236}">
                <a16:creationId xmlns:a16="http://schemas.microsoft.com/office/drawing/2014/main" id="{B7F15B5E-21F1-424C-8459-A563EAC2572F}"/>
              </a:ext>
            </a:extLst>
          </p:cNvPr>
          <p:cNvSpPr>
            <a:spLocks xmlns:a="http://schemas.openxmlformats.org/drawingml/2006/main" noGrp="1"/>
          </p:cNvSpPr>
          <p:nvPr/>
        </p:nvSpPr>
        <p:spPr>
          <a:xfrm xmlns:a="http://schemas.openxmlformats.org/drawingml/2006/main">
            <a:off x="495300" y="20764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为什么买</a:t>
            </a:r>
          </a:p>
        </p:txBody>
      </p:sp>
      <p:sp>
        <p:nvSpPr>
          <p:cNvPr id="68" name="">
            <a:extLst xmlns:a="http://schemas.openxmlformats.org/drawingml/2006/main">
              <a:ext uri="{FF2B5EF4-FFF2-40B4-BE49-F238E27FC236}">
                <a16:creationId xmlns:a16="http://schemas.microsoft.com/office/drawing/2014/main" id="{83BC85F8-DAC1-4881-9F40-27FBC751BE2D}"/>
              </a:ext>
            </a:extLst>
          </p:cNvPr>
          <p:cNvSpPr>
            <a:spLocks xmlns:a="http://schemas.openxmlformats.org/drawingml/2006/main" noGrp="1"/>
          </p:cNvSpPr>
          <p:nvPr/>
        </p:nvSpPr>
        <p:spPr>
          <a:xfrm xmlns:a="http://schemas.openxmlformats.org/drawingml/2006/main">
            <a:off x="1276350" y="20764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培训投入要能对账；迎检要能一键出合规材料；关键岗位要有备份</a:t>
            </a:r>
          </a:p>
        </p:txBody>
      </p:sp>
      <p:sp>
        <p:nvSpPr>
          <p:cNvPr id="69" name="">
            <a:extLst xmlns:a="http://schemas.openxmlformats.org/drawingml/2006/main">
              <a:ext uri="{FF2B5EF4-FFF2-40B4-BE49-F238E27FC236}">
                <a16:creationId xmlns:a16="http://schemas.microsoft.com/office/drawing/2014/main" id="{45D3DDA6-B2C6-4689-9CEF-2604B8128F07}"/>
              </a:ext>
            </a:extLst>
          </p:cNvPr>
          <p:cNvSpPr>
            <a:spLocks xmlns:a="http://schemas.openxmlformats.org/drawingml/2006/main" noGrp="1"/>
          </p:cNvSpPr>
          <p:nvPr/>
        </p:nvSpPr>
        <p:spPr>
          <a:xfrm xmlns:a="http://schemas.openxmlformats.org/drawingml/2006/main">
            <a:off x="495300" y="24384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部署方式</a:t>
            </a:r>
          </a:p>
        </p:txBody>
      </p:sp>
      <p:sp>
        <p:nvSpPr>
          <p:cNvPr id="70" name="">
            <a:extLst xmlns:a="http://schemas.openxmlformats.org/drawingml/2006/main">
              <a:ext uri="{FF2B5EF4-FFF2-40B4-BE49-F238E27FC236}">
                <a16:creationId xmlns:a16="http://schemas.microsoft.com/office/drawing/2014/main" id="{75953516-1BFC-40B4-A9B7-41B98E7FC5FF}"/>
              </a:ext>
            </a:extLst>
          </p:cNvPr>
          <p:cNvSpPr>
            <a:spLocks xmlns:a="http://schemas.openxmlformats.org/drawingml/2006/main" noGrp="1"/>
          </p:cNvSpPr>
          <p:nvPr/>
        </p:nvSpPr>
        <p:spPr>
          <a:xfrm xmlns:a="http://schemas.openxmlformats.org/drawingml/2006/main">
            <a:off x="1276350" y="24384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内网私有化部署（</a:t>
            </a:r>
            <a:r>
              <a:rPr sz="863" b="0">
                <a:solidFill>
                  <a:srgbClr val="D6E6F7"/>
                </a:solidFill>
                <a:latin typeface="微软雅黑"/>
                <a:ea typeface="微软雅黑"/>
                <a:cs typeface="微软雅黑"/>
              </a:rPr>
              <a:t>Docker Compose</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MySQL + API + Web</a:t>
            </a:r>
            <a:r>
              <a:rPr sz="863" b="0">
                <a:solidFill>
                  <a:srgbClr val="D6E6F7"/>
                </a:solidFill>
                <a:latin typeface="微软雅黑"/>
                <a:ea typeface="微软雅黑"/>
                <a:cs typeface="微软雅黑"/>
              </a:rPr>
              <a:t>），支持完全离线运行</a:t>
            </a:r>
          </a:p>
        </p:txBody>
      </p:sp>
      <p:sp>
        <p:nvSpPr>
          <p:cNvPr id="71" name="">
            <a:extLst xmlns:a="http://schemas.openxmlformats.org/drawingml/2006/main">
              <a:ext uri="{FF2B5EF4-FFF2-40B4-BE49-F238E27FC236}">
                <a16:creationId xmlns:a16="http://schemas.microsoft.com/office/drawing/2014/main" id="{59C613DC-6FF7-43BD-BBDC-572BB0C7302E}"/>
              </a:ext>
            </a:extLst>
          </p:cNvPr>
          <p:cNvSpPr>
            <a:spLocks xmlns:a="http://schemas.openxmlformats.org/drawingml/2006/main" noGrp="1"/>
          </p:cNvSpPr>
          <p:nvPr/>
        </p:nvSpPr>
        <p:spPr>
          <a:xfrm xmlns:a="http://schemas.openxmlformats.org/drawingml/2006/main">
            <a:off x="495300" y="28003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付费逻辑</a:t>
            </a:r>
          </a:p>
        </p:txBody>
      </p:sp>
      <p:sp>
        <p:nvSpPr>
          <p:cNvPr id="72" name="">
            <a:extLst xmlns:a="http://schemas.openxmlformats.org/drawingml/2006/main">
              <a:ext uri="{FF2B5EF4-FFF2-40B4-BE49-F238E27FC236}">
                <a16:creationId xmlns:a16="http://schemas.microsoft.com/office/drawing/2014/main" id="{2B984E6F-0E62-4338-870B-A6AE0DBB7471}"/>
              </a:ext>
            </a:extLst>
          </p:cNvPr>
          <p:cNvSpPr>
            <a:spLocks xmlns:a="http://schemas.openxmlformats.org/drawingml/2006/main" noGrp="1"/>
          </p:cNvSpPr>
          <p:nvPr/>
        </p:nvSpPr>
        <p:spPr>
          <a:xfrm xmlns:a="http://schemas.openxmlformats.org/drawingml/2006/main">
            <a:off x="1276350" y="28003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按站点规模或运维人数年度订阅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首次实施与数据初始化服务</a:t>
            </a:r>
          </a:p>
        </p:txBody>
      </p:sp>
      <p:sp>
        <p:nvSpPr>
          <p:cNvPr id="73" name="">
            <a:extLst xmlns:a="http://schemas.openxmlformats.org/drawingml/2006/main">
              <a:ext uri="{FF2B5EF4-FFF2-40B4-BE49-F238E27FC236}">
                <a16:creationId xmlns:a16="http://schemas.microsoft.com/office/drawing/2014/main" id="{5B7F6405-C2B2-4E85-9F81-961EC3F5095C}"/>
              </a:ext>
            </a:extLst>
          </p:cNvPr>
          <p:cNvSpPr>
            <a:spLocks xmlns:a="http://schemas.openxmlformats.org/drawingml/2006/main" noGrp="1"/>
          </p:cNvSpPr>
          <p:nvPr/>
        </p:nvSpPr>
        <p:spPr>
          <a:xfrm xmlns:a="http://schemas.openxmlformats.org/drawingml/2006/main">
            <a:off x="495300" y="31623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起量方式</a:t>
            </a:r>
          </a:p>
        </p:txBody>
      </p:sp>
      <p:sp>
        <p:nvSpPr>
          <p:cNvPr id="74" name="">
            <a:extLst xmlns:a="http://schemas.openxmlformats.org/drawingml/2006/main">
              <a:ext uri="{FF2B5EF4-FFF2-40B4-BE49-F238E27FC236}">
                <a16:creationId xmlns:a16="http://schemas.microsoft.com/office/drawing/2014/main" id="{88457EC8-8672-4B71-801F-4D1EF3986456}"/>
              </a:ext>
            </a:extLst>
          </p:cNvPr>
          <p:cNvSpPr>
            <a:spLocks xmlns:a="http://schemas.openxmlformats.org/drawingml/2006/main" noGrp="1"/>
          </p:cNvSpPr>
          <p:nvPr/>
        </p:nvSpPr>
        <p:spPr>
          <a:xfrm xmlns:a="http://schemas.openxmlformats.org/drawingml/2006/main">
            <a:off x="1276350" y="31623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先选 </a:t>
            </a:r>
            <a:r>
              <a:rPr sz="863" b="0">
                <a:solidFill>
                  <a:srgbClr val="D6E6F7"/>
                </a:solidFill>
                <a:latin typeface="微软雅黑"/>
                <a:ea typeface="微软雅黑"/>
                <a:cs typeface="微软雅黑"/>
              </a:rPr>
              <a:t>1 </a:t>
            </a:r>
            <a:r>
              <a:rPr sz="863" b="0">
                <a:solidFill>
                  <a:srgbClr val="D6E6F7"/>
                </a:solidFill>
                <a:latin typeface="微软雅黑"/>
                <a:ea typeface="微软雅黑"/>
                <a:cs typeface="微软雅黑"/>
              </a:rPr>
              <a:t>个变电运维班组试点，跑通一个完整考核周期后再扩展</a:t>
            </a:r>
          </a:p>
        </p:txBody>
      </p:sp>
      <p:sp>
        <p:nvSpPr>
          <p:cNvPr id="75" name="">
            <a:extLst xmlns:a="http://schemas.openxmlformats.org/drawingml/2006/main">
              <a:ext uri="{FF2B5EF4-FFF2-40B4-BE49-F238E27FC236}">
                <a16:creationId xmlns:a16="http://schemas.microsoft.com/office/drawing/2014/main" id="{5846F819-419C-4A84-BBD9-0B523BAF5687}"/>
              </a:ext>
            </a:extLst>
          </p:cNvPr>
          <p:cNvSpPr>
            <a:spLocks xmlns:a="http://schemas.openxmlformats.org/drawingml/2006/main" noGrp="1"/>
          </p:cNvSpPr>
          <p:nvPr/>
        </p:nvSpPr>
        <p:spPr>
          <a:xfrm xmlns:a="http://schemas.openxmlformats.org/drawingml/2006/main">
            <a:off x="6210300" y="1333500"/>
            <a:ext cx="5695950" cy="2228850"/>
          </a:xfrm>
          <a:prstGeom xmlns:a="http://schemas.openxmlformats.org/drawingml/2006/main" prst="roundRect">
            <a:avLst>
              <a:gd name="adj" fmla="val 384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6" name="">
            <a:extLst xmlns:a="http://schemas.openxmlformats.org/drawingml/2006/main">
              <a:ext uri="{FF2B5EF4-FFF2-40B4-BE49-F238E27FC236}">
                <a16:creationId xmlns:a16="http://schemas.microsoft.com/office/drawing/2014/main" id="{92B4FE2F-981E-4070-9CE7-BE190FC2153D}"/>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FEFB247F-70F0-464D-B76A-F209EB16F0B9}"/>
              </a:ext>
            </a:extLst>
          </p:cNvPr>
          <p:cNvSpPr>
            <a:spLocks xmlns:a="http://schemas.openxmlformats.org/drawingml/2006/main" noGrp="1"/>
          </p:cNvSpPr>
          <p:nvPr/>
        </p:nvSpPr>
        <p:spPr>
          <a:xfrm xmlns:a="http://schemas.openxmlformats.org/drawingml/2006/main">
            <a:off x="6419850" y="1504950"/>
            <a:ext cx="3619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2E86E8"/>
                </a:solidFill>
                <a:latin typeface="微软雅黑"/>
                <a:ea typeface="微软雅黑"/>
                <a:cs typeface="微软雅黑"/>
              </a:defRPr>
            </a:pPr>
            <a:r>
              <a:rPr sz="1425" b="1">
                <a:solidFill>
                  <a:srgbClr val="2E86E8"/>
                </a:solidFill>
                <a:latin typeface="微软雅黑"/>
                <a:ea typeface="微软雅黑"/>
                <a:cs typeface="微软雅黑"/>
              </a:rPr>
              <a:t>变电运维班组</a:t>
            </a:r>
          </a:p>
        </p:txBody>
      </p:sp>
      <p:sp>
        <p:nvSpPr>
          <p:cNvPr id="78" name="">
            <a:extLst xmlns:a="http://schemas.openxmlformats.org/drawingml/2006/main">
              <a:ext uri="{FF2B5EF4-FFF2-40B4-BE49-F238E27FC236}">
                <a16:creationId xmlns:a16="http://schemas.microsoft.com/office/drawing/2014/main" id="{0DA1120D-43B2-48EC-98DC-9527013B7751}"/>
              </a:ext>
            </a:extLst>
          </p:cNvPr>
          <p:cNvSpPr>
            <a:spLocks xmlns:a="http://schemas.openxmlformats.org/drawingml/2006/main" noGrp="1"/>
          </p:cNvSpPr>
          <p:nvPr/>
        </p:nvSpPr>
        <p:spPr>
          <a:xfrm xmlns:a="http://schemas.openxmlformats.org/drawingml/2006/main">
            <a:off x="6419850" y="1809750"/>
            <a:ext cx="43815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7A9CC4"/>
                </a:solidFill>
                <a:latin typeface="微软雅黑"/>
                <a:ea typeface="微软雅黑"/>
                <a:cs typeface="微软雅黑"/>
              </a:defRPr>
            </a:pPr>
            <a:r>
              <a:rPr sz="900" b="0">
                <a:solidFill>
                  <a:srgbClr val="7A9CC4"/>
                </a:solidFill>
                <a:latin typeface="微软雅黑"/>
                <a:ea typeface="微软雅黑"/>
                <a:cs typeface="微软雅黑"/>
              </a:rPr>
              <a:t>最小采购单元</a:t>
            </a:r>
          </a:p>
        </p:txBody>
      </p:sp>
      <p:sp>
        <p:nvSpPr>
          <p:cNvPr id="79" name="">
            <a:extLst xmlns:a="http://schemas.openxmlformats.org/drawingml/2006/main">
              <a:ext uri="{FF2B5EF4-FFF2-40B4-BE49-F238E27FC236}">
                <a16:creationId xmlns:a16="http://schemas.microsoft.com/office/drawing/2014/main" id="{80953DA6-C737-446E-8126-19D176283050}"/>
              </a:ext>
            </a:extLst>
          </p:cNvPr>
          <p:cNvSpPr>
            <a:spLocks xmlns:a="http://schemas.openxmlformats.org/drawingml/2006/main" noGrp="1"/>
          </p:cNvSpPr>
          <p:nvPr/>
        </p:nvSpPr>
        <p:spPr>
          <a:xfrm xmlns:a="http://schemas.openxmlformats.org/drawingml/2006/main">
            <a:off x="6419850" y="20764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为什么买</a:t>
            </a:r>
          </a:p>
        </p:txBody>
      </p:sp>
      <p:sp>
        <p:nvSpPr>
          <p:cNvPr id="80" name="">
            <a:extLst xmlns:a="http://schemas.openxmlformats.org/drawingml/2006/main">
              <a:ext uri="{FF2B5EF4-FFF2-40B4-BE49-F238E27FC236}">
                <a16:creationId xmlns:a16="http://schemas.microsoft.com/office/drawing/2014/main" id="{7804A708-BBB7-4BF3-A555-EEB6C65B56C0}"/>
              </a:ext>
            </a:extLst>
          </p:cNvPr>
          <p:cNvSpPr>
            <a:spLocks xmlns:a="http://schemas.openxmlformats.org/drawingml/2006/main" noGrp="1"/>
          </p:cNvSpPr>
          <p:nvPr/>
        </p:nvSpPr>
        <p:spPr>
          <a:xfrm xmlns:a="http://schemas.openxmlformats.org/drawingml/2006/main">
            <a:off x="7200900" y="20764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班组长要能说清「本班组差在哪、谁该补什么、报告该判成什么原因」</a:t>
            </a:r>
          </a:p>
        </p:txBody>
      </p:sp>
      <p:sp>
        <p:nvSpPr>
          <p:cNvPr id="81" name="">
            <a:extLst xmlns:a="http://schemas.openxmlformats.org/drawingml/2006/main">
              <a:ext uri="{FF2B5EF4-FFF2-40B4-BE49-F238E27FC236}">
                <a16:creationId xmlns:a16="http://schemas.microsoft.com/office/drawing/2014/main" id="{FED686C1-0B3C-4D0D-8109-FF84E7B12D3C}"/>
              </a:ext>
            </a:extLst>
          </p:cNvPr>
          <p:cNvSpPr>
            <a:spLocks xmlns:a="http://schemas.openxmlformats.org/drawingml/2006/main" noGrp="1"/>
          </p:cNvSpPr>
          <p:nvPr/>
        </p:nvSpPr>
        <p:spPr>
          <a:xfrm xmlns:a="http://schemas.openxmlformats.org/drawingml/2006/main">
            <a:off x="6419850" y="24384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部署方式</a:t>
            </a:r>
          </a:p>
        </p:txBody>
      </p:sp>
      <p:sp>
        <p:nvSpPr>
          <p:cNvPr id="82" name="">
            <a:extLst xmlns:a="http://schemas.openxmlformats.org/drawingml/2006/main">
              <a:ext uri="{FF2B5EF4-FFF2-40B4-BE49-F238E27FC236}">
                <a16:creationId xmlns:a16="http://schemas.microsoft.com/office/drawing/2014/main" id="{9C8E510F-1230-4102-885C-A796218CC8DE}"/>
              </a:ext>
            </a:extLst>
          </p:cNvPr>
          <p:cNvSpPr>
            <a:spLocks xmlns:a="http://schemas.openxmlformats.org/drawingml/2006/main" noGrp="1"/>
          </p:cNvSpPr>
          <p:nvPr/>
        </p:nvSpPr>
        <p:spPr>
          <a:xfrm xmlns:a="http://schemas.openxmlformats.org/drawingml/2006/main">
            <a:off x="7200900" y="24384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同一套系统按班组开通，账号与数据按班组隔离</a:t>
            </a:r>
          </a:p>
        </p:txBody>
      </p:sp>
      <p:sp>
        <p:nvSpPr>
          <p:cNvPr id="83" name="">
            <a:extLst xmlns:a="http://schemas.openxmlformats.org/drawingml/2006/main">
              <a:ext uri="{FF2B5EF4-FFF2-40B4-BE49-F238E27FC236}">
                <a16:creationId xmlns:a16="http://schemas.microsoft.com/office/drawing/2014/main" id="{3014F0C4-4CE0-4605-9E6B-B338263D230B}"/>
              </a:ext>
            </a:extLst>
          </p:cNvPr>
          <p:cNvSpPr>
            <a:spLocks xmlns:a="http://schemas.openxmlformats.org/drawingml/2006/main" noGrp="1"/>
          </p:cNvSpPr>
          <p:nvPr/>
        </p:nvSpPr>
        <p:spPr>
          <a:xfrm xmlns:a="http://schemas.openxmlformats.org/drawingml/2006/main">
            <a:off x="6419850" y="28003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付费逻辑</a:t>
            </a:r>
          </a:p>
        </p:txBody>
      </p:sp>
      <p:sp>
        <p:nvSpPr>
          <p:cNvPr id="84" name="">
            <a:extLst xmlns:a="http://schemas.openxmlformats.org/drawingml/2006/main">
              <a:ext uri="{FF2B5EF4-FFF2-40B4-BE49-F238E27FC236}">
                <a16:creationId xmlns:a16="http://schemas.microsoft.com/office/drawing/2014/main" id="{BB15BE50-DD28-4E2D-94A0-E77C6F0049E7}"/>
              </a:ext>
            </a:extLst>
          </p:cNvPr>
          <p:cNvSpPr>
            <a:spLocks xmlns:a="http://schemas.openxmlformats.org/drawingml/2006/main" noGrp="1"/>
          </p:cNvSpPr>
          <p:nvPr/>
        </p:nvSpPr>
        <p:spPr>
          <a:xfrm xmlns:a="http://schemas.openxmlformats.org/drawingml/2006/main">
            <a:off x="7200900" y="28003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按班组订阅，单价低、决策链短，适合作为试点入口</a:t>
            </a:r>
          </a:p>
        </p:txBody>
      </p:sp>
      <p:sp>
        <p:nvSpPr>
          <p:cNvPr id="85" name="">
            <a:extLst xmlns:a="http://schemas.openxmlformats.org/drawingml/2006/main">
              <a:ext uri="{FF2B5EF4-FFF2-40B4-BE49-F238E27FC236}">
                <a16:creationId xmlns:a16="http://schemas.microsoft.com/office/drawing/2014/main" id="{477EA1FA-B2E0-4DCE-8805-4EEBD7098E92}"/>
              </a:ext>
            </a:extLst>
          </p:cNvPr>
          <p:cNvSpPr>
            <a:spLocks xmlns:a="http://schemas.openxmlformats.org/drawingml/2006/main" noGrp="1"/>
          </p:cNvSpPr>
          <p:nvPr/>
        </p:nvSpPr>
        <p:spPr>
          <a:xfrm xmlns:a="http://schemas.openxmlformats.org/drawingml/2006/main">
            <a:off x="6419850" y="31623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起量方式</a:t>
            </a:r>
          </a:p>
        </p:txBody>
      </p:sp>
      <p:sp>
        <p:nvSpPr>
          <p:cNvPr id="86" name="">
            <a:extLst xmlns:a="http://schemas.openxmlformats.org/drawingml/2006/main">
              <a:ext uri="{FF2B5EF4-FFF2-40B4-BE49-F238E27FC236}">
                <a16:creationId xmlns:a16="http://schemas.microsoft.com/office/drawing/2014/main" id="{AC166868-455E-46D0-ABE9-3AA82598DA78}"/>
              </a:ext>
            </a:extLst>
          </p:cNvPr>
          <p:cNvSpPr>
            <a:spLocks xmlns:a="http://schemas.openxmlformats.org/drawingml/2006/main" noGrp="1"/>
          </p:cNvSpPr>
          <p:nvPr/>
        </p:nvSpPr>
        <p:spPr>
          <a:xfrm xmlns:a="http://schemas.openxmlformats.org/drawingml/2006/main">
            <a:off x="7200900" y="31623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由班组自下而上推动，形成内部案例后再向中心推广</a:t>
            </a:r>
          </a:p>
        </p:txBody>
      </p:sp>
      <p:sp>
        <p:nvSpPr>
          <p:cNvPr id="87" name="">
            <a:extLst xmlns:a="http://schemas.openxmlformats.org/drawingml/2006/main">
              <a:ext uri="{FF2B5EF4-FFF2-40B4-BE49-F238E27FC236}">
                <a16:creationId xmlns:a16="http://schemas.microsoft.com/office/drawing/2014/main" id="{C58BCD5A-CE4D-4786-991C-597661B01FCE}"/>
              </a:ext>
            </a:extLst>
          </p:cNvPr>
          <p:cNvSpPr>
            <a:spLocks xmlns:a="http://schemas.openxmlformats.org/drawingml/2006/main" noGrp="1"/>
          </p:cNvSpPr>
          <p:nvPr/>
        </p:nvSpPr>
        <p:spPr>
          <a:xfrm xmlns:a="http://schemas.openxmlformats.org/drawingml/2006/main">
            <a:off x="285750" y="3714750"/>
            <a:ext cx="5695950" cy="2228850"/>
          </a:xfrm>
          <a:prstGeom xmlns:a="http://schemas.openxmlformats.org/drawingml/2006/main" prst="roundRect">
            <a:avLst>
              <a:gd name="adj" fmla="val 384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8" name="">
            <a:extLst xmlns:a="http://schemas.openxmlformats.org/drawingml/2006/main">
              <a:ext uri="{FF2B5EF4-FFF2-40B4-BE49-F238E27FC236}">
                <a16:creationId xmlns:a16="http://schemas.microsoft.com/office/drawing/2014/main" id="{C186EAA5-3F81-4DC9-B441-89AC43636414}"/>
              </a:ext>
            </a:extLst>
          </p:cNvPr>
          <p:cNvSpPr>
            <a:spLocks xmlns:a="http://schemas.openxmlformats.org/drawingml/2006/main" noGrp="1"/>
          </p:cNvSpPr>
          <p:nvPr/>
        </p:nvSpPr>
        <p:spPr>
          <a:xfrm xmlns:a="http://schemas.openxmlformats.org/drawingml/2006/main">
            <a:off x="285750" y="3714750"/>
            <a:ext cx="5695950" cy="4762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C667F62F-CA11-4A6A-B583-5BDD2AF5CD23}"/>
              </a:ext>
            </a:extLst>
          </p:cNvPr>
          <p:cNvSpPr>
            <a:spLocks xmlns:a="http://schemas.openxmlformats.org/drawingml/2006/main" noGrp="1"/>
          </p:cNvSpPr>
          <p:nvPr/>
        </p:nvSpPr>
        <p:spPr>
          <a:xfrm xmlns:a="http://schemas.openxmlformats.org/drawingml/2006/main">
            <a:off x="495300" y="3886200"/>
            <a:ext cx="3619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微软雅黑"/>
                <a:ea typeface="微软雅黑"/>
                <a:cs typeface="微软雅黑"/>
              </a:defRPr>
            </a:pPr>
            <a:r>
              <a:rPr sz="1425" b="1">
                <a:solidFill>
                  <a:srgbClr val="F5C33B"/>
                </a:solidFill>
                <a:latin typeface="微软雅黑"/>
                <a:ea typeface="微软雅黑"/>
                <a:cs typeface="微软雅黑"/>
              </a:rPr>
              <a:t>电力类高职院校</a:t>
            </a:r>
          </a:p>
        </p:txBody>
      </p:sp>
      <p:sp>
        <p:nvSpPr>
          <p:cNvPr id="90" name="">
            <a:extLst xmlns:a="http://schemas.openxmlformats.org/drawingml/2006/main">
              <a:ext uri="{FF2B5EF4-FFF2-40B4-BE49-F238E27FC236}">
                <a16:creationId xmlns:a16="http://schemas.microsoft.com/office/drawing/2014/main" id="{35B1D1AA-8E0A-4483-AB7D-753EAFAB6E44}"/>
              </a:ext>
            </a:extLst>
          </p:cNvPr>
          <p:cNvSpPr>
            <a:spLocks xmlns:a="http://schemas.openxmlformats.org/drawingml/2006/main" noGrp="1"/>
          </p:cNvSpPr>
          <p:nvPr/>
        </p:nvSpPr>
        <p:spPr>
          <a:xfrm xmlns:a="http://schemas.openxmlformats.org/drawingml/2006/main">
            <a:off x="495300" y="4191000"/>
            <a:ext cx="43815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7A9CC4"/>
                </a:solidFill>
                <a:latin typeface="微软雅黑"/>
                <a:ea typeface="微软雅黑"/>
                <a:cs typeface="微软雅黑"/>
              </a:defRPr>
            </a:pPr>
            <a:r>
              <a:rPr sz="900" b="0">
                <a:solidFill>
                  <a:srgbClr val="7A9CC4"/>
                </a:solidFill>
                <a:latin typeface="微软雅黑"/>
                <a:ea typeface="微软雅黑"/>
                <a:cs typeface="微软雅黑"/>
              </a:rPr>
              <a:t>岗课赛证融通</a:t>
            </a:r>
          </a:p>
        </p:txBody>
      </p:sp>
      <p:sp>
        <p:nvSpPr>
          <p:cNvPr id="91" name="">
            <a:extLst xmlns:a="http://schemas.openxmlformats.org/drawingml/2006/main">
              <a:ext uri="{FF2B5EF4-FFF2-40B4-BE49-F238E27FC236}">
                <a16:creationId xmlns:a16="http://schemas.microsoft.com/office/drawing/2014/main" id="{345317FB-1D19-4324-9954-655A73253691}"/>
              </a:ext>
            </a:extLst>
          </p:cNvPr>
          <p:cNvSpPr>
            <a:spLocks xmlns:a="http://schemas.openxmlformats.org/drawingml/2006/main" noGrp="1"/>
          </p:cNvSpPr>
          <p:nvPr/>
        </p:nvSpPr>
        <p:spPr>
          <a:xfrm xmlns:a="http://schemas.openxmlformats.org/drawingml/2006/main">
            <a:off x="495300" y="44577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为什么买</a:t>
            </a:r>
          </a:p>
        </p:txBody>
      </p:sp>
      <p:sp>
        <p:nvSpPr>
          <p:cNvPr id="92" name="">
            <a:extLst xmlns:a="http://schemas.openxmlformats.org/drawingml/2006/main">
              <a:ext uri="{FF2B5EF4-FFF2-40B4-BE49-F238E27FC236}">
                <a16:creationId xmlns:a16="http://schemas.microsoft.com/office/drawing/2014/main" id="{1FE22EFB-99D2-4079-9E0E-5F99BF5A8D16}"/>
              </a:ext>
            </a:extLst>
          </p:cNvPr>
          <p:cNvSpPr>
            <a:spLocks xmlns:a="http://schemas.openxmlformats.org/drawingml/2006/main" noGrp="1"/>
          </p:cNvSpPr>
          <p:nvPr/>
        </p:nvSpPr>
        <p:spPr>
          <a:xfrm xmlns:a="http://schemas.openxmlformats.org/drawingml/2006/main">
            <a:off x="1276350" y="44577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岗位化题库、练习与考核体系可直接复用于教学与技能认定</a:t>
            </a:r>
          </a:p>
        </p:txBody>
      </p:sp>
      <p:sp>
        <p:nvSpPr>
          <p:cNvPr id="93" name="">
            <a:extLst xmlns:a="http://schemas.openxmlformats.org/drawingml/2006/main">
              <a:ext uri="{FF2B5EF4-FFF2-40B4-BE49-F238E27FC236}">
                <a16:creationId xmlns:a16="http://schemas.microsoft.com/office/drawing/2014/main" id="{03C31F28-4D3A-4500-A217-8B62D87E47D9}"/>
              </a:ext>
            </a:extLst>
          </p:cNvPr>
          <p:cNvSpPr>
            <a:spLocks xmlns:a="http://schemas.openxmlformats.org/drawingml/2006/main" noGrp="1"/>
          </p:cNvSpPr>
          <p:nvPr/>
        </p:nvSpPr>
        <p:spPr>
          <a:xfrm xmlns:a="http://schemas.openxmlformats.org/drawingml/2006/main">
            <a:off x="495300" y="48196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部署方式</a:t>
            </a:r>
          </a:p>
        </p:txBody>
      </p:sp>
      <p:sp>
        <p:nvSpPr>
          <p:cNvPr id="94" name="">
            <a:extLst xmlns:a="http://schemas.openxmlformats.org/drawingml/2006/main">
              <a:ext uri="{FF2B5EF4-FFF2-40B4-BE49-F238E27FC236}">
                <a16:creationId xmlns:a16="http://schemas.microsoft.com/office/drawing/2014/main" id="{14DE6A70-C38D-4B0C-9302-0967888A8CA5}"/>
              </a:ext>
            </a:extLst>
          </p:cNvPr>
          <p:cNvSpPr>
            <a:spLocks xmlns:a="http://schemas.openxmlformats.org/drawingml/2006/main" noGrp="1"/>
          </p:cNvSpPr>
          <p:nvPr/>
        </p:nvSpPr>
        <p:spPr>
          <a:xfrm xmlns:a="http://schemas.openxmlformats.org/drawingml/2006/main">
            <a:off x="1276350" y="48196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校内私有化部署，按专业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班级开通</a:t>
            </a:r>
          </a:p>
        </p:txBody>
      </p:sp>
      <p:sp>
        <p:nvSpPr>
          <p:cNvPr id="95" name="">
            <a:extLst xmlns:a="http://schemas.openxmlformats.org/drawingml/2006/main">
              <a:ext uri="{FF2B5EF4-FFF2-40B4-BE49-F238E27FC236}">
                <a16:creationId xmlns:a16="http://schemas.microsoft.com/office/drawing/2014/main" id="{054B9C40-7188-467A-9BBB-733255698EFA}"/>
              </a:ext>
            </a:extLst>
          </p:cNvPr>
          <p:cNvSpPr>
            <a:spLocks xmlns:a="http://schemas.openxmlformats.org/drawingml/2006/main" noGrp="1"/>
          </p:cNvSpPr>
          <p:nvPr/>
        </p:nvSpPr>
        <p:spPr>
          <a:xfrm xmlns:a="http://schemas.openxmlformats.org/drawingml/2006/main">
            <a:off x="495300" y="51816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付费逻辑</a:t>
            </a:r>
          </a:p>
        </p:txBody>
      </p:sp>
      <p:sp>
        <p:nvSpPr>
          <p:cNvPr id="96" name="">
            <a:extLst xmlns:a="http://schemas.openxmlformats.org/drawingml/2006/main">
              <a:ext uri="{FF2B5EF4-FFF2-40B4-BE49-F238E27FC236}">
                <a16:creationId xmlns:a16="http://schemas.microsoft.com/office/drawing/2014/main" id="{54C04B63-EF1A-4E6F-A667-DFCE2CE8E804}"/>
              </a:ext>
            </a:extLst>
          </p:cNvPr>
          <p:cNvSpPr>
            <a:spLocks xmlns:a="http://schemas.openxmlformats.org/drawingml/2006/main" noGrp="1"/>
          </p:cNvSpPr>
          <p:nvPr/>
        </p:nvSpPr>
        <p:spPr>
          <a:xfrm xmlns:a="http://schemas.openxmlformats.org/drawingml/2006/main">
            <a:off x="1276350" y="51816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按专业或班级订阅；可结合实训室建设整体交付</a:t>
            </a:r>
          </a:p>
        </p:txBody>
      </p:sp>
      <p:sp>
        <p:nvSpPr>
          <p:cNvPr id="97" name="">
            <a:extLst xmlns:a="http://schemas.openxmlformats.org/drawingml/2006/main">
              <a:ext uri="{FF2B5EF4-FFF2-40B4-BE49-F238E27FC236}">
                <a16:creationId xmlns:a16="http://schemas.microsoft.com/office/drawing/2014/main" id="{B4741096-2F02-4DE0-B811-ABD1E8146912}"/>
              </a:ext>
            </a:extLst>
          </p:cNvPr>
          <p:cNvSpPr>
            <a:spLocks xmlns:a="http://schemas.openxmlformats.org/drawingml/2006/main" noGrp="1"/>
          </p:cNvSpPr>
          <p:nvPr/>
        </p:nvSpPr>
        <p:spPr>
          <a:xfrm xmlns:a="http://schemas.openxmlformats.org/drawingml/2006/main">
            <a:off x="495300" y="55435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起量方式</a:t>
            </a:r>
          </a:p>
        </p:txBody>
      </p:sp>
      <p:sp>
        <p:nvSpPr>
          <p:cNvPr id="98" name="">
            <a:extLst xmlns:a="http://schemas.openxmlformats.org/drawingml/2006/main">
              <a:ext uri="{FF2B5EF4-FFF2-40B4-BE49-F238E27FC236}">
                <a16:creationId xmlns:a16="http://schemas.microsoft.com/office/drawing/2014/main" id="{F287BCE3-0193-429C-A795-D17CC8DBBC94}"/>
              </a:ext>
            </a:extLst>
          </p:cNvPr>
          <p:cNvSpPr>
            <a:spLocks xmlns:a="http://schemas.openxmlformats.org/drawingml/2006/main" noGrp="1"/>
          </p:cNvSpPr>
          <p:nvPr/>
        </p:nvSpPr>
        <p:spPr>
          <a:xfrm xmlns:a="http://schemas.openxmlformats.org/drawingml/2006/main">
            <a:off x="1276350" y="55435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以「课程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题库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考试」打包，先落地一门核心专业课</a:t>
            </a:r>
          </a:p>
        </p:txBody>
      </p:sp>
      <p:sp>
        <p:nvSpPr>
          <p:cNvPr id="99" name="">
            <a:extLst xmlns:a="http://schemas.openxmlformats.org/drawingml/2006/main">
              <a:ext uri="{FF2B5EF4-FFF2-40B4-BE49-F238E27FC236}">
                <a16:creationId xmlns:a16="http://schemas.microsoft.com/office/drawing/2014/main" id="{8FEDF43E-330E-4312-A890-D2E56B4E214F}"/>
              </a:ext>
            </a:extLst>
          </p:cNvPr>
          <p:cNvSpPr>
            <a:spLocks xmlns:a="http://schemas.openxmlformats.org/drawingml/2006/main" noGrp="1"/>
          </p:cNvSpPr>
          <p:nvPr/>
        </p:nvSpPr>
        <p:spPr>
          <a:xfrm xmlns:a="http://schemas.openxmlformats.org/drawingml/2006/main">
            <a:off x="6210300" y="3714750"/>
            <a:ext cx="5695950" cy="2228850"/>
          </a:xfrm>
          <a:prstGeom xmlns:a="http://schemas.openxmlformats.org/drawingml/2006/main" prst="roundRect">
            <a:avLst>
              <a:gd name="adj" fmla="val 384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0" name="">
            <a:extLst xmlns:a="http://schemas.openxmlformats.org/drawingml/2006/main">
              <a:ext uri="{FF2B5EF4-FFF2-40B4-BE49-F238E27FC236}">
                <a16:creationId xmlns:a16="http://schemas.microsoft.com/office/drawing/2014/main" id="{E6FDE781-D2DE-4234-8005-4BA73C492532}"/>
              </a:ext>
            </a:extLst>
          </p:cNvPr>
          <p:cNvSpPr>
            <a:spLocks xmlns:a="http://schemas.openxmlformats.org/drawingml/2006/main" noGrp="1"/>
          </p:cNvSpPr>
          <p:nvPr/>
        </p:nvSpPr>
        <p:spPr>
          <a:xfrm xmlns:a="http://schemas.openxmlformats.org/drawingml/2006/main">
            <a:off x="6210300" y="3714750"/>
            <a:ext cx="5695950" cy="47625"/>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25FC2873-885E-4FC6-B9F3-76F579E04DAB}"/>
              </a:ext>
            </a:extLst>
          </p:cNvPr>
          <p:cNvSpPr>
            <a:spLocks xmlns:a="http://schemas.openxmlformats.org/drawingml/2006/main" noGrp="1"/>
          </p:cNvSpPr>
          <p:nvPr/>
        </p:nvSpPr>
        <p:spPr>
          <a:xfrm xmlns:a="http://schemas.openxmlformats.org/drawingml/2006/main">
            <a:off x="6419850" y="3886200"/>
            <a:ext cx="3619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3FD08A"/>
                </a:solidFill>
                <a:latin typeface="微软雅黑"/>
                <a:ea typeface="微软雅黑"/>
                <a:cs typeface="微软雅黑"/>
              </a:defRPr>
            </a:pPr>
            <a:r>
              <a:rPr sz="1425" b="1">
                <a:solidFill>
                  <a:srgbClr val="3FD08A"/>
                </a:solidFill>
                <a:latin typeface="微软雅黑"/>
                <a:ea typeface="微软雅黑"/>
                <a:cs typeface="微软雅黑"/>
              </a:rPr>
              <a:t>新能源场站</a:t>
            </a:r>
          </a:p>
        </p:txBody>
      </p:sp>
      <p:sp>
        <p:nvSpPr>
          <p:cNvPr id="102" name="">
            <a:extLst xmlns:a="http://schemas.openxmlformats.org/drawingml/2006/main">
              <a:ext uri="{FF2B5EF4-FFF2-40B4-BE49-F238E27FC236}">
                <a16:creationId xmlns:a16="http://schemas.microsoft.com/office/drawing/2014/main" id="{2499842B-0E65-4523-9413-3AE55595A5F6}"/>
              </a:ext>
            </a:extLst>
          </p:cNvPr>
          <p:cNvSpPr>
            <a:spLocks xmlns:a="http://schemas.openxmlformats.org/drawingml/2006/main" noGrp="1"/>
          </p:cNvSpPr>
          <p:nvPr/>
        </p:nvSpPr>
        <p:spPr>
          <a:xfrm xmlns:a="http://schemas.openxmlformats.org/drawingml/2006/main">
            <a:off x="6419850" y="4191000"/>
            <a:ext cx="43815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7A9CC4"/>
                </a:solidFill>
                <a:latin typeface="微软雅黑"/>
                <a:ea typeface="微软雅黑"/>
                <a:cs typeface="微软雅黑"/>
              </a:defRPr>
            </a:pPr>
            <a:r>
              <a:rPr sz="900" b="0">
                <a:solidFill>
                  <a:srgbClr val="7A9CC4"/>
                </a:solidFill>
                <a:latin typeface="微软雅黑"/>
                <a:ea typeface="微软雅黑"/>
                <a:cs typeface="微软雅黑"/>
              </a:rPr>
              <a:t>风电 </a:t>
            </a:r>
            <a:r>
              <a:rPr sz="900" b="0">
                <a:solidFill>
                  <a:srgbClr val="7A9CC4"/>
                </a:solidFill>
                <a:latin typeface="微软雅黑"/>
                <a:ea typeface="微软雅黑"/>
                <a:cs typeface="微软雅黑"/>
              </a:rPr>
              <a:t>/ </a:t>
            </a:r>
            <a:r>
              <a:rPr sz="900" b="0">
                <a:solidFill>
                  <a:srgbClr val="7A9CC4"/>
                </a:solidFill>
                <a:latin typeface="微软雅黑"/>
                <a:ea typeface="微软雅黑"/>
                <a:cs typeface="微软雅黑"/>
              </a:rPr>
              <a:t>光伏</a:t>
            </a:r>
          </a:p>
        </p:txBody>
      </p:sp>
      <p:sp>
        <p:nvSpPr>
          <p:cNvPr id="103" name="">
            <a:extLst xmlns:a="http://schemas.openxmlformats.org/drawingml/2006/main">
              <a:ext uri="{FF2B5EF4-FFF2-40B4-BE49-F238E27FC236}">
                <a16:creationId xmlns:a16="http://schemas.microsoft.com/office/drawing/2014/main" id="{64C80DD5-6551-45D0-8A1F-E8972CE97014}"/>
              </a:ext>
            </a:extLst>
          </p:cNvPr>
          <p:cNvSpPr>
            <a:spLocks xmlns:a="http://schemas.openxmlformats.org/drawingml/2006/main" noGrp="1"/>
          </p:cNvSpPr>
          <p:nvPr/>
        </p:nvSpPr>
        <p:spPr>
          <a:xfrm xmlns:a="http://schemas.openxmlformats.org/drawingml/2006/main">
            <a:off x="6419850" y="44577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为什么买</a:t>
            </a:r>
          </a:p>
        </p:txBody>
      </p:sp>
      <p:sp>
        <p:nvSpPr>
          <p:cNvPr id="104" name="">
            <a:extLst xmlns:a="http://schemas.openxmlformats.org/drawingml/2006/main">
              <a:ext uri="{FF2B5EF4-FFF2-40B4-BE49-F238E27FC236}">
                <a16:creationId xmlns:a16="http://schemas.microsoft.com/office/drawing/2014/main" id="{9D0752A8-DC52-4EA6-95C0-7B4680C38E96}"/>
              </a:ext>
            </a:extLst>
          </p:cNvPr>
          <p:cNvSpPr>
            <a:spLocks xmlns:a="http://schemas.openxmlformats.org/drawingml/2006/main" noGrp="1"/>
          </p:cNvSpPr>
          <p:nvPr/>
        </p:nvSpPr>
        <p:spPr>
          <a:xfrm xmlns:a="http://schemas.openxmlformats.org/drawingml/2006/main">
            <a:off x="7200900" y="44577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值守点分散、人员少，复训窗口难安排，证书到期易漏检</a:t>
            </a:r>
          </a:p>
        </p:txBody>
      </p:sp>
      <p:sp>
        <p:nvSpPr>
          <p:cNvPr id="105" name="">
            <a:extLst xmlns:a="http://schemas.openxmlformats.org/drawingml/2006/main">
              <a:ext uri="{FF2B5EF4-FFF2-40B4-BE49-F238E27FC236}">
                <a16:creationId xmlns:a16="http://schemas.microsoft.com/office/drawing/2014/main" id="{502A2608-B6C6-4793-A47D-09E232A03397}"/>
              </a:ext>
            </a:extLst>
          </p:cNvPr>
          <p:cNvSpPr>
            <a:spLocks xmlns:a="http://schemas.openxmlformats.org/drawingml/2006/main" noGrp="1"/>
          </p:cNvSpPr>
          <p:nvPr/>
        </p:nvSpPr>
        <p:spPr>
          <a:xfrm xmlns:a="http://schemas.openxmlformats.org/drawingml/2006/main">
            <a:off x="6419850" y="48196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部署方式</a:t>
            </a:r>
          </a:p>
        </p:txBody>
      </p:sp>
      <p:sp>
        <p:nvSpPr>
          <p:cNvPr id="106" name="">
            <a:extLst xmlns:a="http://schemas.openxmlformats.org/drawingml/2006/main">
              <a:ext uri="{FF2B5EF4-FFF2-40B4-BE49-F238E27FC236}">
                <a16:creationId xmlns:a16="http://schemas.microsoft.com/office/drawing/2014/main" id="{3753FA33-3750-4A51-A8F9-5920CC0FE383}"/>
              </a:ext>
            </a:extLst>
          </p:cNvPr>
          <p:cNvSpPr>
            <a:spLocks xmlns:a="http://schemas.openxmlformats.org/drawingml/2006/main" noGrp="1"/>
          </p:cNvSpPr>
          <p:nvPr/>
        </p:nvSpPr>
        <p:spPr>
          <a:xfrm xmlns:a="http://schemas.openxmlformats.org/drawingml/2006/main">
            <a:off x="7200900" y="48196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场站侧离线部署或中心集中部署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弱网同步</a:t>
            </a:r>
          </a:p>
        </p:txBody>
      </p:sp>
      <p:sp>
        <p:nvSpPr>
          <p:cNvPr id="107" name="">
            <a:extLst xmlns:a="http://schemas.openxmlformats.org/drawingml/2006/main">
              <a:ext uri="{FF2B5EF4-FFF2-40B4-BE49-F238E27FC236}">
                <a16:creationId xmlns:a16="http://schemas.microsoft.com/office/drawing/2014/main" id="{5B560EFD-C36D-499B-8A07-80F34F7CD67D}"/>
              </a:ext>
            </a:extLst>
          </p:cNvPr>
          <p:cNvSpPr>
            <a:spLocks xmlns:a="http://schemas.openxmlformats.org/drawingml/2006/main" noGrp="1"/>
          </p:cNvSpPr>
          <p:nvPr/>
        </p:nvSpPr>
        <p:spPr>
          <a:xfrm xmlns:a="http://schemas.openxmlformats.org/drawingml/2006/main">
            <a:off x="6419850" y="51816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付费逻辑</a:t>
            </a:r>
          </a:p>
        </p:txBody>
      </p:sp>
      <p:sp>
        <p:nvSpPr>
          <p:cNvPr id="108" name="">
            <a:extLst xmlns:a="http://schemas.openxmlformats.org/drawingml/2006/main">
              <a:ext uri="{FF2B5EF4-FFF2-40B4-BE49-F238E27FC236}">
                <a16:creationId xmlns:a16="http://schemas.microsoft.com/office/drawing/2014/main" id="{64709FA5-6FEC-4818-A834-0F1C19979C12}"/>
              </a:ext>
            </a:extLst>
          </p:cNvPr>
          <p:cNvSpPr>
            <a:spLocks xmlns:a="http://schemas.openxmlformats.org/drawingml/2006/main" noGrp="1"/>
          </p:cNvSpPr>
          <p:nvPr/>
        </p:nvSpPr>
        <p:spPr>
          <a:xfrm xmlns:a="http://schemas.openxmlformats.org/drawingml/2006/main">
            <a:off x="7200900" y="51816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按场站订阅，多场站打包有阶梯价</a:t>
            </a:r>
          </a:p>
        </p:txBody>
      </p:sp>
      <p:sp>
        <p:nvSpPr>
          <p:cNvPr id="109" name="">
            <a:extLst xmlns:a="http://schemas.openxmlformats.org/drawingml/2006/main">
              <a:ext uri="{FF2B5EF4-FFF2-40B4-BE49-F238E27FC236}">
                <a16:creationId xmlns:a16="http://schemas.microsoft.com/office/drawing/2014/main" id="{401C776D-283C-4229-8E1B-A67E9019A4F4}"/>
              </a:ext>
            </a:extLst>
          </p:cNvPr>
          <p:cNvSpPr>
            <a:spLocks xmlns:a="http://schemas.openxmlformats.org/drawingml/2006/main" noGrp="1"/>
          </p:cNvSpPr>
          <p:nvPr/>
        </p:nvSpPr>
        <p:spPr>
          <a:xfrm xmlns:a="http://schemas.openxmlformats.org/drawingml/2006/main">
            <a:off x="6419850" y="55435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起量方式</a:t>
            </a:r>
          </a:p>
        </p:txBody>
      </p:sp>
      <p:sp>
        <p:nvSpPr>
          <p:cNvPr id="110" name="">
            <a:extLst xmlns:a="http://schemas.openxmlformats.org/drawingml/2006/main">
              <a:ext uri="{FF2B5EF4-FFF2-40B4-BE49-F238E27FC236}">
                <a16:creationId xmlns:a16="http://schemas.microsoft.com/office/drawing/2014/main" id="{98CD7338-EE63-469D-BC09-97E250A5CEF4}"/>
              </a:ext>
            </a:extLst>
          </p:cNvPr>
          <p:cNvSpPr>
            <a:spLocks xmlns:a="http://schemas.openxmlformats.org/drawingml/2006/main" noGrp="1"/>
          </p:cNvSpPr>
          <p:nvPr/>
        </p:nvSpPr>
        <p:spPr>
          <a:xfrm xmlns:a="http://schemas.openxmlformats.org/drawingml/2006/main">
            <a:off x="7200900" y="55435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从证书到期预警与定向补训两个高频刚需切入</a:t>
            </a:r>
          </a:p>
        </p:txBody>
      </p:sp>
      <p:sp>
        <p:nvSpPr>
          <p:cNvPr id="111" name="">
            <a:extLst xmlns:a="http://schemas.openxmlformats.org/drawingml/2006/main">
              <a:ext uri="{FF2B5EF4-FFF2-40B4-BE49-F238E27FC236}">
                <a16:creationId xmlns:a16="http://schemas.microsoft.com/office/drawing/2014/main" id="{789E7C91-8855-44A7-8EB2-7C9EAED2A2AC}"/>
              </a:ext>
            </a:extLst>
          </p:cNvPr>
          <p:cNvSpPr>
            <a:spLocks xmlns:a="http://schemas.openxmlformats.org/drawingml/2006/main" noGrp="1"/>
          </p:cNvSpPr>
          <p:nvPr/>
        </p:nvSpPr>
        <p:spPr>
          <a:xfrm xmlns:a="http://schemas.openxmlformats.org/drawingml/2006/main">
            <a:off x="285750" y="6057900"/>
            <a:ext cx="11620500" cy="476250"/>
          </a:xfrm>
          <a:prstGeom xmlns:a="http://schemas.openxmlformats.org/drawingml/2006/main" prst="roundRect">
            <a:avLst>
              <a:gd name="adj" fmla="val 180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12" name="">
            <a:extLst xmlns:a="http://schemas.openxmlformats.org/drawingml/2006/main">
              <a:ext uri="{FF2B5EF4-FFF2-40B4-BE49-F238E27FC236}">
                <a16:creationId xmlns:a16="http://schemas.microsoft.com/office/drawing/2014/main" id="{5E6966CA-8E9D-4F86-8B12-884798A300FE}"/>
              </a:ext>
            </a:extLst>
          </p:cNvPr>
          <p:cNvSpPr>
            <a:spLocks xmlns:a="http://schemas.openxmlformats.org/drawingml/2006/main" noGrp="1"/>
          </p:cNvSpPr>
          <p:nvPr/>
        </p:nvSpPr>
        <p:spPr>
          <a:xfrm xmlns:a="http://schemas.openxmlformats.org/drawingml/2006/main">
            <a:off x="457200" y="6057900"/>
            <a:ext cx="1123950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推进顺序建议：先用「变电运维班组」跑通一个完整考核周期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再以县级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地市供电公司为付费主体做中心级推广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同步向电力高职与新能源场站复制同一套引擎。</a:t>
            </a:r>
          </a:p>
        </p:txBody>
      </p:sp>
      <p:sp>
        <p:nvSpPr>
          <p:cNvPr id="113" name="">
            <a:extLst xmlns:a="http://schemas.openxmlformats.org/drawingml/2006/main">
              <a:ext uri="{FF2B5EF4-FFF2-40B4-BE49-F238E27FC236}">
                <a16:creationId xmlns:a16="http://schemas.microsoft.com/office/drawing/2014/main" id="{B5FF847C-E055-4860-BE9A-FD6D8399C105}"/>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14" name="">
            <a:extLst xmlns:a="http://schemas.openxmlformats.org/drawingml/2006/main">
              <a:ext uri="{FF2B5EF4-FFF2-40B4-BE49-F238E27FC236}">
                <a16:creationId xmlns:a16="http://schemas.microsoft.com/office/drawing/2014/main" id="{6FB3B4ED-A38D-4390-9DE7-B9E7C826BDA5}"/>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0A3DF750-22FA-4AC0-86A1-C7EC29B35D45}"/>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6" name="">
            <a:extLst xmlns:a="http://schemas.openxmlformats.org/drawingml/2006/main">
              <a:ext uri="{FF2B5EF4-FFF2-40B4-BE49-F238E27FC236}">
                <a16:creationId xmlns:a16="http://schemas.microsoft.com/office/drawing/2014/main" id="{3D3750EB-472D-4517-B110-23B7128B6938}"/>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7" name="">
            <a:extLst xmlns:a="http://schemas.openxmlformats.org/drawingml/2006/main">
              <a:ext uri="{FF2B5EF4-FFF2-40B4-BE49-F238E27FC236}">
                <a16:creationId xmlns:a16="http://schemas.microsoft.com/office/drawing/2014/main" id="{5A0B85AC-DC8B-4CFC-9F3F-50E192E1A901}"/>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8" name="">
            <a:extLst xmlns:a="http://schemas.openxmlformats.org/drawingml/2006/main">
              <a:ext uri="{FF2B5EF4-FFF2-40B4-BE49-F238E27FC236}">
                <a16:creationId xmlns:a16="http://schemas.microsoft.com/office/drawing/2014/main" id="{8115E752-650B-4E64-937F-4B6DC7E91169}"/>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19" name="">
            <a:extLst xmlns:a="http://schemas.openxmlformats.org/drawingml/2006/main">
              <a:ext uri="{FF2B5EF4-FFF2-40B4-BE49-F238E27FC236}">
                <a16:creationId xmlns:a16="http://schemas.microsoft.com/office/drawing/2014/main" id="{C019059D-4F9C-485F-A00F-D992657EB1C6}"/>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6FA2B745-B66B-4CFF-8E24-8D8DAACDF7B5}"/>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34</a:t>
            </a:r>
          </a:p>
        </p:txBody>
      </p:sp>
    </p:spTree>
    <p:extLst>
      <p:ext uri="{BB962C8B-B14F-4D97-AF65-F5344CB8AC3E}">
        <p14:creationId xmlns:p14="http://schemas.microsoft.com/office/powerpoint/2010/main" val="296945445"/>
      </p:ext>
    </p:extLst>
  </p:cSld>
</p:sld>
</file>

<file path=ppt/slides/slide35.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71" name=""/>
          <p:cNvPicPr>
            <a:picLocks xmlns:a="http://schemas.openxmlformats.org/drawingml/2006/main" noChangeAspect="1"/>
          </p:cNvPicPr>
          <p:nvPr/>
        </p:nvPicPr>
        <p:blipFill>
          <a:blip xmlns:r="http://schemas.openxmlformats.org/officeDocument/2006/relationships" xmlns:a="http://schemas.openxmlformats.org/drawingml/2006/main" r:embed="Rdeea50fdfe814e7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F62D256-9A17-4938-9C6D-6D079206B2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DCCD232D-7F21-43EF-BD96-EC37646B1ED7}"/>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FD08A">
                  <a:alpha val="15000"/>
                </a:srgbClr>
              </a:gs>
              <a:gs pos="45000">
                <a:srgbClr val="3FD08A">
                  <a:alpha val="6000"/>
                </a:srgbClr>
              </a:gs>
              <a:gs pos="100000">
                <a:srgbClr val="3FD08A">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0E7D1B02-3798-4F48-A4CC-6DECC841E701}"/>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4C9DA9AB-FCE1-4C4F-9C66-D48B1CB54977}"/>
              </a:ext>
            </a:extLst>
          </p:cNvPr>
          <p:cNvSpPr>
            <a:spLocks xmlns:a="http://schemas.openxmlformats.org/drawingml/2006/main" noGrp="1"/>
          </p:cNvSpPr>
          <p:nvPr/>
        </p:nvSpPr>
        <p:spPr>
          <a:xfrm xmlns:a="http://schemas.openxmlformats.org/drawingml/2006/main">
            <a:off x="9658350"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A42D08AC-79E9-43BE-8F69-A48E9627E7A6}"/>
              </a:ext>
            </a:extLst>
          </p:cNvPr>
          <p:cNvSpPr>
            <a:spLocks xmlns:a="http://schemas.openxmlformats.org/drawingml/2006/main" noGrp="1"/>
          </p:cNvSpPr>
          <p:nvPr/>
        </p:nvSpPr>
        <p:spPr>
          <a:xfrm xmlns:a="http://schemas.openxmlformats.org/drawingml/2006/main">
            <a:off x="9658350"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4A28223F-89DF-47B2-A743-C300572D966B}"/>
              </a:ext>
            </a:extLst>
          </p:cNvPr>
          <p:cNvSpPr>
            <a:spLocks xmlns:a="http://schemas.openxmlformats.org/drawingml/2006/main" noGrp="1"/>
          </p:cNvSpPr>
          <p:nvPr/>
        </p:nvSpPr>
        <p:spPr>
          <a:xfrm xmlns:a="http://schemas.openxmlformats.org/drawingml/2006/main">
            <a:off x="9658350"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B43FA42E-C770-4A1D-90ED-AFDD5780A144}"/>
              </a:ext>
            </a:extLst>
          </p:cNvPr>
          <p:cNvSpPr>
            <a:spLocks xmlns:a="http://schemas.openxmlformats.org/drawingml/2006/main" noGrp="1"/>
          </p:cNvSpPr>
          <p:nvPr/>
        </p:nvSpPr>
        <p:spPr>
          <a:xfrm xmlns:a="http://schemas.openxmlformats.org/drawingml/2006/main">
            <a:off x="9782175"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059C253D-62E1-4556-B91C-3DB38FF12D82}"/>
              </a:ext>
            </a:extLst>
          </p:cNvPr>
          <p:cNvSpPr>
            <a:spLocks xmlns:a="http://schemas.openxmlformats.org/drawingml/2006/main" noGrp="1"/>
          </p:cNvSpPr>
          <p:nvPr/>
        </p:nvSpPr>
        <p:spPr>
          <a:xfrm xmlns:a="http://schemas.openxmlformats.org/drawingml/2006/main">
            <a:off x="9782175"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40ABADAB-A8B9-4922-8F59-433397B90A1F}"/>
              </a:ext>
            </a:extLst>
          </p:cNvPr>
          <p:cNvSpPr>
            <a:spLocks xmlns:a="http://schemas.openxmlformats.org/drawingml/2006/main" noGrp="1"/>
          </p:cNvSpPr>
          <p:nvPr/>
        </p:nvSpPr>
        <p:spPr>
          <a:xfrm xmlns:a="http://schemas.openxmlformats.org/drawingml/2006/main">
            <a:off x="9782175"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1980379A-F770-4910-A8BE-0C5E7F107DE1}"/>
              </a:ext>
            </a:extLst>
          </p:cNvPr>
          <p:cNvSpPr>
            <a:spLocks xmlns:a="http://schemas.openxmlformats.org/drawingml/2006/main" noGrp="1"/>
          </p:cNvSpPr>
          <p:nvPr/>
        </p:nvSpPr>
        <p:spPr>
          <a:xfrm xmlns:a="http://schemas.openxmlformats.org/drawingml/2006/main">
            <a:off x="9906000"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BF66A718-8545-4EE2-928B-B87CCF7B5C32}"/>
              </a:ext>
            </a:extLst>
          </p:cNvPr>
          <p:cNvSpPr>
            <a:spLocks xmlns:a="http://schemas.openxmlformats.org/drawingml/2006/main" noGrp="1"/>
          </p:cNvSpPr>
          <p:nvPr/>
        </p:nvSpPr>
        <p:spPr>
          <a:xfrm xmlns:a="http://schemas.openxmlformats.org/drawingml/2006/main">
            <a:off x="9906000"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9058741E-D835-46DC-B504-C178F395842F}"/>
              </a:ext>
            </a:extLst>
          </p:cNvPr>
          <p:cNvSpPr>
            <a:spLocks xmlns:a="http://schemas.openxmlformats.org/drawingml/2006/main" noGrp="1"/>
          </p:cNvSpPr>
          <p:nvPr/>
        </p:nvSpPr>
        <p:spPr>
          <a:xfrm xmlns:a="http://schemas.openxmlformats.org/drawingml/2006/main">
            <a:off x="9906000"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DCD60B35-2A6B-4588-A7DB-A1DBB2CD2924}"/>
              </a:ext>
            </a:extLst>
          </p:cNvPr>
          <p:cNvSpPr>
            <a:spLocks xmlns:a="http://schemas.openxmlformats.org/drawingml/2006/main" noGrp="1"/>
          </p:cNvSpPr>
          <p:nvPr/>
        </p:nvSpPr>
        <p:spPr>
          <a:xfrm xmlns:a="http://schemas.openxmlformats.org/drawingml/2006/main">
            <a:off x="10029825"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A73EE544-5F20-44AC-B72E-2A1985B35153}"/>
              </a:ext>
            </a:extLst>
          </p:cNvPr>
          <p:cNvSpPr>
            <a:spLocks xmlns:a="http://schemas.openxmlformats.org/drawingml/2006/main" noGrp="1"/>
          </p:cNvSpPr>
          <p:nvPr/>
        </p:nvSpPr>
        <p:spPr>
          <a:xfrm xmlns:a="http://schemas.openxmlformats.org/drawingml/2006/main">
            <a:off x="10029825"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B3AB8A11-44AC-46F6-8428-61E96B24064F}"/>
              </a:ext>
            </a:extLst>
          </p:cNvPr>
          <p:cNvSpPr>
            <a:spLocks xmlns:a="http://schemas.openxmlformats.org/drawingml/2006/main" noGrp="1"/>
          </p:cNvSpPr>
          <p:nvPr/>
        </p:nvSpPr>
        <p:spPr>
          <a:xfrm xmlns:a="http://schemas.openxmlformats.org/drawingml/2006/main">
            <a:off x="10029825"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316EF8E9-F7B2-4249-B185-6EAEBA6ED279}"/>
              </a:ext>
            </a:extLst>
          </p:cNvPr>
          <p:cNvSpPr>
            <a:spLocks xmlns:a="http://schemas.openxmlformats.org/drawingml/2006/main" noGrp="1"/>
          </p:cNvSpPr>
          <p:nvPr/>
        </p:nvSpPr>
        <p:spPr>
          <a:xfrm xmlns:a="http://schemas.openxmlformats.org/drawingml/2006/main">
            <a:off x="10153650"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DC62A2A3-4F78-4592-9701-3CF4E3CDD241}"/>
              </a:ext>
            </a:extLst>
          </p:cNvPr>
          <p:cNvSpPr>
            <a:spLocks xmlns:a="http://schemas.openxmlformats.org/drawingml/2006/main" noGrp="1"/>
          </p:cNvSpPr>
          <p:nvPr/>
        </p:nvSpPr>
        <p:spPr>
          <a:xfrm xmlns:a="http://schemas.openxmlformats.org/drawingml/2006/main">
            <a:off x="10153650"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9491CF8F-2C04-45AF-8980-0E8C252D714A}"/>
              </a:ext>
            </a:extLst>
          </p:cNvPr>
          <p:cNvSpPr>
            <a:spLocks xmlns:a="http://schemas.openxmlformats.org/drawingml/2006/main" noGrp="1"/>
          </p:cNvSpPr>
          <p:nvPr/>
        </p:nvSpPr>
        <p:spPr>
          <a:xfrm xmlns:a="http://schemas.openxmlformats.org/drawingml/2006/main">
            <a:off x="10153650"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C1897360-D197-41C1-B162-8F03079775D1}"/>
              </a:ext>
            </a:extLst>
          </p:cNvPr>
          <p:cNvSpPr>
            <a:spLocks xmlns:a="http://schemas.openxmlformats.org/drawingml/2006/main" noGrp="1"/>
          </p:cNvSpPr>
          <p:nvPr/>
        </p:nvSpPr>
        <p:spPr>
          <a:xfrm xmlns:a="http://schemas.openxmlformats.org/drawingml/2006/main">
            <a:off x="10277475"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FE743071-86B0-4F84-B877-55835E8DF501}"/>
              </a:ext>
            </a:extLst>
          </p:cNvPr>
          <p:cNvSpPr>
            <a:spLocks xmlns:a="http://schemas.openxmlformats.org/drawingml/2006/main" noGrp="1"/>
          </p:cNvSpPr>
          <p:nvPr/>
        </p:nvSpPr>
        <p:spPr>
          <a:xfrm xmlns:a="http://schemas.openxmlformats.org/drawingml/2006/main">
            <a:off x="10277475"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5B1CDFB8-52CB-49F9-A3BB-6858ACA557FD}"/>
              </a:ext>
            </a:extLst>
          </p:cNvPr>
          <p:cNvSpPr>
            <a:spLocks xmlns:a="http://schemas.openxmlformats.org/drawingml/2006/main" noGrp="1"/>
          </p:cNvSpPr>
          <p:nvPr/>
        </p:nvSpPr>
        <p:spPr>
          <a:xfrm xmlns:a="http://schemas.openxmlformats.org/drawingml/2006/main">
            <a:off x="10277475"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1783C61F-B575-4760-A131-74F1DD6133CC}"/>
              </a:ext>
            </a:extLst>
          </p:cNvPr>
          <p:cNvSpPr>
            <a:spLocks xmlns:a="http://schemas.openxmlformats.org/drawingml/2006/main" noGrp="1"/>
          </p:cNvSpPr>
          <p:nvPr/>
        </p:nvSpPr>
        <p:spPr>
          <a:xfrm xmlns:a="http://schemas.openxmlformats.org/drawingml/2006/main">
            <a:off x="10401300"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7EFB5DB6-61DA-4C2E-8F65-FF8CAD658C9B}"/>
              </a:ext>
            </a:extLst>
          </p:cNvPr>
          <p:cNvSpPr>
            <a:spLocks xmlns:a="http://schemas.openxmlformats.org/drawingml/2006/main" noGrp="1"/>
          </p:cNvSpPr>
          <p:nvPr/>
        </p:nvSpPr>
        <p:spPr>
          <a:xfrm xmlns:a="http://schemas.openxmlformats.org/drawingml/2006/main">
            <a:off x="10401300"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43844A32-5151-45AD-8FC2-D391B27ACE6A}"/>
              </a:ext>
            </a:extLst>
          </p:cNvPr>
          <p:cNvSpPr>
            <a:spLocks xmlns:a="http://schemas.openxmlformats.org/drawingml/2006/main" noGrp="1"/>
          </p:cNvSpPr>
          <p:nvPr/>
        </p:nvSpPr>
        <p:spPr>
          <a:xfrm xmlns:a="http://schemas.openxmlformats.org/drawingml/2006/main">
            <a:off x="10401300"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824E3E7E-6DEE-46BE-A9D7-BBDE19F53FEF}"/>
              </a:ext>
            </a:extLst>
          </p:cNvPr>
          <p:cNvSpPr>
            <a:spLocks xmlns:a="http://schemas.openxmlformats.org/drawingml/2006/main" noGrp="1"/>
          </p:cNvSpPr>
          <p:nvPr/>
        </p:nvSpPr>
        <p:spPr>
          <a:xfrm xmlns:a="http://schemas.openxmlformats.org/drawingml/2006/main">
            <a:off x="10525125"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396129CF-9CE7-4BBC-A006-CEBA8B82F5D1}"/>
              </a:ext>
            </a:extLst>
          </p:cNvPr>
          <p:cNvSpPr>
            <a:spLocks xmlns:a="http://schemas.openxmlformats.org/drawingml/2006/main" noGrp="1"/>
          </p:cNvSpPr>
          <p:nvPr/>
        </p:nvSpPr>
        <p:spPr>
          <a:xfrm xmlns:a="http://schemas.openxmlformats.org/drawingml/2006/main">
            <a:off x="10525125"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438F6744-82A6-4C89-8A3F-E3F1AF8470B2}"/>
              </a:ext>
            </a:extLst>
          </p:cNvPr>
          <p:cNvSpPr>
            <a:spLocks xmlns:a="http://schemas.openxmlformats.org/drawingml/2006/main" noGrp="1"/>
          </p:cNvSpPr>
          <p:nvPr/>
        </p:nvSpPr>
        <p:spPr>
          <a:xfrm xmlns:a="http://schemas.openxmlformats.org/drawingml/2006/main">
            <a:off x="10525125"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70B3904A-D067-4E7F-BCBB-C91565839D26}"/>
              </a:ext>
            </a:extLst>
          </p:cNvPr>
          <p:cNvSpPr>
            <a:spLocks xmlns:a="http://schemas.openxmlformats.org/drawingml/2006/main" noGrp="1"/>
          </p:cNvSpPr>
          <p:nvPr/>
        </p:nvSpPr>
        <p:spPr>
          <a:xfrm xmlns:a="http://schemas.openxmlformats.org/drawingml/2006/main">
            <a:off x="10648950"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B8D2B806-2855-4972-BA82-1E47319928F4}"/>
              </a:ext>
            </a:extLst>
          </p:cNvPr>
          <p:cNvSpPr>
            <a:spLocks xmlns:a="http://schemas.openxmlformats.org/drawingml/2006/main" noGrp="1"/>
          </p:cNvSpPr>
          <p:nvPr/>
        </p:nvSpPr>
        <p:spPr>
          <a:xfrm xmlns:a="http://schemas.openxmlformats.org/drawingml/2006/main">
            <a:off x="10648950"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F5AB755C-05AE-49B6-8EE3-42CC916BC7DC}"/>
              </a:ext>
            </a:extLst>
          </p:cNvPr>
          <p:cNvSpPr>
            <a:spLocks xmlns:a="http://schemas.openxmlformats.org/drawingml/2006/main" noGrp="1"/>
          </p:cNvSpPr>
          <p:nvPr/>
        </p:nvSpPr>
        <p:spPr>
          <a:xfrm xmlns:a="http://schemas.openxmlformats.org/drawingml/2006/main">
            <a:off x="10648950"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34EFC405-AE54-4FBA-BED0-B4B68C82A2AA}"/>
              </a:ext>
            </a:extLst>
          </p:cNvPr>
          <p:cNvSpPr>
            <a:spLocks xmlns:a="http://schemas.openxmlformats.org/drawingml/2006/main" noGrp="1"/>
          </p:cNvSpPr>
          <p:nvPr/>
        </p:nvSpPr>
        <p:spPr>
          <a:xfrm xmlns:a="http://schemas.openxmlformats.org/drawingml/2006/main">
            <a:off x="10772775"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7EDAF976-94E0-4A8D-8CA0-0478171B6F9E}"/>
              </a:ext>
            </a:extLst>
          </p:cNvPr>
          <p:cNvSpPr>
            <a:spLocks xmlns:a="http://schemas.openxmlformats.org/drawingml/2006/main" noGrp="1"/>
          </p:cNvSpPr>
          <p:nvPr/>
        </p:nvSpPr>
        <p:spPr>
          <a:xfrm xmlns:a="http://schemas.openxmlformats.org/drawingml/2006/main">
            <a:off x="10772775"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C7970F29-7C28-4841-A5FB-0DE885869061}"/>
              </a:ext>
            </a:extLst>
          </p:cNvPr>
          <p:cNvSpPr>
            <a:spLocks xmlns:a="http://schemas.openxmlformats.org/drawingml/2006/main" noGrp="1"/>
          </p:cNvSpPr>
          <p:nvPr/>
        </p:nvSpPr>
        <p:spPr>
          <a:xfrm xmlns:a="http://schemas.openxmlformats.org/drawingml/2006/main">
            <a:off x="10772775"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9AC7E32F-7D11-49F4-8068-534A5865747F}"/>
              </a:ext>
            </a:extLst>
          </p:cNvPr>
          <p:cNvSpPr>
            <a:spLocks xmlns:a="http://schemas.openxmlformats.org/drawingml/2006/main" noGrp="1"/>
          </p:cNvSpPr>
          <p:nvPr/>
        </p:nvSpPr>
        <p:spPr>
          <a:xfrm xmlns:a="http://schemas.openxmlformats.org/drawingml/2006/main">
            <a:off x="10896600"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C41B3B93-5900-42CB-8DA7-447FCC3A833C}"/>
              </a:ext>
            </a:extLst>
          </p:cNvPr>
          <p:cNvSpPr>
            <a:spLocks xmlns:a="http://schemas.openxmlformats.org/drawingml/2006/main" noGrp="1"/>
          </p:cNvSpPr>
          <p:nvPr/>
        </p:nvSpPr>
        <p:spPr>
          <a:xfrm xmlns:a="http://schemas.openxmlformats.org/drawingml/2006/main">
            <a:off x="10896600"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7D515FEB-F662-43FA-B051-7F64BD34936D}"/>
              </a:ext>
            </a:extLst>
          </p:cNvPr>
          <p:cNvSpPr>
            <a:spLocks xmlns:a="http://schemas.openxmlformats.org/drawingml/2006/main" noGrp="1"/>
          </p:cNvSpPr>
          <p:nvPr/>
        </p:nvSpPr>
        <p:spPr>
          <a:xfrm xmlns:a="http://schemas.openxmlformats.org/drawingml/2006/main">
            <a:off x="10896600"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E040A112-01FE-4378-A1CA-F3B7F83C5527}"/>
              </a:ext>
            </a:extLst>
          </p:cNvPr>
          <p:cNvSpPr>
            <a:spLocks xmlns:a="http://schemas.openxmlformats.org/drawingml/2006/main" noGrp="1"/>
          </p:cNvSpPr>
          <p:nvPr/>
        </p:nvSpPr>
        <p:spPr>
          <a:xfrm xmlns:a="http://schemas.openxmlformats.org/drawingml/2006/main">
            <a:off x="11020425"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6DF06C04-58DA-470D-A370-B7E814EBE0D3}"/>
              </a:ext>
            </a:extLst>
          </p:cNvPr>
          <p:cNvSpPr>
            <a:spLocks xmlns:a="http://schemas.openxmlformats.org/drawingml/2006/main" noGrp="1"/>
          </p:cNvSpPr>
          <p:nvPr/>
        </p:nvSpPr>
        <p:spPr>
          <a:xfrm xmlns:a="http://schemas.openxmlformats.org/drawingml/2006/main">
            <a:off x="11020425"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1D5151AA-2577-42D0-917A-45F7BF32745C}"/>
              </a:ext>
            </a:extLst>
          </p:cNvPr>
          <p:cNvSpPr>
            <a:spLocks xmlns:a="http://schemas.openxmlformats.org/drawingml/2006/main" noGrp="1"/>
          </p:cNvSpPr>
          <p:nvPr/>
        </p:nvSpPr>
        <p:spPr>
          <a:xfrm xmlns:a="http://schemas.openxmlformats.org/drawingml/2006/main">
            <a:off x="11020425"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79F31C8C-8989-4E13-87AE-C4397A84564A}"/>
              </a:ext>
            </a:extLst>
          </p:cNvPr>
          <p:cNvSpPr>
            <a:spLocks xmlns:a="http://schemas.openxmlformats.org/drawingml/2006/main" noGrp="1"/>
          </p:cNvSpPr>
          <p:nvPr/>
        </p:nvSpPr>
        <p:spPr>
          <a:xfrm xmlns:a="http://schemas.openxmlformats.org/drawingml/2006/main">
            <a:off x="11144250"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8CB70DF7-357B-4D18-871E-E5164A591A7B}"/>
              </a:ext>
            </a:extLst>
          </p:cNvPr>
          <p:cNvSpPr>
            <a:spLocks xmlns:a="http://schemas.openxmlformats.org/drawingml/2006/main" noGrp="1"/>
          </p:cNvSpPr>
          <p:nvPr/>
        </p:nvSpPr>
        <p:spPr>
          <a:xfrm xmlns:a="http://schemas.openxmlformats.org/drawingml/2006/main">
            <a:off x="11144250"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BD45F17F-B9B8-4317-97AD-957490624C8F}"/>
              </a:ext>
            </a:extLst>
          </p:cNvPr>
          <p:cNvSpPr>
            <a:spLocks xmlns:a="http://schemas.openxmlformats.org/drawingml/2006/main" noGrp="1"/>
          </p:cNvSpPr>
          <p:nvPr/>
        </p:nvSpPr>
        <p:spPr>
          <a:xfrm xmlns:a="http://schemas.openxmlformats.org/drawingml/2006/main">
            <a:off x="11144250"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5F6F0865-8221-426B-AABE-929D3AAD4658}"/>
              </a:ext>
            </a:extLst>
          </p:cNvPr>
          <p:cNvSpPr>
            <a:spLocks xmlns:a="http://schemas.openxmlformats.org/drawingml/2006/main" noGrp="1"/>
          </p:cNvSpPr>
          <p:nvPr/>
        </p:nvSpPr>
        <p:spPr>
          <a:xfrm xmlns:a="http://schemas.openxmlformats.org/drawingml/2006/main">
            <a:off x="11268075"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725C1E80-695E-4654-9DF0-2916C67D8C6A}"/>
              </a:ext>
            </a:extLst>
          </p:cNvPr>
          <p:cNvSpPr>
            <a:spLocks xmlns:a="http://schemas.openxmlformats.org/drawingml/2006/main" noGrp="1"/>
          </p:cNvSpPr>
          <p:nvPr/>
        </p:nvSpPr>
        <p:spPr>
          <a:xfrm xmlns:a="http://schemas.openxmlformats.org/drawingml/2006/main">
            <a:off x="11268075"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9FF643BA-F0D7-42D2-8A10-62E0CBD08FE2}"/>
              </a:ext>
            </a:extLst>
          </p:cNvPr>
          <p:cNvSpPr>
            <a:spLocks xmlns:a="http://schemas.openxmlformats.org/drawingml/2006/main" noGrp="1"/>
          </p:cNvSpPr>
          <p:nvPr/>
        </p:nvSpPr>
        <p:spPr>
          <a:xfrm xmlns:a="http://schemas.openxmlformats.org/drawingml/2006/main">
            <a:off x="11268075"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729344BE-5F13-4CDA-B7F5-744504F9BE59}"/>
              </a:ext>
            </a:extLst>
          </p:cNvPr>
          <p:cNvSpPr>
            <a:spLocks xmlns:a="http://schemas.openxmlformats.org/drawingml/2006/main" noGrp="1"/>
          </p:cNvSpPr>
          <p:nvPr/>
        </p:nvSpPr>
        <p:spPr>
          <a:xfrm xmlns:a="http://schemas.openxmlformats.org/drawingml/2006/main">
            <a:off x="9658350" y="1409700"/>
            <a:ext cx="1905000" cy="24003"/>
          </a:xfrm>
          <a:prstGeom xmlns:a="http://schemas.openxmlformats.org/drawingml/2006/main" prst="rect">
            <a:avLst/>
          </a:prstGeom>
          <a:gradFill xmlns:a="http://schemas.openxmlformats.org/drawingml/2006/main">
            <a:gsLst>
              <a:gs pos="0">
                <a:srgbClr val="3FD08A">
                  <a:alpha val="0"/>
                </a:srgbClr>
              </a:gs>
              <a:gs pos="45000">
                <a:srgbClr val="3FD08A"/>
              </a:gs>
              <a:gs pos="100000">
                <a:srgbClr val="3FD08A">
                  <a:alpha val="0"/>
                </a:srgbClr>
              </a:gs>
            </a:gsLst>
            <a:lin ang="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B2842EFE-4296-44E6-BC96-4C48205A6BBF}"/>
              </a:ext>
            </a:extLst>
          </p:cNvPr>
          <p:cNvSpPr>
            <a:spLocks xmlns:a="http://schemas.openxmlformats.org/drawingml/2006/main" noGrp="1"/>
          </p:cNvSpPr>
          <p:nvPr/>
        </p:nvSpPr>
        <p:spPr>
          <a:xfrm xmlns:a="http://schemas.openxmlformats.org/drawingml/2006/main">
            <a:off x="11582400" y="1333500"/>
            <a:ext cx="190500" cy="190500"/>
          </a:xfrm>
          <a:prstGeom xmlns:a="http://schemas.openxmlformats.org/drawingml/2006/main" prst="chevron">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7BF536A4-87E7-4B86-9BC5-CBC70029F22F}"/>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78D90649-2463-461F-A7AE-00296B325720}"/>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E5851564-74FF-47F3-A4BF-E4B64A9EA7EC}"/>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49A3CB79-CAAB-4A4A-823C-3A860EA4D32D}"/>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CAA2F59E-10FB-4E79-B232-6F4DB2E894E0}"/>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0CEFC300-23E9-4D15-945B-515643E46CE2}"/>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339211BE-5373-4C2D-B1E6-992FA6F8E532}"/>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FB75CBD6-7658-4033-A973-AE77C810416F}"/>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3300B435-0BB6-473D-BCA0-DB25BE556C93}"/>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369B174E-42F4-4A18-AD62-99ADDB35305C}"/>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0A121D4B-E94B-47B7-9185-BDE463B72FD0}"/>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F2033327-6B39-4CF5-9B9B-7A340932ACFF}"/>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A81DC80B-B71A-4ECF-80AD-214B98FE122E}"/>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62" name="">
            <a:extLst xmlns:a="http://schemas.openxmlformats.org/drawingml/2006/main">
              <a:ext uri="{FF2B5EF4-FFF2-40B4-BE49-F238E27FC236}">
                <a16:creationId xmlns:a16="http://schemas.microsoft.com/office/drawing/2014/main" id="{618B3032-19A0-470D-AF9B-22173CB18391}"/>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63" name="">
            <a:extLst xmlns:a="http://schemas.openxmlformats.org/drawingml/2006/main">
              <a:ext uri="{FF2B5EF4-FFF2-40B4-BE49-F238E27FC236}">
                <a16:creationId xmlns:a16="http://schemas.microsoft.com/office/drawing/2014/main" id="{05DE7B98-50F5-4570-9A5D-90876D7EC47C}"/>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F6DFC339-8CC1-4BFE-BF15-8723C41500CF}"/>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E14D6962-00BD-47B9-B1A5-8BB8AF98CF96}"/>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A29A54FE-DEE6-44C9-949F-878E61F611CA}"/>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57B34772-D6D0-42F5-860C-0B59C45E5DDC}"/>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CBBA0837-2DF1-4F26-9FE1-8BF83E20BA36}"/>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02A8FD1D-FF04-4FFD-BDFF-1704C6EDD392}"/>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0E7DB568-24BF-44FF-BCF1-2B2A6463B572}"/>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3E408D67-C8DC-422F-AEDB-B21BB4ACFC1F}"/>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9D350C50-182B-48CA-B149-67C5348B9774}"/>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E479F63B-15C1-46A1-9270-FC5400C6E7FE}"/>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23F0AD81-EFD6-47F0-8550-6F56EF39012D}"/>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68BDAA28-03FC-4B79-B9E2-2F0D6EDEDCB2}"/>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8DAA11BB-BDEF-46BB-8182-25AA5E59D897}"/>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5F9BD1A7-A5DF-4129-83BE-DB7B37D6121E}"/>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E3C4E773-FC78-4489-A59C-00B24935A777}"/>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B049A551-9818-466A-A2B5-D74B220C2ECA}"/>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8626E86E-DEC9-4ED1-BE7C-9CF63958E8A6}"/>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FD08A"/>
              </a:gs>
              <a:gs pos="100000">
                <a:srgbClr val="3FD08A">
                  <a:alpha val="0"/>
                </a:srgbClr>
              </a:gs>
            </a:gsLst>
            <a:lin ang="5400000"/>
          </a:gra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99A6F9B1-7C73-489D-8725-674130343518}"/>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FD08A">
                  <a:alpha val="45000"/>
                </a:srgbClr>
              </a:gs>
              <a:gs pos="100000">
                <a:srgbClr val="3FD08A">
                  <a:alpha val="0"/>
                </a:srgbClr>
              </a:gs>
            </a:gsLst>
            <a:lin ang="0"/>
          </a:gra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93BBBDB9-3129-4B7E-B8D8-1DEB94C29898}"/>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83" name="">
            <a:extLst xmlns:a="http://schemas.openxmlformats.org/drawingml/2006/main">
              <a:ext uri="{FF2B5EF4-FFF2-40B4-BE49-F238E27FC236}">
                <a16:creationId xmlns:a16="http://schemas.microsoft.com/office/drawing/2014/main" id="{62A339DC-0979-4DA9-9B97-45D0ACB79BC0}"/>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FD08A"/>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25A3E353-16C5-413B-88B8-AFEFB8CAB5DD}"/>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FC661638-8251-4B1F-AB0C-4D1DAFE68AAB}"/>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FD08A">
                  <a:alpha val="26000"/>
                </a:srgbClr>
              </a:gs>
              <a:gs pos="45000">
                <a:srgbClr val="3FD08A">
                  <a:alpha val="10000"/>
                </a:srgbClr>
              </a:gs>
              <a:gs pos="100000">
                <a:srgbClr val="3FD08A">
                  <a:alpha val="0"/>
                </a:srgbClr>
              </a:gs>
            </a:gsLst>
            <a:path path="shape"/>
          </a:gra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93A64B77-7D51-4B87-81BB-CBD2CDEA23BB}"/>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FD08A"/>
              </a:gs>
              <a:gs pos="100000">
                <a:srgbClr val="206845"/>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06</a:t>
            </a:r>
          </a:p>
        </p:txBody>
      </p:sp>
      <p:sp>
        <p:nvSpPr>
          <p:cNvPr id="87" name="">
            <a:extLst xmlns:a="http://schemas.openxmlformats.org/drawingml/2006/main">
              <a:ext uri="{FF2B5EF4-FFF2-40B4-BE49-F238E27FC236}">
                <a16:creationId xmlns:a16="http://schemas.microsoft.com/office/drawing/2014/main" id="{6DC41B30-43E7-4C62-BC80-62ECA2E18BDC}"/>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成果与价值</a:t>
            </a:r>
          </a:p>
        </p:txBody>
      </p:sp>
      <p:sp>
        <p:nvSpPr>
          <p:cNvPr id="88" name="">
            <a:extLst xmlns:a="http://schemas.openxmlformats.org/drawingml/2006/main">
              <a:ext uri="{FF2B5EF4-FFF2-40B4-BE49-F238E27FC236}">
                <a16:creationId xmlns:a16="http://schemas.microsoft.com/office/drawing/2014/main" id="{A83E8F94-0D83-4FB5-9B37-5F881F493102}"/>
              </a:ext>
            </a:extLst>
          </p:cNvPr>
          <p:cNvSpPr>
            <a:spLocks xmlns:a="http://schemas.openxmlformats.org/drawingml/2006/main" noGrp="1"/>
          </p:cNvSpPr>
          <p:nvPr/>
        </p:nvSpPr>
        <p:spPr>
          <a:xfrm xmlns:a="http://schemas.openxmlformats.org/drawingml/2006/main">
            <a:off x="2000250" y="152400"/>
            <a:ext cx="19050" cy="247650"/>
          </a:xfrm>
          <a:prstGeom xmlns:a="http://schemas.openxmlformats.org/drawingml/2006/main" prst="rect">
            <a:avLst/>
          </a:prstGeom>
          <a:gradFill xmlns:a="http://schemas.openxmlformats.org/drawingml/2006/main">
            <a:gsLst>
              <a:gs pos="0">
                <a:srgbClr val="3FD08A"/>
              </a:gs>
              <a:gs pos="100000">
                <a:srgbClr val="3FD08A">
                  <a:alpha val="20000"/>
                </a:srgbClr>
              </a:gs>
            </a:gsLst>
            <a:lin ang="540000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63F4F91A-DD3F-4A3B-98FD-C125020AD80D}"/>
              </a:ext>
            </a:extLst>
          </p:cNvPr>
          <p:cNvSpPr>
            <a:spLocks xmlns:a="http://schemas.openxmlformats.org/drawingml/2006/main" noGrp="1"/>
          </p:cNvSpPr>
          <p:nvPr/>
        </p:nvSpPr>
        <p:spPr>
          <a:xfrm xmlns:a="http://schemas.openxmlformats.org/drawingml/2006/main">
            <a:off x="213360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市场价值测算：按成本口径算账</a:t>
            </a:r>
          </a:p>
        </p:txBody>
      </p:sp>
      <p:sp>
        <p:nvSpPr>
          <p:cNvPr id="90" name="">
            <a:extLst xmlns:a="http://schemas.openxmlformats.org/drawingml/2006/main">
              <a:ext uri="{FF2B5EF4-FFF2-40B4-BE49-F238E27FC236}">
                <a16:creationId xmlns:a16="http://schemas.microsoft.com/office/drawing/2014/main" id="{AF04DEF3-353A-4C81-A3C8-20FF5E69FAA1}"/>
              </a:ext>
            </a:extLst>
          </p:cNvPr>
          <p:cNvSpPr>
            <a:spLocks xmlns:a="http://schemas.openxmlformats.org/drawingml/2006/main" noGrp="1"/>
          </p:cNvSpPr>
          <p:nvPr/>
        </p:nvSpPr>
        <p:spPr>
          <a:xfrm xmlns:a="http://schemas.openxmlformats.org/drawingml/2006/main">
            <a:off x="876300" y="438150"/>
            <a:ext cx="1047750" cy="14478"/>
          </a:xfrm>
          <a:prstGeom xmlns:a="http://schemas.openxmlformats.org/drawingml/2006/main" prst="rect">
            <a:avLst/>
          </a:prstGeom>
          <a:gradFill xmlns:a="http://schemas.openxmlformats.org/drawingml/2006/main">
            <a:gsLst>
              <a:gs pos="0">
                <a:srgbClr val="3FD08A"/>
              </a:gs>
              <a:gs pos="100000">
                <a:srgbClr val="3FD08A">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CFF58E7F-C721-461A-B641-C5C217680457}"/>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8B1763E7-AB16-43C4-9712-CBE9283D131B}"/>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5B743D46-7EC6-4168-99AF-69AC626276C0}"/>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9450394F-1A9A-46E5-9910-2CBF400F0ADF}"/>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95" name="">
            <a:extLst xmlns:a="http://schemas.openxmlformats.org/drawingml/2006/main">
              <a:ext uri="{FF2B5EF4-FFF2-40B4-BE49-F238E27FC236}">
                <a16:creationId xmlns:a16="http://schemas.microsoft.com/office/drawing/2014/main" id="{A7DC931B-40D2-458E-A922-9F41D72D23B6}"/>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96" name="">
            <a:extLst xmlns:a="http://schemas.openxmlformats.org/drawingml/2006/main">
              <a:ext uri="{FF2B5EF4-FFF2-40B4-BE49-F238E27FC236}">
                <a16:creationId xmlns:a16="http://schemas.microsoft.com/office/drawing/2014/main" id="{C215BD52-BEEE-4BEC-B2EB-83CB035F637F}"/>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4A48E0BD-2319-49B2-A6BF-B541855CDEC3}"/>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98" name="">
            <a:extLst xmlns:a="http://schemas.openxmlformats.org/drawingml/2006/main">
              <a:ext uri="{FF2B5EF4-FFF2-40B4-BE49-F238E27FC236}">
                <a16:creationId xmlns:a16="http://schemas.microsoft.com/office/drawing/2014/main" id="{822D3BB3-D570-44BD-973A-3895E7707549}"/>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6EEC260A-FE0B-47BF-8F05-EA31080860D8}"/>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0" name="">
            <a:extLst xmlns:a="http://schemas.openxmlformats.org/drawingml/2006/main">
              <a:ext uri="{FF2B5EF4-FFF2-40B4-BE49-F238E27FC236}">
                <a16:creationId xmlns:a16="http://schemas.microsoft.com/office/drawing/2014/main" id="{A262D72D-FC35-4B9D-AFCD-9CE962F3D275}"/>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2EFA7443-5C94-48E8-8E25-43EE0B4F48CC}"/>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4E8FD7E7-F30A-422A-B327-EE67BE711047}"/>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F86FA335-078D-4548-8F8C-04BB4C3AF22E}"/>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610F63FD-111B-4714-8847-7E189B6E56C9}"/>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把「省多少钱」写成可代入的算式，并明确这是按需求参数代入的示范测算，不是试点实测值。</a:t>
            </a:r>
          </a:p>
        </p:txBody>
      </p:sp>
      <p:sp>
        <p:nvSpPr>
          <p:cNvPr id="105" name="">
            <a:extLst xmlns:a="http://schemas.openxmlformats.org/drawingml/2006/main">
              <a:ext uri="{FF2B5EF4-FFF2-40B4-BE49-F238E27FC236}">
                <a16:creationId xmlns:a16="http://schemas.microsoft.com/office/drawing/2014/main" id="{FB0354BC-6F1E-4DA2-8B8C-E30FD7261F97}"/>
              </a:ext>
            </a:extLst>
          </p:cNvPr>
          <p:cNvSpPr>
            <a:spLocks xmlns:a="http://schemas.openxmlformats.org/drawingml/2006/main" noGrp="1"/>
          </p:cNvSpPr>
          <p:nvPr/>
        </p:nvSpPr>
        <p:spPr>
          <a:xfrm xmlns:a="http://schemas.openxmlformats.org/drawingml/2006/main">
            <a:off x="285750" y="1333500"/>
            <a:ext cx="5715000" cy="1676400"/>
          </a:xfrm>
          <a:prstGeom xmlns:a="http://schemas.openxmlformats.org/drawingml/2006/main" prst="roundRect">
            <a:avLst>
              <a:gd name="adj" fmla="val 5114"/>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13335">
            <a:solidFill>
              <a:srgbClr val="F5C33B"/>
            </a:solidFill>
            <a:prstDash val="solid"/>
          </a:ln>
        </p:spPr>
      </p:sp>
      <p:sp>
        <p:nvSpPr>
          <p:cNvPr id="106" name="">
            <a:extLst xmlns:a="http://schemas.openxmlformats.org/drawingml/2006/main">
              <a:ext uri="{FF2B5EF4-FFF2-40B4-BE49-F238E27FC236}">
                <a16:creationId xmlns:a16="http://schemas.microsoft.com/office/drawing/2014/main" id="{017307B1-453E-4F65-86D0-6D6D7D66372A}"/>
              </a:ext>
            </a:extLst>
          </p:cNvPr>
          <p:cNvSpPr>
            <a:spLocks xmlns:a="http://schemas.openxmlformats.org/drawingml/2006/main" noGrp="1"/>
          </p:cNvSpPr>
          <p:nvPr/>
        </p:nvSpPr>
        <p:spPr>
          <a:xfrm xmlns:a="http://schemas.openxmlformats.org/drawingml/2006/main">
            <a:off x="457200" y="14478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成本参数（来源：本项目需求测算）</a:t>
            </a:r>
          </a:p>
        </p:txBody>
      </p:sp>
      <p:sp>
        <p:nvSpPr>
          <p:cNvPr id="107" name="">
            <a:extLst xmlns:a="http://schemas.openxmlformats.org/drawingml/2006/main">
              <a:ext uri="{FF2B5EF4-FFF2-40B4-BE49-F238E27FC236}">
                <a16:creationId xmlns:a16="http://schemas.microsoft.com/office/drawing/2014/main" id="{61196FC1-CD0E-4CF5-B5E1-A96E3DC8CB05}"/>
              </a:ext>
            </a:extLst>
          </p:cNvPr>
          <p:cNvSpPr>
            <a:spLocks xmlns:a="http://schemas.openxmlformats.org/drawingml/2006/main" noGrp="1"/>
          </p:cNvSpPr>
          <p:nvPr/>
        </p:nvSpPr>
        <p:spPr>
          <a:xfrm xmlns:a="http://schemas.openxmlformats.org/drawingml/2006/main">
            <a:off x="457200" y="1771650"/>
            <a:ext cx="2095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内部转岗培训</a:t>
            </a:r>
          </a:p>
        </p:txBody>
      </p:sp>
      <p:sp>
        <p:nvSpPr>
          <p:cNvPr id="108" name="">
            <a:extLst xmlns:a="http://schemas.openxmlformats.org/drawingml/2006/main">
              <a:ext uri="{FF2B5EF4-FFF2-40B4-BE49-F238E27FC236}">
                <a16:creationId xmlns:a16="http://schemas.microsoft.com/office/drawing/2014/main" id="{955C2213-93BE-44E6-9ABC-358A7A35D95A}"/>
              </a:ext>
            </a:extLst>
          </p:cNvPr>
          <p:cNvSpPr>
            <a:spLocks xmlns:a="http://schemas.openxmlformats.org/drawingml/2006/main" noGrp="1"/>
          </p:cNvSpPr>
          <p:nvPr/>
        </p:nvSpPr>
        <p:spPr>
          <a:xfrm xmlns:a="http://schemas.openxmlformats.org/drawingml/2006/main">
            <a:off x="2628900" y="1771650"/>
            <a:ext cx="3143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2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人</a:t>
            </a:r>
          </a:p>
        </p:txBody>
      </p:sp>
      <p:sp>
        <p:nvSpPr>
          <p:cNvPr id="109" name="">
            <a:extLst xmlns:a="http://schemas.openxmlformats.org/drawingml/2006/main">
              <a:ext uri="{FF2B5EF4-FFF2-40B4-BE49-F238E27FC236}">
                <a16:creationId xmlns:a16="http://schemas.microsoft.com/office/drawing/2014/main" id="{8BB44027-E794-47ED-B015-7A913B505E7D}"/>
              </a:ext>
            </a:extLst>
          </p:cNvPr>
          <p:cNvSpPr>
            <a:spLocks xmlns:a="http://schemas.openxmlformats.org/drawingml/2006/main" noGrp="1"/>
          </p:cNvSpPr>
          <p:nvPr/>
        </p:nvSpPr>
        <p:spPr>
          <a:xfrm xmlns:a="http://schemas.openxmlformats.org/drawingml/2006/main">
            <a:off x="457200" y="2076450"/>
            <a:ext cx="2095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外部招聘</a:t>
            </a:r>
          </a:p>
        </p:txBody>
      </p:sp>
      <p:sp>
        <p:nvSpPr>
          <p:cNvPr id="110" name="">
            <a:extLst xmlns:a="http://schemas.openxmlformats.org/drawingml/2006/main">
              <a:ext uri="{FF2B5EF4-FFF2-40B4-BE49-F238E27FC236}">
                <a16:creationId xmlns:a16="http://schemas.microsoft.com/office/drawing/2014/main" id="{F468EBBE-B230-4A79-89C1-4025B94ABF91}"/>
              </a:ext>
            </a:extLst>
          </p:cNvPr>
          <p:cNvSpPr>
            <a:spLocks xmlns:a="http://schemas.openxmlformats.org/drawingml/2006/main" noGrp="1"/>
          </p:cNvSpPr>
          <p:nvPr/>
        </p:nvSpPr>
        <p:spPr>
          <a:xfrm xmlns:a="http://schemas.openxmlformats.org/drawingml/2006/main">
            <a:off x="2628900" y="2076450"/>
            <a:ext cx="3143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8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人</a:t>
            </a:r>
          </a:p>
        </p:txBody>
      </p:sp>
      <p:sp>
        <p:nvSpPr>
          <p:cNvPr id="111" name="">
            <a:extLst xmlns:a="http://schemas.openxmlformats.org/drawingml/2006/main">
              <a:ext uri="{FF2B5EF4-FFF2-40B4-BE49-F238E27FC236}">
                <a16:creationId xmlns:a16="http://schemas.microsoft.com/office/drawing/2014/main" id="{A9D02458-7304-4A03-BDFF-A5A38212251D}"/>
              </a:ext>
            </a:extLst>
          </p:cNvPr>
          <p:cNvSpPr>
            <a:spLocks xmlns:a="http://schemas.openxmlformats.org/drawingml/2006/main" noGrp="1"/>
          </p:cNvSpPr>
          <p:nvPr/>
        </p:nvSpPr>
        <p:spPr>
          <a:xfrm xmlns:a="http://schemas.openxmlformats.org/drawingml/2006/main">
            <a:off x="457200" y="2381250"/>
            <a:ext cx="2095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外委服务</a:t>
            </a:r>
          </a:p>
        </p:txBody>
      </p:sp>
      <p:sp>
        <p:nvSpPr>
          <p:cNvPr id="112" name="">
            <a:extLst xmlns:a="http://schemas.openxmlformats.org/drawingml/2006/main">
              <a:ext uri="{FF2B5EF4-FFF2-40B4-BE49-F238E27FC236}">
                <a16:creationId xmlns:a16="http://schemas.microsoft.com/office/drawing/2014/main" id="{C1424643-99C1-4CD7-AEA1-1837D0CEB688}"/>
              </a:ext>
            </a:extLst>
          </p:cNvPr>
          <p:cNvSpPr>
            <a:spLocks xmlns:a="http://schemas.openxmlformats.org/drawingml/2006/main" noGrp="1"/>
          </p:cNvSpPr>
          <p:nvPr/>
        </p:nvSpPr>
        <p:spPr>
          <a:xfrm xmlns:a="http://schemas.openxmlformats.org/drawingml/2006/main">
            <a:off x="2628900" y="2381250"/>
            <a:ext cx="3143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1.5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月（</a:t>
            </a:r>
            <a:r>
              <a:rPr sz="975" b="1">
                <a:solidFill>
                  <a:srgbClr val="FFFFFF"/>
                </a:solidFill>
                <a:latin typeface="微软雅黑"/>
                <a:ea typeface="微软雅黑"/>
                <a:cs typeface="微软雅黑"/>
              </a:rPr>
              <a:t>≈18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年）</a:t>
            </a:r>
          </a:p>
        </p:txBody>
      </p:sp>
      <p:sp>
        <p:nvSpPr>
          <p:cNvPr id="113" name="">
            <a:extLst xmlns:a="http://schemas.openxmlformats.org/drawingml/2006/main">
              <a:ext uri="{FF2B5EF4-FFF2-40B4-BE49-F238E27FC236}">
                <a16:creationId xmlns:a16="http://schemas.microsoft.com/office/drawing/2014/main" id="{C9F57123-51AF-48AA-BD74-3457CE0DAFDF}"/>
              </a:ext>
            </a:extLst>
          </p:cNvPr>
          <p:cNvSpPr>
            <a:spLocks xmlns:a="http://schemas.openxmlformats.org/drawingml/2006/main" noGrp="1"/>
          </p:cNvSpPr>
          <p:nvPr/>
        </p:nvSpPr>
        <p:spPr>
          <a:xfrm xmlns:a="http://schemas.openxmlformats.org/drawingml/2006/main">
            <a:off x="457200" y="2686050"/>
            <a:ext cx="2095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工作量变化</a:t>
            </a:r>
          </a:p>
        </p:txBody>
      </p:sp>
      <p:sp>
        <p:nvSpPr>
          <p:cNvPr id="114" name="">
            <a:extLst xmlns:a="http://schemas.openxmlformats.org/drawingml/2006/main">
              <a:ext uri="{FF2B5EF4-FFF2-40B4-BE49-F238E27FC236}">
                <a16:creationId xmlns:a16="http://schemas.microsoft.com/office/drawing/2014/main" id="{9DDC0B0E-B1B1-4645-AAEA-1919EB04F388}"/>
              </a:ext>
            </a:extLst>
          </p:cNvPr>
          <p:cNvSpPr>
            <a:spLocks xmlns:a="http://schemas.openxmlformats.org/drawingml/2006/main" noGrp="1"/>
          </p:cNvSpPr>
          <p:nvPr/>
        </p:nvSpPr>
        <p:spPr>
          <a:xfrm xmlns:a="http://schemas.openxmlformats.org/drawingml/2006/main">
            <a:off x="2628900" y="2686050"/>
            <a:ext cx="3143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新增 </a:t>
            </a:r>
            <a:r>
              <a:rPr sz="975" b="1">
                <a:solidFill>
                  <a:srgbClr val="FFFFFF"/>
                </a:solidFill>
                <a:latin typeface="微软雅黑"/>
                <a:ea typeface="微软雅黑"/>
                <a:cs typeface="微软雅黑"/>
              </a:rPr>
              <a:t>2 </a:t>
            </a:r>
            <a:r>
              <a:rPr sz="975" b="1">
                <a:solidFill>
                  <a:srgbClr val="FFFFFF"/>
                </a:solidFill>
                <a:latin typeface="微软雅黑"/>
                <a:ea typeface="微软雅黑"/>
                <a:cs typeface="微软雅黑"/>
              </a:rPr>
              <a:t>座 </a:t>
            </a:r>
            <a:r>
              <a:rPr sz="975" b="1">
                <a:solidFill>
                  <a:srgbClr val="FFFFFF"/>
                </a:solidFill>
                <a:latin typeface="微软雅黑"/>
                <a:ea typeface="微软雅黑"/>
                <a:cs typeface="微软雅黑"/>
              </a:rPr>
              <a:t>110kV </a:t>
            </a:r>
            <a:r>
              <a:rPr sz="975" b="1">
                <a:solidFill>
                  <a:srgbClr val="FFFFFF"/>
                </a:solidFill>
                <a:latin typeface="微软雅黑"/>
                <a:ea typeface="微软雅黑"/>
                <a:cs typeface="微软雅黑"/>
              </a:rPr>
              <a:t>变电站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运维工作量 </a:t>
            </a:r>
            <a:r>
              <a:rPr sz="975" b="1">
                <a:solidFill>
                  <a:srgbClr val="FFFFFF"/>
                </a:solidFill>
                <a:latin typeface="微软雅黑"/>
                <a:ea typeface="微软雅黑"/>
                <a:cs typeface="微软雅黑"/>
              </a:rPr>
              <a:t>+30%</a:t>
            </a:r>
          </a:p>
        </p:txBody>
      </p:sp>
      <p:sp>
        <p:nvSpPr>
          <p:cNvPr id="115" name="">
            <a:extLst xmlns:a="http://schemas.openxmlformats.org/drawingml/2006/main">
              <a:ext uri="{FF2B5EF4-FFF2-40B4-BE49-F238E27FC236}">
                <a16:creationId xmlns:a16="http://schemas.microsoft.com/office/drawing/2014/main" id="{084A0BDC-BA20-4E4C-848E-4708878FF836}"/>
              </a:ext>
            </a:extLst>
          </p:cNvPr>
          <p:cNvSpPr>
            <a:spLocks xmlns:a="http://schemas.openxmlformats.org/drawingml/2006/main" noGrp="1"/>
          </p:cNvSpPr>
          <p:nvPr/>
        </p:nvSpPr>
        <p:spPr>
          <a:xfrm xmlns:a="http://schemas.openxmlformats.org/drawingml/2006/main">
            <a:off x="285750" y="3162300"/>
            <a:ext cx="5715000" cy="2533650"/>
          </a:xfrm>
          <a:prstGeom xmlns:a="http://schemas.openxmlformats.org/drawingml/2006/main" prst="roundRect">
            <a:avLst>
              <a:gd name="adj" fmla="val 338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6" name="">
            <a:extLst xmlns:a="http://schemas.openxmlformats.org/drawingml/2006/main">
              <a:ext uri="{FF2B5EF4-FFF2-40B4-BE49-F238E27FC236}">
                <a16:creationId xmlns:a16="http://schemas.microsoft.com/office/drawing/2014/main" id="{D3782D1B-352A-48A3-B0DA-7910D622C752}"/>
              </a:ext>
            </a:extLst>
          </p:cNvPr>
          <p:cNvSpPr>
            <a:spLocks xmlns:a="http://schemas.openxmlformats.org/drawingml/2006/main" noGrp="1"/>
          </p:cNvSpPr>
          <p:nvPr/>
        </p:nvSpPr>
        <p:spPr>
          <a:xfrm xmlns:a="http://schemas.openxmlformats.org/drawingml/2006/main">
            <a:off x="457200" y="32766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示范测算：继保 </a:t>
            </a:r>
            <a:r>
              <a:rPr sz="1050" b="1">
                <a:solidFill>
                  <a:srgbClr val="31C7F0"/>
                </a:solidFill>
                <a:latin typeface="微软雅黑"/>
                <a:ea typeface="微软雅黑"/>
                <a:cs typeface="微软雅黑"/>
              </a:rPr>
              <a:t>L3 </a:t>
            </a:r>
            <a:r>
              <a:rPr sz="1050" b="1">
                <a:solidFill>
                  <a:srgbClr val="31C7F0"/>
                </a:solidFill>
                <a:latin typeface="微软雅黑"/>
                <a:ea typeface="微软雅黑"/>
                <a:cs typeface="微软雅黑"/>
              </a:rPr>
              <a:t>缺 </a:t>
            </a:r>
            <a:r>
              <a:rPr sz="1050" b="1">
                <a:solidFill>
                  <a:srgbClr val="31C7F0"/>
                </a:solidFill>
                <a:latin typeface="微软雅黑"/>
                <a:ea typeface="微软雅黑"/>
                <a:cs typeface="微软雅黑"/>
              </a:rPr>
              <a:t>4 </a:t>
            </a:r>
            <a:r>
              <a:rPr sz="1050" b="1">
                <a:solidFill>
                  <a:srgbClr val="31C7F0"/>
                </a:solidFill>
                <a:latin typeface="微软雅黑"/>
                <a:ea typeface="微软雅黑"/>
                <a:cs typeface="微软雅黑"/>
              </a:rPr>
              <a:t>人、高压试验缺 </a:t>
            </a:r>
            <a:r>
              <a:rPr sz="1050" b="1">
                <a:solidFill>
                  <a:srgbClr val="31C7F0"/>
                </a:solidFill>
                <a:latin typeface="微软雅黑"/>
                <a:ea typeface="微软雅黑"/>
                <a:cs typeface="微软雅黑"/>
              </a:rPr>
              <a:t>3 </a:t>
            </a:r>
            <a:r>
              <a:rPr sz="1050" b="1">
                <a:solidFill>
                  <a:srgbClr val="31C7F0"/>
                </a:solidFill>
                <a:latin typeface="微软雅黑"/>
                <a:ea typeface="微软雅黑"/>
                <a:cs typeface="微软雅黑"/>
              </a:rPr>
              <a:t>人</a:t>
            </a:r>
          </a:p>
        </p:txBody>
      </p:sp>
      <p:sp>
        <p:nvSpPr>
          <p:cNvPr id="117" name="">
            <a:extLst xmlns:a="http://schemas.openxmlformats.org/drawingml/2006/main">
              <a:ext uri="{FF2B5EF4-FFF2-40B4-BE49-F238E27FC236}">
                <a16:creationId xmlns:a16="http://schemas.microsoft.com/office/drawing/2014/main" id="{44869B27-8C2B-4D7C-81AD-A71FA7921F7E}"/>
              </a:ext>
            </a:extLst>
          </p:cNvPr>
          <p:cNvSpPr>
            <a:spLocks xmlns:a="http://schemas.openxmlformats.org/drawingml/2006/main" noGrp="1"/>
          </p:cNvSpPr>
          <p:nvPr/>
        </p:nvSpPr>
        <p:spPr>
          <a:xfrm xmlns:a="http://schemas.openxmlformats.org/drawingml/2006/main">
            <a:off x="457200" y="3543300"/>
            <a:ext cx="5372100" cy="400050"/>
          </a:xfrm>
          <a:prstGeom xmlns:a="http://schemas.openxmlformats.org/drawingml/2006/main" prst="roundRect">
            <a:avLst>
              <a:gd name="adj" fmla="val 21429"/>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18" name="">
            <a:extLst xmlns:a="http://schemas.openxmlformats.org/drawingml/2006/main">
              <a:ext uri="{FF2B5EF4-FFF2-40B4-BE49-F238E27FC236}">
                <a16:creationId xmlns:a16="http://schemas.microsoft.com/office/drawing/2014/main" id="{A204B753-A063-44BC-B932-48DCF0AFA9D9}"/>
              </a:ext>
            </a:extLst>
          </p:cNvPr>
          <p:cNvSpPr>
            <a:spLocks xmlns:a="http://schemas.openxmlformats.org/drawingml/2006/main" noGrp="1"/>
          </p:cNvSpPr>
          <p:nvPr/>
        </p:nvSpPr>
        <p:spPr>
          <a:xfrm xmlns:a="http://schemas.openxmlformats.org/drawingml/2006/main">
            <a:off x="571500" y="3581400"/>
            <a:ext cx="219075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1">
                <a:solidFill>
                  <a:srgbClr val="9FC2E8"/>
                </a:solidFill>
                <a:latin typeface="微软雅黑"/>
                <a:ea typeface="微软雅黑"/>
                <a:cs typeface="微软雅黑"/>
              </a:defRPr>
            </a:pPr>
            <a:r>
              <a:rPr sz="825" b="1">
                <a:solidFill>
                  <a:srgbClr val="9FC2E8"/>
                </a:solidFill>
                <a:latin typeface="微软雅黑"/>
                <a:ea typeface="微软雅黑"/>
                <a:cs typeface="微软雅黑"/>
              </a:rPr>
              <a:t>口径 </a:t>
            </a:r>
            <a:r>
              <a:rPr sz="825" b="1">
                <a:solidFill>
                  <a:srgbClr val="9FC2E8"/>
                </a:solidFill>
                <a:latin typeface="微软雅黑"/>
                <a:ea typeface="微软雅黑"/>
                <a:cs typeface="微软雅黑"/>
              </a:rPr>
              <a:t>A · </a:t>
            </a:r>
            <a:r>
              <a:rPr sz="825" b="1">
                <a:solidFill>
                  <a:srgbClr val="9FC2E8"/>
                </a:solidFill>
                <a:latin typeface="微软雅黑"/>
                <a:ea typeface="微软雅黑"/>
                <a:cs typeface="微软雅黑"/>
              </a:rPr>
              <a:t>全部外招</a:t>
            </a:r>
          </a:p>
        </p:txBody>
      </p:sp>
      <p:sp>
        <p:nvSpPr>
          <p:cNvPr id="119" name="">
            <a:extLst xmlns:a="http://schemas.openxmlformats.org/drawingml/2006/main">
              <a:ext uri="{FF2B5EF4-FFF2-40B4-BE49-F238E27FC236}">
                <a16:creationId xmlns:a16="http://schemas.microsoft.com/office/drawing/2014/main" id="{238CF9AB-DF89-4043-B3F9-016C800CB008}"/>
              </a:ext>
            </a:extLst>
          </p:cNvPr>
          <p:cNvSpPr>
            <a:spLocks xmlns:a="http://schemas.openxmlformats.org/drawingml/2006/main" noGrp="1"/>
          </p:cNvSpPr>
          <p:nvPr/>
        </p:nvSpPr>
        <p:spPr>
          <a:xfrm xmlns:a="http://schemas.openxmlformats.org/drawingml/2006/main">
            <a:off x="571500" y="3752850"/>
            <a:ext cx="3810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继保 </a:t>
            </a:r>
            <a:r>
              <a:rPr sz="788" b="0">
                <a:solidFill>
                  <a:srgbClr val="D6E6F7"/>
                </a:solidFill>
                <a:latin typeface="微软雅黑"/>
                <a:ea typeface="微软雅黑"/>
                <a:cs typeface="微软雅黑"/>
              </a:rPr>
              <a:t>4 </a:t>
            </a:r>
            <a:r>
              <a:rPr sz="788" b="0">
                <a:solidFill>
                  <a:srgbClr val="D6E6F7"/>
                </a:solidFill>
                <a:latin typeface="微软雅黑"/>
                <a:ea typeface="微软雅黑"/>
                <a:cs typeface="微软雅黑"/>
              </a:rPr>
              <a:t>人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高压试验 </a:t>
            </a:r>
            <a:r>
              <a:rPr sz="788" b="0">
                <a:solidFill>
                  <a:srgbClr val="D6E6F7"/>
                </a:solidFill>
                <a:latin typeface="微软雅黑"/>
                <a:ea typeface="微软雅黑"/>
                <a:cs typeface="微软雅黑"/>
              </a:rPr>
              <a:t>3 </a:t>
            </a:r>
            <a:r>
              <a:rPr sz="788" b="0">
                <a:solidFill>
                  <a:srgbClr val="D6E6F7"/>
                </a:solidFill>
                <a:latin typeface="微软雅黑"/>
                <a:ea typeface="微软雅黑"/>
                <a:cs typeface="微软雅黑"/>
              </a:rPr>
              <a:t>人 </a:t>
            </a:r>
            <a:r>
              <a:rPr sz="788" b="0">
                <a:solidFill>
                  <a:srgbClr val="D6E6F7"/>
                </a:solidFill>
                <a:latin typeface="微软雅黑"/>
                <a:ea typeface="微软雅黑"/>
                <a:cs typeface="微软雅黑"/>
              </a:rPr>
              <a:t>= 7 </a:t>
            </a:r>
            <a:r>
              <a:rPr sz="788" b="0">
                <a:solidFill>
                  <a:srgbClr val="D6E6F7"/>
                </a:solidFill>
                <a:latin typeface="微软雅黑"/>
                <a:ea typeface="微软雅黑"/>
                <a:cs typeface="微软雅黑"/>
              </a:rPr>
              <a:t>人 </a:t>
            </a:r>
            <a:r>
              <a:rPr sz="788" b="0">
                <a:solidFill>
                  <a:srgbClr val="D6E6F7"/>
                </a:solidFill>
                <a:latin typeface="微软雅黑"/>
                <a:ea typeface="微软雅黑"/>
                <a:cs typeface="微软雅黑"/>
              </a:rPr>
              <a:t>× 8 </a:t>
            </a:r>
            <a:r>
              <a:rPr sz="788" b="0">
                <a:solidFill>
                  <a:srgbClr val="D6E6F7"/>
                </a:solidFill>
                <a:latin typeface="微软雅黑"/>
                <a:ea typeface="微软雅黑"/>
                <a:cs typeface="微软雅黑"/>
              </a:rPr>
              <a:t>万</a:t>
            </a:r>
          </a:p>
        </p:txBody>
      </p:sp>
      <p:sp>
        <p:nvSpPr>
          <p:cNvPr id="120" name="">
            <a:extLst xmlns:a="http://schemas.openxmlformats.org/drawingml/2006/main">
              <a:ext uri="{FF2B5EF4-FFF2-40B4-BE49-F238E27FC236}">
                <a16:creationId xmlns:a16="http://schemas.microsoft.com/office/drawing/2014/main" id="{931CA95B-2C3D-4851-82FD-901BAB9B51C5}"/>
              </a:ext>
            </a:extLst>
          </p:cNvPr>
          <p:cNvSpPr>
            <a:spLocks xmlns:a="http://schemas.openxmlformats.org/drawingml/2006/main" noGrp="1"/>
          </p:cNvSpPr>
          <p:nvPr/>
        </p:nvSpPr>
        <p:spPr>
          <a:xfrm xmlns:a="http://schemas.openxmlformats.org/drawingml/2006/main">
            <a:off x="4305300" y="3657600"/>
            <a:ext cx="14097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9FC2E8"/>
                </a:solidFill>
                <a:latin typeface="微软雅黑"/>
                <a:ea typeface="微软雅黑"/>
                <a:cs typeface="微软雅黑"/>
              </a:defRPr>
            </a:pPr>
            <a:r>
              <a:rPr sz="975" b="1">
                <a:solidFill>
                  <a:srgbClr val="9FC2E8"/>
                </a:solidFill>
                <a:latin typeface="微软雅黑"/>
                <a:ea typeface="微软雅黑"/>
                <a:cs typeface="微软雅黑"/>
              </a:rPr>
              <a:t>56 </a:t>
            </a:r>
            <a:r>
              <a:rPr sz="975" b="1">
                <a:solidFill>
                  <a:srgbClr val="9FC2E8"/>
                </a:solidFill>
                <a:latin typeface="微软雅黑"/>
                <a:ea typeface="微软雅黑"/>
                <a:cs typeface="微软雅黑"/>
              </a:rPr>
              <a:t>万元 </a:t>
            </a:r>
            <a:r>
              <a:rPr sz="975" b="1">
                <a:solidFill>
                  <a:srgbClr val="9FC2E8"/>
                </a:solidFill>
                <a:latin typeface="微软雅黑"/>
                <a:ea typeface="微软雅黑"/>
                <a:cs typeface="微软雅黑"/>
              </a:rPr>
              <a:t>/ </a:t>
            </a:r>
            <a:r>
              <a:rPr sz="975" b="1">
                <a:solidFill>
                  <a:srgbClr val="9FC2E8"/>
                </a:solidFill>
                <a:latin typeface="微软雅黑"/>
                <a:ea typeface="微软雅黑"/>
                <a:cs typeface="微软雅黑"/>
              </a:rPr>
              <a:t>年</a:t>
            </a:r>
          </a:p>
        </p:txBody>
      </p:sp>
      <p:sp>
        <p:nvSpPr>
          <p:cNvPr id="121" name="">
            <a:extLst xmlns:a="http://schemas.openxmlformats.org/drawingml/2006/main">
              <a:ext uri="{FF2B5EF4-FFF2-40B4-BE49-F238E27FC236}">
                <a16:creationId xmlns:a16="http://schemas.microsoft.com/office/drawing/2014/main" id="{68A0C6B7-CAC1-4A9C-8F6F-15A81001C4AD}"/>
              </a:ext>
            </a:extLst>
          </p:cNvPr>
          <p:cNvSpPr>
            <a:spLocks xmlns:a="http://schemas.openxmlformats.org/drawingml/2006/main" noGrp="1"/>
          </p:cNvSpPr>
          <p:nvPr/>
        </p:nvSpPr>
        <p:spPr>
          <a:xfrm xmlns:a="http://schemas.openxmlformats.org/drawingml/2006/main">
            <a:off x="457200" y="4000500"/>
            <a:ext cx="5372100" cy="400050"/>
          </a:xfrm>
          <a:prstGeom xmlns:a="http://schemas.openxmlformats.org/drawingml/2006/main" prst="roundRect">
            <a:avLst>
              <a:gd name="adj" fmla="val 21429"/>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22" name="">
            <a:extLst xmlns:a="http://schemas.openxmlformats.org/drawingml/2006/main">
              <a:ext uri="{FF2B5EF4-FFF2-40B4-BE49-F238E27FC236}">
                <a16:creationId xmlns:a16="http://schemas.microsoft.com/office/drawing/2014/main" id="{6162F6EE-0017-40B5-B5D8-F586100915A9}"/>
              </a:ext>
            </a:extLst>
          </p:cNvPr>
          <p:cNvSpPr>
            <a:spLocks xmlns:a="http://schemas.openxmlformats.org/drawingml/2006/main" noGrp="1"/>
          </p:cNvSpPr>
          <p:nvPr/>
        </p:nvSpPr>
        <p:spPr>
          <a:xfrm xmlns:a="http://schemas.openxmlformats.org/drawingml/2006/main">
            <a:off x="571500" y="4038600"/>
            <a:ext cx="219075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1">
                <a:solidFill>
                  <a:srgbClr val="3FD08A"/>
                </a:solidFill>
                <a:latin typeface="微软雅黑"/>
                <a:ea typeface="微软雅黑"/>
                <a:cs typeface="微软雅黑"/>
              </a:defRPr>
            </a:pPr>
            <a:r>
              <a:rPr sz="825" b="1">
                <a:solidFill>
                  <a:srgbClr val="3FD08A"/>
                </a:solidFill>
                <a:latin typeface="微软雅黑"/>
                <a:ea typeface="微软雅黑"/>
                <a:cs typeface="微软雅黑"/>
              </a:rPr>
              <a:t>口径 </a:t>
            </a:r>
            <a:r>
              <a:rPr sz="825" b="1">
                <a:solidFill>
                  <a:srgbClr val="3FD08A"/>
                </a:solidFill>
                <a:latin typeface="微软雅黑"/>
                <a:ea typeface="微软雅黑"/>
                <a:cs typeface="微软雅黑"/>
              </a:rPr>
              <a:t>B · </a:t>
            </a:r>
            <a:r>
              <a:rPr sz="825" b="1">
                <a:solidFill>
                  <a:srgbClr val="3FD08A"/>
                </a:solidFill>
                <a:latin typeface="微软雅黑"/>
                <a:ea typeface="微软雅黑"/>
                <a:cs typeface="微软雅黑"/>
              </a:rPr>
              <a:t>按缺口的组合建议</a:t>
            </a:r>
          </a:p>
        </p:txBody>
      </p:sp>
      <p:sp>
        <p:nvSpPr>
          <p:cNvPr id="123" name="">
            <a:extLst xmlns:a="http://schemas.openxmlformats.org/drawingml/2006/main">
              <a:ext uri="{FF2B5EF4-FFF2-40B4-BE49-F238E27FC236}">
                <a16:creationId xmlns:a16="http://schemas.microsoft.com/office/drawing/2014/main" id="{8FD8E680-10F5-4111-A031-8E62F5A3FF81}"/>
              </a:ext>
            </a:extLst>
          </p:cNvPr>
          <p:cNvSpPr>
            <a:spLocks xmlns:a="http://schemas.openxmlformats.org/drawingml/2006/main" noGrp="1"/>
          </p:cNvSpPr>
          <p:nvPr/>
        </p:nvSpPr>
        <p:spPr>
          <a:xfrm xmlns:a="http://schemas.openxmlformats.org/drawingml/2006/main">
            <a:off x="571500" y="4210050"/>
            <a:ext cx="3810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继保：</a:t>
            </a:r>
            <a:r>
              <a:rPr sz="788" b="0">
                <a:solidFill>
                  <a:srgbClr val="D6E6F7"/>
                </a:solidFill>
                <a:latin typeface="微软雅黑"/>
                <a:ea typeface="微软雅黑"/>
                <a:cs typeface="微软雅黑"/>
              </a:rPr>
              <a:t>3 </a:t>
            </a:r>
            <a:r>
              <a:rPr sz="788" b="0">
                <a:solidFill>
                  <a:srgbClr val="D6E6F7"/>
                </a:solidFill>
                <a:latin typeface="微软雅黑"/>
                <a:ea typeface="微软雅黑"/>
                <a:cs typeface="微软雅黑"/>
              </a:rPr>
              <a:t>人转岗（</a:t>
            </a:r>
            <a:r>
              <a:rPr sz="788" b="0">
                <a:solidFill>
                  <a:srgbClr val="D6E6F7"/>
                </a:solidFill>
                <a:latin typeface="微软雅黑"/>
                <a:ea typeface="微软雅黑"/>
                <a:cs typeface="微软雅黑"/>
              </a:rPr>
              <a:t>6 </a:t>
            </a:r>
            <a:r>
              <a:rPr sz="788" b="0">
                <a:solidFill>
                  <a:srgbClr val="D6E6F7"/>
                </a:solidFill>
                <a:latin typeface="微软雅黑"/>
                <a:ea typeface="微软雅黑"/>
                <a:cs typeface="微软雅黑"/>
              </a:rPr>
              <a:t>万）</a:t>
            </a:r>
            <a:r>
              <a:rPr sz="788" b="0">
                <a:solidFill>
                  <a:srgbClr val="D6E6F7"/>
                </a:solidFill>
                <a:latin typeface="微软雅黑"/>
                <a:ea typeface="微软雅黑"/>
                <a:cs typeface="微软雅黑"/>
              </a:rPr>
              <a:t>+ 1 </a:t>
            </a:r>
            <a:r>
              <a:rPr sz="788" b="0">
                <a:solidFill>
                  <a:srgbClr val="D6E6F7"/>
                </a:solidFill>
                <a:latin typeface="微软雅黑"/>
                <a:ea typeface="微软雅黑"/>
                <a:cs typeface="微软雅黑"/>
              </a:rPr>
              <a:t>人招聘（</a:t>
            </a:r>
            <a:r>
              <a:rPr sz="788" b="0">
                <a:solidFill>
                  <a:srgbClr val="D6E6F7"/>
                </a:solidFill>
                <a:latin typeface="微软雅黑"/>
                <a:ea typeface="微软雅黑"/>
                <a:cs typeface="微软雅黑"/>
              </a:rPr>
              <a:t>8 </a:t>
            </a:r>
            <a:r>
              <a:rPr sz="788" b="0">
                <a:solidFill>
                  <a:srgbClr val="D6E6F7"/>
                </a:solidFill>
                <a:latin typeface="微软雅黑"/>
                <a:ea typeface="微软雅黑"/>
                <a:cs typeface="微软雅黑"/>
              </a:rPr>
              <a:t>万）</a:t>
            </a:r>
            <a:r>
              <a:rPr sz="788" b="0">
                <a:solidFill>
                  <a:srgbClr val="D6E6F7"/>
                </a:solidFill>
                <a:latin typeface="微软雅黑"/>
                <a:ea typeface="微软雅黑"/>
                <a:cs typeface="微软雅黑"/>
              </a:rPr>
              <a:t>= 14 </a:t>
            </a:r>
            <a:r>
              <a:rPr sz="788" b="0">
                <a:solidFill>
                  <a:srgbClr val="D6E6F7"/>
                </a:solidFill>
                <a:latin typeface="微软雅黑"/>
                <a:ea typeface="微软雅黑"/>
                <a:cs typeface="微软雅黑"/>
              </a:rPr>
              <a:t>万</a:t>
            </a:r>
          </a:p>
        </p:txBody>
      </p:sp>
      <p:sp>
        <p:nvSpPr>
          <p:cNvPr id="124" name="">
            <a:extLst xmlns:a="http://schemas.openxmlformats.org/drawingml/2006/main">
              <a:ext uri="{FF2B5EF4-FFF2-40B4-BE49-F238E27FC236}">
                <a16:creationId xmlns:a16="http://schemas.microsoft.com/office/drawing/2014/main" id="{35449EDA-2C6F-47EE-BD7D-BAACF862B886}"/>
              </a:ext>
            </a:extLst>
          </p:cNvPr>
          <p:cNvSpPr>
            <a:spLocks xmlns:a="http://schemas.openxmlformats.org/drawingml/2006/main" noGrp="1"/>
          </p:cNvSpPr>
          <p:nvPr/>
        </p:nvSpPr>
        <p:spPr>
          <a:xfrm xmlns:a="http://schemas.openxmlformats.org/drawingml/2006/main">
            <a:off x="4305300" y="4114800"/>
            <a:ext cx="14097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3FD08A"/>
                </a:solidFill>
                <a:latin typeface="微软雅黑"/>
                <a:ea typeface="微软雅黑"/>
                <a:cs typeface="微软雅黑"/>
              </a:defRPr>
            </a:pPr>
            <a:r>
              <a:rPr sz="975" b="1">
                <a:solidFill>
                  <a:srgbClr val="3FD08A"/>
                </a:solidFill>
                <a:latin typeface="微软雅黑"/>
                <a:ea typeface="微软雅黑"/>
                <a:cs typeface="微软雅黑"/>
              </a:rPr>
              <a:t>14 </a:t>
            </a:r>
            <a:r>
              <a:rPr sz="975" b="1">
                <a:solidFill>
                  <a:srgbClr val="3FD08A"/>
                </a:solidFill>
                <a:latin typeface="微软雅黑"/>
                <a:ea typeface="微软雅黑"/>
                <a:cs typeface="微软雅黑"/>
              </a:rPr>
              <a:t>万元 </a:t>
            </a:r>
            <a:r>
              <a:rPr sz="975" b="1">
                <a:solidFill>
                  <a:srgbClr val="3FD08A"/>
                </a:solidFill>
                <a:latin typeface="微软雅黑"/>
                <a:ea typeface="微软雅黑"/>
                <a:cs typeface="微软雅黑"/>
              </a:rPr>
              <a:t>/ </a:t>
            </a:r>
            <a:r>
              <a:rPr sz="975" b="1">
                <a:solidFill>
                  <a:srgbClr val="3FD08A"/>
                </a:solidFill>
                <a:latin typeface="微软雅黑"/>
                <a:ea typeface="微软雅黑"/>
                <a:cs typeface="微软雅黑"/>
              </a:rPr>
              <a:t>年</a:t>
            </a:r>
          </a:p>
        </p:txBody>
      </p:sp>
      <p:sp>
        <p:nvSpPr>
          <p:cNvPr id="125" name="">
            <a:extLst xmlns:a="http://schemas.openxmlformats.org/drawingml/2006/main">
              <a:ext uri="{FF2B5EF4-FFF2-40B4-BE49-F238E27FC236}">
                <a16:creationId xmlns:a16="http://schemas.microsoft.com/office/drawing/2014/main" id="{FBC9E774-C81A-47BC-BC82-AA03CD43EB15}"/>
              </a:ext>
            </a:extLst>
          </p:cNvPr>
          <p:cNvSpPr>
            <a:spLocks xmlns:a="http://schemas.openxmlformats.org/drawingml/2006/main" noGrp="1"/>
          </p:cNvSpPr>
          <p:nvPr/>
        </p:nvSpPr>
        <p:spPr>
          <a:xfrm xmlns:a="http://schemas.openxmlformats.org/drawingml/2006/main">
            <a:off x="457200" y="4457700"/>
            <a:ext cx="5372100" cy="400050"/>
          </a:xfrm>
          <a:prstGeom xmlns:a="http://schemas.openxmlformats.org/drawingml/2006/main" prst="roundRect">
            <a:avLst>
              <a:gd name="adj" fmla="val 21429"/>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26" name="">
            <a:extLst xmlns:a="http://schemas.openxmlformats.org/drawingml/2006/main">
              <a:ext uri="{FF2B5EF4-FFF2-40B4-BE49-F238E27FC236}">
                <a16:creationId xmlns:a16="http://schemas.microsoft.com/office/drawing/2014/main" id="{A10FA79D-33F8-436E-9D62-B40FD651BBBA}"/>
              </a:ext>
            </a:extLst>
          </p:cNvPr>
          <p:cNvSpPr>
            <a:spLocks xmlns:a="http://schemas.openxmlformats.org/drawingml/2006/main" noGrp="1"/>
          </p:cNvSpPr>
          <p:nvPr/>
        </p:nvSpPr>
        <p:spPr>
          <a:xfrm xmlns:a="http://schemas.openxmlformats.org/drawingml/2006/main">
            <a:off x="571500" y="4495800"/>
            <a:ext cx="219075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r>
              <a:rPr b="1">
                <a:solidFill>
                  <a:srgbClr val="F5C33B"/>
                </a:solidFill>
              </a:rPr>
              <a:t/>
            </a:r>
          </a:p>
        </p:txBody>
      </p:sp>
      <p:sp>
        <p:nvSpPr>
          <p:cNvPr id="127" name="">
            <a:extLst xmlns:a="http://schemas.openxmlformats.org/drawingml/2006/main">
              <a:ext uri="{FF2B5EF4-FFF2-40B4-BE49-F238E27FC236}">
                <a16:creationId xmlns:a16="http://schemas.microsoft.com/office/drawing/2014/main" id="{0260952C-662B-4B7E-9FBD-7450565DC326}"/>
              </a:ext>
            </a:extLst>
          </p:cNvPr>
          <p:cNvSpPr>
            <a:spLocks xmlns:a="http://schemas.openxmlformats.org/drawingml/2006/main" noGrp="1"/>
          </p:cNvSpPr>
          <p:nvPr/>
        </p:nvSpPr>
        <p:spPr>
          <a:xfrm xmlns:a="http://schemas.openxmlformats.org/drawingml/2006/main">
            <a:off x="571500" y="4667250"/>
            <a:ext cx="3810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高压试验：</a:t>
            </a:r>
            <a:r>
              <a:rPr sz="788" b="0">
                <a:solidFill>
                  <a:srgbClr val="D6E6F7"/>
                </a:solidFill>
                <a:latin typeface="微软雅黑"/>
                <a:ea typeface="微软雅黑"/>
                <a:cs typeface="微软雅黑"/>
              </a:rPr>
              <a:t>2 </a:t>
            </a:r>
            <a:r>
              <a:rPr sz="788" b="0">
                <a:solidFill>
                  <a:srgbClr val="D6E6F7"/>
                </a:solidFill>
                <a:latin typeface="微软雅黑"/>
                <a:ea typeface="微软雅黑"/>
                <a:cs typeface="微软雅黑"/>
              </a:rPr>
              <a:t>人招聘（</a:t>
            </a:r>
            <a:r>
              <a:rPr sz="788" b="0">
                <a:solidFill>
                  <a:srgbClr val="D6E6F7"/>
                </a:solidFill>
                <a:latin typeface="微软雅黑"/>
                <a:ea typeface="微软雅黑"/>
                <a:cs typeface="微软雅黑"/>
              </a:rPr>
              <a:t>16 </a:t>
            </a:r>
            <a:r>
              <a:rPr sz="788" b="0">
                <a:solidFill>
                  <a:srgbClr val="D6E6F7"/>
                </a:solidFill>
                <a:latin typeface="微软雅黑"/>
                <a:ea typeface="微软雅黑"/>
                <a:cs typeface="微软雅黑"/>
              </a:rPr>
              <a:t>万）</a:t>
            </a:r>
            <a:r>
              <a:rPr sz="788" b="0">
                <a:solidFill>
                  <a:srgbClr val="D6E6F7"/>
                </a:solidFill>
                <a:latin typeface="微软雅黑"/>
                <a:ea typeface="微软雅黑"/>
                <a:cs typeface="微软雅黑"/>
              </a:rPr>
              <a:t>+ 1 </a:t>
            </a:r>
            <a:r>
              <a:rPr sz="788" b="0">
                <a:solidFill>
                  <a:srgbClr val="D6E6F7"/>
                </a:solidFill>
                <a:latin typeface="微软雅黑"/>
                <a:ea typeface="微软雅黑"/>
                <a:cs typeface="微软雅黑"/>
              </a:rPr>
              <a:t>人外委（</a:t>
            </a:r>
            <a:r>
              <a:rPr sz="788" b="0">
                <a:solidFill>
                  <a:srgbClr val="D6E6F7"/>
                </a:solidFill>
                <a:latin typeface="微软雅黑"/>
                <a:ea typeface="微软雅黑"/>
                <a:cs typeface="微软雅黑"/>
              </a:rPr>
              <a:t>18 </a:t>
            </a:r>
            <a:r>
              <a:rPr sz="788" b="0">
                <a:solidFill>
                  <a:srgbClr val="D6E6F7"/>
                </a:solidFill>
                <a:latin typeface="微软雅黑"/>
                <a:ea typeface="微软雅黑"/>
                <a:cs typeface="微软雅黑"/>
              </a:rPr>
              <a:t>万）</a:t>
            </a:r>
            <a:r>
              <a:rPr sz="788" b="0">
                <a:solidFill>
                  <a:srgbClr val="D6E6F7"/>
                </a:solidFill>
                <a:latin typeface="微软雅黑"/>
                <a:ea typeface="微软雅黑"/>
                <a:cs typeface="微软雅黑"/>
              </a:rPr>
              <a:t>= 34 </a:t>
            </a:r>
            <a:r>
              <a:rPr sz="788" b="0">
                <a:solidFill>
                  <a:srgbClr val="D6E6F7"/>
                </a:solidFill>
                <a:latin typeface="微软雅黑"/>
                <a:ea typeface="微软雅黑"/>
                <a:cs typeface="微软雅黑"/>
              </a:rPr>
              <a:t>万</a:t>
            </a:r>
          </a:p>
        </p:txBody>
      </p:sp>
      <p:sp>
        <p:nvSpPr>
          <p:cNvPr id="128" name="">
            <a:extLst xmlns:a="http://schemas.openxmlformats.org/drawingml/2006/main">
              <a:ext uri="{FF2B5EF4-FFF2-40B4-BE49-F238E27FC236}">
                <a16:creationId xmlns:a16="http://schemas.microsoft.com/office/drawing/2014/main" id="{E0A26B08-AE67-4712-921B-4A2BA542106A}"/>
              </a:ext>
            </a:extLst>
          </p:cNvPr>
          <p:cNvSpPr>
            <a:spLocks xmlns:a="http://schemas.openxmlformats.org/drawingml/2006/main" noGrp="1"/>
          </p:cNvSpPr>
          <p:nvPr/>
        </p:nvSpPr>
        <p:spPr>
          <a:xfrm xmlns:a="http://schemas.openxmlformats.org/drawingml/2006/main">
            <a:off x="4305300" y="4572000"/>
            <a:ext cx="14097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5C33B"/>
                </a:solidFill>
                <a:latin typeface="微软雅黑"/>
                <a:ea typeface="微软雅黑"/>
                <a:cs typeface="微软雅黑"/>
              </a:defRPr>
            </a:pPr>
            <a:r>
              <a:rPr sz="975" b="1">
                <a:solidFill>
                  <a:srgbClr val="F5C33B"/>
                </a:solidFill>
                <a:latin typeface="微软雅黑"/>
                <a:ea typeface="微软雅黑"/>
                <a:cs typeface="微软雅黑"/>
              </a:rPr>
              <a:t>34 </a:t>
            </a:r>
            <a:r>
              <a:rPr sz="975" b="1">
                <a:solidFill>
                  <a:srgbClr val="F5C33B"/>
                </a:solidFill>
                <a:latin typeface="微软雅黑"/>
                <a:ea typeface="微软雅黑"/>
                <a:cs typeface="微软雅黑"/>
              </a:rPr>
              <a:t>万元 </a:t>
            </a:r>
            <a:r>
              <a:rPr sz="975" b="1">
                <a:solidFill>
                  <a:srgbClr val="F5C33B"/>
                </a:solidFill>
                <a:latin typeface="微软雅黑"/>
                <a:ea typeface="微软雅黑"/>
                <a:cs typeface="微软雅黑"/>
              </a:rPr>
              <a:t>/ </a:t>
            </a:r>
            <a:r>
              <a:rPr sz="975" b="1">
                <a:solidFill>
                  <a:srgbClr val="F5C33B"/>
                </a:solidFill>
                <a:latin typeface="微软雅黑"/>
                <a:ea typeface="微软雅黑"/>
                <a:cs typeface="微软雅黑"/>
              </a:rPr>
              <a:t>年</a:t>
            </a:r>
          </a:p>
        </p:txBody>
      </p:sp>
      <p:sp>
        <p:nvSpPr>
          <p:cNvPr id="129" name="">
            <a:extLst xmlns:a="http://schemas.openxmlformats.org/drawingml/2006/main">
              <a:ext uri="{FF2B5EF4-FFF2-40B4-BE49-F238E27FC236}">
                <a16:creationId xmlns:a16="http://schemas.microsoft.com/office/drawing/2014/main" id="{75B80321-B55C-48CD-9E4E-EB5685B35CC7}"/>
              </a:ext>
            </a:extLst>
          </p:cNvPr>
          <p:cNvSpPr>
            <a:spLocks xmlns:a="http://schemas.openxmlformats.org/drawingml/2006/main" noGrp="1"/>
          </p:cNvSpPr>
          <p:nvPr/>
        </p:nvSpPr>
        <p:spPr>
          <a:xfrm xmlns:a="http://schemas.openxmlformats.org/drawingml/2006/main">
            <a:off x="457200" y="4914900"/>
            <a:ext cx="5372100" cy="400050"/>
          </a:xfrm>
          <a:prstGeom xmlns:a="http://schemas.openxmlformats.org/drawingml/2006/main" prst="roundRect">
            <a:avLst>
              <a:gd name="adj" fmla="val 21429"/>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3FD08A"/>
            </a:solidFill>
            <a:prstDash val="solid"/>
          </a:ln>
        </p:spPr>
      </p:sp>
      <p:sp>
        <p:nvSpPr>
          <p:cNvPr id="130" name="">
            <a:extLst xmlns:a="http://schemas.openxmlformats.org/drawingml/2006/main">
              <a:ext uri="{FF2B5EF4-FFF2-40B4-BE49-F238E27FC236}">
                <a16:creationId xmlns:a16="http://schemas.microsoft.com/office/drawing/2014/main" id="{5E95BDBC-6DF3-4501-A041-65364DBCA8C1}"/>
              </a:ext>
            </a:extLst>
          </p:cNvPr>
          <p:cNvSpPr>
            <a:spLocks xmlns:a="http://schemas.openxmlformats.org/drawingml/2006/main" noGrp="1"/>
          </p:cNvSpPr>
          <p:nvPr/>
        </p:nvSpPr>
        <p:spPr>
          <a:xfrm xmlns:a="http://schemas.openxmlformats.org/drawingml/2006/main">
            <a:off x="571500" y="4953000"/>
            <a:ext cx="219075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1">
                <a:solidFill>
                  <a:srgbClr val="3FD08A"/>
                </a:solidFill>
                <a:latin typeface="微软雅黑"/>
                <a:ea typeface="微软雅黑"/>
                <a:cs typeface="微软雅黑"/>
              </a:defRPr>
            </a:pPr>
            <a:r>
              <a:rPr sz="825" b="1">
                <a:solidFill>
                  <a:srgbClr val="3FD08A"/>
                </a:solidFill>
                <a:latin typeface="微软雅黑"/>
                <a:ea typeface="微软雅黑"/>
                <a:cs typeface="微软雅黑"/>
              </a:rPr>
              <a:t>差额</a:t>
            </a:r>
          </a:p>
        </p:txBody>
      </p:sp>
      <p:sp>
        <p:nvSpPr>
          <p:cNvPr id="131" name="">
            <a:extLst xmlns:a="http://schemas.openxmlformats.org/drawingml/2006/main">
              <a:ext uri="{FF2B5EF4-FFF2-40B4-BE49-F238E27FC236}">
                <a16:creationId xmlns:a16="http://schemas.microsoft.com/office/drawing/2014/main" id="{77FC9EBD-DCCF-4E3D-92A3-170E9A9C05E4}"/>
              </a:ext>
            </a:extLst>
          </p:cNvPr>
          <p:cNvSpPr>
            <a:spLocks xmlns:a="http://schemas.openxmlformats.org/drawingml/2006/main" noGrp="1"/>
          </p:cNvSpPr>
          <p:nvPr/>
        </p:nvSpPr>
        <p:spPr>
          <a:xfrm xmlns:a="http://schemas.openxmlformats.org/drawingml/2006/main">
            <a:off x="571500" y="5124450"/>
            <a:ext cx="3810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口径 </a:t>
            </a:r>
            <a:r>
              <a:rPr sz="788" b="0">
                <a:solidFill>
                  <a:srgbClr val="D6E6F7"/>
                </a:solidFill>
                <a:latin typeface="微软雅黑"/>
                <a:ea typeface="微软雅黑"/>
                <a:cs typeface="微软雅黑"/>
              </a:rPr>
              <a:t>B </a:t>
            </a:r>
            <a:r>
              <a:rPr sz="788" b="0">
                <a:solidFill>
                  <a:srgbClr val="D6E6F7"/>
                </a:solidFill>
                <a:latin typeface="微软雅黑"/>
                <a:ea typeface="微软雅黑"/>
                <a:cs typeface="微软雅黑"/>
              </a:rPr>
              <a:t>相对口径 </a:t>
            </a:r>
            <a:r>
              <a:rPr sz="788" b="0">
                <a:solidFill>
                  <a:srgbClr val="D6E6F7"/>
                </a:solidFill>
                <a:latin typeface="微软雅黑"/>
                <a:ea typeface="微软雅黑"/>
                <a:cs typeface="微软雅黑"/>
              </a:rPr>
              <a:t>A </a:t>
            </a:r>
            <a:r>
              <a:rPr sz="788" b="0">
                <a:solidFill>
                  <a:srgbClr val="D6E6F7"/>
                </a:solidFill>
                <a:latin typeface="微软雅黑"/>
                <a:ea typeface="微软雅黑"/>
                <a:cs typeface="微软雅黑"/>
              </a:rPr>
              <a:t>的净变化</a:t>
            </a:r>
          </a:p>
        </p:txBody>
      </p:sp>
      <p:sp>
        <p:nvSpPr>
          <p:cNvPr id="132" name="">
            <a:extLst xmlns:a="http://schemas.openxmlformats.org/drawingml/2006/main">
              <a:ext uri="{FF2B5EF4-FFF2-40B4-BE49-F238E27FC236}">
                <a16:creationId xmlns:a16="http://schemas.microsoft.com/office/drawing/2014/main" id="{FD6D48F1-2D23-461A-86C8-2EB003BD8FF6}"/>
              </a:ext>
            </a:extLst>
          </p:cNvPr>
          <p:cNvSpPr>
            <a:spLocks xmlns:a="http://schemas.openxmlformats.org/drawingml/2006/main" noGrp="1"/>
          </p:cNvSpPr>
          <p:nvPr/>
        </p:nvSpPr>
        <p:spPr>
          <a:xfrm xmlns:a="http://schemas.openxmlformats.org/drawingml/2006/main">
            <a:off x="4305300" y="5029200"/>
            <a:ext cx="14097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3FD08A"/>
                </a:solidFill>
                <a:latin typeface="微软雅黑"/>
                <a:ea typeface="微软雅黑"/>
                <a:cs typeface="微软雅黑"/>
              </a:defRPr>
            </a:pPr>
            <a:r>
              <a:rPr sz="975" b="1">
                <a:solidFill>
                  <a:srgbClr val="3FD08A"/>
                </a:solidFill>
                <a:latin typeface="微软雅黑"/>
                <a:ea typeface="微软雅黑"/>
                <a:cs typeface="微软雅黑"/>
              </a:rPr>
              <a:t>节约 </a:t>
            </a:r>
            <a:r>
              <a:rPr sz="975" b="1">
                <a:solidFill>
                  <a:srgbClr val="3FD08A"/>
                </a:solidFill>
                <a:latin typeface="微软雅黑"/>
                <a:ea typeface="微软雅黑"/>
                <a:cs typeface="微软雅黑"/>
              </a:rPr>
              <a:t>8 </a:t>
            </a:r>
            <a:r>
              <a:rPr sz="975" b="1">
                <a:solidFill>
                  <a:srgbClr val="3FD08A"/>
                </a:solidFill>
                <a:latin typeface="微软雅黑"/>
                <a:ea typeface="微软雅黑"/>
                <a:cs typeface="微软雅黑"/>
              </a:rPr>
              <a:t>万元 </a:t>
            </a:r>
            <a:r>
              <a:rPr sz="975" b="1">
                <a:solidFill>
                  <a:srgbClr val="3FD08A"/>
                </a:solidFill>
                <a:latin typeface="微软雅黑"/>
                <a:ea typeface="微软雅黑"/>
                <a:cs typeface="微软雅黑"/>
              </a:rPr>
              <a:t>/ </a:t>
            </a:r>
            <a:r>
              <a:rPr sz="975" b="1">
                <a:solidFill>
                  <a:srgbClr val="3FD08A"/>
                </a:solidFill>
                <a:latin typeface="微软雅黑"/>
                <a:ea typeface="微软雅黑"/>
                <a:cs typeface="微软雅黑"/>
              </a:rPr>
              <a:t>年</a:t>
            </a:r>
          </a:p>
        </p:txBody>
      </p:sp>
      <p:sp>
        <p:nvSpPr>
          <p:cNvPr id="133" name="">
            <a:extLst xmlns:a="http://schemas.openxmlformats.org/drawingml/2006/main">
              <a:ext uri="{FF2B5EF4-FFF2-40B4-BE49-F238E27FC236}">
                <a16:creationId xmlns:a16="http://schemas.microsoft.com/office/drawing/2014/main" id="{CB70B3F0-6CCC-4E1C-A294-3FA9227E3FC8}"/>
              </a:ext>
            </a:extLst>
          </p:cNvPr>
          <p:cNvSpPr>
            <a:spLocks xmlns:a="http://schemas.openxmlformats.org/drawingml/2006/main" noGrp="1"/>
          </p:cNvSpPr>
          <p:nvPr/>
        </p:nvSpPr>
        <p:spPr>
          <a:xfrm xmlns:a="http://schemas.openxmlformats.org/drawingml/2006/main">
            <a:off x="457200" y="5429250"/>
            <a:ext cx="53911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7A9CC4"/>
                </a:solidFill>
                <a:latin typeface="微软雅黑"/>
                <a:ea typeface="微软雅黑"/>
                <a:cs typeface="微软雅黑"/>
              </a:defRPr>
            </a:pPr>
            <a:r>
              <a:rPr sz="788" b="0">
                <a:solidFill>
                  <a:srgbClr val="7A9CC4"/>
                </a:solidFill>
                <a:latin typeface="微软雅黑"/>
                <a:ea typeface="微软雅黑"/>
                <a:cs typeface="微软雅黑"/>
              </a:rPr>
              <a:t>注：外委单价高但响应快，适合临时窗口；系统会如实给出「该组合不一定更省」的结论，而不是一味推荐内部消化。</a:t>
            </a:r>
          </a:p>
        </p:txBody>
      </p:sp>
      <p:sp>
        <p:nvSpPr>
          <p:cNvPr id="134" name="">
            <a:extLst xmlns:a="http://schemas.openxmlformats.org/drawingml/2006/main">
              <a:ext uri="{FF2B5EF4-FFF2-40B4-BE49-F238E27FC236}">
                <a16:creationId xmlns:a16="http://schemas.microsoft.com/office/drawing/2014/main" id="{E9DD7BCF-66B7-4913-A58C-9690DACF7296}"/>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回收期模型（把客户真实参数代入即可算）</a:t>
            </a:r>
          </a:p>
        </p:txBody>
      </p:sp>
      <p:sp>
        <p:nvSpPr>
          <p:cNvPr id="135" name="">
            <a:extLst xmlns:a="http://schemas.openxmlformats.org/drawingml/2006/main">
              <a:ext uri="{FF2B5EF4-FFF2-40B4-BE49-F238E27FC236}">
                <a16:creationId xmlns:a16="http://schemas.microsoft.com/office/drawing/2014/main" id="{D47FB48C-02FE-43AA-B491-0183DC50999A}"/>
              </a:ext>
            </a:extLst>
          </p:cNvPr>
          <p:cNvSpPr>
            <a:spLocks xmlns:a="http://schemas.openxmlformats.org/drawingml/2006/main" noGrp="1"/>
          </p:cNvSpPr>
          <p:nvPr/>
        </p:nvSpPr>
        <p:spPr>
          <a:xfrm xmlns:a="http://schemas.openxmlformats.org/drawingml/2006/main">
            <a:off x="6229350" y="1638300"/>
            <a:ext cx="5676900" cy="914400"/>
          </a:xfrm>
          <a:prstGeom xmlns:a="http://schemas.openxmlformats.org/drawingml/2006/main" prst="roundRect">
            <a:avLst>
              <a:gd name="adj" fmla="val 9375"/>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13335">
            <a:solidFill>
              <a:srgbClr val="F5C33B"/>
            </a:solidFill>
            <a:prstDash val="solid"/>
          </a:ln>
        </p:spPr>
      </p:sp>
      <p:sp>
        <p:nvSpPr>
          <p:cNvPr id="136" name="">
            <a:extLst xmlns:a="http://schemas.openxmlformats.org/drawingml/2006/main">
              <a:ext uri="{FF2B5EF4-FFF2-40B4-BE49-F238E27FC236}">
                <a16:creationId xmlns:a16="http://schemas.microsoft.com/office/drawing/2014/main" id="{599628A8-C640-4DC0-B11E-60EF5E31D930}"/>
              </a:ext>
            </a:extLst>
          </p:cNvPr>
          <p:cNvSpPr>
            <a:spLocks xmlns:a="http://schemas.openxmlformats.org/drawingml/2006/main" noGrp="1"/>
          </p:cNvSpPr>
          <p:nvPr/>
        </p:nvSpPr>
        <p:spPr>
          <a:xfrm xmlns:a="http://schemas.openxmlformats.org/drawingml/2006/main">
            <a:off x="6400800" y="1771650"/>
            <a:ext cx="535305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年可量化节省 </a:t>
            </a:r>
            <a:r>
              <a:rPr sz="938" b="1">
                <a:solidFill>
                  <a:srgbClr val="D6E6F7"/>
                </a:solidFill>
                <a:latin typeface="微软雅黑"/>
                <a:ea typeface="微软雅黑"/>
                <a:cs typeface="微软雅黑"/>
              </a:rPr>
              <a:t>S = </a:t>
            </a:r>
            <a:r>
              <a:rPr sz="938">
                <a:solidFill>
                  <a:srgbClr val="D6E6F7"/>
                </a:solidFill>
                <a:latin typeface="微软雅黑"/>
                <a:ea typeface="微软雅黑"/>
                <a:cs typeface="微软雅黑"/>
              </a:rPr>
              <a:t>人力决策节省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停机带教工时节省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重复培训工时节省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台账人工节省</a:t>
            </a:r>
          </a:p>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回收期 </a:t>
            </a:r>
            <a:r>
              <a:rPr sz="938" b="1">
                <a:solidFill>
                  <a:srgbClr val="D6E6F7"/>
                </a:solidFill>
                <a:latin typeface="微软雅黑"/>
                <a:ea typeface="微软雅黑"/>
                <a:cs typeface="微软雅黑"/>
              </a:rPr>
              <a:t>T = </a:t>
            </a:r>
            <a:r>
              <a:rPr sz="938">
                <a:solidFill>
                  <a:srgbClr val="D6E6F7"/>
                </a:solidFill>
                <a:latin typeface="微软雅黑"/>
                <a:ea typeface="微软雅黑"/>
                <a:cs typeface="微软雅黑"/>
              </a:rPr>
              <a:t>系统年费 </a:t>
            </a:r>
            <a:r>
              <a:rPr sz="938">
                <a:solidFill>
                  <a:srgbClr val="D6E6F7"/>
                </a:solidFill>
                <a:latin typeface="微软雅黑"/>
                <a:ea typeface="微软雅黑"/>
                <a:cs typeface="微软雅黑"/>
              </a:rPr>
              <a:t>÷ S　</a:t>
            </a:r>
            <a:r>
              <a:rPr sz="938">
                <a:solidFill>
                  <a:srgbClr val="D6E6F7"/>
                </a:solidFill>
                <a:latin typeface="微软雅黑"/>
                <a:ea typeface="微软雅黑"/>
                <a:cs typeface="微软雅黑"/>
              </a:rPr>
              <a:t>（按客户真实人均工时成本代入）</a:t>
            </a:r>
          </a:p>
        </p:txBody>
      </p:sp>
      <p:sp>
        <p:nvSpPr>
          <p:cNvPr id="137" name="">
            <a:extLst xmlns:a="http://schemas.openxmlformats.org/drawingml/2006/main">
              <a:ext uri="{FF2B5EF4-FFF2-40B4-BE49-F238E27FC236}">
                <a16:creationId xmlns:a16="http://schemas.microsoft.com/office/drawing/2014/main" id="{08A32D7A-EA8F-40B0-BF0A-7929FD83327F}"/>
              </a:ext>
            </a:extLst>
          </p:cNvPr>
          <p:cNvSpPr>
            <a:spLocks xmlns:a="http://schemas.openxmlformats.org/drawingml/2006/main" noGrp="1"/>
          </p:cNvSpPr>
          <p:nvPr/>
        </p:nvSpPr>
        <p:spPr>
          <a:xfrm xmlns:a="http://schemas.openxmlformats.org/drawingml/2006/main">
            <a:off x="6229350" y="2705100"/>
            <a:ext cx="5676900" cy="628650"/>
          </a:xfrm>
          <a:prstGeom xmlns:a="http://schemas.openxmlformats.org/drawingml/2006/main" prst="roundRect">
            <a:avLst>
              <a:gd name="adj" fmla="val 1363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38" name="">
            <a:extLst xmlns:a="http://schemas.openxmlformats.org/drawingml/2006/main">
              <a:ext uri="{FF2B5EF4-FFF2-40B4-BE49-F238E27FC236}">
                <a16:creationId xmlns:a16="http://schemas.microsoft.com/office/drawing/2014/main" id="{7EC0653D-4D61-4B6C-8132-5D2F767F1D1A}"/>
              </a:ext>
            </a:extLst>
          </p:cNvPr>
          <p:cNvSpPr>
            <a:spLocks xmlns:a="http://schemas.openxmlformats.org/drawingml/2006/main" noGrp="1"/>
          </p:cNvSpPr>
          <p:nvPr/>
        </p:nvSpPr>
        <p:spPr>
          <a:xfrm xmlns:a="http://schemas.openxmlformats.org/drawingml/2006/main">
            <a:off x="6229350" y="2705100"/>
            <a:ext cx="38100" cy="6286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39" name="">
            <a:extLst xmlns:a="http://schemas.openxmlformats.org/drawingml/2006/main">
              <a:ext uri="{FF2B5EF4-FFF2-40B4-BE49-F238E27FC236}">
                <a16:creationId xmlns:a16="http://schemas.microsoft.com/office/drawing/2014/main" id="{410987CA-E6B1-4832-956F-E5A0AE0E131B}"/>
              </a:ext>
            </a:extLst>
          </p:cNvPr>
          <p:cNvSpPr>
            <a:spLocks xmlns:a="http://schemas.openxmlformats.org/drawingml/2006/main" noGrp="1"/>
          </p:cNvSpPr>
          <p:nvPr/>
        </p:nvSpPr>
        <p:spPr>
          <a:xfrm xmlns:a="http://schemas.openxmlformats.org/drawingml/2006/main">
            <a:off x="6400800" y="278130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人力决策节省</a:t>
            </a:r>
          </a:p>
        </p:txBody>
      </p:sp>
      <p:sp>
        <p:nvSpPr>
          <p:cNvPr id="140" name="">
            <a:extLst xmlns:a="http://schemas.openxmlformats.org/drawingml/2006/main">
              <a:ext uri="{FF2B5EF4-FFF2-40B4-BE49-F238E27FC236}">
                <a16:creationId xmlns:a16="http://schemas.microsoft.com/office/drawing/2014/main" id="{389FCBA5-38D5-4E45-9C09-5882ECF3AFD6}"/>
              </a:ext>
            </a:extLst>
          </p:cNvPr>
          <p:cNvSpPr>
            <a:spLocks xmlns:a="http://schemas.openxmlformats.org/drawingml/2006/main" noGrp="1"/>
          </p:cNvSpPr>
          <p:nvPr/>
        </p:nvSpPr>
        <p:spPr>
          <a:xfrm xmlns:a="http://schemas.openxmlformats.org/drawingml/2006/main">
            <a:off x="6400800" y="3009900"/>
            <a:ext cx="3619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按转岗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招聘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外委组合与全外招口径之差计算</a:t>
            </a:r>
          </a:p>
        </p:txBody>
      </p:sp>
      <p:sp>
        <p:nvSpPr>
          <p:cNvPr id="141" name="">
            <a:extLst xmlns:a="http://schemas.openxmlformats.org/drawingml/2006/main">
              <a:ext uri="{FF2B5EF4-FFF2-40B4-BE49-F238E27FC236}">
                <a16:creationId xmlns:a16="http://schemas.microsoft.com/office/drawing/2014/main" id="{6CE00EBA-B8AA-4AF8-8DB4-77A0FC2B1C73}"/>
              </a:ext>
            </a:extLst>
          </p:cNvPr>
          <p:cNvSpPr>
            <a:spLocks xmlns:a="http://schemas.openxmlformats.org/drawingml/2006/main" noGrp="1"/>
          </p:cNvSpPr>
          <p:nvPr/>
        </p:nvSpPr>
        <p:spPr>
          <a:xfrm xmlns:a="http://schemas.openxmlformats.org/drawingml/2006/main">
            <a:off x="10001250" y="2895600"/>
            <a:ext cx="17716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5C33B"/>
                </a:solidFill>
                <a:latin typeface="微软雅黑"/>
                <a:ea typeface="微软雅黑"/>
                <a:cs typeface="微软雅黑"/>
              </a:defRPr>
            </a:pPr>
            <a:r>
              <a:rPr sz="825" b="1">
                <a:solidFill>
                  <a:srgbClr val="F5C33B"/>
                </a:solidFill>
                <a:latin typeface="微软雅黑"/>
                <a:ea typeface="微软雅黑"/>
                <a:cs typeface="微软雅黑"/>
              </a:rPr>
              <a:t>本次示范 </a:t>
            </a:r>
            <a:r>
              <a:rPr sz="825" b="1">
                <a:solidFill>
                  <a:srgbClr val="F5C33B"/>
                </a:solidFill>
                <a:latin typeface="微软雅黑"/>
                <a:ea typeface="微软雅黑"/>
                <a:cs typeface="微软雅黑"/>
              </a:rPr>
              <a:t>8 </a:t>
            </a:r>
            <a:r>
              <a:rPr sz="825" b="1">
                <a:solidFill>
                  <a:srgbClr val="F5C33B"/>
                </a:solidFill>
                <a:latin typeface="微软雅黑"/>
                <a:ea typeface="微软雅黑"/>
                <a:cs typeface="微软雅黑"/>
              </a:rPr>
              <a:t>万元 </a:t>
            </a:r>
            <a:r>
              <a:rPr sz="825" b="1">
                <a:solidFill>
                  <a:srgbClr val="F5C33B"/>
                </a:solidFill>
                <a:latin typeface="微软雅黑"/>
                <a:ea typeface="微软雅黑"/>
                <a:cs typeface="微软雅黑"/>
              </a:rPr>
              <a:t>/ </a:t>
            </a:r>
            <a:r>
              <a:rPr sz="825" b="1">
                <a:solidFill>
                  <a:srgbClr val="F5C33B"/>
                </a:solidFill>
                <a:latin typeface="微软雅黑"/>
                <a:ea typeface="微软雅黑"/>
                <a:cs typeface="微软雅黑"/>
              </a:rPr>
              <a:t>年</a:t>
            </a:r>
          </a:p>
        </p:txBody>
      </p:sp>
      <p:sp>
        <p:nvSpPr>
          <p:cNvPr id="142" name="">
            <a:extLst xmlns:a="http://schemas.openxmlformats.org/drawingml/2006/main">
              <a:ext uri="{FF2B5EF4-FFF2-40B4-BE49-F238E27FC236}">
                <a16:creationId xmlns:a16="http://schemas.microsoft.com/office/drawing/2014/main" id="{6DB38450-1ACB-4935-930E-936F984ED7DC}"/>
              </a:ext>
            </a:extLst>
          </p:cNvPr>
          <p:cNvSpPr>
            <a:spLocks xmlns:a="http://schemas.openxmlformats.org/drawingml/2006/main" noGrp="1"/>
          </p:cNvSpPr>
          <p:nvPr/>
        </p:nvSpPr>
        <p:spPr>
          <a:xfrm xmlns:a="http://schemas.openxmlformats.org/drawingml/2006/main">
            <a:off x="6229350" y="3409950"/>
            <a:ext cx="5676900" cy="628650"/>
          </a:xfrm>
          <a:prstGeom xmlns:a="http://schemas.openxmlformats.org/drawingml/2006/main" prst="roundRect">
            <a:avLst>
              <a:gd name="adj" fmla="val 1363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43" name="">
            <a:extLst xmlns:a="http://schemas.openxmlformats.org/drawingml/2006/main">
              <a:ext uri="{FF2B5EF4-FFF2-40B4-BE49-F238E27FC236}">
                <a16:creationId xmlns:a16="http://schemas.microsoft.com/office/drawing/2014/main" id="{4890298F-F41E-43D5-8DAF-042405E7DCB0}"/>
              </a:ext>
            </a:extLst>
          </p:cNvPr>
          <p:cNvSpPr>
            <a:spLocks xmlns:a="http://schemas.openxmlformats.org/drawingml/2006/main" noGrp="1"/>
          </p:cNvSpPr>
          <p:nvPr/>
        </p:nvSpPr>
        <p:spPr>
          <a:xfrm xmlns:a="http://schemas.openxmlformats.org/drawingml/2006/main">
            <a:off x="6229350" y="3409950"/>
            <a:ext cx="38100" cy="6286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44" name="">
            <a:extLst xmlns:a="http://schemas.openxmlformats.org/drawingml/2006/main">
              <a:ext uri="{FF2B5EF4-FFF2-40B4-BE49-F238E27FC236}">
                <a16:creationId xmlns:a16="http://schemas.microsoft.com/office/drawing/2014/main" id="{19FC680A-2754-4878-B4AD-44BC1C00981C}"/>
              </a:ext>
            </a:extLst>
          </p:cNvPr>
          <p:cNvSpPr>
            <a:spLocks xmlns:a="http://schemas.openxmlformats.org/drawingml/2006/main" noGrp="1"/>
          </p:cNvSpPr>
          <p:nvPr/>
        </p:nvSpPr>
        <p:spPr>
          <a:xfrm xmlns:a="http://schemas.openxmlformats.org/drawingml/2006/main">
            <a:off x="6400800" y="348615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停机带教工时</a:t>
            </a:r>
          </a:p>
        </p:txBody>
      </p:sp>
      <p:sp>
        <p:nvSpPr>
          <p:cNvPr id="145" name="">
            <a:extLst xmlns:a="http://schemas.openxmlformats.org/drawingml/2006/main">
              <a:ext uri="{FF2B5EF4-FFF2-40B4-BE49-F238E27FC236}">
                <a16:creationId xmlns:a16="http://schemas.microsoft.com/office/drawing/2014/main" id="{682BF065-91E3-42C8-A8BF-3EA4A52374DB}"/>
              </a:ext>
            </a:extLst>
          </p:cNvPr>
          <p:cNvSpPr>
            <a:spLocks xmlns:a="http://schemas.openxmlformats.org/drawingml/2006/main" noGrp="1"/>
          </p:cNvSpPr>
          <p:nvPr/>
        </p:nvSpPr>
        <p:spPr>
          <a:xfrm xmlns:a="http://schemas.openxmlformats.org/drawingml/2006/main">
            <a:off x="6400800" y="3714750"/>
            <a:ext cx="3619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按「带教人数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年带教工时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客户人均工时成本」计算</a:t>
            </a:r>
          </a:p>
        </p:txBody>
      </p:sp>
      <p:sp>
        <p:nvSpPr>
          <p:cNvPr id="146" name="">
            <a:extLst xmlns:a="http://schemas.openxmlformats.org/drawingml/2006/main">
              <a:ext uri="{FF2B5EF4-FFF2-40B4-BE49-F238E27FC236}">
                <a16:creationId xmlns:a16="http://schemas.microsoft.com/office/drawing/2014/main" id="{840CE9CF-AEE0-4225-8183-A1D22EFC3971}"/>
              </a:ext>
            </a:extLst>
          </p:cNvPr>
          <p:cNvSpPr>
            <a:spLocks xmlns:a="http://schemas.openxmlformats.org/drawingml/2006/main" noGrp="1"/>
          </p:cNvSpPr>
          <p:nvPr/>
        </p:nvSpPr>
        <p:spPr>
          <a:xfrm xmlns:a="http://schemas.openxmlformats.org/drawingml/2006/main">
            <a:off x="10001250" y="3600450"/>
            <a:ext cx="17716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5C33B"/>
                </a:solidFill>
                <a:latin typeface="微软雅黑"/>
                <a:ea typeface="微软雅黑"/>
                <a:cs typeface="微软雅黑"/>
              </a:defRPr>
            </a:pPr>
            <a:r>
              <a:rPr sz="825" b="1">
                <a:solidFill>
                  <a:srgbClr val="F5C33B"/>
                </a:solidFill>
                <a:latin typeface="微软雅黑"/>
                <a:ea typeface="微软雅黑"/>
                <a:cs typeface="微软雅黑"/>
              </a:rPr>
              <a:t>参数待客户代入</a:t>
            </a:r>
          </a:p>
        </p:txBody>
      </p:sp>
      <p:sp>
        <p:nvSpPr>
          <p:cNvPr id="147" name="">
            <a:extLst xmlns:a="http://schemas.openxmlformats.org/drawingml/2006/main">
              <a:ext uri="{FF2B5EF4-FFF2-40B4-BE49-F238E27FC236}">
                <a16:creationId xmlns:a16="http://schemas.microsoft.com/office/drawing/2014/main" id="{03412C74-9A6C-441A-BBB4-933855C3DD2C}"/>
              </a:ext>
            </a:extLst>
          </p:cNvPr>
          <p:cNvSpPr>
            <a:spLocks xmlns:a="http://schemas.openxmlformats.org/drawingml/2006/main" noGrp="1"/>
          </p:cNvSpPr>
          <p:nvPr/>
        </p:nvSpPr>
        <p:spPr>
          <a:xfrm xmlns:a="http://schemas.openxmlformats.org/drawingml/2006/main">
            <a:off x="6229350" y="4114800"/>
            <a:ext cx="5676900" cy="628650"/>
          </a:xfrm>
          <a:prstGeom xmlns:a="http://schemas.openxmlformats.org/drawingml/2006/main" prst="roundRect">
            <a:avLst>
              <a:gd name="adj" fmla="val 1363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48" name="">
            <a:extLst xmlns:a="http://schemas.openxmlformats.org/drawingml/2006/main">
              <a:ext uri="{FF2B5EF4-FFF2-40B4-BE49-F238E27FC236}">
                <a16:creationId xmlns:a16="http://schemas.microsoft.com/office/drawing/2014/main" id="{D22BACAD-9324-4F79-85EB-92B8DABBCBA0}"/>
              </a:ext>
            </a:extLst>
          </p:cNvPr>
          <p:cNvSpPr>
            <a:spLocks xmlns:a="http://schemas.openxmlformats.org/drawingml/2006/main" noGrp="1"/>
          </p:cNvSpPr>
          <p:nvPr/>
        </p:nvSpPr>
        <p:spPr>
          <a:xfrm xmlns:a="http://schemas.openxmlformats.org/drawingml/2006/main">
            <a:off x="6229350" y="4114800"/>
            <a:ext cx="38100" cy="6286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49" name="">
            <a:extLst xmlns:a="http://schemas.openxmlformats.org/drawingml/2006/main">
              <a:ext uri="{FF2B5EF4-FFF2-40B4-BE49-F238E27FC236}">
                <a16:creationId xmlns:a16="http://schemas.microsoft.com/office/drawing/2014/main" id="{C29B6C2C-8D30-48D4-A0EF-8640A252BB71}"/>
              </a:ext>
            </a:extLst>
          </p:cNvPr>
          <p:cNvSpPr>
            <a:spLocks xmlns:a="http://schemas.openxmlformats.org/drawingml/2006/main" noGrp="1"/>
          </p:cNvSpPr>
          <p:nvPr/>
        </p:nvSpPr>
        <p:spPr>
          <a:xfrm xmlns:a="http://schemas.openxmlformats.org/drawingml/2006/main">
            <a:off x="6400800" y="419100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重复培训工时</a:t>
            </a:r>
          </a:p>
        </p:txBody>
      </p:sp>
      <p:sp>
        <p:nvSpPr>
          <p:cNvPr id="150" name="">
            <a:extLst xmlns:a="http://schemas.openxmlformats.org/drawingml/2006/main">
              <a:ext uri="{FF2B5EF4-FFF2-40B4-BE49-F238E27FC236}">
                <a16:creationId xmlns:a16="http://schemas.microsoft.com/office/drawing/2014/main" id="{43A8EE2A-7137-479A-973A-7136FB0D8A28}"/>
              </a:ext>
            </a:extLst>
          </p:cNvPr>
          <p:cNvSpPr>
            <a:spLocks xmlns:a="http://schemas.openxmlformats.org/drawingml/2006/main" noGrp="1"/>
          </p:cNvSpPr>
          <p:nvPr/>
        </p:nvSpPr>
        <p:spPr>
          <a:xfrm xmlns:a="http://schemas.openxmlformats.org/drawingml/2006/main">
            <a:off x="6400800" y="4419600"/>
            <a:ext cx="3619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按「重复培训人数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课时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人均工时成本」计算</a:t>
            </a:r>
          </a:p>
        </p:txBody>
      </p:sp>
      <p:sp>
        <p:nvSpPr>
          <p:cNvPr id="151" name="">
            <a:extLst xmlns:a="http://schemas.openxmlformats.org/drawingml/2006/main">
              <a:ext uri="{FF2B5EF4-FFF2-40B4-BE49-F238E27FC236}">
                <a16:creationId xmlns:a16="http://schemas.microsoft.com/office/drawing/2014/main" id="{D1AC32CD-4E66-408C-8D48-5C32CAB5588B}"/>
              </a:ext>
            </a:extLst>
          </p:cNvPr>
          <p:cNvSpPr>
            <a:spLocks xmlns:a="http://schemas.openxmlformats.org/drawingml/2006/main" noGrp="1"/>
          </p:cNvSpPr>
          <p:nvPr/>
        </p:nvSpPr>
        <p:spPr>
          <a:xfrm xmlns:a="http://schemas.openxmlformats.org/drawingml/2006/main">
            <a:off x="10001250" y="4305300"/>
            <a:ext cx="17716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5C33B"/>
                </a:solidFill>
                <a:latin typeface="微软雅黑"/>
                <a:ea typeface="微软雅黑"/>
                <a:cs typeface="微软雅黑"/>
              </a:defRPr>
            </a:pPr>
            <a:r>
              <a:rPr sz="825" b="1">
                <a:solidFill>
                  <a:srgbClr val="F5C33B"/>
                </a:solidFill>
                <a:latin typeface="微软雅黑"/>
                <a:ea typeface="微软雅黑"/>
                <a:cs typeface="微软雅黑"/>
              </a:rPr>
              <a:t>参数待客户代入</a:t>
            </a:r>
          </a:p>
        </p:txBody>
      </p:sp>
      <p:sp>
        <p:nvSpPr>
          <p:cNvPr id="152" name="">
            <a:extLst xmlns:a="http://schemas.openxmlformats.org/drawingml/2006/main">
              <a:ext uri="{FF2B5EF4-FFF2-40B4-BE49-F238E27FC236}">
                <a16:creationId xmlns:a16="http://schemas.microsoft.com/office/drawing/2014/main" id="{4F85449C-E239-4DFE-9776-C792DC2200BE}"/>
              </a:ext>
            </a:extLst>
          </p:cNvPr>
          <p:cNvSpPr>
            <a:spLocks xmlns:a="http://schemas.openxmlformats.org/drawingml/2006/main" noGrp="1"/>
          </p:cNvSpPr>
          <p:nvPr/>
        </p:nvSpPr>
        <p:spPr>
          <a:xfrm xmlns:a="http://schemas.openxmlformats.org/drawingml/2006/main">
            <a:off x="6229350" y="4819650"/>
            <a:ext cx="5676900" cy="628650"/>
          </a:xfrm>
          <a:prstGeom xmlns:a="http://schemas.openxmlformats.org/drawingml/2006/main" prst="roundRect">
            <a:avLst>
              <a:gd name="adj" fmla="val 1363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53" name="">
            <a:extLst xmlns:a="http://schemas.openxmlformats.org/drawingml/2006/main">
              <a:ext uri="{FF2B5EF4-FFF2-40B4-BE49-F238E27FC236}">
                <a16:creationId xmlns:a16="http://schemas.microsoft.com/office/drawing/2014/main" id="{00758333-F7C9-489E-B6DB-CC5B727F8184}"/>
              </a:ext>
            </a:extLst>
          </p:cNvPr>
          <p:cNvSpPr>
            <a:spLocks xmlns:a="http://schemas.openxmlformats.org/drawingml/2006/main" noGrp="1"/>
          </p:cNvSpPr>
          <p:nvPr/>
        </p:nvSpPr>
        <p:spPr>
          <a:xfrm xmlns:a="http://schemas.openxmlformats.org/drawingml/2006/main">
            <a:off x="6229350" y="4819650"/>
            <a:ext cx="38100" cy="6286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54" name="">
            <a:extLst xmlns:a="http://schemas.openxmlformats.org/drawingml/2006/main">
              <a:ext uri="{FF2B5EF4-FFF2-40B4-BE49-F238E27FC236}">
                <a16:creationId xmlns:a16="http://schemas.microsoft.com/office/drawing/2014/main" id="{2399E193-FAE2-425D-A5B2-7D39639B5D9E}"/>
              </a:ext>
            </a:extLst>
          </p:cNvPr>
          <p:cNvSpPr>
            <a:spLocks xmlns:a="http://schemas.openxmlformats.org/drawingml/2006/main" noGrp="1"/>
          </p:cNvSpPr>
          <p:nvPr/>
        </p:nvSpPr>
        <p:spPr>
          <a:xfrm xmlns:a="http://schemas.openxmlformats.org/drawingml/2006/main">
            <a:off x="6400800" y="489585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台账与取证人工</a:t>
            </a:r>
          </a:p>
        </p:txBody>
      </p:sp>
      <p:sp>
        <p:nvSpPr>
          <p:cNvPr id="155" name="">
            <a:extLst xmlns:a="http://schemas.openxmlformats.org/drawingml/2006/main">
              <a:ext uri="{FF2B5EF4-FFF2-40B4-BE49-F238E27FC236}">
                <a16:creationId xmlns:a16="http://schemas.microsoft.com/office/drawing/2014/main" id="{E4669CC6-504F-4713-B3EB-328D6A876CCA}"/>
              </a:ext>
            </a:extLst>
          </p:cNvPr>
          <p:cNvSpPr>
            <a:spLocks xmlns:a="http://schemas.openxmlformats.org/drawingml/2006/main" noGrp="1"/>
          </p:cNvSpPr>
          <p:nvPr/>
        </p:nvSpPr>
        <p:spPr>
          <a:xfrm xmlns:a="http://schemas.openxmlformats.org/drawingml/2006/main">
            <a:off x="6400800" y="5124450"/>
            <a:ext cx="3619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按「专人月均天数 </a:t>
            </a:r>
            <a:r>
              <a:rPr sz="788" b="0">
                <a:solidFill>
                  <a:srgbClr val="D6E6F7"/>
                </a:solidFill>
                <a:latin typeface="微软雅黑"/>
                <a:ea typeface="微软雅黑"/>
                <a:cs typeface="微软雅黑"/>
              </a:rPr>
              <a:t>× 12 × </a:t>
            </a:r>
            <a:r>
              <a:rPr sz="788" b="0">
                <a:solidFill>
                  <a:srgbClr val="D6E6F7"/>
                </a:solidFill>
                <a:latin typeface="微软雅黑"/>
                <a:ea typeface="微软雅黑"/>
                <a:cs typeface="微软雅黑"/>
              </a:rPr>
              <a:t>日均人工成本」计算</a:t>
            </a:r>
          </a:p>
        </p:txBody>
      </p:sp>
      <p:sp>
        <p:nvSpPr>
          <p:cNvPr id="156" name="">
            <a:extLst xmlns:a="http://schemas.openxmlformats.org/drawingml/2006/main">
              <a:ext uri="{FF2B5EF4-FFF2-40B4-BE49-F238E27FC236}">
                <a16:creationId xmlns:a16="http://schemas.microsoft.com/office/drawing/2014/main" id="{59EED954-2ADA-41E3-8A44-72B02DF980E7}"/>
              </a:ext>
            </a:extLst>
          </p:cNvPr>
          <p:cNvSpPr>
            <a:spLocks xmlns:a="http://schemas.openxmlformats.org/drawingml/2006/main" noGrp="1"/>
          </p:cNvSpPr>
          <p:nvPr/>
        </p:nvSpPr>
        <p:spPr>
          <a:xfrm xmlns:a="http://schemas.openxmlformats.org/drawingml/2006/main">
            <a:off x="10001250" y="5010150"/>
            <a:ext cx="17716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5C33B"/>
                </a:solidFill>
                <a:latin typeface="微软雅黑"/>
                <a:ea typeface="微软雅黑"/>
                <a:cs typeface="微软雅黑"/>
              </a:defRPr>
            </a:pPr>
            <a:r>
              <a:rPr sz="825" b="1">
                <a:solidFill>
                  <a:srgbClr val="F5C33B"/>
                </a:solidFill>
                <a:latin typeface="微软雅黑"/>
                <a:ea typeface="微软雅黑"/>
                <a:cs typeface="微软雅黑"/>
              </a:rPr>
              <a:t>参数待客户代入</a:t>
            </a:r>
          </a:p>
        </p:txBody>
      </p:sp>
      <p:sp>
        <p:nvSpPr>
          <p:cNvPr id="157" name="">
            <a:extLst xmlns:a="http://schemas.openxmlformats.org/drawingml/2006/main">
              <a:ext uri="{FF2B5EF4-FFF2-40B4-BE49-F238E27FC236}">
                <a16:creationId xmlns:a16="http://schemas.microsoft.com/office/drawing/2014/main" id="{1ECFA0C0-5852-4407-A3F6-5E07509AA99F}"/>
              </a:ext>
            </a:extLst>
          </p:cNvPr>
          <p:cNvSpPr>
            <a:spLocks xmlns:a="http://schemas.openxmlformats.org/drawingml/2006/main" noGrp="1"/>
          </p:cNvSpPr>
          <p:nvPr/>
        </p:nvSpPr>
        <p:spPr>
          <a:xfrm xmlns:a="http://schemas.openxmlformats.org/drawingml/2006/main">
            <a:off x="6229350" y="5524500"/>
            <a:ext cx="5676900" cy="628650"/>
          </a:xfrm>
          <a:prstGeom xmlns:a="http://schemas.openxmlformats.org/drawingml/2006/main" prst="roundRect">
            <a:avLst>
              <a:gd name="adj" fmla="val 1363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58" name="">
            <a:extLst xmlns:a="http://schemas.openxmlformats.org/drawingml/2006/main">
              <a:ext uri="{FF2B5EF4-FFF2-40B4-BE49-F238E27FC236}">
                <a16:creationId xmlns:a16="http://schemas.microsoft.com/office/drawing/2014/main" id="{A8198480-1F76-4C7A-874F-30EF91CC5F0B}"/>
              </a:ext>
            </a:extLst>
          </p:cNvPr>
          <p:cNvSpPr>
            <a:spLocks xmlns:a="http://schemas.openxmlformats.org/drawingml/2006/main" noGrp="1"/>
          </p:cNvSpPr>
          <p:nvPr/>
        </p:nvSpPr>
        <p:spPr>
          <a:xfrm xmlns:a="http://schemas.openxmlformats.org/drawingml/2006/main">
            <a:off x="6229350" y="5524500"/>
            <a:ext cx="38100" cy="628650"/>
          </a:xfrm>
          <a:prstGeom xmlns:a="http://schemas.openxmlformats.org/drawingml/2006/main" prst="rect">
            <a:avLst/>
          </a:prstGeom>
          <a:solidFill xmlns:a="http://schemas.openxmlformats.org/drawingml/2006/main">
            <a:srgbClr val="F2705E"/>
          </a:solidFill>
          <a:ln xmlns:a="http://schemas.openxmlformats.org/drawingml/2006/main" w="0">
            <a:solidFill>
              <a:srgbClr val="000000"/>
            </a:solidFill>
            <a:prstDash val="solid"/>
          </a:ln>
        </p:spPr>
      </p:sp>
      <p:sp>
        <p:nvSpPr>
          <p:cNvPr id="159" name="">
            <a:extLst xmlns:a="http://schemas.openxmlformats.org/drawingml/2006/main">
              <a:ext uri="{FF2B5EF4-FFF2-40B4-BE49-F238E27FC236}">
                <a16:creationId xmlns:a16="http://schemas.microsoft.com/office/drawing/2014/main" id="{0459AFDB-5D13-4A8E-9F31-36F15E716638}"/>
              </a:ext>
            </a:extLst>
          </p:cNvPr>
          <p:cNvSpPr>
            <a:spLocks xmlns:a="http://schemas.openxmlformats.org/drawingml/2006/main" noGrp="1"/>
          </p:cNvSpPr>
          <p:nvPr/>
        </p:nvSpPr>
        <p:spPr>
          <a:xfrm xmlns:a="http://schemas.openxmlformats.org/drawingml/2006/main">
            <a:off x="6400800" y="560070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2705E"/>
                </a:solidFill>
                <a:latin typeface="微软雅黑"/>
                <a:ea typeface="微软雅黑"/>
                <a:cs typeface="微软雅黑"/>
              </a:defRPr>
            </a:pPr>
            <a:r>
              <a:rPr sz="938" b="1">
                <a:solidFill>
                  <a:srgbClr val="F2705E"/>
                </a:solidFill>
                <a:latin typeface="微软雅黑"/>
                <a:ea typeface="微软雅黑"/>
                <a:cs typeface="微软雅黑"/>
              </a:rPr>
              <a:t>事故与漏检风险</a:t>
            </a:r>
          </a:p>
        </p:txBody>
      </p:sp>
      <p:sp>
        <p:nvSpPr>
          <p:cNvPr id="160" name="">
            <a:extLst xmlns:a="http://schemas.openxmlformats.org/drawingml/2006/main">
              <a:ext uri="{FF2B5EF4-FFF2-40B4-BE49-F238E27FC236}">
                <a16:creationId xmlns:a16="http://schemas.microsoft.com/office/drawing/2014/main" id="{3C926E92-FDD6-40C2-9DCC-982DBC0461CD}"/>
              </a:ext>
            </a:extLst>
          </p:cNvPr>
          <p:cNvSpPr>
            <a:spLocks xmlns:a="http://schemas.openxmlformats.org/drawingml/2006/main" noGrp="1"/>
          </p:cNvSpPr>
          <p:nvPr/>
        </p:nvSpPr>
        <p:spPr>
          <a:xfrm xmlns:a="http://schemas.openxmlformats.org/drawingml/2006/main">
            <a:off x="6400800" y="5829300"/>
            <a:ext cx="3619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按行业风险成本口径估算，属机会成本</a:t>
            </a:r>
          </a:p>
        </p:txBody>
      </p:sp>
      <p:sp>
        <p:nvSpPr>
          <p:cNvPr id="161" name="">
            <a:extLst xmlns:a="http://schemas.openxmlformats.org/drawingml/2006/main">
              <a:ext uri="{FF2B5EF4-FFF2-40B4-BE49-F238E27FC236}">
                <a16:creationId xmlns:a16="http://schemas.microsoft.com/office/drawing/2014/main" id="{6580BA13-642B-4DBF-B5BD-6351AAED2E51}"/>
              </a:ext>
            </a:extLst>
          </p:cNvPr>
          <p:cNvSpPr>
            <a:spLocks xmlns:a="http://schemas.openxmlformats.org/drawingml/2006/main" noGrp="1"/>
          </p:cNvSpPr>
          <p:nvPr/>
        </p:nvSpPr>
        <p:spPr>
          <a:xfrm xmlns:a="http://schemas.openxmlformats.org/drawingml/2006/main">
            <a:off x="10001250" y="5715000"/>
            <a:ext cx="17716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5C33B"/>
                </a:solidFill>
                <a:latin typeface="微软雅黑"/>
                <a:ea typeface="微软雅黑"/>
                <a:cs typeface="微软雅黑"/>
              </a:defRPr>
            </a:pPr>
            <a:r>
              <a:rPr sz="825" b="1">
                <a:solidFill>
                  <a:srgbClr val="F5C33B"/>
                </a:solidFill>
                <a:latin typeface="微软雅黑"/>
                <a:ea typeface="微软雅黑"/>
                <a:cs typeface="微软雅黑"/>
              </a:rPr>
              <a:t>不计入回收期，单独提示</a:t>
            </a:r>
          </a:p>
        </p:txBody>
      </p:sp>
      <p:sp>
        <p:nvSpPr>
          <p:cNvPr id="162" name="">
            <a:extLst xmlns:a="http://schemas.openxmlformats.org/drawingml/2006/main">
              <a:ext uri="{FF2B5EF4-FFF2-40B4-BE49-F238E27FC236}">
                <a16:creationId xmlns:a16="http://schemas.microsoft.com/office/drawing/2014/main" id="{1754D5EB-45C0-4B0C-AA65-FDF2183D1D07}"/>
              </a:ext>
            </a:extLst>
          </p:cNvPr>
          <p:cNvSpPr>
            <a:spLocks xmlns:a="http://schemas.openxmlformats.org/drawingml/2006/main" noGrp="1"/>
          </p:cNvSpPr>
          <p:nvPr/>
        </p:nvSpPr>
        <p:spPr>
          <a:xfrm xmlns:a="http://schemas.openxmlformats.org/drawingml/2006/main">
            <a:off x="6229350" y="6248400"/>
            <a:ext cx="5676900" cy="0"/>
          </a:xfrm>
          <a:prstGeom xmlns:a="http://schemas.openxmlformats.org/drawingml/2006/main" prst="roundRect">
            <a:avLst/>
          </a:prstGeom>
          <a:noFill xmlns:a="http://schemas.openxmlformats.org/drawingml/2006/main"/>
          <a:ln xmlns:a="http://schemas.openxmlformats.org/drawingml/2006/main" w="0">
            <a:solidFill>
              <a:srgbClr val="000000"/>
            </a:solidFill>
            <a:prstDash val="solid"/>
          </a:ln>
        </p:spPr>
      </p:sp>
      <p:sp>
        <p:nvSpPr>
          <p:cNvPr id="163" name="">
            <a:extLst xmlns:a="http://schemas.openxmlformats.org/drawingml/2006/main">
              <a:ext uri="{FF2B5EF4-FFF2-40B4-BE49-F238E27FC236}">
                <a16:creationId xmlns:a16="http://schemas.microsoft.com/office/drawing/2014/main" id="{FDE093CB-2A93-425C-9B6C-90418ABE496D}"/>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64" name="">
            <a:extLst xmlns:a="http://schemas.openxmlformats.org/drawingml/2006/main">
              <a:ext uri="{FF2B5EF4-FFF2-40B4-BE49-F238E27FC236}">
                <a16:creationId xmlns:a16="http://schemas.microsoft.com/office/drawing/2014/main" id="{C9061465-E950-490B-A4E8-4770BAA7A897}"/>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65" name="">
            <a:extLst xmlns:a="http://schemas.openxmlformats.org/drawingml/2006/main">
              <a:ext uri="{FF2B5EF4-FFF2-40B4-BE49-F238E27FC236}">
                <a16:creationId xmlns:a16="http://schemas.microsoft.com/office/drawing/2014/main" id="{B389F920-43D9-42A4-AD0F-65D829982000}"/>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66" name="">
            <a:extLst xmlns:a="http://schemas.openxmlformats.org/drawingml/2006/main">
              <a:ext uri="{FF2B5EF4-FFF2-40B4-BE49-F238E27FC236}">
                <a16:creationId xmlns:a16="http://schemas.microsoft.com/office/drawing/2014/main" id="{3C55DDC7-C760-40C5-8795-45BD7FC24BFB}"/>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67" name="">
            <a:extLst xmlns:a="http://schemas.openxmlformats.org/drawingml/2006/main">
              <a:ext uri="{FF2B5EF4-FFF2-40B4-BE49-F238E27FC236}">
                <a16:creationId xmlns:a16="http://schemas.microsoft.com/office/drawing/2014/main" id="{6CB7A217-4B55-45C6-924F-BDE7F5B77555}"/>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68" name="">
            <a:extLst xmlns:a="http://schemas.openxmlformats.org/drawingml/2006/main">
              <a:ext uri="{FF2B5EF4-FFF2-40B4-BE49-F238E27FC236}">
                <a16:creationId xmlns:a16="http://schemas.microsoft.com/office/drawing/2014/main" id="{D0F594B4-030C-4C71-86C5-A1D052EDB762}"/>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69" name="">
            <a:extLst xmlns:a="http://schemas.openxmlformats.org/drawingml/2006/main">
              <a:ext uri="{FF2B5EF4-FFF2-40B4-BE49-F238E27FC236}">
                <a16:creationId xmlns:a16="http://schemas.microsoft.com/office/drawing/2014/main" id="{24C7A4DE-13BE-405B-901C-A9C98CCF41AA}"/>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70" name="">
            <a:extLst xmlns:a="http://schemas.openxmlformats.org/drawingml/2006/main">
              <a:ext uri="{FF2B5EF4-FFF2-40B4-BE49-F238E27FC236}">
                <a16:creationId xmlns:a16="http://schemas.microsoft.com/office/drawing/2014/main" id="{EEE46442-6025-4140-B70C-AEC900E6F111}"/>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35</a:t>
            </a:r>
          </a:p>
        </p:txBody>
      </p:sp>
    </p:spTree>
    <p:extLst>
      <p:ext uri="{BB962C8B-B14F-4D97-AF65-F5344CB8AC3E}">
        <p14:creationId xmlns:p14="http://schemas.microsoft.com/office/powerpoint/2010/main" val="720252932"/>
      </p:ext>
    </p:extLst>
  </p:cSld>
</p:sld>
</file>

<file path=ppt/slides/slide36.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2ee9f9319148470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AE83916-19DD-4782-A122-D25B50984E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239A8C0C-96CC-4BA7-B5E4-DCC26E67E9F0}"/>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FD08A">
                  <a:alpha val="15000"/>
                </a:srgbClr>
              </a:gs>
              <a:gs pos="45000">
                <a:srgbClr val="3FD08A">
                  <a:alpha val="6000"/>
                </a:srgbClr>
              </a:gs>
              <a:gs pos="100000">
                <a:srgbClr val="3FD08A">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04CBEFF7-4C21-483E-8355-307B8969BC43}"/>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E3AA5CE0-C99A-45FC-8E88-93B4A4F85BB4}"/>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pattFill xmlns:a="http://schemas.openxmlformats.org/drawingml/2006/main" prst="dotGrid">
            <a:fgClr>
              <a:srgbClr val="2A6BAE">
                <a:alpha val="50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0B65628C-FB2E-40BA-9DF5-9CE708432132}"/>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noFill xmlns:a="http://schemas.openxmlformats.org/drawingml/2006/main"/>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00BE2FDD-B181-4BAA-912D-F116001EA069}"/>
              </a:ext>
            </a:extLst>
          </p:cNvPr>
          <p:cNvSpPr>
            <a:spLocks xmlns:a="http://schemas.openxmlformats.org/drawingml/2006/main" noGrp="1"/>
          </p:cNvSpPr>
          <p:nvPr/>
        </p:nvSpPr>
        <p:spPr>
          <a:xfrm xmlns:a="http://schemas.openxmlformats.org/drawingml/2006/main">
            <a:off x="9601200" y="914400"/>
            <a:ext cx="590550" cy="28575"/>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9C17E4F6-7FF6-4428-B202-002DC5B18B45}"/>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C3D37A3C-9607-4538-A2D1-274F75EB2A56}"/>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5BBDF65D-A70E-4EA9-B10A-48127317826A}"/>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61206C16-641D-4F49-8FC2-31E2CDFC4CD8}"/>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0A7A857A-6249-4063-A231-4D3BA21BC09A}"/>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2388F83E-E25C-4466-99F6-B195386D3E45}"/>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946E4C03-8915-4092-A996-EEDE4A0F4C04}"/>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20B3F0D1-757F-4394-BC39-2C52797C32BE}"/>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DD796E63-4F0B-4A33-8312-727D21D73765}"/>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89C8433D-2495-433B-82B0-35F106818393}"/>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C8EEABA7-98C3-4FC9-A968-E09897FB0CCC}"/>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CE38AF49-5D06-4A61-8F55-802393DFB73B}"/>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2FC03C26-8CA7-44DF-BA6A-67EDB5C1CC55}"/>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1" name="">
            <a:extLst xmlns:a="http://schemas.openxmlformats.org/drawingml/2006/main">
              <a:ext uri="{FF2B5EF4-FFF2-40B4-BE49-F238E27FC236}">
                <a16:creationId xmlns:a16="http://schemas.microsoft.com/office/drawing/2014/main" id="{EE13B274-86D8-49A4-AC94-3DB172EC22E3}"/>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2" name="">
            <a:extLst xmlns:a="http://schemas.openxmlformats.org/drawingml/2006/main">
              <a:ext uri="{FF2B5EF4-FFF2-40B4-BE49-F238E27FC236}">
                <a16:creationId xmlns:a16="http://schemas.microsoft.com/office/drawing/2014/main" id="{5A8356D1-B18E-4A05-9747-71198C972928}"/>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1BF7D7F2-EABA-4443-9F98-7BA74B2AF7D8}"/>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FE641B19-124F-434F-80DF-42CBFE82B0F2}"/>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E36A034A-14E5-47BD-AC62-24733BEE7AB7}"/>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69542657-DEFB-4595-8FE4-8A323FC08F7B}"/>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0F97EFD1-7335-4731-B7C0-45A18D60ED31}"/>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DC14D2EA-131A-4DBE-B5ED-1E39D9449537}"/>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6E876E0E-B7DA-4D7D-8CE7-D9319D3FE541}"/>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9AE1C01D-0D6E-4956-A57A-1CC66BDB93E1}"/>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70D42EBF-3CBE-43A7-AFD5-A6DB121C81A8}"/>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FD8E9035-77C0-44D3-B861-7CF5477B9900}"/>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1F623876-045C-4574-95EE-FE880382FB41}"/>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6057F4A5-487C-48BB-B262-8C96CBE6B2DF}"/>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AED589C7-A15F-42EC-BDB6-A1F84621549D}"/>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1DF8C24C-4889-4A97-881E-1EA30EF4703B}"/>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211A6F45-01A6-4EB0-ADFF-5177542C9E74}"/>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C4AAE7FA-C0FD-4470-8012-050B6D4AD367}"/>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E0FCA47B-7D9E-4726-BBBA-AD64598AB87B}"/>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FD08A"/>
              </a:gs>
              <a:gs pos="100000">
                <a:srgbClr val="3FD08A">
                  <a:alpha val="0"/>
                </a:srgbClr>
              </a:gs>
            </a:gsLst>
            <a:lin ang="540000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1DB7CE57-CFB1-4B26-AD4C-784F59B7B153}"/>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FD08A">
                  <a:alpha val="45000"/>
                </a:srgbClr>
              </a:gs>
              <a:gs pos="100000">
                <a:srgbClr val="3FD08A">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CA008770-39EB-46D2-8D05-142E351DF70D}"/>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2" name="">
            <a:extLst xmlns:a="http://schemas.openxmlformats.org/drawingml/2006/main">
              <a:ext uri="{FF2B5EF4-FFF2-40B4-BE49-F238E27FC236}">
                <a16:creationId xmlns:a16="http://schemas.microsoft.com/office/drawing/2014/main" id="{03359235-4447-4669-9387-4ECD601085A9}"/>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FD08A"/>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BA28CD75-51F4-4179-832B-FFDCD5F5A21F}"/>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AA463CCD-E526-455C-B09A-69547F14942C}"/>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FD08A">
                  <a:alpha val="26000"/>
                </a:srgbClr>
              </a:gs>
              <a:gs pos="45000">
                <a:srgbClr val="3FD08A">
                  <a:alpha val="10000"/>
                </a:srgbClr>
              </a:gs>
              <a:gs pos="100000">
                <a:srgbClr val="3FD08A">
                  <a:alpha val="0"/>
                </a:srgbClr>
              </a:gs>
            </a:gsLst>
            <a:path path="shape"/>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D7C7AB8A-B5CF-449C-8170-F546192A3E7E}"/>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FD08A"/>
              </a:gs>
              <a:gs pos="100000">
                <a:srgbClr val="206845"/>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06</a:t>
            </a:r>
          </a:p>
        </p:txBody>
      </p:sp>
      <p:sp>
        <p:nvSpPr>
          <p:cNvPr id="46" name="">
            <a:extLst xmlns:a="http://schemas.openxmlformats.org/drawingml/2006/main">
              <a:ext uri="{FF2B5EF4-FFF2-40B4-BE49-F238E27FC236}">
                <a16:creationId xmlns:a16="http://schemas.microsoft.com/office/drawing/2014/main" id="{2FFB2FD1-73A2-4AB1-BE5E-2EE2AADAB8A8}"/>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成果与价值</a:t>
            </a:r>
          </a:p>
        </p:txBody>
      </p:sp>
      <p:sp>
        <p:nvSpPr>
          <p:cNvPr id="47" name="">
            <a:extLst xmlns:a="http://schemas.openxmlformats.org/drawingml/2006/main">
              <a:ext uri="{FF2B5EF4-FFF2-40B4-BE49-F238E27FC236}">
                <a16:creationId xmlns:a16="http://schemas.microsoft.com/office/drawing/2014/main" id="{3F9B0409-3ACE-4DA5-9A50-F5540CB6331F}"/>
              </a:ext>
            </a:extLst>
          </p:cNvPr>
          <p:cNvSpPr>
            <a:spLocks xmlns:a="http://schemas.openxmlformats.org/drawingml/2006/main" noGrp="1"/>
          </p:cNvSpPr>
          <p:nvPr/>
        </p:nvSpPr>
        <p:spPr>
          <a:xfrm xmlns:a="http://schemas.openxmlformats.org/drawingml/2006/main">
            <a:off x="2000250" y="152400"/>
            <a:ext cx="19050" cy="247650"/>
          </a:xfrm>
          <a:prstGeom xmlns:a="http://schemas.openxmlformats.org/drawingml/2006/main" prst="rect">
            <a:avLst/>
          </a:prstGeom>
          <a:gradFill xmlns:a="http://schemas.openxmlformats.org/drawingml/2006/main">
            <a:gsLst>
              <a:gs pos="0">
                <a:srgbClr val="3FD08A"/>
              </a:gs>
              <a:gs pos="100000">
                <a:srgbClr val="3FD08A">
                  <a:alpha val="2000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4B2269A1-A6F5-4A12-8A30-A52CFBD69F03}"/>
              </a:ext>
            </a:extLst>
          </p:cNvPr>
          <p:cNvSpPr>
            <a:spLocks xmlns:a="http://schemas.openxmlformats.org/drawingml/2006/main" noGrp="1"/>
          </p:cNvSpPr>
          <p:nvPr/>
        </p:nvSpPr>
        <p:spPr>
          <a:xfrm xmlns:a="http://schemas.openxmlformats.org/drawingml/2006/main">
            <a:off x="213360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未来展望：三阶段演进</a:t>
            </a:r>
          </a:p>
        </p:txBody>
      </p:sp>
      <p:sp>
        <p:nvSpPr>
          <p:cNvPr id="49" name="">
            <a:extLst xmlns:a="http://schemas.openxmlformats.org/drawingml/2006/main">
              <a:ext uri="{FF2B5EF4-FFF2-40B4-BE49-F238E27FC236}">
                <a16:creationId xmlns:a16="http://schemas.microsoft.com/office/drawing/2014/main" id="{8359418E-5EB3-4178-9CDF-39053F3ECC6F}"/>
              </a:ext>
            </a:extLst>
          </p:cNvPr>
          <p:cNvSpPr>
            <a:spLocks xmlns:a="http://schemas.openxmlformats.org/drawingml/2006/main" noGrp="1"/>
          </p:cNvSpPr>
          <p:nvPr/>
        </p:nvSpPr>
        <p:spPr>
          <a:xfrm xmlns:a="http://schemas.openxmlformats.org/drawingml/2006/main">
            <a:off x="876300" y="438150"/>
            <a:ext cx="1047750" cy="14478"/>
          </a:xfrm>
          <a:prstGeom xmlns:a="http://schemas.openxmlformats.org/drawingml/2006/main" prst="rect">
            <a:avLst/>
          </a:prstGeom>
          <a:gradFill xmlns:a="http://schemas.openxmlformats.org/drawingml/2006/main">
            <a:gsLst>
              <a:gs pos="0">
                <a:srgbClr val="3FD08A"/>
              </a:gs>
              <a:gs pos="100000">
                <a:srgbClr val="3FD08A">
                  <a:alpha val="0"/>
                </a:srgbClr>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C4ACF149-0698-40D3-AF5A-BC85791A6658}"/>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4A0E3FBE-F5BD-40CF-AC82-AEC976A627F9}"/>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426FBA53-F943-427F-9DDE-F1CA65B116CC}"/>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ECB872D5-649B-4DE9-8FEA-0A85FC88218E}"/>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4" name="">
            <a:extLst xmlns:a="http://schemas.openxmlformats.org/drawingml/2006/main">
              <a:ext uri="{FF2B5EF4-FFF2-40B4-BE49-F238E27FC236}">
                <a16:creationId xmlns:a16="http://schemas.microsoft.com/office/drawing/2014/main" id="{2AE7DDF1-E6FF-445D-890C-623DC09D2999}"/>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5" name="">
            <a:extLst xmlns:a="http://schemas.openxmlformats.org/drawingml/2006/main">
              <a:ext uri="{FF2B5EF4-FFF2-40B4-BE49-F238E27FC236}">
                <a16:creationId xmlns:a16="http://schemas.microsoft.com/office/drawing/2014/main" id="{5354375B-64A6-4E9E-92E4-0731D9E26E94}"/>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4614FC79-1F35-4D90-9EAE-B5C0A89A7B58}"/>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7" name="">
            <a:extLst xmlns:a="http://schemas.openxmlformats.org/drawingml/2006/main">
              <a:ext uri="{FF2B5EF4-FFF2-40B4-BE49-F238E27FC236}">
                <a16:creationId xmlns:a16="http://schemas.microsoft.com/office/drawing/2014/main" id="{FA2DD190-9A3B-47E3-853A-80E03C29E4E6}"/>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FE1E3A7B-DBCC-4C84-9800-4061B686A148}"/>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C58E8CF7-7F2C-4CE4-B4FA-D6618C1724A9}"/>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1A6149D1-260C-4627-83EE-11B1885A44EF}"/>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E24F2187-E06B-442D-A80E-206B63779A08}"/>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3FC3BAAD-49BC-4C72-9664-647C05D846BA}"/>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1856C4D8-463A-4A44-9EFF-65B1B988C8C3}"/>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第一阶段把规则底座铺满，第二阶段让模型增强并在接口不变的前提下替换，第三阶段才谈行业训练 </a:t>
            </a:r>
            <a:r>
              <a:rPr sz="1238">
                <a:solidFill>
                  <a:srgbClr val="FFFFFF"/>
                </a:solidFill>
                <a:latin typeface="微软雅黑"/>
                <a:ea typeface="微软雅黑"/>
                <a:cs typeface="微软雅黑"/>
              </a:rPr>
              <a:t>Agent</a:t>
            </a:r>
            <a:r>
              <a:rPr sz="1238">
                <a:solidFill>
                  <a:srgbClr val="FFFFFF"/>
                </a:solidFill>
                <a:latin typeface="微软雅黑"/>
                <a:ea typeface="微软雅黑"/>
                <a:cs typeface="微软雅黑"/>
              </a:rPr>
              <a:t>。</a:t>
            </a:r>
          </a:p>
        </p:txBody>
      </p:sp>
      <p:sp>
        <p:nvSpPr>
          <p:cNvPr id="64" name="">
            <a:extLst xmlns:a="http://schemas.openxmlformats.org/drawingml/2006/main">
              <a:ext uri="{FF2B5EF4-FFF2-40B4-BE49-F238E27FC236}">
                <a16:creationId xmlns:a16="http://schemas.microsoft.com/office/drawing/2014/main" id="{080319FC-DB39-45AE-9BD6-29B680FCFBB4}"/>
              </a:ext>
            </a:extLst>
          </p:cNvPr>
          <p:cNvSpPr>
            <a:spLocks xmlns:a="http://schemas.openxmlformats.org/drawingml/2006/main" noGrp="1"/>
          </p:cNvSpPr>
          <p:nvPr/>
        </p:nvSpPr>
        <p:spPr>
          <a:xfrm xmlns:a="http://schemas.openxmlformats.org/drawingml/2006/main">
            <a:off x="285750" y="1333500"/>
            <a:ext cx="3771900" cy="4381500"/>
          </a:xfrm>
          <a:prstGeom xmlns:a="http://schemas.openxmlformats.org/drawingml/2006/main" prst="roundRect">
            <a:avLst>
              <a:gd name="adj" fmla="val 2273"/>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3FD08A"/>
            </a:solidFill>
            <a:prstDash val="solid"/>
          </a:ln>
        </p:spPr>
      </p:sp>
      <p:sp>
        <p:nvSpPr>
          <p:cNvPr id="65" name="">
            <a:extLst xmlns:a="http://schemas.openxmlformats.org/drawingml/2006/main">
              <a:ext uri="{FF2B5EF4-FFF2-40B4-BE49-F238E27FC236}">
                <a16:creationId xmlns:a16="http://schemas.microsoft.com/office/drawing/2014/main" id="{9ABDAF62-AF25-42AF-B419-C485D948AB0E}"/>
              </a:ext>
            </a:extLst>
          </p:cNvPr>
          <p:cNvSpPr>
            <a:spLocks xmlns:a="http://schemas.openxmlformats.org/drawingml/2006/main" noGrp="1"/>
          </p:cNvSpPr>
          <p:nvPr/>
        </p:nvSpPr>
        <p:spPr>
          <a:xfrm xmlns:a="http://schemas.openxmlformats.org/drawingml/2006/main">
            <a:off x="285750" y="1333500"/>
            <a:ext cx="3771900" cy="57150"/>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C2C33824-AD96-4294-B016-E696E1138793}"/>
              </a:ext>
            </a:extLst>
          </p:cNvPr>
          <p:cNvSpPr>
            <a:spLocks xmlns:a="http://schemas.openxmlformats.org/drawingml/2006/main" noGrp="1"/>
          </p:cNvSpPr>
          <p:nvPr/>
        </p:nvSpPr>
        <p:spPr>
          <a:xfrm xmlns:a="http://schemas.openxmlformats.org/drawingml/2006/main">
            <a:off x="495300" y="1504950"/>
            <a:ext cx="1905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7A9CC4"/>
                </a:solidFill>
                <a:latin typeface="微软雅黑"/>
                <a:ea typeface="微软雅黑"/>
                <a:cs typeface="微软雅黑"/>
              </a:defRPr>
            </a:pPr>
            <a:r>
              <a:rPr sz="975" b="1">
                <a:solidFill>
                  <a:srgbClr val="7A9CC4"/>
                </a:solidFill>
                <a:latin typeface="微软雅黑"/>
                <a:ea typeface="微软雅黑"/>
                <a:cs typeface="微软雅黑"/>
              </a:rPr>
              <a:t>阶段一</a:t>
            </a:r>
          </a:p>
        </p:txBody>
      </p:sp>
      <p:sp>
        <p:nvSpPr>
          <p:cNvPr id="67" name="">
            <a:extLst xmlns:a="http://schemas.openxmlformats.org/drawingml/2006/main">
              <a:ext uri="{FF2B5EF4-FFF2-40B4-BE49-F238E27FC236}">
                <a16:creationId xmlns:a16="http://schemas.microsoft.com/office/drawing/2014/main" id="{3D83D819-0099-478D-97BA-70735024BD4C}"/>
              </a:ext>
            </a:extLst>
          </p:cNvPr>
          <p:cNvSpPr>
            <a:spLocks xmlns:a="http://schemas.openxmlformats.org/drawingml/2006/main" noGrp="1"/>
          </p:cNvSpPr>
          <p:nvPr/>
        </p:nvSpPr>
        <p:spPr>
          <a:xfrm xmlns:a="http://schemas.openxmlformats.org/drawingml/2006/main">
            <a:off x="495300" y="1809750"/>
            <a:ext cx="33909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规则底座全面落地</a:t>
            </a:r>
          </a:p>
        </p:txBody>
      </p:sp>
      <p:sp>
        <p:nvSpPr>
          <p:cNvPr id="68" name="">
            <a:extLst xmlns:a="http://schemas.openxmlformats.org/drawingml/2006/main">
              <a:ext uri="{FF2B5EF4-FFF2-40B4-BE49-F238E27FC236}">
                <a16:creationId xmlns:a16="http://schemas.microsoft.com/office/drawing/2014/main" id="{56206719-E6C2-414C-AFC0-7B7168503722}"/>
              </a:ext>
            </a:extLst>
          </p:cNvPr>
          <p:cNvSpPr>
            <a:spLocks xmlns:a="http://schemas.openxmlformats.org/drawingml/2006/main" noGrp="1"/>
          </p:cNvSpPr>
          <p:nvPr/>
        </p:nvSpPr>
        <p:spPr>
          <a:xfrm xmlns:a="http://schemas.openxmlformats.org/drawingml/2006/main">
            <a:off x="49530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3FD08A"/>
            </a:solidFill>
            <a:prstDash val="solid"/>
          </a:ln>
        </p:spPr>
      </p:sp>
      <p:sp>
        <p:nvSpPr>
          <p:cNvPr id="69" name="">
            <a:extLst xmlns:a="http://schemas.openxmlformats.org/drawingml/2006/main">
              <a:ext uri="{FF2B5EF4-FFF2-40B4-BE49-F238E27FC236}">
                <a16:creationId xmlns:a16="http://schemas.microsoft.com/office/drawing/2014/main" id="{CD6CD946-66BD-4EEA-9E8A-E9CDA04244D2}"/>
              </a:ext>
            </a:extLst>
          </p:cNvPr>
          <p:cNvSpPr>
            <a:spLocks xmlns:a="http://schemas.openxmlformats.org/drawingml/2006/main" noGrp="1"/>
          </p:cNvSpPr>
          <p:nvPr/>
        </p:nvSpPr>
        <p:spPr>
          <a:xfrm xmlns:a="http://schemas.openxmlformats.org/drawingml/2006/main">
            <a:off x="495300" y="2266950"/>
            <a:ext cx="1143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现在（已完成主体）</a:t>
            </a:r>
          </a:p>
        </p:txBody>
      </p:sp>
      <p:sp>
        <p:nvSpPr>
          <p:cNvPr id="70" name="">
            <a:extLst xmlns:a="http://schemas.openxmlformats.org/drawingml/2006/main">
              <a:ext uri="{FF2B5EF4-FFF2-40B4-BE49-F238E27FC236}">
                <a16:creationId xmlns:a16="http://schemas.microsoft.com/office/drawing/2014/main" id="{5302A6B8-555C-4DCF-89E2-E59CFDE55D15}"/>
              </a:ext>
            </a:extLst>
          </p:cNvPr>
          <p:cNvSpPr>
            <a:spLocks xmlns:a="http://schemas.openxmlformats.org/drawingml/2006/main" noGrp="1"/>
          </p:cNvSpPr>
          <p:nvPr/>
        </p:nvSpPr>
        <p:spPr>
          <a:xfrm xmlns:a="http://schemas.openxmlformats.org/drawingml/2006/main">
            <a:off x="495300" y="2743200"/>
            <a:ext cx="3390900" cy="2762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场景全部接入规则引擎，支持规则新增、修改、停用与试算</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三个 </a:t>
            </a:r>
            <a:r>
              <a:rPr sz="938">
                <a:solidFill>
                  <a:srgbClr val="D6E6F7"/>
                </a:solidFill>
                <a:latin typeface="微软雅黑"/>
                <a:ea typeface="微软雅黑"/>
                <a:cs typeface="微软雅黑"/>
              </a:rPr>
              <a:t>Agent </a:t>
            </a:r>
            <a:r>
              <a:rPr sz="938">
                <a:solidFill>
                  <a:srgbClr val="D6E6F7"/>
                </a:solidFill>
                <a:latin typeface="微软雅黑"/>
                <a:ea typeface="微软雅黑"/>
                <a:cs typeface="微软雅黑"/>
              </a:rPr>
              <a:t>桩接入规则 </a:t>
            </a:r>
            <a:r>
              <a:rPr sz="938">
                <a:solidFill>
                  <a:srgbClr val="D6E6F7"/>
                </a:solidFill>
                <a:latin typeface="微软雅黑"/>
                <a:ea typeface="微软雅黑"/>
                <a:cs typeface="微软雅黑"/>
              </a:rPr>
              <a:t>Service</a:t>
            </a:r>
            <a:r>
              <a:rPr sz="938">
                <a:solidFill>
                  <a:srgbClr val="D6E6F7"/>
                </a:solidFill>
                <a:latin typeface="微软雅黑"/>
                <a:ea typeface="微软雅黑"/>
                <a:cs typeface="微软雅黑"/>
              </a:rPr>
              <a:t>，保留命中依据、置信度与人工确认</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阶段结果：核心业务离线可运行，结论可复算、可追溯</a:t>
            </a:r>
          </a:p>
        </p:txBody>
      </p:sp>
      <p:sp>
        <p:nvSpPr>
          <p:cNvPr id="71" name="">
            <a:extLst xmlns:a="http://schemas.openxmlformats.org/drawingml/2006/main">
              <a:ext uri="{FF2B5EF4-FFF2-40B4-BE49-F238E27FC236}">
                <a16:creationId xmlns:a16="http://schemas.microsoft.com/office/drawing/2014/main" id="{9B52BE18-DF6B-432C-85D6-4118FB08F0A6}"/>
              </a:ext>
            </a:extLst>
          </p:cNvPr>
          <p:cNvSpPr>
            <a:spLocks xmlns:a="http://schemas.openxmlformats.org/drawingml/2006/main" noGrp="1"/>
          </p:cNvSpPr>
          <p:nvPr/>
        </p:nvSpPr>
        <p:spPr>
          <a:xfrm xmlns:a="http://schemas.openxmlformats.org/drawingml/2006/main">
            <a:off x="4229100" y="1333500"/>
            <a:ext cx="3771900" cy="4381500"/>
          </a:xfrm>
          <a:prstGeom xmlns:a="http://schemas.openxmlformats.org/drawingml/2006/main" prst="roundRect">
            <a:avLst>
              <a:gd name="adj" fmla="val 227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2" name="">
            <a:extLst xmlns:a="http://schemas.openxmlformats.org/drawingml/2006/main">
              <a:ext uri="{FF2B5EF4-FFF2-40B4-BE49-F238E27FC236}">
                <a16:creationId xmlns:a16="http://schemas.microsoft.com/office/drawing/2014/main" id="{2A8D2CAA-3F11-4825-B568-006250DFF8BB}"/>
              </a:ext>
            </a:extLst>
          </p:cNvPr>
          <p:cNvSpPr>
            <a:spLocks xmlns:a="http://schemas.openxmlformats.org/drawingml/2006/main" noGrp="1"/>
          </p:cNvSpPr>
          <p:nvPr/>
        </p:nvSpPr>
        <p:spPr>
          <a:xfrm xmlns:a="http://schemas.openxmlformats.org/drawingml/2006/main">
            <a:off x="4229100" y="1333500"/>
            <a:ext cx="3771900" cy="571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99EEB4CB-98F5-4963-83EF-08A5F51BCD5F}"/>
              </a:ext>
            </a:extLst>
          </p:cNvPr>
          <p:cNvSpPr>
            <a:spLocks xmlns:a="http://schemas.openxmlformats.org/drawingml/2006/main" noGrp="1"/>
          </p:cNvSpPr>
          <p:nvPr/>
        </p:nvSpPr>
        <p:spPr>
          <a:xfrm xmlns:a="http://schemas.openxmlformats.org/drawingml/2006/main">
            <a:off x="4438650" y="1504950"/>
            <a:ext cx="1905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7A9CC4"/>
                </a:solidFill>
                <a:latin typeface="微软雅黑"/>
                <a:ea typeface="微软雅黑"/>
                <a:cs typeface="微软雅黑"/>
              </a:defRPr>
            </a:pPr>
            <a:r>
              <a:rPr sz="975" b="1">
                <a:solidFill>
                  <a:srgbClr val="7A9CC4"/>
                </a:solidFill>
                <a:latin typeface="微软雅黑"/>
                <a:ea typeface="微软雅黑"/>
                <a:cs typeface="微软雅黑"/>
              </a:rPr>
              <a:t>阶段二</a:t>
            </a:r>
          </a:p>
        </p:txBody>
      </p:sp>
      <p:sp>
        <p:nvSpPr>
          <p:cNvPr id="74" name="">
            <a:extLst xmlns:a="http://schemas.openxmlformats.org/drawingml/2006/main">
              <a:ext uri="{FF2B5EF4-FFF2-40B4-BE49-F238E27FC236}">
                <a16:creationId xmlns:a16="http://schemas.microsoft.com/office/drawing/2014/main" id="{9F79EFFE-3AF7-4369-9D6E-78B9C677569E}"/>
              </a:ext>
            </a:extLst>
          </p:cNvPr>
          <p:cNvSpPr>
            <a:spLocks xmlns:a="http://schemas.openxmlformats.org/drawingml/2006/main" noGrp="1"/>
          </p:cNvSpPr>
          <p:nvPr/>
        </p:nvSpPr>
        <p:spPr>
          <a:xfrm xmlns:a="http://schemas.openxmlformats.org/drawingml/2006/main">
            <a:off x="4438650" y="1809750"/>
            <a:ext cx="33909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模型增强与数据回流</a:t>
            </a:r>
          </a:p>
        </p:txBody>
      </p:sp>
      <p:sp>
        <p:nvSpPr>
          <p:cNvPr id="75" name="">
            <a:extLst xmlns:a="http://schemas.openxmlformats.org/drawingml/2006/main">
              <a:ext uri="{FF2B5EF4-FFF2-40B4-BE49-F238E27FC236}">
                <a16:creationId xmlns:a16="http://schemas.microsoft.com/office/drawing/2014/main" id="{B1002523-B17C-4E00-A3D1-E9CA0FFBC47E}"/>
              </a:ext>
            </a:extLst>
          </p:cNvPr>
          <p:cNvSpPr>
            <a:spLocks xmlns:a="http://schemas.openxmlformats.org/drawingml/2006/main" noGrp="1"/>
          </p:cNvSpPr>
          <p:nvPr/>
        </p:nvSpPr>
        <p:spPr>
          <a:xfrm xmlns:a="http://schemas.openxmlformats.org/drawingml/2006/main">
            <a:off x="443865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5C33B"/>
            </a:solidFill>
            <a:prstDash val="solid"/>
          </a:ln>
        </p:spPr>
      </p:sp>
      <p:sp>
        <p:nvSpPr>
          <p:cNvPr id="76" name="">
            <a:extLst xmlns:a="http://schemas.openxmlformats.org/drawingml/2006/main">
              <a:ext uri="{FF2B5EF4-FFF2-40B4-BE49-F238E27FC236}">
                <a16:creationId xmlns:a16="http://schemas.microsoft.com/office/drawing/2014/main" id="{C47AABAD-C977-4512-BC7F-CA4F810AD6DE}"/>
              </a:ext>
            </a:extLst>
          </p:cNvPr>
          <p:cNvSpPr>
            <a:spLocks xmlns:a="http://schemas.openxmlformats.org/drawingml/2006/main" noGrp="1"/>
          </p:cNvSpPr>
          <p:nvPr/>
        </p:nvSpPr>
        <p:spPr>
          <a:xfrm xmlns:a="http://schemas.openxmlformats.org/drawingml/2006/main">
            <a:off x="4438650" y="2266950"/>
            <a:ext cx="1143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5C33B"/>
                </a:solidFill>
                <a:latin typeface="微软雅黑"/>
                <a:ea typeface="微软雅黑"/>
                <a:cs typeface="微软雅黑"/>
              </a:defRPr>
            </a:pPr>
            <a:r>
              <a:rPr sz="900" b="1">
                <a:solidFill>
                  <a:srgbClr val="F5C33B"/>
                </a:solidFill>
                <a:latin typeface="微软雅黑"/>
                <a:ea typeface="微软雅黑"/>
                <a:cs typeface="微软雅黑"/>
              </a:rPr>
              <a:t>下一步</a:t>
            </a:r>
          </a:p>
        </p:txBody>
      </p:sp>
      <p:sp>
        <p:nvSpPr>
          <p:cNvPr id="77" name="">
            <a:extLst xmlns:a="http://schemas.openxmlformats.org/drawingml/2006/main">
              <a:ext uri="{FF2B5EF4-FFF2-40B4-BE49-F238E27FC236}">
                <a16:creationId xmlns:a16="http://schemas.microsoft.com/office/drawing/2014/main" id="{1FA7938E-413A-4EC6-BF34-8587B4F83D7D}"/>
              </a:ext>
            </a:extLst>
          </p:cNvPr>
          <p:cNvSpPr>
            <a:spLocks xmlns:a="http://schemas.openxmlformats.org/drawingml/2006/main" noGrp="1"/>
          </p:cNvSpPr>
          <p:nvPr/>
        </p:nvSpPr>
        <p:spPr>
          <a:xfrm xmlns:a="http://schemas.openxmlformats.org/drawingml/2006/main">
            <a:off x="4438650" y="2743200"/>
            <a:ext cx="3390900" cy="2762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不改接口与前端，增加 </a:t>
            </a:r>
            <a:r>
              <a:rPr sz="938">
                <a:solidFill>
                  <a:srgbClr val="D6E6F7"/>
                </a:solidFill>
                <a:latin typeface="微软雅黑"/>
                <a:ea typeface="微软雅黑"/>
                <a:cs typeface="微软雅黑"/>
              </a:rPr>
              <a:t>source=model </a:t>
            </a:r>
            <a:r>
              <a:rPr sz="938">
                <a:solidFill>
                  <a:srgbClr val="D6E6F7"/>
                </a:solidFill>
                <a:latin typeface="微软雅黑"/>
                <a:ea typeface="微软雅黑"/>
                <a:cs typeface="微软雅黑"/>
              </a:rPr>
              <a:t>的 </a:t>
            </a:r>
            <a:r>
              <a:rPr sz="938">
                <a:solidFill>
                  <a:srgbClr val="D6E6F7"/>
                </a:solidFill>
                <a:latin typeface="微软雅黑"/>
                <a:ea typeface="微软雅黑"/>
                <a:cs typeface="微软雅黑"/>
              </a:rPr>
              <a:t>Service</a:t>
            </a:r>
            <a:r>
              <a:rPr sz="938">
                <a:solidFill>
                  <a:srgbClr val="D6E6F7"/>
                </a:solidFill>
                <a:latin typeface="微软雅黑"/>
                <a:ea typeface="微软雅黑"/>
                <a:cs typeface="微软雅黑"/>
              </a:rPr>
              <a:t>，规则始终兜底</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用岗位、课程、考试、实操与历史决策构建训练知识库</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人工确认结果沉淀为训练标签，形成「越用越准」的数据飞轮</a:t>
            </a:r>
          </a:p>
        </p:txBody>
      </p:sp>
      <p:sp>
        <p:nvSpPr>
          <p:cNvPr id="78" name="">
            <a:extLst xmlns:a="http://schemas.openxmlformats.org/drawingml/2006/main">
              <a:ext uri="{FF2B5EF4-FFF2-40B4-BE49-F238E27FC236}">
                <a16:creationId xmlns:a16="http://schemas.microsoft.com/office/drawing/2014/main" id="{A6C94808-97D7-4AAE-90E5-B22D47ED2CF7}"/>
              </a:ext>
            </a:extLst>
          </p:cNvPr>
          <p:cNvSpPr>
            <a:spLocks xmlns:a="http://schemas.openxmlformats.org/drawingml/2006/main" noGrp="1"/>
          </p:cNvSpPr>
          <p:nvPr/>
        </p:nvSpPr>
        <p:spPr>
          <a:xfrm xmlns:a="http://schemas.openxmlformats.org/drawingml/2006/main">
            <a:off x="8172450" y="1333500"/>
            <a:ext cx="3771900" cy="4381500"/>
          </a:xfrm>
          <a:prstGeom xmlns:a="http://schemas.openxmlformats.org/drawingml/2006/main" prst="roundRect">
            <a:avLst>
              <a:gd name="adj" fmla="val 227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9" name="">
            <a:extLst xmlns:a="http://schemas.openxmlformats.org/drawingml/2006/main">
              <a:ext uri="{FF2B5EF4-FFF2-40B4-BE49-F238E27FC236}">
                <a16:creationId xmlns:a16="http://schemas.microsoft.com/office/drawing/2014/main" id="{36D1FC26-266F-46A2-A4E4-128E8A8B4DD8}"/>
              </a:ext>
            </a:extLst>
          </p:cNvPr>
          <p:cNvSpPr>
            <a:spLocks xmlns:a="http://schemas.openxmlformats.org/drawingml/2006/main" noGrp="1"/>
          </p:cNvSpPr>
          <p:nvPr/>
        </p:nvSpPr>
        <p:spPr>
          <a:xfrm xmlns:a="http://schemas.openxmlformats.org/drawingml/2006/main">
            <a:off x="8172450" y="1333500"/>
            <a:ext cx="3771900" cy="57150"/>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C8BF569E-DD21-4B92-A440-9E74F0B34236}"/>
              </a:ext>
            </a:extLst>
          </p:cNvPr>
          <p:cNvSpPr>
            <a:spLocks xmlns:a="http://schemas.openxmlformats.org/drawingml/2006/main" noGrp="1"/>
          </p:cNvSpPr>
          <p:nvPr/>
        </p:nvSpPr>
        <p:spPr>
          <a:xfrm xmlns:a="http://schemas.openxmlformats.org/drawingml/2006/main">
            <a:off x="8382000" y="1504950"/>
            <a:ext cx="1905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7A9CC4"/>
                </a:solidFill>
                <a:latin typeface="微软雅黑"/>
                <a:ea typeface="微软雅黑"/>
                <a:cs typeface="微软雅黑"/>
              </a:defRPr>
            </a:pPr>
            <a:r>
              <a:rPr sz="975" b="1">
                <a:solidFill>
                  <a:srgbClr val="7A9CC4"/>
                </a:solidFill>
                <a:latin typeface="微软雅黑"/>
                <a:ea typeface="微软雅黑"/>
                <a:cs typeface="微软雅黑"/>
              </a:rPr>
              <a:t>阶段三</a:t>
            </a:r>
          </a:p>
        </p:txBody>
      </p:sp>
      <p:sp>
        <p:nvSpPr>
          <p:cNvPr id="81" name="">
            <a:extLst xmlns:a="http://schemas.openxmlformats.org/drawingml/2006/main">
              <a:ext uri="{FF2B5EF4-FFF2-40B4-BE49-F238E27FC236}">
                <a16:creationId xmlns:a16="http://schemas.microsoft.com/office/drawing/2014/main" id="{5D7896FB-AAF9-491B-B7FC-95FAF68C795F}"/>
              </a:ext>
            </a:extLst>
          </p:cNvPr>
          <p:cNvSpPr>
            <a:spLocks xmlns:a="http://schemas.openxmlformats.org/drawingml/2006/main" noGrp="1"/>
          </p:cNvSpPr>
          <p:nvPr/>
        </p:nvSpPr>
        <p:spPr>
          <a:xfrm xmlns:a="http://schemas.openxmlformats.org/drawingml/2006/main">
            <a:off x="8382000" y="1809750"/>
            <a:ext cx="33909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行业训练 </a:t>
            </a:r>
            <a:r>
              <a:rPr sz="1650" b="1">
                <a:solidFill>
                  <a:srgbClr val="FFFFFF"/>
                </a:solidFill>
                <a:latin typeface="微软雅黑"/>
                <a:ea typeface="微软雅黑"/>
                <a:cs typeface="微软雅黑"/>
              </a:rPr>
              <a:t>Agent</a:t>
            </a:r>
          </a:p>
        </p:txBody>
      </p:sp>
      <p:sp>
        <p:nvSpPr>
          <p:cNvPr id="82" name="">
            <a:extLst xmlns:a="http://schemas.openxmlformats.org/drawingml/2006/main">
              <a:ext uri="{FF2B5EF4-FFF2-40B4-BE49-F238E27FC236}">
                <a16:creationId xmlns:a16="http://schemas.microsoft.com/office/drawing/2014/main" id="{B9480C72-51E4-4CFD-A4F2-AF8564426DC5}"/>
              </a:ext>
            </a:extLst>
          </p:cNvPr>
          <p:cNvSpPr>
            <a:spLocks xmlns:a="http://schemas.openxmlformats.org/drawingml/2006/main" noGrp="1"/>
          </p:cNvSpPr>
          <p:nvPr/>
        </p:nvSpPr>
        <p:spPr>
          <a:xfrm xmlns:a="http://schemas.openxmlformats.org/drawingml/2006/main">
            <a:off x="838200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9B8CFF"/>
            </a:solidFill>
            <a:prstDash val="solid"/>
          </a:ln>
        </p:spPr>
      </p:sp>
      <p:sp>
        <p:nvSpPr>
          <p:cNvPr id="83" name="">
            <a:extLst xmlns:a="http://schemas.openxmlformats.org/drawingml/2006/main">
              <a:ext uri="{FF2B5EF4-FFF2-40B4-BE49-F238E27FC236}">
                <a16:creationId xmlns:a16="http://schemas.microsoft.com/office/drawing/2014/main" id="{29459BB9-FE6C-4A53-AAB1-49AA0CDD01AB}"/>
              </a:ext>
            </a:extLst>
          </p:cNvPr>
          <p:cNvSpPr>
            <a:spLocks xmlns:a="http://schemas.openxmlformats.org/drawingml/2006/main" noGrp="1"/>
          </p:cNvSpPr>
          <p:nvPr/>
        </p:nvSpPr>
        <p:spPr>
          <a:xfrm xmlns:a="http://schemas.openxmlformats.org/drawingml/2006/main">
            <a:off x="8382000" y="2266950"/>
            <a:ext cx="1143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9B8CFF"/>
                </a:solidFill>
                <a:latin typeface="微软雅黑"/>
                <a:ea typeface="微软雅黑"/>
                <a:cs typeface="微软雅黑"/>
              </a:defRPr>
            </a:pPr>
            <a:r>
              <a:rPr sz="900" b="1">
                <a:solidFill>
                  <a:srgbClr val="9B8CFF"/>
                </a:solidFill>
                <a:latin typeface="微软雅黑"/>
                <a:ea typeface="微软雅黑"/>
                <a:cs typeface="微软雅黑"/>
              </a:rPr>
              <a:t>中长期</a:t>
            </a:r>
          </a:p>
        </p:txBody>
      </p:sp>
      <p:sp>
        <p:nvSpPr>
          <p:cNvPr id="84" name="">
            <a:extLst xmlns:a="http://schemas.openxmlformats.org/drawingml/2006/main">
              <a:ext uri="{FF2B5EF4-FFF2-40B4-BE49-F238E27FC236}">
                <a16:creationId xmlns:a16="http://schemas.microsoft.com/office/drawing/2014/main" id="{52E65228-16B0-4507-8095-E134CD2FB8F0}"/>
              </a:ext>
            </a:extLst>
          </p:cNvPr>
          <p:cNvSpPr>
            <a:spLocks xmlns:a="http://schemas.openxmlformats.org/drawingml/2006/main" noGrp="1"/>
          </p:cNvSpPr>
          <p:nvPr/>
        </p:nvSpPr>
        <p:spPr>
          <a:xfrm xmlns:a="http://schemas.openxmlformats.org/drawingml/2006/main">
            <a:off x="8382000" y="2743200"/>
            <a:ext cx="3390900" cy="2762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融合岗位、技能、课程、考试、实操、带教与成本数据，形成企业训练知识底座</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Agent </a:t>
            </a:r>
            <a:r>
              <a:rPr sz="938">
                <a:solidFill>
                  <a:srgbClr val="D6E6F7"/>
                </a:solidFill>
                <a:latin typeface="微软雅黑"/>
                <a:ea typeface="微软雅黑"/>
                <a:cs typeface="微软雅黑"/>
              </a:rPr>
              <a:t>能识别缺口、生成计划、推荐带教并安排复训</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最终形态：越用越懂岗位、员工和训练闭环的行业训练 </a:t>
            </a:r>
            <a:r>
              <a:rPr sz="938">
                <a:solidFill>
                  <a:srgbClr val="D6E6F7"/>
                </a:solidFill>
                <a:latin typeface="微软雅黑"/>
                <a:ea typeface="微软雅黑"/>
                <a:cs typeface="微软雅黑"/>
              </a:rPr>
              <a:t>Agent</a:t>
            </a:r>
          </a:p>
        </p:txBody>
      </p:sp>
      <p:sp>
        <p:nvSpPr>
          <p:cNvPr id="85" name="">
            <a:extLst xmlns:a="http://schemas.openxmlformats.org/drawingml/2006/main">
              <a:ext uri="{FF2B5EF4-FFF2-40B4-BE49-F238E27FC236}">
                <a16:creationId xmlns:a16="http://schemas.microsoft.com/office/drawing/2014/main" id="{D8A99957-7BAF-404D-BCA6-D42080F194BB}"/>
              </a:ext>
            </a:extLst>
          </p:cNvPr>
          <p:cNvSpPr>
            <a:spLocks xmlns:a="http://schemas.openxmlformats.org/drawingml/2006/main" noGrp="1"/>
          </p:cNvSpPr>
          <p:nvPr/>
        </p:nvSpPr>
        <p:spPr>
          <a:xfrm xmlns:a="http://schemas.openxmlformats.org/drawingml/2006/main">
            <a:off x="285750" y="5924550"/>
            <a:ext cx="11620500" cy="571500"/>
          </a:xfrm>
          <a:prstGeom xmlns:a="http://schemas.openxmlformats.org/drawingml/2006/main" prst="roundRect">
            <a:avLst>
              <a:gd name="adj" fmla="val 150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86" name="">
            <a:extLst xmlns:a="http://schemas.openxmlformats.org/drawingml/2006/main">
              <a:ext uri="{FF2B5EF4-FFF2-40B4-BE49-F238E27FC236}">
                <a16:creationId xmlns:a16="http://schemas.microsoft.com/office/drawing/2014/main" id="{72CF1A20-D72C-41E9-94DF-63E1E34E5E6D}"/>
              </a:ext>
            </a:extLst>
          </p:cNvPr>
          <p:cNvSpPr>
            <a:spLocks xmlns:a="http://schemas.openxmlformats.org/drawingml/2006/main" noGrp="1"/>
          </p:cNvSpPr>
          <p:nvPr/>
        </p:nvSpPr>
        <p:spPr>
          <a:xfrm xmlns:a="http://schemas.openxmlformats.org/drawingml/2006/main">
            <a:off x="457200" y="5924550"/>
            <a:ext cx="11239500" cy="571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5000"/>
              </a:lnSpc>
              <a:buNone/>
              <a:defRPr sz="975" b="0">
                <a:solidFill>
                  <a:srgbClr val="D6E6F7"/>
                </a:solidFill>
                <a:latin typeface="微软雅黑"/>
                <a:ea typeface="微软雅黑"/>
                <a:cs typeface="微软雅黑"/>
              </a:defRPr>
            </a:pPr>
            <a:r>
              <a:rPr sz="975" b="0">
                <a:solidFill>
                  <a:srgbClr val="D6E6F7"/>
                </a:solidFill>
                <a:latin typeface="微软雅黑"/>
                <a:ea typeface="微软雅黑"/>
                <a:cs typeface="微软雅黑"/>
              </a:rPr>
              <a:t>规则全面落地　</a:t>
            </a:r>
            <a:r>
              <a:rPr sz="975" b="0">
                <a:solidFill>
                  <a:srgbClr val="D6E6F7"/>
                </a:solidFill>
                <a:latin typeface="微软雅黑"/>
                <a:ea typeface="微软雅黑"/>
                <a:cs typeface="微软雅黑"/>
              </a:rPr>
              <a:t>→　</a:t>
            </a:r>
            <a:r>
              <a:rPr sz="975" b="0">
                <a:solidFill>
                  <a:srgbClr val="D6E6F7"/>
                </a:solidFill>
                <a:latin typeface="微软雅黑"/>
                <a:ea typeface="微软雅黑"/>
                <a:cs typeface="微软雅黑"/>
              </a:rPr>
              <a:t>模型增强与数据回流　</a:t>
            </a:r>
            <a:r>
              <a:rPr sz="975" b="0">
                <a:solidFill>
                  <a:srgbClr val="D6E6F7"/>
                </a:solidFill>
                <a:latin typeface="微软雅黑"/>
                <a:ea typeface="微软雅黑"/>
                <a:cs typeface="微软雅黑"/>
              </a:rPr>
              <a:t>→　</a:t>
            </a:r>
            <a:r>
              <a:rPr sz="975" b="0">
                <a:solidFill>
                  <a:srgbClr val="D6E6F7"/>
                </a:solidFill>
                <a:latin typeface="微软雅黑"/>
                <a:ea typeface="微软雅黑"/>
                <a:cs typeface="微软雅黑"/>
              </a:rPr>
              <a:t>行业训练 </a:t>
            </a:r>
            <a:r>
              <a:rPr sz="975" b="0">
                <a:solidFill>
                  <a:srgbClr val="D6E6F7"/>
                </a:solidFill>
                <a:latin typeface="微软雅黑"/>
                <a:ea typeface="微软雅黑"/>
                <a:cs typeface="微软雅黑"/>
              </a:rPr>
              <a:t>Agent　　</a:t>
            </a:r>
            <a:r>
              <a:rPr sz="975" b="0">
                <a:solidFill>
                  <a:srgbClr val="D6E6F7"/>
                </a:solidFill>
                <a:latin typeface="微软雅黑"/>
                <a:ea typeface="微软雅黑"/>
                <a:cs typeface="微软雅黑"/>
              </a:rPr>
              <a:t>演进过程不改接口、不改前端、不改变结论的可追溯要求。</a:t>
            </a:r>
          </a:p>
        </p:txBody>
      </p:sp>
      <p:sp>
        <p:nvSpPr>
          <p:cNvPr id="87" name="">
            <a:extLst xmlns:a="http://schemas.openxmlformats.org/drawingml/2006/main">
              <a:ext uri="{FF2B5EF4-FFF2-40B4-BE49-F238E27FC236}">
                <a16:creationId xmlns:a16="http://schemas.microsoft.com/office/drawing/2014/main" id="{09F8F49C-D52A-4B02-9E0C-B111FF50C44E}"/>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B6001A70-1405-439E-B41E-5B4BFD862EDC}"/>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90383DEB-7C87-4C72-9F18-7E5414E2D85B}"/>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9A5E31E3-BA0F-4FC0-820C-E01C17DB03C7}"/>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7D7CF62F-21B4-41B7-BF78-555892B07120}"/>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0B2A65CC-A31D-4E76-AC29-4C334AD3BA0A}"/>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93" name="">
            <a:extLst xmlns:a="http://schemas.openxmlformats.org/drawingml/2006/main">
              <a:ext uri="{FF2B5EF4-FFF2-40B4-BE49-F238E27FC236}">
                <a16:creationId xmlns:a16="http://schemas.microsoft.com/office/drawing/2014/main" id="{9D1806B2-1A08-4EC6-8C74-23EE35925686}"/>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4E763A6B-8536-4987-9E84-4049E62FF90C}"/>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36</a:t>
            </a:r>
          </a:p>
        </p:txBody>
      </p:sp>
    </p:spTree>
    <p:extLst>
      <p:ext uri="{BB962C8B-B14F-4D97-AF65-F5344CB8AC3E}">
        <p14:creationId xmlns:p14="http://schemas.microsoft.com/office/powerpoint/2010/main" val="333763665"/>
      </p:ext>
    </p:extLst>
  </p:cSld>
</p:sld>
</file>

<file path=ppt/slides/slide37.xml><?xml version="1.0" encoding="utf-8"?>
<p:sld xmlns:p="http://schemas.openxmlformats.org/presentationml/2006/main">
  <p:cSld>
    <p:bg>
      <p:bgPr>
        <a:gradFill xmlns:a="http://schemas.openxmlformats.org/drawingml/2006/main">
          <a:gsLst>
            <a:gs pos="0">
              <a:srgbClr val="0C3363"/>
            </a:gs>
            <a:gs pos="100000">
              <a:srgbClr val="04101F"/>
            </a:gs>
          </a:gsLst>
          <a:lin ang="7200000"/>
        </a:gradFill>
      </p:bgPr>
    </p:bg>
    <p:spTree>
      <p:nvGrpSpPr>
        <p:cNvPr id="1" name=""/>
        <p:cNvGrpSpPr/>
        <p:nvPr/>
      </p:nvGrpSpPr>
      <p:grpSpPr>
        <a:xfrm xmlns:a="http://schemas.openxmlformats.org/drawingml/2006/main"/>
      </p:grpSpPr>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102919ace08f465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7CB41E-A8D8-4D99-81F7-914D2B678F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6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1B52A289-912D-4FFA-8127-A866F776FC2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21F">
              <a:alpha val="6000"/>
            </a:srgbClr>
          </a:soli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AA37071D-37AE-4D8C-892C-A00B4DC6A219}"/>
              </a:ext>
            </a:extLst>
          </p:cNvPr>
          <p:cNvSpPr>
            <a:spLocks xmlns:a="http://schemas.openxmlformats.org/drawingml/2006/main" noGrp="1"/>
          </p:cNvSpPr>
          <p:nvPr/>
        </p:nvSpPr>
        <p:spPr>
          <a:xfrm xmlns:a="http://schemas.openxmlformats.org/drawingml/2006/main">
            <a:off x="7810500" y="0"/>
            <a:ext cx="4381500" cy="4762500"/>
          </a:xfrm>
          <a:prstGeom xmlns:a="http://schemas.openxmlformats.org/drawingml/2006/main" prst="ellipse">
            <a:avLst/>
          </a:prstGeom>
          <a:gradFill xmlns:a="http://schemas.openxmlformats.org/drawingml/2006/main">
            <a:gsLst>
              <a:gs pos="0">
                <a:srgbClr val="1E5FA8">
                  <a:alpha val="40000"/>
                </a:srgbClr>
              </a:gs>
              <a:gs pos="45000">
                <a:srgbClr val="1E5FA8">
                  <a:alpha val="16000"/>
                </a:srgbClr>
              </a:gs>
              <a:gs pos="100000">
                <a:srgbClr val="1E5FA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16F45FC6-26E1-4DAB-A4E7-5B78FAE2FCB2}"/>
              </a:ext>
            </a:extLst>
          </p:cNvPr>
          <p:cNvSpPr>
            <a:spLocks xmlns:a="http://schemas.openxmlformats.org/drawingml/2006/main" noGrp="1"/>
          </p:cNvSpPr>
          <p:nvPr/>
        </p:nvSpPr>
        <p:spPr>
          <a:xfrm xmlns:a="http://schemas.openxmlformats.org/drawingml/2006/main">
            <a:off x="9620250" y="4000500"/>
            <a:ext cx="552450" cy="497205"/>
          </a:xfrm>
          <a:prstGeom xmlns:a="http://schemas.openxmlformats.org/drawingml/2006/main" prst="hexagon">
            <a:avLst/>
          </a:prstGeom>
          <a:noFill xmlns:a="http://schemas.openxmlformats.org/drawingml/2006/main"/>
          <a:ln xmlns:a="http://schemas.openxmlformats.org/drawingml/2006/main">
            <a:solidFill>
              <a:srgbClr val="31C7F0">
                <a:alpha val="22000"/>
              </a:srgbClr>
            </a:solidFill>
            <a:prstDash val="solid"/>
          </a:ln>
        </p:spPr>
      </p:sp>
      <p:sp>
        <p:nvSpPr>
          <p:cNvPr id="6" name="">
            <a:extLst xmlns:a="http://schemas.openxmlformats.org/drawingml/2006/main">
              <a:ext uri="{FF2B5EF4-FFF2-40B4-BE49-F238E27FC236}">
                <a16:creationId xmlns:a16="http://schemas.microsoft.com/office/drawing/2014/main" id="{871EE701-D2D1-410D-AF47-985EBECF091F}"/>
              </a:ext>
            </a:extLst>
          </p:cNvPr>
          <p:cNvSpPr>
            <a:spLocks xmlns:a="http://schemas.openxmlformats.org/drawingml/2006/main" noGrp="1"/>
          </p:cNvSpPr>
          <p:nvPr/>
        </p:nvSpPr>
        <p:spPr>
          <a:xfrm xmlns:a="http://schemas.openxmlformats.org/drawingml/2006/main">
            <a:off x="10209657" y="4155186"/>
            <a:ext cx="552450" cy="497205"/>
          </a:xfrm>
          <a:prstGeom xmlns:a="http://schemas.openxmlformats.org/drawingml/2006/main" prst="hexagon">
            <a:avLst/>
          </a:prstGeom>
          <a:noFill xmlns:a="http://schemas.openxmlformats.org/drawingml/2006/main"/>
          <a:ln xmlns:a="http://schemas.openxmlformats.org/drawingml/2006/main">
            <a:solidFill>
              <a:srgbClr val="31C7F0">
                <a:alpha val="22000"/>
              </a:srgbClr>
            </a:solidFill>
            <a:prstDash val="solid"/>
          </a:ln>
        </p:spPr>
      </p:sp>
      <p:sp>
        <p:nvSpPr>
          <p:cNvPr id="7" name="">
            <a:extLst xmlns:a="http://schemas.openxmlformats.org/drawingml/2006/main">
              <a:ext uri="{FF2B5EF4-FFF2-40B4-BE49-F238E27FC236}">
                <a16:creationId xmlns:a16="http://schemas.microsoft.com/office/drawing/2014/main" id="{7EFCDBBD-400B-40CF-AD13-21F14E482262}"/>
              </a:ext>
            </a:extLst>
          </p:cNvPr>
          <p:cNvSpPr>
            <a:spLocks xmlns:a="http://schemas.openxmlformats.org/drawingml/2006/main" noGrp="1"/>
          </p:cNvSpPr>
          <p:nvPr/>
        </p:nvSpPr>
        <p:spPr>
          <a:xfrm xmlns:a="http://schemas.openxmlformats.org/drawingml/2006/main">
            <a:off x="10799064" y="4000500"/>
            <a:ext cx="552450" cy="497205"/>
          </a:xfrm>
          <a:prstGeom xmlns:a="http://schemas.openxmlformats.org/drawingml/2006/main" prst="hexagon">
            <a:avLst/>
          </a:prstGeom>
          <a:noFill xmlns:a="http://schemas.openxmlformats.org/drawingml/2006/main"/>
          <a:ln xmlns:a="http://schemas.openxmlformats.org/drawingml/2006/main">
            <a:solidFill>
              <a:srgbClr val="31C7F0">
                <a:alpha val="22000"/>
              </a:srgbClr>
            </a:solidFill>
            <a:prstDash val="solid"/>
          </a:ln>
        </p:spPr>
      </p:sp>
      <p:sp>
        <p:nvSpPr>
          <p:cNvPr id="8" name="">
            <a:extLst xmlns:a="http://schemas.openxmlformats.org/drawingml/2006/main">
              <a:ext uri="{FF2B5EF4-FFF2-40B4-BE49-F238E27FC236}">
                <a16:creationId xmlns:a16="http://schemas.microsoft.com/office/drawing/2014/main" id="{FB8A4366-6BCC-4271-B157-38C47814ECF1}"/>
              </a:ext>
            </a:extLst>
          </p:cNvPr>
          <p:cNvSpPr>
            <a:spLocks xmlns:a="http://schemas.openxmlformats.org/drawingml/2006/main" noGrp="1"/>
          </p:cNvSpPr>
          <p:nvPr/>
        </p:nvSpPr>
        <p:spPr>
          <a:xfrm xmlns:a="http://schemas.openxmlformats.org/drawingml/2006/main">
            <a:off x="9620250" y="5600700"/>
            <a:ext cx="1714500" cy="419100"/>
          </a:xfrm>
          <a:prstGeom xmlns:a="http://schemas.openxmlformats.org/drawingml/2006/main" prst="rect">
            <a:avLst/>
          </a:prstGeom>
          <a:pattFill xmlns:a="http://schemas.openxmlformats.org/drawingml/2006/main" prst="dotGrid">
            <a:fgClr>
              <a:srgbClr val="2A6BAE">
                <a:alpha val="42000"/>
              </a:srgbClr>
            </a:fgClr>
            <a:bgClr>
              <a:srgbClr val="0A2144"/>
            </a:bgClr>
          </a:patt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06F01A39-282E-441D-8431-296B15996950}"/>
              </a:ext>
            </a:extLst>
          </p:cNvPr>
          <p:cNvSpPr>
            <a:spLocks xmlns:a="http://schemas.openxmlformats.org/drawingml/2006/main" noGrp="1"/>
          </p:cNvSpPr>
          <p:nvPr/>
        </p:nvSpPr>
        <p:spPr>
          <a:xfrm xmlns:a="http://schemas.openxmlformats.org/drawingml/2006/main">
            <a:off x="914400" y="1600200"/>
            <a:ext cx="438150" cy="394335"/>
          </a:xfrm>
          <a:prstGeom xmlns:a="http://schemas.openxmlformats.org/drawingml/2006/main" prst="hexagon">
            <a:avLst/>
          </a:prstGeom>
          <a:noFill xmlns:a="http://schemas.openxmlformats.org/drawingml/2006/main"/>
          <a:ln xmlns:a="http://schemas.openxmlformats.org/drawingml/2006/main">
            <a:solidFill>
              <a:srgbClr val="F5C33B">
                <a:alpha val="18000"/>
              </a:srgbClr>
            </a:solidFill>
            <a:prstDash val="solid"/>
          </a:ln>
        </p:spPr>
      </p:sp>
      <p:sp>
        <p:nvSpPr>
          <p:cNvPr id="10" name="">
            <a:extLst xmlns:a="http://schemas.openxmlformats.org/drawingml/2006/main">
              <a:ext uri="{FF2B5EF4-FFF2-40B4-BE49-F238E27FC236}">
                <a16:creationId xmlns:a16="http://schemas.microsoft.com/office/drawing/2014/main" id="{FF151A26-C733-450F-A673-37BDDEE53546}"/>
              </a:ext>
            </a:extLst>
          </p:cNvPr>
          <p:cNvSpPr>
            <a:spLocks xmlns:a="http://schemas.openxmlformats.org/drawingml/2006/main" noGrp="1"/>
          </p:cNvSpPr>
          <p:nvPr/>
        </p:nvSpPr>
        <p:spPr>
          <a:xfrm xmlns:a="http://schemas.openxmlformats.org/drawingml/2006/main">
            <a:off x="1395984" y="1722882"/>
            <a:ext cx="438150" cy="394335"/>
          </a:xfrm>
          <a:prstGeom xmlns:a="http://schemas.openxmlformats.org/drawingml/2006/main" prst="hexagon">
            <a:avLst/>
          </a:prstGeom>
          <a:noFill xmlns:a="http://schemas.openxmlformats.org/drawingml/2006/main"/>
          <a:ln xmlns:a="http://schemas.openxmlformats.org/drawingml/2006/main">
            <a:solidFill>
              <a:srgbClr val="F5C33B">
                <a:alpha val="18000"/>
              </a:srgbClr>
            </a:solidFill>
            <a:prstDash val="solid"/>
          </a:ln>
        </p:spPr>
      </p:sp>
      <p:sp>
        <p:nvSpPr>
          <p:cNvPr id="11" name="">
            <a:extLst xmlns:a="http://schemas.openxmlformats.org/drawingml/2006/main">
              <a:ext uri="{FF2B5EF4-FFF2-40B4-BE49-F238E27FC236}">
                <a16:creationId xmlns:a16="http://schemas.microsoft.com/office/drawing/2014/main" id="{2FBA552D-86AB-4260-8EDE-A7B2121684BC}"/>
              </a:ext>
            </a:extLst>
          </p:cNvPr>
          <p:cNvSpPr>
            <a:spLocks xmlns:a="http://schemas.openxmlformats.org/drawingml/2006/main" noGrp="1"/>
          </p:cNvSpPr>
          <p:nvPr/>
        </p:nvSpPr>
        <p:spPr>
          <a:xfrm xmlns:a="http://schemas.openxmlformats.org/drawingml/2006/main">
            <a:off x="1877568" y="1600200"/>
            <a:ext cx="438150" cy="394335"/>
          </a:xfrm>
          <a:prstGeom xmlns:a="http://schemas.openxmlformats.org/drawingml/2006/main" prst="hexagon">
            <a:avLst/>
          </a:prstGeom>
          <a:noFill xmlns:a="http://schemas.openxmlformats.org/drawingml/2006/main"/>
          <a:ln xmlns:a="http://schemas.openxmlformats.org/drawingml/2006/main">
            <a:solidFill>
              <a:srgbClr val="F5C33B">
                <a:alpha val="18000"/>
              </a:srgbClr>
            </a:solidFill>
            <a:prstDash val="solid"/>
          </a:ln>
        </p:spPr>
      </p:sp>
      <p:sp>
        <p:nvSpPr>
          <p:cNvPr id="12" name="">
            <a:extLst xmlns:a="http://schemas.openxmlformats.org/drawingml/2006/main">
              <a:ext uri="{FF2B5EF4-FFF2-40B4-BE49-F238E27FC236}">
                <a16:creationId xmlns:a16="http://schemas.microsoft.com/office/drawing/2014/main" id="{64E409C3-FA54-478E-8F2E-11E47FC6C436}"/>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8B7457AB-E88C-4349-AC09-E8BC90FD3020}"/>
              </a:ext>
            </a:extLst>
          </p:cNvPr>
          <p:cNvSpPr>
            <a:spLocks xmlns:a="http://schemas.openxmlformats.org/drawingml/2006/main" noGrp="1"/>
          </p:cNvSpPr>
          <p:nvPr/>
        </p:nvSpPr>
        <p:spPr>
          <a:xfrm xmlns:a="http://schemas.openxmlformats.org/drawingml/2006/main">
            <a:off x="0" y="38100"/>
            <a:ext cx="40005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88E29F1A-A0DA-46B9-8390-5F476BF5FADB}"/>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15" name="">
            <a:extLst xmlns:a="http://schemas.openxmlformats.org/drawingml/2006/main">
              <a:ext uri="{FF2B5EF4-FFF2-40B4-BE49-F238E27FC236}">
                <a16:creationId xmlns:a16="http://schemas.microsoft.com/office/drawing/2014/main" id="{89E1B468-D3C5-4EFD-8AA5-119E8CEE5CD6}"/>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16" name="">
            <a:extLst xmlns:a="http://schemas.openxmlformats.org/drawingml/2006/main">
              <a:ext uri="{FF2B5EF4-FFF2-40B4-BE49-F238E27FC236}">
                <a16:creationId xmlns:a16="http://schemas.microsoft.com/office/drawing/2014/main" id="{608738AF-4342-4B58-B262-081E24915426}"/>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45DABE96-C1F1-49C4-BBDB-9983D775614C}"/>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A98167BD-708C-421D-8550-5A4B3EBDE946}"/>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A6A487DF-DAC1-453F-AD26-90A70F10C322}"/>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EE87A5A8-F079-456D-898C-89147B7E4140}"/>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0F957C9D-EA7B-4A6B-ABB1-CB611FDE8D67}"/>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20DF8EEF-E572-484A-97A7-B0E2ED310E63}"/>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185F35FB-7D45-4AF0-88AF-AB0C43472413}"/>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45A9706C-3395-467F-A682-9ACEF0F3048B}"/>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C0F8F934-7E07-468B-8C4F-63ADA8A9730C}"/>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24B22EB9-FA61-4E91-AC84-8801B784B601}"/>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4D4FD377-96DE-4F80-99A2-4898D1843310}"/>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51C26F58-5526-4583-8558-ED2DD54FDB3A}"/>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961B5091-0A14-4757-A6FE-C48CF846CA62}"/>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53035389-4440-465C-94BF-FC4E9DAA5733}"/>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EC3A627D-68AC-44E7-BED5-5AFB0BEE70C8}"/>
              </a:ext>
            </a:extLst>
          </p:cNvPr>
          <p:cNvSpPr>
            <a:spLocks xmlns:a="http://schemas.openxmlformats.org/drawingml/2006/main" noGrp="1"/>
          </p:cNvSpPr>
          <p:nvPr/>
        </p:nvSpPr>
        <p:spPr>
          <a:xfrm xmlns:a="http://schemas.openxmlformats.org/drawingml/2006/main">
            <a:off x="857250" y="1219200"/>
            <a:ext cx="1047750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5400" b="1" spc="6">
                <a:solidFill>
                  <a:srgbClr val="FFFFFF"/>
                </a:solidFill>
                <a:latin typeface="微软雅黑"/>
                <a:ea typeface="微软雅黑"/>
                <a:cs typeface="微软雅黑"/>
              </a:defRPr>
            </a:pPr>
            <a:r>
              <a:rPr sz="5400" b="1" spc="6">
                <a:solidFill>
                  <a:srgbClr val="FFFFFF"/>
                </a:solidFill>
                <a:latin typeface="微软雅黑"/>
                <a:ea typeface="微软雅黑"/>
                <a:cs typeface="微软雅黑"/>
              </a:rPr>
              <a:t>感谢聆听</a:t>
            </a:r>
          </a:p>
        </p:txBody>
      </p:sp>
      <p:sp>
        <p:nvSpPr>
          <p:cNvPr id="32" name="">
            <a:extLst xmlns:a="http://schemas.openxmlformats.org/drawingml/2006/main">
              <a:ext uri="{FF2B5EF4-FFF2-40B4-BE49-F238E27FC236}">
                <a16:creationId xmlns:a16="http://schemas.microsoft.com/office/drawing/2014/main" id="{68918E39-02FD-436A-8670-621D5369F930}"/>
              </a:ext>
            </a:extLst>
          </p:cNvPr>
          <p:cNvSpPr>
            <a:spLocks xmlns:a="http://schemas.openxmlformats.org/drawingml/2006/main" noGrp="1"/>
          </p:cNvSpPr>
          <p:nvPr/>
        </p:nvSpPr>
        <p:spPr>
          <a:xfrm xmlns:a="http://schemas.openxmlformats.org/drawingml/2006/main">
            <a:off x="895350" y="2305050"/>
            <a:ext cx="104775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31C7F0"/>
                </a:solidFill>
                <a:latin typeface="微软雅黑"/>
                <a:ea typeface="微软雅黑"/>
                <a:cs typeface="微软雅黑"/>
              </a:defRPr>
            </a:pPr>
            <a:r>
              <a:rPr sz="1800" b="1">
                <a:solidFill>
                  <a:srgbClr val="31C7F0"/>
                </a:solidFill>
                <a:latin typeface="微软雅黑"/>
                <a:ea typeface="微软雅黑"/>
                <a:cs typeface="微软雅黑"/>
              </a:rPr>
              <a:t>面向变电运维的可解释智能人才培养平台</a:t>
            </a:r>
          </a:p>
        </p:txBody>
      </p:sp>
      <p:sp>
        <p:nvSpPr>
          <p:cNvPr id="33" name="">
            <a:extLst xmlns:a="http://schemas.openxmlformats.org/drawingml/2006/main">
              <a:ext uri="{FF2B5EF4-FFF2-40B4-BE49-F238E27FC236}">
                <a16:creationId xmlns:a16="http://schemas.microsoft.com/office/drawing/2014/main" id="{488D9669-405B-4C95-8E8A-7DD0DA5C87CA}"/>
              </a:ext>
            </a:extLst>
          </p:cNvPr>
          <p:cNvSpPr>
            <a:spLocks xmlns:a="http://schemas.openxmlformats.org/drawingml/2006/main" noGrp="1"/>
          </p:cNvSpPr>
          <p:nvPr/>
        </p:nvSpPr>
        <p:spPr>
          <a:xfrm xmlns:a="http://schemas.openxmlformats.org/drawingml/2006/main">
            <a:off x="895350" y="2743200"/>
            <a:ext cx="1028700" cy="24003"/>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535F53B3-868F-491A-9F4C-EE84A0519FDB}"/>
              </a:ext>
            </a:extLst>
          </p:cNvPr>
          <p:cNvSpPr>
            <a:spLocks xmlns:a="http://schemas.openxmlformats.org/drawingml/2006/main" noGrp="1"/>
          </p:cNvSpPr>
          <p:nvPr/>
        </p:nvSpPr>
        <p:spPr>
          <a:xfrm xmlns:a="http://schemas.openxmlformats.org/drawingml/2006/main">
            <a:off x="2038350" y="2686050"/>
            <a:ext cx="8572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00" b="0">
                <a:solidFill>
                  <a:srgbClr val="F5C33B"/>
                </a:solidFill>
                <a:latin typeface="微软雅黑"/>
                <a:ea typeface="微软雅黑"/>
                <a:cs typeface="微软雅黑"/>
              </a:defRPr>
            </a:pPr>
            <a:r>
              <a:rPr sz="1200" b="0">
                <a:solidFill>
                  <a:srgbClr val="F5C33B"/>
                </a:solidFill>
                <a:latin typeface="微软雅黑"/>
                <a:ea typeface="微软雅黑"/>
                <a:cs typeface="微软雅黑"/>
              </a:rPr>
              <a:t>规则先行 </a:t>
            </a:r>
            <a:r>
              <a:rPr sz="1200" b="0">
                <a:solidFill>
                  <a:srgbClr val="F5C33B"/>
                </a:solidFill>
                <a:latin typeface="微软雅黑"/>
                <a:ea typeface="微软雅黑"/>
                <a:cs typeface="微软雅黑"/>
              </a:rPr>
              <a:t>· </a:t>
            </a:r>
            <a:r>
              <a:rPr sz="1200" b="0">
                <a:solidFill>
                  <a:srgbClr val="F5C33B"/>
                </a:solidFill>
                <a:latin typeface="微软雅黑"/>
                <a:ea typeface="微软雅黑"/>
                <a:cs typeface="微软雅黑"/>
              </a:rPr>
              <a:t>模型后置 </a:t>
            </a:r>
            <a:r>
              <a:rPr sz="1200" b="0">
                <a:solidFill>
                  <a:srgbClr val="F5C33B"/>
                </a:solidFill>
                <a:latin typeface="微软雅黑"/>
                <a:ea typeface="微软雅黑"/>
                <a:cs typeface="微软雅黑"/>
              </a:rPr>
              <a:t>· </a:t>
            </a:r>
            <a:r>
              <a:rPr sz="1200" b="0">
                <a:solidFill>
                  <a:srgbClr val="F5C33B"/>
                </a:solidFill>
                <a:latin typeface="微软雅黑"/>
                <a:ea typeface="微软雅黑"/>
                <a:cs typeface="微软雅黑"/>
              </a:rPr>
              <a:t>结论可追溯 </a:t>
            </a:r>
            <a:r>
              <a:rPr sz="1200" b="0">
                <a:solidFill>
                  <a:srgbClr val="F5C33B"/>
                </a:solidFill>
                <a:latin typeface="微软雅黑"/>
                <a:ea typeface="微软雅黑"/>
                <a:cs typeface="微软雅黑"/>
              </a:rPr>
              <a:t>· </a:t>
            </a:r>
            <a:r>
              <a:rPr sz="1200" b="0">
                <a:solidFill>
                  <a:srgbClr val="F5C33B"/>
                </a:solidFill>
                <a:latin typeface="微软雅黑"/>
                <a:ea typeface="微软雅黑"/>
                <a:cs typeface="微软雅黑"/>
              </a:rPr>
              <a:t>离线可运行</a:t>
            </a:r>
          </a:p>
        </p:txBody>
      </p:sp>
      <p:sp>
        <p:nvSpPr>
          <p:cNvPr id="35" name="">
            <a:extLst xmlns:a="http://schemas.openxmlformats.org/drawingml/2006/main">
              <a:ext uri="{FF2B5EF4-FFF2-40B4-BE49-F238E27FC236}">
                <a16:creationId xmlns:a16="http://schemas.microsoft.com/office/drawing/2014/main" id="{6E953298-E4F3-4EDA-BB21-6CE9746653D4}"/>
              </a:ext>
            </a:extLst>
          </p:cNvPr>
          <p:cNvSpPr>
            <a:spLocks xmlns:a="http://schemas.openxmlformats.org/drawingml/2006/main" noGrp="1"/>
          </p:cNvSpPr>
          <p:nvPr/>
        </p:nvSpPr>
        <p:spPr>
          <a:xfrm xmlns:a="http://schemas.openxmlformats.org/drawingml/2006/main">
            <a:off x="857250" y="3143250"/>
            <a:ext cx="10477500" cy="590550"/>
          </a:xfrm>
          <a:prstGeom xmlns:a="http://schemas.openxmlformats.org/drawingml/2006/main" prst="roundRect">
            <a:avLst>
              <a:gd name="adj" fmla="val 14516"/>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36" name="">
            <a:extLst xmlns:a="http://schemas.openxmlformats.org/drawingml/2006/main">
              <a:ext uri="{FF2B5EF4-FFF2-40B4-BE49-F238E27FC236}">
                <a16:creationId xmlns:a16="http://schemas.microsoft.com/office/drawing/2014/main" id="{6DD506B9-880B-43A0-BA28-26A669B8CF34}"/>
              </a:ext>
            </a:extLst>
          </p:cNvPr>
          <p:cNvSpPr>
            <a:spLocks xmlns:a="http://schemas.openxmlformats.org/drawingml/2006/main" noGrp="1"/>
          </p:cNvSpPr>
          <p:nvPr/>
        </p:nvSpPr>
        <p:spPr>
          <a:xfrm xmlns:a="http://schemas.openxmlformats.org/drawingml/2006/main">
            <a:off x="876300" y="3200400"/>
            <a:ext cx="38100" cy="4762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7193C711-865A-4F91-AFC5-849B6B0D110B}"/>
              </a:ext>
            </a:extLst>
          </p:cNvPr>
          <p:cNvSpPr>
            <a:spLocks xmlns:a="http://schemas.openxmlformats.org/drawingml/2006/main" noGrp="1"/>
          </p:cNvSpPr>
          <p:nvPr/>
        </p:nvSpPr>
        <p:spPr>
          <a:xfrm xmlns:a="http://schemas.openxmlformats.org/drawingml/2006/main">
            <a:off x="1085850" y="3143250"/>
            <a:ext cx="10096500" cy="590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40000"/>
              </a:lnSpc>
              <a:buNone/>
              <a:defRPr sz="1125" b="0">
                <a:solidFill>
                  <a:srgbClr val="D6E6F7"/>
                </a:solidFill>
                <a:latin typeface="微软雅黑"/>
                <a:ea typeface="微软雅黑"/>
                <a:cs typeface="微软雅黑"/>
              </a:defRPr>
            </a:pPr>
            <a:r>
              <a:rPr sz="1125" b="0">
                <a:solidFill>
                  <a:srgbClr val="D6E6F7"/>
                </a:solidFill>
                <a:latin typeface="微软雅黑"/>
                <a:ea typeface="微软雅黑"/>
                <a:cs typeface="微软雅黑"/>
              </a:rPr>
              <a:t>把智能放在可审计的位置：每一条建议都能说清命中了哪条规则、依据了哪个数据点、由谁确认。</a:t>
            </a:r>
          </a:p>
        </p:txBody>
      </p:sp>
      <p:sp>
        <p:nvSpPr>
          <p:cNvPr id="38" name="">
            <a:extLst xmlns:a="http://schemas.openxmlformats.org/drawingml/2006/main">
              <a:ext uri="{FF2B5EF4-FFF2-40B4-BE49-F238E27FC236}">
                <a16:creationId xmlns:a16="http://schemas.microsoft.com/office/drawing/2014/main" id="{5231819A-C39C-42E7-BF40-F3820307205A}"/>
              </a:ext>
            </a:extLst>
          </p:cNvPr>
          <p:cNvSpPr>
            <a:spLocks xmlns:a="http://schemas.openxmlformats.org/drawingml/2006/main" noGrp="1"/>
          </p:cNvSpPr>
          <p:nvPr/>
        </p:nvSpPr>
        <p:spPr>
          <a:xfrm xmlns:a="http://schemas.openxmlformats.org/drawingml/2006/main">
            <a:off x="857250" y="3962400"/>
            <a:ext cx="2552700" cy="1028700"/>
          </a:xfrm>
          <a:prstGeom xmlns:a="http://schemas.openxmlformats.org/drawingml/2006/main" prst="roundRect">
            <a:avLst>
              <a:gd name="adj" fmla="val 8333"/>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B4C8A"/>
            </a:solidFill>
            <a:prstDash val="solid"/>
          </a:ln>
        </p:spPr>
      </p:sp>
      <p:sp>
        <p:nvSpPr>
          <p:cNvPr id="39" name="">
            <a:extLst xmlns:a="http://schemas.openxmlformats.org/drawingml/2006/main">
              <a:ext uri="{FF2B5EF4-FFF2-40B4-BE49-F238E27FC236}">
                <a16:creationId xmlns:a16="http://schemas.microsoft.com/office/drawing/2014/main" id="{4D7126DB-A2C6-400C-9DCF-85E53C4717F4}"/>
              </a:ext>
            </a:extLst>
          </p:cNvPr>
          <p:cNvSpPr>
            <a:spLocks xmlns:a="http://schemas.openxmlformats.org/drawingml/2006/main" noGrp="1"/>
          </p:cNvSpPr>
          <p:nvPr/>
        </p:nvSpPr>
        <p:spPr>
          <a:xfrm xmlns:a="http://schemas.openxmlformats.org/drawingml/2006/main">
            <a:off x="857250" y="3962400"/>
            <a:ext cx="2552700" cy="3810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B6515861-6F8D-4DD3-868C-27CCC0FA18B5}"/>
              </a:ext>
            </a:extLst>
          </p:cNvPr>
          <p:cNvSpPr>
            <a:spLocks xmlns:a="http://schemas.openxmlformats.org/drawingml/2006/main" noGrp="1"/>
          </p:cNvSpPr>
          <p:nvPr/>
        </p:nvSpPr>
        <p:spPr>
          <a:xfrm xmlns:a="http://schemas.openxmlformats.org/drawingml/2006/main">
            <a:off x="2933700" y="4057650"/>
            <a:ext cx="361950" cy="304800"/>
          </a:xfrm>
          <a:prstGeom xmlns:a="http://schemas.openxmlformats.org/drawingml/2006/main" prst="hexagon">
            <a:avLst/>
          </a:prstGeom>
          <a:noFill xmlns:a="http://schemas.openxmlformats.org/drawingml/2006/main"/>
          <a:ln xmlns:a="http://schemas.openxmlformats.org/drawingml/2006/main">
            <a:solidFill>
              <a:srgbClr val="31C7F0">
                <a:alpha val="60000"/>
              </a:srgbClr>
            </a:solidFill>
            <a:prstDash val="solid"/>
          </a:ln>
        </p:spPr>
      </p:sp>
      <p:sp>
        <p:nvSpPr>
          <p:cNvPr id="41" name="">
            <a:extLst xmlns:a="http://schemas.openxmlformats.org/drawingml/2006/main">
              <a:ext uri="{FF2B5EF4-FFF2-40B4-BE49-F238E27FC236}">
                <a16:creationId xmlns:a16="http://schemas.microsoft.com/office/drawing/2014/main" id="{0C69021D-5AE3-49B8-B3CD-FB924948D9EF}"/>
              </a:ext>
            </a:extLst>
          </p:cNvPr>
          <p:cNvSpPr>
            <a:spLocks xmlns:a="http://schemas.openxmlformats.org/drawingml/2006/main" noGrp="1"/>
          </p:cNvSpPr>
          <p:nvPr/>
        </p:nvSpPr>
        <p:spPr>
          <a:xfrm xmlns:a="http://schemas.openxmlformats.org/drawingml/2006/main">
            <a:off x="1009650" y="4114800"/>
            <a:ext cx="22479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问题真</a:t>
            </a:r>
          </a:p>
        </p:txBody>
      </p:sp>
      <p:sp>
        <p:nvSpPr>
          <p:cNvPr id="42" name="">
            <a:extLst xmlns:a="http://schemas.openxmlformats.org/drawingml/2006/main">
              <a:ext uri="{FF2B5EF4-FFF2-40B4-BE49-F238E27FC236}">
                <a16:creationId xmlns:a16="http://schemas.microsoft.com/office/drawing/2014/main" id="{6FD490D6-F436-47FA-A7BA-CDB1FDD9D3ED}"/>
              </a:ext>
            </a:extLst>
          </p:cNvPr>
          <p:cNvSpPr>
            <a:spLocks xmlns:a="http://schemas.openxmlformats.org/drawingml/2006/main" noGrp="1"/>
          </p:cNvSpPr>
          <p:nvPr/>
        </p:nvSpPr>
        <p:spPr>
          <a:xfrm xmlns:a="http://schemas.openxmlformats.org/drawingml/2006/main">
            <a:off x="1009650" y="4419600"/>
            <a:ext cx="22669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标准原文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四本账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三条痛点，先立住真问题</a:t>
            </a:r>
          </a:p>
        </p:txBody>
      </p:sp>
      <p:sp>
        <p:nvSpPr>
          <p:cNvPr id="43" name="">
            <a:extLst xmlns:a="http://schemas.openxmlformats.org/drawingml/2006/main">
              <a:ext uri="{FF2B5EF4-FFF2-40B4-BE49-F238E27FC236}">
                <a16:creationId xmlns:a16="http://schemas.microsoft.com/office/drawing/2014/main" id="{2249CEA0-C7F3-4FC5-BBAC-EEAA31836101}"/>
              </a:ext>
            </a:extLst>
          </p:cNvPr>
          <p:cNvSpPr>
            <a:spLocks xmlns:a="http://schemas.openxmlformats.org/drawingml/2006/main" noGrp="1"/>
          </p:cNvSpPr>
          <p:nvPr/>
        </p:nvSpPr>
        <p:spPr>
          <a:xfrm xmlns:a="http://schemas.openxmlformats.org/drawingml/2006/main">
            <a:off x="3562350" y="3962400"/>
            <a:ext cx="2552700" cy="1028700"/>
          </a:xfrm>
          <a:prstGeom xmlns:a="http://schemas.openxmlformats.org/drawingml/2006/main" prst="roundRect">
            <a:avLst>
              <a:gd name="adj" fmla="val 8333"/>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B4C8A"/>
            </a:solidFill>
            <a:prstDash val="solid"/>
          </a:ln>
        </p:spPr>
      </p:sp>
      <p:sp>
        <p:nvSpPr>
          <p:cNvPr id="44" name="">
            <a:extLst xmlns:a="http://schemas.openxmlformats.org/drawingml/2006/main">
              <a:ext uri="{FF2B5EF4-FFF2-40B4-BE49-F238E27FC236}">
                <a16:creationId xmlns:a16="http://schemas.microsoft.com/office/drawing/2014/main" id="{276F491B-0E6A-4DCC-8173-0411A466B4F1}"/>
              </a:ext>
            </a:extLst>
          </p:cNvPr>
          <p:cNvSpPr>
            <a:spLocks xmlns:a="http://schemas.openxmlformats.org/drawingml/2006/main" noGrp="1"/>
          </p:cNvSpPr>
          <p:nvPr/>
        </p:nvSpPr>
        <p:spPr>
          <a:xfrm xmlns:a="http://schemas.openxmlformats.org/drawingml/2006/main">
            <a:off x="3562350" y="3962400"/>
            <a:ext cx="2552700" cy="381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26FEE2A6-2DA8-43EC-A27E-21D54F90C36E}"/>
              </a:ext>
            </a:extLst>
          </p:cNvPr>
          <p:cNvSpPr>
            <a:spLocks xmlns:a="http://schemas.openxmlformats.org/drawingml/2006/main" noGrp="1"/>
          </p:cNvSpPr>
          <p:nvPr/>
        </p:nvSpPr>
        <p:spPr>
          <a:xfrm xmlns:a="http://schemas.openxmlformats.org/drawingml/2006/main">
            <a:off x="5638800" y="4057650"/>
            <a:ext cx="361950" cy="304800"/>
          </a:xfrm>
          <a:prstGeom xmlns:a="http://schemas.openxmlformats.org/drawingml/2006/main" prst="hexagon">
            <a:avLst/>
          </a:prstGeom>
          <a:noFill xmlns:a="http://schemas.openxmlformats.org/drawingml/2006/main"/>
          <a:ln xmlns:a="http://schemas.openxmlformats.org/drawingml/2006/main">
            <a:solidFill>
              <a:srgbClr val="2E86E8">
                <a:alpha val="60000"/>
              </a:srgbClr>
            </a:solidFill>
            <a:prstDash val="solid"/>
          </a:ln>
        </p:spPr>
      </p:sp>
      <p:sp>
        <p:nvSpPr>
          <p:cNvPr id="46" name="">
            <a:extLst xmlns:a="http://schemas.openxmlformats.org/drawingml/2006/main">
              <a:ext uri="{FF2B5EF4-FFF2-40B4-BE49-F238E27FC236}">
                <a16:creationId xmlns:a16="http://schemas.microsoft.com/office/drawing/2014/main" id="{40376A50-5E6D-43F1-9D14-CDEBE5D42ABD}"/>
              </a:ext>
            </a:extLst>
          </p:cNvPr>
          <p:cNvSpPr>
            <a:spLocks xmlns:a="http://schemas.openxmlformats.org/drawingml/2006/main" noGrp="1"/>
          </p:cNvSpPr>
          <p:nvPr/>
        </p:nvSpPr>
        <p:spPr>
          <a:xfrm xmlns:a="http://schemas.openxmlformats.org/drawingml/2006/main">
            <a:off x="3714750" y="4114800"/>
            <a:ext cx="22479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2E86E8"/>
                </a:solidFill>
                <a:latin typeface="微软雅黑"/>
                <a:ea typeface="微软雅黑"/>
                <a:cs typeface="微软雅黑"/>
              </a:defRPr>
            </a:pPr>
            <a:r>
              <a:rPr sz="1125" b="1">
                <a:solidFill>
                  <a:srgbClr val="2E86E8"/>
                </a:solidFill>
                <a:latin typeface="微软雅黑"/>
                <a:ea typeface="微软雅黑"/>
                <a:cs typeface="微软雅黑"/>
              </a:rPr>
              <a:t>方案清</a:t>
            </a:r>
          </a:p>
        </p:txBody>
      </p:sp>
      <p:sp>
        <p:nvSpPr>
          <p:cNvPr id="47" name="">
            <a:extLst xmlns:a="http://schemas.openxmlformats.org/drawingml/2006/main">
              <a:ext uri="{FF2B5EF4-FFF2-40B4-BE49-F238E27FC236}">
                <a16:creationId xmlns:a16="http://schemas.microsoft.com/office/drawing/2014/main" id="{023705BF-0D7E-442D-82BD-57CA20B01ABF}"/>
              </a:ext>
            </a:extLst>
          </p:cNvPr>
          <p:cNvSpPr>
            <a:spLocks xmlns:a="http://schemas.openxmlformats.org/drawingml/2006/main" noGrp="1"/>
          </p:cNvSpPr>
          <p:nvPr/>
        </p:nvSpPr>
        <p:spPr>
          <a:xfrm xmlns:a="http://schemas.openxmlformats.org/drawingml/2006/main">
            <a:off x="3714750" y="4419600"/>
            <a:ext cx="22669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五层架构 </a:t>
            </a:r>
            <a:r>
              <a:rPr sz="863" b="0">
                <a:solidFill>
                  <a:srgbClr val="D6E6F7"/>
                </a:solidFill>
                <a:latin typeface="微软雅黑"/>
                <a:ea typeface="微软雅黑"/>
                <a:cs typeface="微软雅黑"/>
              </a:rPr>
              <a:t>+ 18 </a:t>
            </a:r>
            <a:r>
              <a:rPr sz="863" b="0">
                <a:solidFill>
                  <a:srgbClr val="D6E6F7"/>
                </a:solidFill>
                <a:latin typeface="微软雅黑"/>
                <a:ea typeface="微软雅黑"/>
                <a:cs typeface="微软雅黑"/>
              </a:rPr>
              <a:t>条规则 </a:t>
            </a:r>
            <a:r>
              <a:rPr sz="863" b="0">
                <a:solidFill>
                  <a:srgbClr val="D6E6F7"/>
                </a:solidFill>
                <a:latin typeface="微软雅黑"/>
                <a:ea typeface="微软雅黑"/>
                <a:cs typeface="微软雅黑"/>
              </a:rPr>
              <a:t>+ 3 </a:t>
            </a:r>
            <a:r>
              <a:rPr sz="863" b="0">
                <a:solidFill>
                  <a:srgbClr val="D6E6F7"/>
                </a:solidFill>
                <a:latin typeface="微软雅黑"/>
                <a:ea typeface="微软雅黑"/>
                <a:cs typeface="微软雅黑"/>
              </a:rPr>
              <a:t>个稳定 </a:t>
            </a:r>
            <a:r>
              <a:rPr sz="863" b="0">
                <a:solidFill>
                  <a:srgbClr val="D6E6F7"/>
                </a:solidFill>
                <a:latin typeface="微软雅黑"/>
                <a:ea typeface="微软雅黑"/>
                <a:cs typeface="微软雅黑"/>
              </a:rPr>
              <a:t>Agent </a:t>
            </a:r>
            <a:r>
              <a:rPr sz="863" b="0">
                <a:solidFill>
                  <a:srgbClr val="D6E6F7"/>
                </a:solidFill>
                <a:latin typeface="微软雅黑"/>
                <a:ea typeface="微软雅黑"/>
                <a:cs typeface="微软雅黑"/>
              </a:rPr>
              <a:t>接口</a:t>
            </a:r>
          </a:p>
        </p:txBody>
      </p:sp>
      <p:sp>
        <p:nvSpPr>
          <p:cNvPr id="48" name="">
            <a:extLst xmlns:a="http://schemas.openxmlformats.org/drawingml/2006/main">
              <a:ext uri="{FF2B5EF4-FFF2-40B4-BE49-F238E27FC236}">
                <a16:creationId xmlns:a16="http://schemas.microsoft.com/office/drawing/2014/main" id="{6385C98A-35A3-48B5-B58A-21296328DB3A}"/>
              </a:ext>
            </a:extLst>
          </p:cNvPr>
          <p:cNvSpPr>
            <a:spLocks xmlns:a="http://schemas.openxmlformats.org/drawingml/2006/main" noGrp="1"/>
          </p:cNvSpPr>
          <p:nvPr/>
        </p:nvSpPr>
        <p:spPr>
          <a:xfrm xmlns:a="http://schemas.openxmlformats.org/drawingml/2006/main">
            <a:off x="6267450" y="3962400"/>
            <a:ext cx="2552700" cy="1028700"/>
          </a:xfrm>
          <a:prstGeom xmlns:a="http://schemas.openxmlformats.org/drawingml/2006/main" prst="roundRect">
            <a:avLst>
              <a:gd name="adj" fmla="val 8333"/>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B4C8A"/>
            </a:solidFill>
            <a:prstDash val="solid"/>
          </a:ln>
        </p:spPr>
      </p:sp>
      <p:sp>
        <p:nvSpPr>
          <p:cNvPr id="49" name="">
            <a:extLst xmlns:a="http://schemas.openxmlformats.org/drawingml/2006/main">
              <a:ext uri="{FF2B5EF4-FFF2-40B4-BE49-F238E27FC236}">
                <a16:creationId xmlns:a16="http://schemas.microsoft.com/office/drawing/2014/main" id="{93EAAA50-061E-482F-9369-D84F147D558E}"/>
              </a:ext>
            </a:extLst>
          </p:cNvPr>
          <p:cNvSpPr>
            <a:spLocks xmlns:a="http://schemas.openxmlformats.org/drawingml/2006/main" noGrp="1"/>
          </p:cNvSpPr>
          <p:nvPr/>
        </p:nvSpPr>
        <p:spPr>
          <a:xfrm xmlns:a="http://schemas.openxmlformats.org/drawingml/2006/main">
            <a:off x="6267450" y="3962400"/>
            <a:ext cx="2552700" cy="38100"/>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78D3111D-7357-4A35-B22C-1A4174A0C6FD}"/>
              </a:ext>
            </a:extLst>
          </p:cNvPr>
          <p:cNvSpPr>
            <a:spLocks xmlns:a="http://schemas.openxmlformats.org/drawingml/2006/main" noGrp="1"/>
          </p:cNvSpPr>
          <p:nvPr/>
        </p:nvSpPr>
        <p:spPr>
          <a:xfrm xmlns:a="http://schemas.openxmlformats.org/drawingml/2006/main">
            <a:off x="8343900" y="4057650"/>
            <a:ext cx="361950" cy="304800"/>
          </a:xfrm>
          <a:prstGeom xmlns:a="http://schemas.openxmlformats.org/drawingml/2006/main" prst="hexagon">
            <a:avLst/>
          </a:prstGeom>
          <a:noFill xmlns:a="http://schemas.openxmlformats.org/drawingml/2006/main"/>
          <a:ln xmlns:a="http://schemas.openxmlformats.org/drawingml/2006/main">
            <a:solidFill>
              <a:srgbClr val="3FD08A">
                <a:alpha val="60000"/>
              </a:srgbClr>
            </a:solidFill>
            <a:prstDash val="solid"/>
          </a:ln>
        </p:spPr>
      </p:sp>
      <p:sp>
        <p:nvSpPr>
          <p:cNvPr id="51" name="">
            <a:extLst xmlns:a="http://schemas.openxmlformats.org/drawingml/2006/main">
              <a:ext uri="{FF2B5EF4-FFF2-40B4-BE49-F238E27FC236}">
                <a16:creationId xmlns:a16="http://schemas.microsoft.com/office/drawing/2014/main" id="{20047D26-7F64-4279-A875-2713203D36B3}"/>
              </a:ext>
            </a:extLst>
          </p:cNvPr>
          <p:cNvSpPr>
            <a:spLocks xmlns:a="http://schemas.openxmlformats.org/drawingml/2006/main" noGrp="1"/>
          </p:cNvSpPr>
          <p:nvPr/>
        </p:nvSpPr>
        <p:spPr>
          <a:xfrm xmlns:a="http://schemas.openxmlformats.org/drawingml/2006/main">
            <a:off x="6419850" y="4114800"/>
            <a:ext cx="22479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FD08A"/>
                </a:solidFill>
                <a:latin typeface="微软雅黑"/>
                <a:ea typeface="微软雅黑"/>
                <a:cs typeface="微软雅黑"/>
              </a:defRPr>
            </a:pPr>
            <a:r>
              <a:rPr sz="1125" b="1">
                <a:solidFill>
                  <a:srgbClr val="3FD08A"/>
                </a:solidFill>
                <a:latin typeface="微软雅黑"/>
                <a:ea typeface="微软雅黑"/>
                <a:cs typeface="微软雅黑"/>
              </a:rPr>
              <a:t>可复算</a:t>
            </a:r>
          </a:p>
        </p:txBody>
      </p:sp>
      <p:sp>
        <p:nvSpPr>
          <p:cNvPr id="52" name="">
            <a:extLst xmlns:a="http://schemas.openxmlformats.org/drawingml/2006/main">
              <a:ext uri="{FF2B5EF4-FFF2-40B4-BE49-F238E27FC236}">
                <a16:creationId xmlns:a16="http://schemas.microsoft.com/office/drawing/2014/main" id="{961115FC-43AA-4011-81AB-951856A74F51}"/>
              </a:ext>
            </a:extLst>
          </p:cNvPr>
          <p:cNvSpPr>
            <a:spLocks xmlns:a="http://schemas.openxmlformats.org/drawingml/2006/main" noGrp="1"/>
          </p:cNvSpPr>
          <p:nvPr/>
        </p:nvSpPr>
        <p:spPr>
          <a:xfrm xmlns:a="http://schemas.openxmlformats.org/drawingml/2006/main">
            <a:off x="6419850" y="4419600"/>
            <a:ext cx="22669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同一输入复跑 </a:t>
            </a:r>
            <a:r>
              <a:rPr sz="863" b="0">
                <a:solidFill>
                  <a:srgbClr val="D6E6F7"/>
                </a:solidFill>
                <a:latin typeface="微软雅黑"/>
                <a:ea typeface="微软雅黑"/>
                <a:cs typeface="微软雅黑"/>
              </a:rPr>
              <a:t>200 </a:t>
            </a:r>
            <a:r>
              <a:rPr sz="863" b="0">
                <a:solidFill>
                  <a:srgbClr val="D6E6F7"/>
                </a:solidFill>
                <a:latin typeface="微软雅黑"/>
                <a:ea typeface="微软雅黑"/>
                <a:cs typeface="微软雅黑"/>
              </a:rPr>
              <a:t>次，</a:t>
            </a:r>
            <a:r>
              <a:rPr sz="863" b="0">
                <a:solidFill>
                  <a:srgbClr val="D6E6F7"/>
                </a:solidFill>
                <a:latin typeface="微软雅黑"/>
                <a:ea typeface="微软雅黑"/>
                <a:cs typeface="微软雅黑"/>
              </a:rPr>
              <a:t>rule_refs </a:t>
            </a:r>
            <a:r>
              <a:rPr sz="863" b="0">
                <a:solidFill>
                  <a:srgbClr val="D6E6F7"/>
                </a:solidFill>
                <a:latin typeface="微软雅黑"/>
                <a:ea typeface="微软雅黑"/>
                <a:cs typeface="微软雅黑"/>
              </a:rPr>
              <a:t>完全一致</a:t>
            </a:r>
          </a:p>
        </p:txBody>
      </p:sp>
      <p:sp>
        <p:nvSpPr>
          <p:cNvPr id="53" name="">
            <a:extLst xmlns:a="http://schemas.openxmlformats.org/drawingml/2006/main">
              <a:ext uri="{FF2B5EF4-FFF2-40B4-BE49-F238E27FC236}">
                <a16:creationId xmlns:a16="http://schemas.microsoft.com/office/drawing/2014/main" id="{89349535-69E1-4699-A6F2-2439059D95E2}"/>
              </a:ext>
            </a:extLst>
          </p:cNvPr>
          <p:cNvSpPr>
            <a:spLocks xmlns:a="http://schemas.openxmlformats.org/drawingml/2006/main" noGrp="1"/>
          </p:cNvSpPr>
          <p:nvPr/>
        </p:nvSpPr>
        <p:spPr>
          <a:xfrm xmlns:a="http://schemas.openxmlformats.org/drawingml/2006/main">
            <a:off x="8972550" y="3962400"/>
            <a:ext cx="2552700" cy="1028700"/>
          </a:xfrm>
          <a:prstGeom xmlns:a="http://schemas.openxmlformats.org/drawingml/2006/main" prst="roundRect">
            <a:avLst>
              <a:gd name="adj" fmla="val 8333"/>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B4C8A"/>
            </a:solidFill>
            <a:prstDash val="solid"/>
          </a:ln>
        </p:spPr>
      </p:sp>
      <p:sp>
        <p:nvSpPr>
          <p:cNvPr id="54" name="">
            <a:extLst xmlns:a="http://schemas.openxmlformats.org/drawingml/2006/main">
              <a:ext uri="{FF2B5EF4-FFF2-40B4-BE49-F238E27FC236}">
                <a16:creationId xmlns:a16="http://schemas.microsoft.com/office/drawing/2014/main" id="{6A184B14-311E-46C3-96B1-CFD48426900A}"/>
              </a:ext>
            </a:extLst>
          </p:cNvPr>
          <p:cNvSpPr>
            <a:spLocks xmlns:a="http://schemas.openxmlformats.org/drawingml/2006/main" noGrp="1"/>
          </p:cNvSpPr>
          <p:nvPr/>
        </p:nvSpPr>
        <p:spPr>
          <a:xfrm xmlns:a="http://schemas.openxmlformats.org/drawingml/2006/main">
            <a:off x="8972550" y="3962400"/>
            <a:ext cx="2552700" cy="381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70771CA8-484F-4DE8-9FE3-E7C2A2494752}"/>
              </a:ext>
            </a:extLst>
          </p:cNvPr>
          <p:cNvSpPr>
            <a:spLocks xmlns:a="http://schemas.openxmlformats.org/drawingml/2006/main" noGrp="1"/>
          </p:cNvSpPr>
          <p:nvPr/>
        </p:nvSpPr>
        <p:spPr>
          <a:xfrm xmlns:a="http://schemas.openxmlformats.org/drawingml/2006/main">
            <a:off x="11049000" y="4057650"/>
            <a:ext cx="361950" cy="3048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80DBC151-0BDB-47D3-95D1-6F5D1701A288}"/>
              </a:ext>
            </a:extLst>
          </p:cNvPr>
          <p:cNvSpPr>
            <a:spLocks xmlns:a="http://schemas.openxmlformats.org/drawingml/2006/main" noGrp="1"/>
          </p:cNvSpPr>
          <p:nvPr/>
        </p:nvSpPr>
        <p:spPr>
          <a:xfrm xmlns:a="http://schemas.openxmlformats.org/drawingml/2006/main">
            <a:off x="9124950" y="4114800"/>
            <a:ext cx="22479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算得清</a:t>
            </a:r>
          </a:p>
        </p:txBody>
      </p:sp>
      <p:sp>
        <p:nvSpPr>
          <p:cNvPr id="57" name="">
            <a:extLst xmlns:a="http://schemas.openxmlformats.org/drawingml/2006/main">
              <a:ext uri="{FF2B5EF4-FFF2-40B4-BE49-F238E27FC236}">
                <a16:creationId xmlns:a16="http://schemas.microsoft.com/office/drawing/2014/main" id="{3FA236F8-4AB7-4074-9985-A53548545B8F}"/>
              </a:ext>
            </a:extLst>
          </p:cNvPr>
          <p:cNvSpPr>
            <a:spLocks xmlns:a="http://schemas.openxmlformats.org/drawingml/2006/main" noGrp="1"/>
          </p:cNvSpPr>
          <p:nvPr/>
        </p:nvSpPr>
        <p:spPr>
          <a:xfrm xmlns:a="http://schemas.openxmlformats.org/drawingml/2006/main">
            <a:off x="9124950" y="4419600"/>
            <a:ext cx="22669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转岗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招聘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外委口径明确，回收期可代公式</a:t>
            </a:r>
          </a:p>
        </p:txBody>
      </p:sp>
      <p:sp>
        <p:nvSpPr>
          <p:cNvPr id="58" name="">
            <a:extLst xmlns:a="http://schemas.openxmlformats.org/drawingml/2006/main">
              <a:ext uri="{FF2B5EF4-FFF2-40B4-BE49-F238E27FC236}">
                <a16:creationId xmlns:a16="http://schemas.microsoft.com/office/drawing/2014/main" id="{89942D5C-72F6-467D-96E4-B4E7D62DCACF}"/>
              </a:ext>
            </a:extLst>
          </p:cNvPr>
          <p:cNvSpPr>
            <a:spLocks xmlns:a="http://schemas.openxmlformats.org/drawingml/2006/main" noGrp="1"/>
          </p:cNvSpPr>
          <p:nvPr/>
        </p:nvSpPr>
        <p:spPr>
          <a:xfrm xmlns:a="http://schemas.openxmlformats.org/drawingml/2006/main">
            <a:off x="857250" y="525780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参赛单位</a:t>
            </a:r>
          </a:p>
        </p:txBody>
      </p:sp>
      <p:sp>
        <p:nvSpPr>
          <p:cNvPr id="59" name="">
            <a:extLst xmlns:a="http://schemas.openxmlformats.org/drawingml/2006/main">
              <a:ext uri="{FF2B5EF4-FFF2-40B4-BE49-F238E27FC236}">
                <a16:creationId xmlns:a16="http://schemas.microsoft.com/office/drawing/2014/main" id="{811C2352-CB67-4F22-B0CA-508EB23A769D}"/>
              </a:ext>
            </a:extLst>
          </p:cNvPr>
          <p:cNvSpPr>
            <a:spLocks xmlns:a="http://schemas.openxmlformats.org/drawingml/2006/main" noGrp="1"/>
          </p:cNvSpPr>
          <p:nvPr/>
        </p:nvSpPr>
        <p:spPr>
          <a:xfrm xmlns:a="http://schemas.openxmlformats.org/drawingml/2006/main">
            <a:off x="857250" y="550545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广东科技学院</a:t>
            </a:r>
          </a:p>
        </p:txBody>
      </p:sp>
      <p:sp>
        <p:nvSpPr>
          <p:cNvPr id="60" name="">
            <a:extLst xmlns:a="http://schemas.openxmlformats.org/drawingml/2006/main">
              <a:ext uri="{FF2B5EF4-FFF2-40B4-BE49-F238E27FC236}">
                <a16:creationId xmlns:a16="http://schemas.microsoft.com/office/drawing/2014/main" id="{6B585BDD-2133-4D71-B82E-68D1C27E86AD}"/>
              </a:ext>
            </a:extLst>
          </p:cNvPr>
          <p:cNvSpPr>
            <a:spLocks xmlns:a="http://schemas.openxmlformats.org/drawingml/2006/main" noGrp="1"/>
          </p:cNvSpPr>
          <p:nvPr/>
        </p:nvSpPr>
        <p:spPr>
          <a:xfrm xmlns:a="http://schemas.openxmlformats.org/drawingml/2006/main">
            <a:off x="3562350" y="525780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赛道</a:t>
            </a:r>
          </a:p>
        </p:txBody>
      </p:sp>
      <p:sp>
        <p:nvSpPr>
          <p:cNvPr id="61" name="">
            <a:extLst xmlns:a="http://schemas.openxmlformats.org/drawingml/2006/main">
              <a:ext uri="{FF2B5EF4-FFF2-40B4-BE49-F238E27FC236}">
                <a16:creationId xmlns:a16="http://schemas.microsoft.com/office/drawing/2014/main" id="{D69A7F0D-E494-4B10-A14C-374293B1721F}"/>
              </a:ext>
            </a:extLst>
          </p:cNvPr>
          <p:cNvSpPr>
            <a:spLocks xmlns:a="http://schemas.openxmlformats.org/drawingml/2006/main" noGrp="1"/>
          </p:cNvSpPr>
          <p:nvPr/>
        </p:nvSpPr>
        <p:spPr>
          <a:xfrm xmlns:a="http://schemas.openxmlformats.org/drawingml/2006/main">
            <a:off x="3562350" y="550545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场景创新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软件创新</a:t>
            </a:r>
          </a:p>
        </p:txBody>
      </p:sp>
      <p:sp>
        <p:nvSpPr>
          <p:cNvPr id="62" name="">
            <a:extLst xmlns:a="http://schemas.openxmlformats.org/drawingml/2006/main">
              <a:ext uri="{FF2B5EF4-FFF2-40B4-BE49-F238E27FC236}">
                <a16:creationId xmlns:a16="http://schemas.microsoft.com/office/drawing/2014/main" id="{49D3C601-97E3-4C89-810C-09D3003C6AF4}"/>
              </a:ext>
            </a:extLst>
          </p:cNvPr>
          <p:cNvSpPr>
            <a:spLocks xmlns:a="http://schemas.openxmlformats.org/drawingml/2006/main" noGrp="1"/>
          </p:cNvSpPr>
          <p:nvPr/>
        </p:nvSpPr>
        <p:spPr>
          <a:xfrm xmlns:a="http://schemas.openxmlformats.org/drawingml/2006/main">
            <a:off x="6267450" y="525780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团队</a:t>
            </a:r>
          </a:p>
        </p:txBody>
      </p:sp>
      <p:sp>
        <p:nvSpPr>
          <p:cNvPr id="63" name="">
            <a:extLst xmlns:a="http://schemas.openxmlformats.org/drawingml/2006/main">
              <a:ext uri="{FF2B5EF4-FFF2-40B4-BE49-F238E27FC236}">
                <a16:creationId xmlns:a16="http://schemas.microsoft.com/office/drawing/2014/main" id="{6D6CEFAD-EA60-4188-A533-5CA41CA09A4E}"/>
              </a:ext>
            </a:extLst>
          </p:cNvPr>
          <p:cNvSpPr>
            <a:spLocks xmlns:a="http://schemas.openxmlformats.org/drawingml/2006/main" noGrp="1"/>
          </p:cNvSpPr>
          <p:nvPr/>
        </p:nvSpPr>
        <p:spPr>
          <a:xfrm xmlns:a="http://schemas.openxmlformats.org/drawingml/2006/main">
            <a:off x="6267450" y="550545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逐光造梦</a:t>
            </a:r>
          </a:p>
        </p:txBody>
      </p:sp>
      <p:sp>
        <p:nvSpPr>
          <p:cNvPr id="64" name="">
            <a:extLst xmlns:a="http://schemas.openxmlformats.org/drawingml/2006/main">
              <a:ext uri="{FF2B5EF4-FFF2-40B4-BE49-F238E27FC236}">
                <a16:creationId xmlns:a16="http://schemas.microsoft.com/office/drawing/2014/main" id="{3EE81C7B-BB90-4FD8-A502-51A7293FAF1B}"/>
              </a:ext>
            </a:extLst>
          </p:cNvPr>
          <p:cNvSpPr>
            <a:spLocks xmlns:a="http://schemas.openxmlformats.org/drawingml/2006/main" noGrp="1"/>
          </p:cNvSpPr>
          <p:nvPr/>
        </p:nvSpPr>
        <p:spPr>
          <a:xfrm xmlns:a="http://schemas.openxmlformats.org/drawingml/2006/main">
            <a:off x="8972550" y="525780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指导老师</a:t>
            </a:r>
          </a:p>
        </p:txBody>
      </p:sp>
      <p:sp>
        <p:nvSpPr>
          <p:cNvPr id="65" name="">
            <a:extLst xmlns:a="http://schemas.openxmlformats.org/drawingml/2006/main">
              <a:ext uri="{FF2B5EF4-FFF2-40B4-BE49-F238E27FC236}">
                <a16:creationId xmlns:a16="http://schemas.microsoft.com/office/drawing/2014/main" id="{E48C3EEF-B2C8-4418-8016-B1D7B6383499}"/>
              </a:ext>
            </a:extLst>
          </p:cNvPr>
          <p:cNvSpPr>
            <a:spLocks xmlns:a="http://schemas.openxmlformats.org/drawingml/2006/main" noGrp="1"/>
          </p:cNvSpPr>
          <p:nvPr/>
        </p:nvSpPr>
        <p:spPr>
          <a:xfrm xmlns:a="http://schemas.openxmlformats.org/drawingml/2006/main">
            <a:off x="8972550" y="550545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王洪元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钟祖辉</a:t>
            </a:r>
          </a:p>
        </p:txBody>
      </p:sp>
      <p:sp>
        <p:nvSpPr>
          <p:cNvPr id="66" name="">
            <a:extLst xmlns:a="http://schemas.openxmlformats.org/drawingml/2006/main">
              <a:ext uri="{FF2B5EF4-FFF2-40B4-BE49-F238E27FC236}">
                <a16:creationId xmlns:a16="http://schemas.microsoft.com/office/drawing/2014/main" id="{6613AC90-BDDC-4A77-B0CC-C434F00BCEA5}"/>
              </a:ext>
            </a:extLst>
          </p:cNvPr>
          <p:cNvSpPr>
            <a:spLocks xmlns:a="http://schemas.openxmlformats.org/drawingml/2006/main" noGrp="1"/>
          </p:cNvSpPr>
          <p:nvPr/>
        </p:nvSpPr>
        <p:spPr>
          <a:xfrm xmlns:a="http://schemas.openxmlformats.org/drawingml/2006/main">
            <a:off x="857250" y="6038850"/>
            <a:ext cx="10477500" cy="9525"/>
          </a:xfrm>
          <a:prstGeom xmlns:a="http://schemas.openxmlformats.org/drawingml/2006/main" prst="rect">
            <a:avLst/>
          </a:prstGeom>
          <a:gradFill xmlns:a="http://schemas.openxmlformats.org/drawingml/2006/main">
            <a:gsLst>
              <a:gs pos="0">
                <a:srgbClr val="F5C33B"/>
              </a:gs>
              <a:gs pos="70000">
                <a:srgbClr val="31C7F0">
                  <a:alpha val="45000"/>
                </a:srgbClr>
              </a:gs>
              <a:gs pos="100000">
                <a:srgbClr val="31C7F0">
                  <a:alpha val="0"/>
                </a:srgbClr>
              </a:gs>
            </a:gsLst>
            <a:lin ang="0"/>
          </a:gradFill>
          <a:ln xmlns:a="http://schemas.openxmlformats.org/drawingml/2006/main" w="0">
            <a:solidFill>
              <a:srgbClr val="000000"/>
            </a:solidFill>
            <a:prstDash val="solid"/>
          </a:ln>
        </p:spPr>
      </p:sp>
    </p:spTree>
    <p:extLst>
      <p:ext uri="{BB962C8B-B14F-4D97-AF65-F5344CB8AC3E}">
        <p14:creationId xmlns:p14="http://schemas.microsoft.com/office/powerpoint/2010/main" val="20542601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2026-09-27T09:32:56.5550000Z</dcterms:created>
  <dcterms:modified xsi:type="dcterms:W3CDTF">2026-09-27T09:32:56.5550000Z</dcterms:modified>
</coreProperties>
</file>